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7630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9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Linux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 hỏi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lạ: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287000" y="1619250"/>
            <a:ext cx="342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72750" y="19050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0572750" y="3143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pwd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4001750" y="1619250"/>
            <a:ext cx="342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287500" y="19050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 nói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4287500" y="3143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less ·</a:t>
            </a:r>
            <a:r>
              <a:rPr lang="en-US" sz="22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tail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287000" y="4381500"/>
            <a:ext cx="342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72750" y="466725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572750" y="59055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ps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top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free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4001750" y="4381500"/>
            <a:ext cx="342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287500" y="466725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tại?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4287500" y="59055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address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6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f518709-d3fd-4cad-8377-a6ef9c47d0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GÕ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</a:t>
            </a:r>
            <a:r>
              <a:rPr lang="en-US" sz="84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 câu</a:t>
            </a:r>
            <a:r>
              <a:rPr lang="en-US" sz="8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hỏi,</a:t>
            </a:r>
            <a:r>
              <a:rPr lang="en-US" sz="84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84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84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905500"/>
            <a:ext cx="12382500" cy="10477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lạ:</a:t>
            </a:r>
            <a:r>
              <a:rPr lang="en-US" sz="2400" b="1" dirty="0" spc="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b="1" dirty="0" spc="1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400" dirty="0"/>
          </a:p>
        </p:txBody>
      </p:sp>
      <p:sp>
        <p:nvSpPr>
          <p:cNvPr id="6" name="Connector line-1792373472502-66170718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ca523ad-0ced-44ef-a5fc-5308670bf8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shell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 trí của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476500" y="2857500"/>
            <a:ext cx="30480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763500" y="2857500"/>
            <a:ext cx="3048000" cy="85725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Shell</a:t>
            </a:r>
            <a:endParaRPr lang="en-US" sz="2700" dirty="0"/>
          </a:p>
        </p:txBody>
      </p:sp>
      <p:sp>
        <p:nvSpPr>
          <p:cNvPr id="6" name="Connector line-1792373473389-609389419"/>
          <p:cNvSpPr/>
          <p:nvPr/>
        </p:nvSpPr>
        <p:spPr>
          <a:xfrm>
            <a:off x="4000500" y="3714750"/>
            <a:ext cx="0" cy="485775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7" name="Connector line-1792373473389-623578376"/>
          <p:cNvSpPr/>
          <p:nvPr/>
        </p:nvSpPr>
        <p:spPr>
          <a:xfrm>
            <a:off x="14287500" y="3714750"/>
            <a:ext cx="0" cy="485775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8" name="Connector line-1792373473389-157109519"/>
          <p:cNvSpPr/>
          <p:nvPr/>
        </p:nvSpPr>
        <p:spPr>
          <a:xfrm>
            <a:off x="4000500" y="457200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81500" y="40005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pwd</a:t>
            </a:r>
            <a:endParaRPr lang="en-US" sz="2550" dirty="0"/>
          </a:p>
        </p:txBody>
      </p:sp>
      <p:sp>
        <p:nvSpPr>
          <p:cNvPr id="10" name="Connector line-1792373473391-578084485"/>
          <p:cNvSpPr/>
          <p:nvPr/>
        </p:nvSpPr>
        <p:spPr>
          <a:xfrm flipH="1">
            <a:off x="4095750" y="5619750"/>
            <a:ext cx="10191750" cy="0"/>
          </a:xfrm>
          <a:prstGeom prst="line">
            <a:avLst/>
          </a:prstGeom>
          <a:noFill/>
          <a:ln w="38100">
            <a:solidFill>
              <a:srgbClr val="8A867C"/>
            </a:solidFill>
            <a:prstDash val="lgDash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334000" y="50482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250" dirty="0"/>
          </a:p>
        </p:txBody>
      </p:sp>
      <p:sp>
        <p:nvSpPr>
          <p:cNvPr id="12" name="Connector line-1792373473394-600395629"/>
          <p:cNvSpPr/>
          <p:nvPr/>
        </p:nvSpPr>
        <p:spPr>
          <a:xfrm>
            <a:off x="4000500" y="676275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381500" y="61912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ls</a:t>
            </a:r>
            <a:r>
              <a:rPr lang="en-US" sz="25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-la</a:t>
            </a:r>
            <a:endParaRPr lang="en-US" sz="2550" dirty="0"/>
          </a:p>
        </p:txBody>
      </p:sp>
      <p:sp>
        <p:nvSpPr>
          <p:cNvPr id="14" name="Connector line-1792373473395-255885755"/>
          <p:cNvSpPr/>
          <p:nvPr/>
        </p:nvSpPr>
        <p:spPr>
          <a:xfrm flipH="1">
            <a:off x="4095750" y="7810500"/>
            <a:ext cx="10191750" cy="0"/>
          </a:xfrm>
          <a:prstGeom prst="line">
            <a:avLst/>
          </a:prstGeom>
          <a:noFill/>
          <a:ln w="38100">
            <a:solidFill>
              <a:srgbClr val="8A867C"/>
            </a:solidFill>
            <a:prstDash val="lgDash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5334000" y="72390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endParaRPr lang="en-US" sz="2250" dirty="0"/>
          </a:p>
        </p:txBody>
      </p:sp>
      <p:sp>
        <p:nvSpPr>
          <p:cNvPr id="16" name="Connector line-1792373473398-86574931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c7a760e-9dfc-48c2-a4d7-122efb67ea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endParaRPr lang="en-US" sz="7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Lệnh</a:t>
                      </a:r>
                      <a:endParaRPr lang="en-US" sz="1200" dirty="0"/>
                    </a:p>
                  </a:txBody>
                  <a:tcPr marL="304800" marR="304800" marT="259080" marB="2590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Dùng</a:t>
                      </a:r>
                      <a:r>
                        <a:rPr lang="en-US" sz="28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endParaRPr lang="en-US" sz="1200" dirty="0"/>
                    </a:p>
                  </a:txBody>
                  <a:tcPr marL="304800" marR="304800" marT="259080" marB="2590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7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less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85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file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dài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tail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4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cuối</a:t>
                      </a: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3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Tìm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chuỗi, nếu</a:t>
                      </a:r>
                      <a:r>
                        <a:rPr lang="en-US" sz="28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ripgrep</a:t>
                      </a:r>
                      <a:r>
                        <a:rPr lang="en-US" sz="285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85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8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cài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73509683-55713572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3643bca-7b0f-4eaf-bf34-affee3a9c9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001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5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42672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29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top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5529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76200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57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free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9057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9728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585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df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12585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filesystem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43256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146113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46113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User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550" dirty="0"/>
          </a:p>
        </p:txBody>
      </p:sp>
      <p:sp>
        <p:nvSpPr>
          <p:cNvPr id="19" name="Connector line-1792373510573-55290299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d4905a7-c59b-4e67-a627-bd03af40f0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KẾT NỐI</a:t>
            </a:r>
            <a:r>
              <a:rPr lang="en-US" sz="180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1800" b="1" spc="26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7715250" y="4191000"/>
            <a:ext cx="2857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7715250" y="53340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-18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300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43000" y="4572000"/>
            <a:ext cx="4953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24000" y="48577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r>
              <a:rPr lang="en-US" sz="36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address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524000" y="5715000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mạng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2192000" y="4572000"/>
            <a:ext cx="4953000" cy="2095500"/>
          </a:xfrm>
          <a:prstGeom prst="roundRect">
            <a:avLst>
              <a:gd name="adj" fmla="val 12727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0" y="48577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573000" y="5715000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2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</a:t>
            </a:r>
            <a:endParaRPr lang="en-US" sz="2550" dirty="0"/>
          </a:p>
        </p:txBody>
      </p:sp>
      <p:sp>
        <p:nvSpPr>
          <p:cNvPr id="12" name="Connector line-1792373511410-808049515"/>
          <p:cNvSpPr/>
          <p:nvPr/>
        </p:nvSpPr>
        <p:spPr>
          <a:xfrm>
            <a:off x="6096000" y="5619750"/>
            <a:ext cx="15811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3511410-260284709"/>
          <p:cNvSpPr/>
          <p:nvPr/>
        </p:nvSpPr>
        <p:spPr>
          <a:xfrm>
            <a:off x="10610850" y="5619750"/>
            <a:ext cx="15811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Connector line-1792373511410-63447632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3385172-8abc-4775-8606-1583de7199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950" b="1" spc="16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314325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pwd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less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tail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30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address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show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1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b="1" spc="23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9" name="Text richtext-1792373512219-216931007"/>
          <p:cNvSpPr/>
          <p:nvPr/>
        </p:nvSpPr>
        <p:spPr>
          <a:xfrm>
            <a:off x="9848850" y="4000500"/>
            <a:ext cx="7048500" cy="3143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sudo,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rm,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chmod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 lý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Package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phối: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apt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dnf.</a:t>
            </a:r>
            <a:endParaRPr lang="en-US" sz="2400" dirty="0"/>
          </a:p>
        </p:txBody>
      </p:sp>
      <p:sp>
        <p:nvSpPr>
          <p:cNvPr id="11" name="Connector line-1792373512245-69258052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c66a81e-d358-43bc-ab51-0c2a96eaae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r>
              <a:rPr lang="en-US" sz="6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log:</a:t>
            </a: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tail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chmod?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9530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2862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7239000" y="3048000"/>
            <a:ext cx="41910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tail ✓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7239000" y="5334000"/>
            <a:ext cx="4191000" cy="1524000"/>
          </a:xfrm>
          <a:prstGeom prst="roundRect">
            <a:avLst>
              <a:gd name="adj" fmla="val 175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chmod ✗</a:t>
            </a:r>
            <a:endParaRPr lang="en-US" sz="3900" dirty="0"/>
          </a:p>
        </p:txBody>
      </p:sp>
      <p:sp>
        <p:nvSpPr>
          <p:cNvPr id="8" name="Connector line-1792373545647-805109428"/>
          <p:cNvSpPr/>
          <p:nvPr/>
        </p:nvSpPr>
        <p:spPr>
          <a:xfrm flipV="1">
            <a:off x="5905500" y="3905250"/>
            <a:ext cx="1257300" cy="7620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3545647-198292401"/>
          <p:cNvSpPr/>
          <p:nvPr/>
        </p:nvSpPr>
        <p:spPr>
          <a:xfrm>
            <a:off x="5905500" y="5238750"/>
            <a:ext cx="1257300" cy="7620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2001500" y="3524250"/>
            <a:ext cx="5372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001500" y="5810250"/>
            <a:ext cx="5372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12" name="Connector line-1792373545651-675914713"/>
          <p:cNvSpPr/>
          <p:nvPr/>
        </p:nvSpPr>
        <p:spPr>
          <a:xfrm>
            <a:off x="11468100" y="3810000"/>
            <a:ext cx="438150" cy="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73545652-198720108"/>
          <p:cNvSpPr/>
          <p:nvPr/>
        </p:nvSpPr>
        <p:spPr>
          <a:xfrm>
            <a:off x="11468100" y="6096000"/>
            <a:ext cx="43815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4" name="Connector line-1792373545652-52031005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006b4bf-9dda-46fd-9c0b-05511a9db1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Nối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cẩn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28612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572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714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14400" y="600075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614362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8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trắng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quoting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850" dirty="0"/>
          </a:p>
        </p:txBody>
      </p:sp>
      <p:sp>
        <p:nvSpPr>
          <p:cNvPr id="10" name="Connector line-1792373546613-89052392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709df8f-2065-4f8a-aa98-f2ddde0e8c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46196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ripgrep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của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rg,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33500" y="59531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quoting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khoảng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trắng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9" name="Text richtext-1792373547546-755806943"/>
          <p:cNvSpPr/>
          <p:nvPr/>
        </p:nvSpPr>
        <p:spPr>
          <a:xfrm>
            <a:off x="11201400" y="3619500"/>
            <a:ext cx="6172200" cy="457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GNU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Coreutils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endParaRPr lang="en-US" sz="2250" dirty="0"/>
          </a:p>
        </p:txBody>
      </p:sp>
      <p:sp>
        <p:nvSpPr>
          <p:cNvPr id="10" name="Connector line-1792373547554-88182332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0b7d9b1-0f49-4947-be72-44671a91e1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2026-10-19T01:52:53Z</dcterms:created>
  <dcterms:modified xsi:type="dcterms:W3CDTF">2026-10-19T01:52:53Z</dcterms:modified>
</cp:coreProperties>
</file>