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ricolage Grotesque"/>
      <p:bold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Giám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r>
              <a:rPr lang="en-US" sz="6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mây: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khía cạnh,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khâu dễ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3000" dirty="0"/>
          </a:p>
        </p:txBody>
      </p:sp>
      <p:sp>
        <p:nvSpPr>
          <p:cNvPr id="5" name="Connector line-1792423009206-549017569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khâu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Giám</a:t>
            </a:r>
            <a:r>
              <a:rPr lang="en-US" sz="2100" b="1" dirty="0" spc="-4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0" y="3810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5753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2100" dirty="0"/>
          </a:p>
        </p:txBody>
      </p:sp>
      <p:sp>
        <p:nvSpPr>
          <p:cNvPr id="12" name="Connector line-1792423009231-647014392"/>
          <p:cNvSpPr/>
          <p:nvPr/>
        </p:nvSpPr>
        <p:spPr>
          <a:xfrm flipV="1">
            <a:off x="12439650" y="4171950"/>
            <a:ext cx="895350" cy="9715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3" name="Connector line-1792423009232-958646837"/>
          <p:cNvSpPr/>
          <p:nvPr/>
        </p:nvSpPr>
        <p:spPr>
          <a:xfrm>
            <a:off x="12439650" y="5143500"/>
            <a:ext cx="895350" cy="95"/>
          </a:xfrm>
          <a:custGeom>
            <a:avLst/>
            <a:gdLst/>
            <a:ahLst/>
            <a:cxnLst/>
            <a:rect l="l" t="t" r="r" b="b"/>
            <a:pathLst>
              <a:path w="895350" h="95">
                <a:moveTo>
                  <a:pt x="0" y="0"/>
                </a:moveTo>
                <a:lnTo>
                  <a:pt x="447675" y="0"/>
                </a:lnTo>
                <a:lnTo>
                  <a:pt x="447675" y="0"/>
                </a:lnTo>
                <a:lnTo>
                  <a:pt x="895350" y="0"/>
                </a:lnTo>
              </a:path>
            </a:pathLst>
          </a:custGeom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Connector line-1792423009232-651403303"/>
          <p:cNvSpPr/>
          <p:nvPr/>
        </p:nvSpPr>
        <p:spPr>
          <a:xfrm>
            <a:off x="12439650" y="5143500"/>
            <a:ext cx="895350" cy="9715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509b0d56-4391-46b1-bbc2-6dd6fbbb71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1430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Giám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đi,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7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6477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6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3300" dirty="0" spc="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300" dirty="0" spc="-8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3300" dirty="0" spc="0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300" dirty="0" spc="14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300" dirty="0" spc="-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cách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3300" dirty="0" spc="-20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ba549c42-b0f3-461d-8828-60333c61c7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</a:t>
            </a:r>
            <a:r>
              <a:rPr lang="en-US" sz="180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khía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cạnh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477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019425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7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357" dirty="0"/>
          </a:p>
        </p:txBody>
      </p:sp>
      <p:sp>
        <p:nvSpPr>
          <p:cNvPr id="6" name="Text 4"/>
          <p:cNvSpPr/>
          <p:nvPr/>
        </p:nvSpPr>
        <p:spPr>
          <a:xfrm>
            <a:off x="2381250" y="2857500"/>
            <a:ext cx="1466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thập: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đo,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048125"/>
            <a:ext cx="16459200" cy="10477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210050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357" dirty="0"/>
          </a:p>
        </p:txBody>
      </p:sp>
      <p:sp>
        <p:nvSpPr>
          <p:cNvPr id="9" name="Text 7"/>
          <p:cNvSpPr/>
          <p:nvPr/>
        </p:nvSpPr>
        <p:spPr>
          <a:xfrm>
            <a:off x="2381250" y="4048125"/>
            <a:ext cx="1466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trữ: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16459200" cy="10477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5400675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7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357" dirty="0"/>
          </a:p>
        </p:txBody>
      </p:sp>
      <p:sp>
        <p:nvSpPr>
          <p:cNvPr id="12" name="Text 10"/>
          <p:cNvSpPr/>
          <p:nvPr/>
        </p:nvSpPr>
        <p:spPr>
          <a:xfrm>
            <a:off x="2381250" y="5238750"/>
            <a:ext cx="1466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tích: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rút</a:t>
            </a:r>
            <a:r>
              <a:rPr lang="en-US" sz="27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429375"/>
            <a:ext cx="16459200" cy="10477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300" y="6591300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7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357" dirty="0"/>
          </a:p>
        </p:txBody>
      </p:sp>
      <p:sp>
        <p:nvSpPr>
          <p:cNvPr id="15" name="Text 13"/>
          <p:cNvSpPr/>
          <p:nvPr/>
        </p:nvSpPr>
        <p:spPr>
          <a:xfrm>
            <a:off x="2381250" y="6429375"/>
            <a:ext cx="1466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Cảnh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báo: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bất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7300" y="7781925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7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357" dirty="0"/>
          </a:p>
        </p:txBody>
      </p:sp>
      <p:sp>
        <p:nvSpPr>
          <p:cNvPr id="18" name="Text 16"/>
          <p:cNvSpPr/>
          <p:nvPr/>
        </p:nvSpPr>
        <p:spPr>
          <a:xfrm>
            <a:off x="2381250" y="7620000"/>
            <a:ext cx="1466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Hiển thị: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bày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dễ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hiểu.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24604c3-31e2-49ba-87f6-6c8921b6bd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</a:t>
            </a:r>
            <a:r>
              <a:rPr lang="en-US" sz="1800" b="1" spc="28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</a:t>
            </a:r>
            <a:r>
              <a:rPr lang="en-US" sz="63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3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385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5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b="1" dirty="0" spc="-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tuân</a:t>
            </a:r>
            <a:r>
              <a:rPr lang="en-US" sz="25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72600" y="304800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6450" y="32385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9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561975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581025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72600" y="561975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6450" y="581025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liên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0c1b062-cd98-4b6e-b6bc-6dcab7d1f3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bảng,</a:t>
            </a:r>
            <a:r>
              <a:rPr lang="en-US" sz="63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6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2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71475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Text richtext-1792423016318-569273656"/>
          <p:cNvSpPr/>
          <p:nvPr/>
        </p:nvSpPr>
        <p:spPr>
          <a:xfrm>
            <a:off x="12954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giám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khía cạnh.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3726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HÌNH</a:t>
            </a: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72600" y="371475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DCE2FB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richtext-1792423016345-379961440"/>
          <p:cNvSpPr/>
          <p:nvPr/>
        </p:nvSpPr>
        <p:spPr>
          <a:xfrm>
            <a:off x="97536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1caf187-49e0-456a-92ce-826e4cf32f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3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vượt</a:t>
            </a:r>
            <a:r>
              <a:rPr lang="en-US" sz="63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ngưỡng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quá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nhạy.</a:t>
            </a:r>
            <a:endParaRPr lang="en-US" sz="6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633472"/>
                <a:gridCol w="2304288"/>
                <a:gridCol w="493776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Quy</a:t>
                      </a:r>
                      <a:r>
                        <a:rPr lang="en-US" sz="2700" b="1" dirty="0" spc="-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6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Cảnh</a:t>
                      </a:r>
                      <a:r>
                        <a:rPr lang="en-US" sz="270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Sai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6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Trễ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70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mẫu</a:t>
                      </a:r>
                      <a:r>
                        <a:rPr lang="en-US" sz="2700" b="1" dirty="0" spc="1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vượt</a:t>
                      </a:r>
                      <a:r>
                        <a:rPr lang="en-US" sz="2700" b="1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ngưỡng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38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32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r>
                        <a:rPr lang="en-US" sz="2700" dirty="0" spc="-1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phút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Ba</a:t>
                      </a:r>
                      <a:r>
                        <a:rPr lang="en-US" sz="270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mẫu liên</a:t>
                      </a:r>
                      <a:r>
                        <a:rPr lang="en-US" sz="270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</a:t>
                      </a:r>
                      <a:r>
                        <a:rPr lang="en-US" sz="2700" dirty="0" spc="-1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70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4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phút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Năm</a:t>
                      </a:r>
                      <a:r>
                        <a:rPr lang="en-US" sz="270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mẫu liên</a:t>
                      </a:r>
                      <a:r>
                        <a:rPr lang="en-US" sz="270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</a:t>
                      </a:r>
                      <a:r>
                        <a:rPr lang="en-US" sz="2700" dirty="0" spc="-1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7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6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phút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c67743a8-8734-40f5-ae91-db098d3c90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8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26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66675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t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10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32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8191500" y="2476500"/>
            <a:ext cx="914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cảnh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3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3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3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33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191500" y="4476750"/>
            <a:ext cx="914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tiếp.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6858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hệ</a:t>
            </a: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b760cae-5011-4860-899d-bea6521c4b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192500" cy="2857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Báo sai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đêm: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514350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richtext-1792423039922-751384659"/>
          <p:cNvSpPr/>
          <p:nvPr/>
        </p:nvSpPr>
        <p:spPr>
          <a:xfrm>
            <a:off x="1333500" y="5334000"/>
            <a:ext cx="1562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Không: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30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30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tắc,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tiếp.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f1374cf-706e-453c-9ce3-78db5fc51d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SLA</a:t>
            </a:r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(Service</a:t>
            </a:r>
            <a:r>
              <a:rPr lang="en-US" sz="22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Level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Agreement):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 cam</a:t>
            </a:r>
            <a:r>
              <a:rPr lang="en-US" sz="22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36195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36195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SRE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Book: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Monitoring Distributed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120b2d29-ee29-4111-ab33-e3d67052b7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2026-10-19T15:17:40Z</dcterms:created>
  <dcterms:modified xsi:type="dcterms:W3CDTF">2026-10-19T15:17:40Z</dcterms:modified>
</cp:coreProperties>
</file>