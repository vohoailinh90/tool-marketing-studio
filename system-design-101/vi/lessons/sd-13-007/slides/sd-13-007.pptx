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191500" cy="32385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Tăng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81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81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1435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</a:t>
            </a:r>
            <a:r>
              <a:rPr lang="en-US" sz="30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ngầm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3000" dirty="0" spc="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628650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100" dirty="0" spc="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ẩn,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210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CI/CD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906000" y="1714500"/>
            <a:ext cx="3619500" cy="3143250"/>
          </a:xfrm>
          <a:prstGeom prst="roundRect">
            <a:avLst>
              <a:gd name="adj" fmla="val 969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8900" y="200025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0248900" y="3143250"/>
            <a:ext cx="295275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3716000" y="1714500"/>
            <a:ext cx="3619500" cy="3143250"/>
          </a:xfrm>
          <a:prstGeom prst="roundRect">
            <a:avLst>
              <a:gd name="adj" fmla="val 969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058900" y="200025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14058900" y="3143250"/>
            <a:ext cx="295275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906000" y="5143500"/>
            <a:ext cx="3619500" cy="3143250"/>
          </a:xfrm>
          <a:prstGeom prst="roundRect">
            <a:avLst>
              <a:gd name="adj" fmla="val 969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8900" y="542925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10248900" y="6572250"/>
            <a:ext cx="295275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 cục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3716000" y="5143500"/>
            <a:ext cx="3619500" cy="3143250"/>
          </a:xfrm>
          <a:prstGeom prst="roundRect">
            <a:avLst>
              <a:gd name="adj" fmla="val 969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058900" y="542925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14058900" y="6572250"/>
            <a:ext cx="295275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4a6bed26-9707-4824-a1a4-78aea7e49c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7239000" cy="5334000"/>
          </a:xfrm>
          <a:prstGeom prst="rect">
            <a:avLst/>
          </a:prstGeom>
          <a:noFill/>
          <a:ln/>
        </p:spPr>
        <p:txBody>
          <a:bodyPr wrap="square" lIns="0" tIns="396240" rIns="0" bIns="-396240" rtlCol="0" anchor="t"/>
          <a:lstStyle/>
          <a:p>
            <a:pPr algn="l" indent="0" marL="0">
              <a:lnSpc>
                <a:spcPts val="39000"/>
              </a:lnSpc>
              <a:buNone/>
            </a:pPr>
            <a:r>
              <a:rPr lang="en-US" sz="390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9000" dirty="0"/>
          </a:p>
        </p:txBody>
      </p:sp>
      <p:sp>
        <p:nvSpPr>
          <p:cNvPr id="4" name="Text 2"/>
          <p:cNvSpPr/>
          <p:nvPr/>
        </p:nvSpPr>
        <p:spPr>
          <a:xfrm>
            <a:off x="1047750" y="6858000"/>
            <a:ext cx="666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300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b="1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00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3000" b="1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572500" y="2095500"/>
            <a:ext cx="8801100" cy="4953000"/>
          </a:xfrm>
          <a:prstGeom prst="roundRect">
            <a:avLst>
              <a:gd name="adj" fmla="val 615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richtext-1792370182421-631592826"/>
          <p:cNvSpPr/>
          <p:nvPr/>
        </p:nvSpPr>
        <p:spPr>
          <a:xfrm>
            <a:off x="9144000" y="2571750"/>
            <a:ext cx="7810500" cy="4191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marL="361950" indent="-258592">
              <a:lnSpc>
                <a:spcPts val="3990"/>
              </a:lnSpc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sao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ngầm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850" dirty="0"/>
          </a:p>
          <a:p>
            <a:pPr algn="l" marL="361950" indent="-258592">
              <a:lnSpc>
                <a:spcPts val="3990"/>
              </a:lnSpc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85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Lên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sao: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850" dirty="0"/>
          </a:p>
          <a:p>
            <a:pPr algn="l" marL="361950" indent="-258592">
              <a:lnSpc>
                <a:spcPts val="3990"/>
              </a:lnSpc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hỏng.</a:t>
            </a:r>
            <a:endParaRPr lang="en-US" sz="2850" dirty="0"/>
          </a:p>
          <a:p>
            <a:pPr algn="l" marL="361950" indent="-258592">
              <a:lnSpc>
                <a:spcPts val="3990"/>
              </a:lnSpc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lập, mỗi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8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176352b3-b67a-48b2-8771-1cd6f000ea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 ĐỊNH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Trạng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9055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14700"/>
            <a:ext cx="5143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95400" y="3924300"/>
            <a:ext cx="533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phiên,</a:t>
            </a:r>
            <a:r>
              <a:rPr lang="en-US" sz="2550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 tải</a:t>
            </a:r>
            <a:r>
              <a:rPr lang="en-US" sz="2550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lên,</a:t>
            </a:r>
            <a:r>
              <a:rPr lang="en-US" sz="2550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819900" y="3857625"/>
            <a:ext cx="4991100" cy="2000250"/>
          </a:xfrm>
          <a:custGeom>
            <a:avLst/>
            <a:gdLst/>
            <a:ahLst/>
            <a:cxnLst/>
            <a:rect l="l" t="t" r="r" b="b"/>
            <a:pathLst>
              <a:path w="4991100" h="2000250">
                <a:moveTo>
                  <a:pt x="0" y="0"/>
                </a:moveTo>
                <a:cubicBezTo>
                  <a:pt x="2324100" y="0"/>
                  <a:pt x="2705100" y="2000250"/>
                  <a:pt x="4991100" y="2000250"/>
                </a:cubicBezTo>
              </a:path>
            </a:pathLst>
          </a:custGeom>
          <a:ln w="38100">
            <a:solidFill>
              <a:srgbClr val="FF6A4D"/>
            </a:solidFill>
            <a:prstDash val="lgDash"/>
          </a:ln>
        </p:spPr>
      </p:sp>
      <p:sp>
        <p:nvSpPr>
          <p:cNvPr id="8" name="Shape 6"/>
          <p:cNvSpPr/>
          <p:nvPr/>
        </p:nvSpPr>
        <p:spPr>
          <a:xfrm>
            <a:off x="914400" y="4953000"/>
            <a:ext cx="59055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5219700"/>
            <a:ext cx="5143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295400" y="5829300"/>
            <a:ext cx="533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6819900" y="5762625"/>
            <a:ext cx="4991100" cy="95250"/>
          </a:xfrm>
          <a:custGeom>
            <a:avLst/>
            <a:gdLst/>
            <a:ahLst/>
            <a:cxnLst/>
            <a:rect l="l" t="t" r="r" b="b"/>
            <a:pathLst>
              <a:path w="4991100" h="95250">
                <a:moveTo>
                  <a:pt x="0" y="0"/>
                </a:moveTo>
                <a:cubicBezTo>
                  <a:pt x="2324100" y="0"/>
                  <a:pt x="2705100" y="95250"/>
                  <a:pt x="4991100" y="95250"/>
                </a:cubicBezTo>
              </a:path>
            </a:pathLst>
          </a:custGeom>
          <a:ln w="38100">
            <a:solidFill>
              <a:srgbClr val="FF6A4D"/>
            </a:solidFill>
            <a:prstDash val="lgDash"/>
          </a:ln>
        </p:spPr>
      </p:sp>
      <p:sp>
        <p:nvSpPr>
          <p:cNvPr id="12" name="Shape 10"/>
          <p:cNvSpPr/>
          <p:nvPr/>
        </p:nvSpPr>
        <p:spPr>
          <a:xfrm>
            <a:off x="914400" y="6858000"/>
            <a:ext cx="59055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400" y="7124700"/>
            <a:ext cx="5143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 C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295400" y="7734300"/>
            <a:ext cx="533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6819900" y="5857875"/>
            <a:ext cx="4991100" cy="1809750"/>
          </a:xfrm>
          <a:custGeom>
            <a:avLst/>
            <a:gdLst/>
            <a:ahLst/>
            <a:cxnLst/>
            <a:rect l="l" t="t" r="r" b="b"/>
            <a:pathLst>
              <a:path w="4991100" h="1809750">
                <a:moveTo>
                  <a:pt x="0" y="1809750"/>
                </a:moveTo>
                <a:cubicBezTo>
                  <a:pt x="2324100" y="1809750"/>
                  <a:pt x="2705100" y="0"/>
                  <a:pt x="4991100" y="0"/>
                </a:cubicBezTo>
              </a:path>
            </a:pathLst>
          </a:custGeom>
          <a:ln w="38100">
            <a:solidFill>
              <a:srgbClr val="FF6A4D"/>
            </a:solidFill>
            <a:prstDash val="lgDash"/>
          </a:ln>
        </p:spPr>
      </p:sp>
      <p:sp>
        <p:nvSpPr>
          <p:cNvPr id="16" name="Text 14"/>
          <p:cNvSpPr/>
          <p:nvPr/>
        </p:nvSpPr>
        <p:spPr>
          <a:xfrm>
            <a:off x="11811000" y="4810125"/>
            <a:ext cx="5562600" cy="2095500"/>
          </a:xfrm>
          <a:prstGeom prst="roundRect">
            <a:avLst>
              <a:gd name="adj" fmla="val 14545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Kho</a:t>
            </a:r>
            <a:r>
              <a:rPr lang="en-US" sz="360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dùng chung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1811000" y="7239000"/>
            <a:ext cx="55626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gỡ: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9b623043-6226-4157-8df7-7601f9d0dd9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 ĐỊNH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Việc</a:t>
            </a:r>
            <a:r>
              <a:rPr lang="en-US" sz="72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kỳ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72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5619750"/>
          </a:xfrm>
          <a:prstGeom prst="roundRect">
            <a:avLst>
              <a:gd name="adj" fmla="val 54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3909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3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10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10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100" b="1" spc="13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b="1" spc="17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90650" y="4095750"/>
            <a:ext cx="2857500" cy="952500"/>
          </a:xfrm>
          <a:prstGeom prst="roundRect">
            <a:avLst>
              <a:gd name="adj" fmla="val 24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550" dirty="0"/>
          </a:p>
        </p:txBody>
      </p:sp>
      <p:sp>
        <p:nvSpPr>
          <p:cNvPr id="7" name="Connector line-1792370221420-711271621"/>
          <p:cNvSpPr/>
          <p:nvPr/>
        </p:nvSpPr>
        <p:spPr>
          <a:xfrm>
            <a:off x="4343400" y="4572000"/>
            <a:ext cx="11430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8" name="Text 6"/>
          <p:cNvSpPr/>
          <p:nvPr/>
        </p:nvSpPr>
        <p:spPr>
          <a:xfrm>
            <a:off x="5581650" y="4095750"/>
            <a:ext cx="2857500" cy="952500"/>
          </a:xfrm>
          <a:prstGeom prst="roundRect">
            <a:avLst>
              <a:gd name="adj" fmla="val 24000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90650" y="5334000"/>
            <a:ext cx="2857500" cy="952500"/>
          </a:xfrm>
          <a:prstGeom prst="roundRect">
            <a:avLst>
              <a:gd name="adj" fmla="val 24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550" dirty="0"/>
          </a:p>
        </p:txBody>
      </p:sp>
      <p:sp>
        <p:nvSpPr>
          <p:cNvPr id="10" name="Connector line-1792370221425-457197950"/>
          <p:cNvSpPr/>
          <p:nvPr/>
        </p:nvSpPr>
        <p:spPr>
          <a:xfrm>
            <a:off x="4343400" y="5810250"/>
            <a:ext cx="11430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11" name="Text 9"/>
          <p:cNvSpPr/>
          <p:nvPr/>
        </p:nvSpPr>
        <p:spPr>
          <a:xfrm>
            <a:off x="5581650" y="5334000"/>
            <a:ext cx="2857500" cy="952500"/>
          </a:xfrm>
          <a:prstGeom prst="roundRect">
            <a:avLst>
              <a:gd name="adj" fmla="val 24000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390650" y="6572250"/>
            <a:ext cx="2857500" cy="952500"/>
          </a:xfrm>
          <a:prstGeom prst="roundRect">
            <a:avLst>
              <a:gd name="adj" fmla="val 24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2550" dirty="0"/>
          </a:p>
        </p:txBody>
      </p:sp>
      <p:sp>
        <p:nvSpPr>
          <p:cNvPr id="13" name="Connector line-1792370221433-55189177"/>
          <p:cNvSpPr/>
          <p:nvPr/>
        </p:nvSpPr>
        <p:spPr>
          <a:xfrm>
            <a:off x="4343400" y="7048500"/>
            <a:ext cx="11430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14" name="Text 12"/>
          <p:cNvSpPr/>
          <p:nvPr/>
        </p:nvSpPr>
        <p:spPr>
          <a:xfrm>
            <a:off x="5581650" y="6572250"/>
            <a:ext cx="2857500" cy="952500"/>
          </a:xfrm>
          <a:prstGeom prst="roundRect">
            <a:avLst>
              <a:gd name="adj" fmla="val 24000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390650" y="7905750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72600" y="3048000"/>
            <a:ext cx="8001000" cy="5619750"/>
          </a:xfrm>
          <a:prstGeom prst="roundRect">
            <a:avLst>
              <a:gd name="adj" fmla="val 5424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9848850" y="33909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12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100" b="1" spc="148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848850" y="4095750"/>
            <a:ext cx="7048500" cy="1333500"/>
          </a:xfrm>
          <a:prstGeom prst="roundRect">
            <a:avLst>
              <a:gd name="adj" fmla="val 2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6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7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b="1" dirty="0" spc="-2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b="1" dirty="0" spc="-1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70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848850" y="5619750"/>
            <a:ext cx="704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848850" y="6286500"/>
            <a:ext cx="7048500" cy="1333500"/>
          </a:xfrm>
          <a:prstGeom prst="roundRect">
            <a:avLst>
              <a:gd name="adj" fmla="val 2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7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khóa:</a:t>
            </a:r>
            <a:r>
              <a:rPr lang="en-US" sz="2700" b="1" dirty="0" spc="-1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848850" y="7905750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 một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628af353-dae5-49ec-adbd-64d0b670d9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 ĐỊNH</a:t>
            </a: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MÃ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b="1" spc="28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ID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sinh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cục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714625"/>
            <a:ext cx="1619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8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gỡ:</a:t>
            </a:r>
            <a:r>
              <a:rPr lang="en-US" sz="28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UUID.</a:t>
            </a:r>
            <a:endParaRPr lang="en-US" sz="2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619500"/>
          <a:ext cx="13716000" cy="914400"/>
        </p:xfrm>
        <a:graphic>
          <a:graphicData uri="http://schemas.openxmlformats.org/drawingml/2006/table">
            <a:tbl>
              <a:tblPr/>
              <a:tblGrid>
                <a:gridCol w="5596128"/>
                <a:gridCol w="4608576"/>
                <a:gridCol w="6254496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r>
                        <a:rPr lang="en-US" sz="255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sinh</a:t>
                      </a:r>
                      <a:r>
                        <a:rPr lang="en-US" sz="255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ID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DF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Duy</a:t>
                      </a:r>
                      <a:r>
                        <a:rPr lang="en-US" sz="2550" b="1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nhất</a:t>
                      </a:r>
                      <a:r>
                        <a:rPr lang="en-US" sz="2550" b="1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DF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Đánh</a:t>
                      </a:r>
                      <a:r>
                        <a:rPr lang="en-US" sz="2550" b="1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DFB8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</a:t>
                      </a:r>
                      <a:r>
                        <a:rPr lang="en-US" sz="2550" dirty="0" spc="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đếm</a:t>
                      </a:r>
                      <a:r>
                        <a:rPr lang="en-US" sz="255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5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nhớ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tiến</a:t>
                      </a:r>
                      <a:r>
                        <a:rPr lang="en-US" sz="2550" dirty="0" spc="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3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Trùng</a:t>
                      </a:r>
                      <a:r>
                        <a:rPr lang="en-US" sz="2550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giữa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các</a:t>
                      </a: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5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sao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DFB8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Chuỗi</a:t>
                      </a:r>
                      <a:r>
                        <a:rPr lang="en-US" sz="25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tuần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cơ</a:t>
                      </a:r>
                      <a:r>
                        <a:rPr lang="en-US" sz="255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sở</a:t>
                      </a: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Mọi</a:t>
                      </a: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5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sao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 tự,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cần</a:t>
                      </a:r>
                      <a:r>
                        <a:rPr lang="en-US" sz="255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cơ</a:t>
                      </a:r>
                      <a:r>
                        <a:rPr lang="en-US" sz="255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sở</a:t>
                      </a: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5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UUID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Mọi</a:t>
                      </a: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5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sao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cần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phối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hợp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453a39a5-bc45-40c1-813f-e13855ae138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 ĐỊNH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Xử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7200" dirty="0"/>
          </a:p>
        </p:txBody>
      </p:sp>
      <p:sp>
        <p:nvSpPr>
          <p:cNvPr id="4" name="Connector line-1792370258068-761218561"/>
          <p:cNvSpPr/>
          <p:nvPr/>
        </p:nvSpPr>
        <p:spPr>
          <a:xfrm>
            <a:off x="3333750" y="3905250"/>
            <a:ext cx="0" cy="3714750"/>
          </a:xfrm>
          <a:prstGeom prst="line">
            <a:avLst/>
          </a:prstGeom>
          <a:noFill/>
          <a:ln w="28575">
            <a:solidFill>
              <a:srgbClr val="9AA0B5"/>
            </a:solidFill>
            <a:prstDash val="lgDash"/>
            <a:headEnd type="none"/>
            <a:tailEnd type="none"/>
          </a:ln>
        </p:spPr>
      </p:sp>
      <p:sp>
        <p:nvSpPr>
          <p:cNvPr id="5" name="Connector line-1792370258068-659841847"/>
          <p:cNvSpPr/>
          <p:nvPr/>
        </p:nvSpPr>
        <p:spPr>
          <a:xfrm>
            <a:off x="9144000" y="3905250"/>
            <a:ext cx="0" cy="3714750"/>
          </a:xfrm>
          <a:prstGeom prst="line">
            <a:avLst/>
          </a:prstGeom>
          <a:noFill/>
          <a:ln w="28575">
            <a:solidFill>
              <a:srgbClr val="9AA0B5"/>
            </a:solidFill>
            <a:prstDash val="lgDash"/>
            <a:headEnd type="none"/>
            <a:tailEnd type="none"/>
          </a:ln>
        </p:spPr>
      </p:sp>
      <p:sp>
        <p:nvSpPr>
          <p:cNvPr id="6" name="Connector line-1792370258068-70914801"/>
          <p:cNvSpPr/>
          <p:nvPr/>
        </p:nvSpPr>
        <p:spPr>
          <a:xfrm>
            <a:off x="14954250" y="3905250"/>
            <a:ext cx="0" cy="3714750"/>
          </a:xfrm>
          <a:prstGeom prst="line">
            <a:avLst/>
          </a:prstGeom>
          <a:noFill/>
          <a:ln w="28575">
            <a:solidFill>
              <a:srgbClr val="9AA0B5"/>
            </a:solidFill>
            <a:prstDash val="lgDash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524000" y="3048000"/>
            <a:ext cx="3619500" cy="857250"/>
          </a:xfrm>
          <a:prstGeom prst="roundRect">
            <a:avLst>
              <a:gd name="adj" fmla="val 26667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7334250" y="3048000"/>
            <a:ext cx="3619500" cy="857250"/>
          </a:xfrm>
          <a:prstGeom prst="roundRect">
            <a:avLst>
              <a:gd name="adj" fmla="val 26667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144500" y="3048000"/>
            <a:ext cx="3619500" cy="857250"/>
          </a:xfrm>
          <a:prstGeom prst="roundRect">
            <a:avLst>
              <a:gd name="adj" fmla="val 26667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3619500" y="4286250"/>
            <a:ext cx="533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</a:t>
            </a:r>
            <a:endParaRPr lang="en-US" sz="2550" dirty="0"/>
          </a:p>
        </p:txBody>
      </p:sp>
      <p:sp>
        <p:nvSpPr>
          <p:cNvPr id="11" name="Connector line-1792370258079-137102901"/>
          <p:cNvSpPr/>
          <p:nvPr/>
        </p:nvSpPr>
        <p:spPr>
          <a:xfrm>
            <a:off x="3390900" y="4857750"/>
            <a:ext cx="565785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191500" y="5143500"/>
            <a:ext cx="1905000" cy="609600"/>
          </a:xfrm>
          <a:prstGeom prst="roundRect">
            <a:avLst>
              <a:gd name="adj" fmla="val 50000"/>
            </a:avLst>
          </a:prstGeom>
          <a:solidFill>
            <a:srgbClr val="2A2E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 lý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619500" y="5905500"/>
            <a:ext cx="1104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550" dirty="0"/>
          </a:p>
        </p:txBody>
      </p:sp>
      <p:sp>
        <p:nvSpPr>
          <p:cNvPr id="14" name="Connector line-1792370258085-739619861"/>
          <p:cNvSpPr/>
          <p:nvPr/>
        </p:nvSpPr>
        <p:spPr>
          <a:xfrm>
            <a:off x="3390900" y="6477000"/>
            <a:ext cx="114681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4001750" y="6762750"/>
            <a:ext cx="1905000" cy="609600"/>
          </a:xfrm>
          <a:prstGeom prst="roundRect">
            <a:avLst>
              <a:gd name="adj" fmla="val 50000"/>
            </a:avLst>
          </a:prstGeom>
          <a:solidFill>
            <a:srgbClr val="2A2E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 lý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7905750"/>
            <a:ext cx="16459200" cy="952500"/>
          </a:xfrm>
          <a:prstGeom prst="roundRect">
            <a:avLst>
              <a:gd name="adj" fmla="val 28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5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gỡ: làm</a:t>
            </a:r>
            <a:r>
              <a:rPr lang="en-US" sz="2550" b="1" dirty="0" spc="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idempotent.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d20a93bf-da7c-4e4b-97b2-a9030b12ae0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2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gỡ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81375"/>
            <a:ext cx="952500" cy="9525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667000" y="3619500"/>
            <a:ext cx="2857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Phạm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5715000" y="3619500"/>
            <a:ext cx="11334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vỡ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49530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5286375"/>
            <a:ext cx="952500" cy="9525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667000" y="5524500"/>
            <a:ext cx="2857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5715000" y="5524500"/>
            <a:ext cx="11334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Nhân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kho, hàng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400" y="7191375"/>
            <a:ext cx="952500" cy="9525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667000" y="7429500"/>
            <a:ext cx="2857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28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5715000" y="7429500"/>
            <a:ext cx="11334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 cần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400" y="8572500"/>
            <a:ext cx="1619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phiên,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đợi,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khóa:</a:t>
            </a:r>
            <a:r>
              <a:rPr lang="en-US" sz="255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lỗi.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d0ebdb6c-3bcb-4652-9dd5-9ee5409bfe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 bản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2857500" cy="952500"/>
          </a:xfrm>
          <a:prstGeom prst="roundRect">
            <a:avLst>
              <a:gd name="adj" fmla="val 24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550" dirty="0"/>
          </a:p>
        </p:txBody>
      </p:sp>
      <p:sp>
        <p:nvSpPr>
          <p:cNvPr id="5" name="Connector line-1792370288576-340083155"/>
          <p:cNvSpPr/>
          <p:nvPr/>
        </p:nvSpPr>
        <p:spPr>
          <a:xfrm>
            <a:off x="3867150" y="3619500"/>
            <a:ext cx="11811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6" name="Text 4"/>
          <p:cNvSpPr/>
          <p:nvPr/>
        </p:nvSpPr>
        <p:spPr>
          <a:xfrm>
            <a:off x="5143500" y="3143250"/>
            <a:ext cx="49530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2857500" cy="952500"/>
          </a:xfrm>
          <a:prstGeom prst="roundRect">
            <a:avLst>
              <a:gd name="adj" fmla="val 24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550" dirty="0"/>
          </a:p>
        </p:txBody>
      </p:sp>
      <p:sp>
        <p:nvSpPr>
          <p:cNvPr id="8" name="Connector line-1792370288581-298166346"/>
          <p:cNvSpPr/>
          <p:nvPr/>
        </p:nvSpPr>
        <p:spPr>
          <a:xfrm>
            <a:off x="3867150" y="5048250"/>
            <a:ext cx="11811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9" name="Text 7"/>
          <p:cNvSpPr/>
          <p:nvPr/>
        </p:nvSpPr>
        <p:spPr>
          <a:xfrm>
            <a:off x="5143500" y="4572000"/>
            <a:ext cx="49530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19050">
            <a:solidFill>
              <a:srgbClr val="6B6A6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2550" dirty="0"/>
          </a:p>
        </p:txBody>
      </p:sp>
      <p:sp>
        <p:nvSpPr>
          <p:cNvPr id="10" name="Connector line-1792370288584-262201443"/>
          <p:cNvSpPr/>
          <p:nvPr/>
        </p:nvSpPr>
        <p:spPr>
          <a:xfrm>
            <a:off x="10191750" y="5048250"/>
            <a:ext cx="11430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1" name="Text 9"/>
          <p:cNvSpPr/>
          <p:nvPr/>
        </p:nvSpPr>
        <p:spPr>
          <a:xfrm>
            <a:off x="11430000" y="4572000"/>
            <a:ext cx="3429000" cy="952500"/>
          </a:xfrm>
          <a:prstGeom prst="roundRect">
            <a:avLst>
              <a:gd name="adj" fmla="val 24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096000"/>
            <a:ext cx="16459200" cy="2571750"/>
          </a:xfrm>
          <a:prstGeom prst="roundRect">
            <a:avLst>
              <a:gd name="adj" fmla="val 11852"/>
            </a:avLst>
          </a:prstGeom>
          <a:solidFill>
            <a:srgbClr val="F8D9D0"/>
          </a:solidFill>
          <a:ln/>
        </p:spPr>
      </p:sp>
      <p:sp>
        <p:nvSpPr>
          <p:cNvPr id="13" name="Text 11"/>
          <p:cNvSpPr/>
          <p:nvPr/>
        </p:nvSpPr>
        <p:spPr>
          <a:xfrm>
            <a:off x="1390650" y="6381750"/>
            <a:ext cx="1562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1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100" b="1" spc="15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CHỮA</a:t>
            </a:r>
            <a:endParaRPr lang="en-US" sz="2100" dirty="0"/>
          </a:p>
        </p:txBody>
      </p:sp>
      <p:sp>
        <p:nvSpPr>
          <p:cNvPr id="14" name="Text richtext-1792370288589-200501255"/>
          <p:cNvSpPr/>
          <p:nvPr/>
        </p:nvSpPr>
        <p:spPr>
          <a:xfrm>
            <a:off x="1390650" y="6953250"/>
            <a:ext cx="15621000" cy="1524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70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chung,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chữ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ký.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Sticky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chứng;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phiên.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b64d5fa2-62a3-47ac-8225-95ff111ad1d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Gỡ</a:t>
            </a: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</a:t>
            </a:r>
            <a:r>
              <a:rPr lang="en-US" sz="6900" dirty="0" spc="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099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5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2550" dirty="0"/>
          </a:p>
        </p:txBody>
      </p:sp>
      <p:sp>
        <p:nvSpPr>
          <p:cNvPr id="6" name="Text richtext-1792370301990-302240692"/>
          <p:cNvSpPr/>
          <p:nvPr/>
        </p:nvSpPr>
        <p:spPr>
          <a:xfrm>
            <a:off x="1295400" y="3638550"/>
            <a:ext cx="7334250" cy="1809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-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550" dirty="0" spc="-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7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550" dirty="0" spc="-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2550" dirty="0" spc="-2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storage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volume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0099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550" b="1" dirty="0" spc="1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endParaRPr lang="en-US" sz="2550" dirty="0"/>
          </a:p>
        </p:txBody>
      </p:sp>
      <p:sp>
        <p:nvSpPr>
          <p:cNvPr id="9" name="Text richtext-1792370302005-526149668"/>
          <p:cNvSpPr/>
          <p:nvPr/>
        </p:nvSpPr>
        <p:spPr>
          <a:xfrm>
            <a:off x="9753600" y="3638550"/>
            <a:ext cx="7334250" cy="2000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CronJob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Job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lịch,</a:t>
            </a:r>
            <a:r>
              <a:rPr lang="en-US" sz="25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Forbid: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khi</a:t>
            </a: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 chưa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Hiếm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lần: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idempotent.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6048375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296025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550" b="1" dirty="0" spc="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2550" dirty="0"/>
          </a:p>
        </p:txBody>
      </p:sp>
      <p:sp>
        <p:nvSpPr>
          <p:cNvPr id="12" name="Text richtext-1792370302016-502010472"/>
          <p:cNvSpPr/>
          <p:nvPr/>
        </p:nvSpPr>
        <p:spPr>
          <a:xfrm>
            <a:off x="1295400" y="6924675"/>
            <a:ext cx="7334250" cy="1809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SQS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tin</a:t>
            </a:r>
            <a:r>
              <a:rPr lang="en-US" sz="25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 mã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dịch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Ràng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tin.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72600" y="6048375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53600" y="6296025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endParaRPr lang="en-US" sz="2550" dirty="0"/>
          </a:p>
        </p:txBody>
      </p:sp>
      <p:sp>
        <p:nvSpPr>
          <p:cNvPr id="15" name="Text richtext-1792370302027-123544831"/>
          <p:cNvSpPr/>
          <p:nvPr/>
        </p:nvSpPr>
        <p:spPr>
          <a:xfrm>
            <a:off x="9753600" y="6924675"/>
            <a:ext cx="7334250" cy="1809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hai,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5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55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chừng.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3b0e4f06-3407-42ce-bd2d-1de605753f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6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2116455"/>
                <a:gridCol w="7503795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Viết</a:t>
                      </a:r>
                      <a:r>
                        <a:rPr lang="en-US" sz="2100" b="1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tắt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Đầy</a:t>
                      </a:r>
                      <a:r>
                        <a:rPr lang="en-US" sz="210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r>
                        <a:rPr lang="en-US" sz="2100" b="1" dirty="0" spc="-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10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nghĩa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ID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IDentifier: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r>
                        <a:rPr lang="en-US" sz="2100" dirty="0" spc="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danh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UUID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Universally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Unique IDentifier: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r>
                        <a:rPr lang="en-US" sz="2100" dirty="0" spc="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danh duy</a:t>
                      </a:r>
                      <a:r>
                        <a:rPr lang="en-US" sz="21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nhất</a:t>
                      </a:r>
                      <a:r>
                        <a:rPr lang="en-US" sz="21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toàn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cầu</a:t>
                      </a:r>
                      <a:endParaRPr lang="en-US" sz="1200" dirty="0"/>
                    </a:p>
                  </a:txBody>
                  <a:tcPr marL="228600" marR="228600" marT="156210" marB="15621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Application</a:t>
                      </a:r>
                      <a:r>
                        <a:rPr lang="en-US" sz="210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Programming</a:t>
                      </a:r>
                      <a:r>
                        <a:rPr lang="en-US" sz="21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Interface: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diện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lập</a:t>
                      </a:r>
                      <a:r>
                        <a:rPr lang="en-US" sz="210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100" dirty="0" spc="2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ứng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dụng</a:t>
                      </a:r>
                      <a:endParaRPr lang="en-US" sz="1200" dirty="0"/>
                    </a:p>
                  </a:txBody>
                  <a:tcPr marL="228600" marR="228600" marT="156210" marB="15621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TTL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Time</a:t>
                      </a:r>
                      <a:r>
                        <a:rPr lang="en-US" sz="2100" dirty="0" spc="-6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To</a:t>
                      </a:r>
                      <a:r>
                        <a:rPr lang="en-US" sz="21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Live: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thời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gian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sống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SQS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Simple Queue Service: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hàng</a:t>
                      </a:r>
                      <a:r>
                        <a:rPr lang="en-US" sz="2100" dirty="0" spc="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đợi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thông</a:t>
                      </a:r>
                      <a:r>
                        <a:rPr lang="en-US" sz="2100" dirty="0" spc="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điệp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Amazon</a:t>
                      </a:r>
                      <a:endParaRPr lang="en-US" sz="1200" dirty="0"/>
                    </a:p>
                  </a:txBody>
                  <a:tcPr marL="228600" marR="228600" marT="156210" marB="15621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915650" y="2762250"/>
            <a:ext cx="6457950" cy="5715000"/>
          </a:xfrm>
          <a:prstGeom prst="roundRect">
            <a:avLst>
              <a:gd name="adj" fmla="val 4000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96650" y="30480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7" name="Text richtext-1792370319309-814364518"/>
          <p:cNvSpPr/>
          <p:nvPr/>
        </p:nvSpPr>
        <p:spPr>
          <a:xfrm>
            <a:off x="11296650" y="3619500"/>
            <a:ext cx="5810250" cy="4667250"/>
          </a:xfrm>
          <a:prstGeom prst="rect">
            <a:avLst/>
          </a:prstGeom>
          <a:noFill/>
          <a:ln/>
        </p:spPr>
        <p:txBody>
          <a:bodyPr wrap="square" lIns="0" tIns="4501" rIns="0" bIns="-4501" rtlCol="0" anchor="t"/>
          <a:lstStyle/>
          <a:p>
            <a:pPr algn="l" marL="257175" indent="-183736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0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025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0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0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025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025" dirty="0"/>
          </a:p>
          <a:p>
            <a:pPr algn="l" marL="257175" indent="-183736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025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</a:t>
            </a:r>
            <a:r>
              <a:rPr lang="en-US" sz="2025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Twelve-Factor</a:t>
            </a:r>
            <a:r>
              <a:rPr lang="en-US" sz="20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App:</a:t>
            </a:r>
            <a:r>
              <a:rPr lang="en-US" sz="2025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processes,</a:t>
            </a:r>
            <a:r>
              <a:rPr lang="en-US" sz="2025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concurrency</a:t>
            </a:r>
            <a:endParaRPr lang="en-US" sz="2025" dirty="0"/>
          </a:p>
          <a:p>
            <a:pPr algn="l" marL="257175" indent="-183736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025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Kubernetes:</a:t>
            </a:r>
            <a:r>
              <a:rPr lang="en-US" sz="2025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CronJob</a:t>
            </a:r>
            <a:endParaRPr lang="en-US" sz="2025" dirty="0"/>
          </a:p>
          <a:p>
            <a:pPr algn="l" marL="257175" indent="-183736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025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Docker:</a:t>
            </a:r>
            <a:r>
              <a:rPr lang="en-US" sz="2025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0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r>
              <a:rPr lang="en-US" sz="20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0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025" dirty="0"/>
          </a:p>
          <a:p>
            <a:pPr algn="l" marL="257175" indent="-183736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025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2025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SQS:</a:t>
            </a:r>
            <a:r>
              <a:rPr lang="en-US" sz="202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025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025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</a:t>
            </a:r>
            <a:endParaRPr lang="en-US" sz="2025" dirty="0"/>
          </a:p>
          <a:p>
            <a:pPr algn="l" marL="257175" indent="-183736">
              <a:lnSpc>
                <a:spcPts val="2835"/>
              </a:lnSpc>
              <a:buSzPct val="100000"/>
              <a:buFont typeface="Arial"/>
              <a:buChar char="•"/>
            </a:pPr>
            <a:r>
              <a:rPr lang="en-US" sz="2025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Microsoft:</a:t>
            </a:r>
            <a:r>
              <a:rPr lang="en-US" sz="20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025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Idempotent</a:t>
            </a:r>
            <a:r>
              <a:rPr lang="en-US" sz="20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Consumer</a:t>
            </a:r>
            <a:endParaRPr lang="en-US" sz="2025" dirty="0"/>
          </a:p>
        </p:txBody>
      </p:sp>
      <p:sp>
        <p:nvSpPr>
          <p:cNvPr id="8" name="Shape 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b51067f6-ca01-42c0-997c-9adfd8d4ca4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2026-10-19T03:07:56Z</dcterms:created>
  <dcterms:modified xsi:type="dcterms:W3CDTF">2026-10-19T03:07:56Z</dcterms:modified>
</cp:coreProperties>
</file>