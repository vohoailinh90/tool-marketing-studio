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Memcached</a:t>
            </a:r>
            <a:r>
              <a:rPr lang="en-US" sz="81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memcached:</a:t>
            </a:r>
            <a:r>
              <a:rPr lang="en-US" sz="28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8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Redis: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Giống nhau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65532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Khác</a:t>
            </a:r>
            <a:r>
              <a:rPr lang="en-US" sz="39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nhau,</a:t>
            </a:r>
            <a:r>
              <a:rPr lang="en-US" sz="390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192000" y="6191250"/>
            <a:ext cx="51816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Bitmap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3900" dirty="0" spc="-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Redis</a:t>
            </a:r>
            <a:endParaRPr lang="en-US" sz="3900" dirty="0"/>
          </a:p>
        </p:txBody>
      </p:sp>
      <p:sp>
        <p:nvSpPr>
          <p:cNvPr id="8" name="Shape 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" name="Moda image moda-export-watermark-ea1c5349-076a-46b9-904e-e687fb28c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Redis: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memcached</a:t>
            </a:r>
            <a:r>
              <a:rPr lang="en-US" sz="69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phức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3450" dirty="0" spc="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34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</a:t>
            </a:r>
            <a:r>
              <a:rPr lang="en-US" sz="34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khối</a:t>
            </a:r>
            <a:r>
              <a:rPr lang="en-US" sz="3450" dirty="0" spc="-1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byte,</a:t>
            </a:r>
            <a:r>
              <a:rPr lang="en-US" sz="3450" dirty="0" spc="5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r>
              <a:rPr lang="en-US" sz="3450" dirty="0" spc="-3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45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lấy</a:t>
            </a:r>
            <a:r>
              <a:rPr lang="en-US" sz="345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theo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5714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Thao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tác</a:t>
            </a:r>
            <a:r>
              <a:rPr lang="en-US" sz="3450" dirty="0" spc="-1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trên</a:t>
            </a:r>
            <a:r>
              <a:rPr lang="en-US" sz="345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list,</a:t>
            </a:r>
            <a:r>
              <a:rPr lang="en-US" sz="3450" dirty="0" spc="-9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set,</a:t>
            </a:r>
            <a:r>
              <a:rPr lang="en-US" sz="34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4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trúc</a:t>
            </a:r>
            <a:r>
              <a:rPr lang="en-US" sz="345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có</a:t>
            </a:r>
            <a:r>
              <a:rPr lang="en-US" sz="34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thứ tự.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914400" y="79057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4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49267cb7-8e0b-4c6b-8398-c59d0575421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GIỐNG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Cả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Khi</a:t>
            </a: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đầy: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memcached</a:t>
            </a:r>
            <a:r>
              <a:rPr lang="en-US" sz="30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đẩy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cũ,</a:t>
            </a:r>
            <a:r>
              <a:rPr lang="en-US" sz="3000" dirty="0" spc="-2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Redis</a:t>
            </a:r>
            <a:r>
              <a:rPr lang="en-US" sz="30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Text 1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f902acea-cadc-4b7e-b2e5-7198d448d4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NHAU,</a:t>
            </a:r>
            <a:r>
              <a:rPr lang="en-US" sz="1950" b="1" spc="2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khác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biệt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9530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239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600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9530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1239500" y="3476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Hash,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list,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bitmap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914400" y="4572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4572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4933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240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2</a:t>
            </a:r>
            <a:r>
              <a:rPr lang="en-US" sz="24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MiB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9530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(mặc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239500" y="4810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5905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9055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2674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Khởi</a:t>
            </a:r>
            <a:r>
              <a:rPr lang="en-US" sz="240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9530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Mất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239500" y="61436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lại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7239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7239000"/>
            <a:ext cx="114300" cy="11430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23" name="Text 21"/>
          <p:cNvSpPr/>
          <p:nvPr/>
        </p:nvSpPr>
        <p:spPr>
          <a:xfrm>
            <a:off x="1333500" y="7600950"/>
            <a:ext cx="342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Luồng</a:t>
            </a:r>
            <a:r>
              <a:rPr lang="en-US" sz="240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xử</a:t>
            </a:r>
            <a:r>
              <a:rPr lang="en-US" sz="240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49530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1239500" y="7477125"/>
            <a:ext cx="5905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chính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7" name="Shape 2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8" name="Shape 2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9" name="Shape 2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1" name="Shape 2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2" name="Shape 3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3" name="Shape 3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35" name="Text 3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2680986-fda1-44d8-9a50-5cbd568ef3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BITMAP</a:t>
            </a:r>
            <a:r>
              <a:rPr lang="en-US" sz="195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125</a:t>
            </a:r>
            <a:r>
              <a:rPr lang="en-US" sz="18000" dirty="0" spc="-3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nghìn</a:t>
            </a:r>
            <a:r>
              <a:rPr lang="en-US" sz="18000" dirty="0" spc="-4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180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dùng,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nghìn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3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r>
              <a:rPr lang="en-US" sz="2850" dirty="0" spc="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báo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khoảng</a:t>
            </a:r>
            <a:r>
              <a:rPr lang="en-US" sz="285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164</a:t>
            </a:r>
            <a:r>
              <a:rPr lang="en-US" sz="2850" dirty="0" spc="-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nghìn</a:t>
            </a:r>
            <a:r>
              <a:rPr lang="en-US" sz="2850" dirty="0" spc="-7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byte.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a4cc49-21ab-467d-a5c1-3c792140c7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nhỏ: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memcached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 cấu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trúc,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MiB:</a:t>
            </a:r>
            <a:r>
              <a:rPr lang="en-US" sz="28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 chỉ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Text 27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b8ff919d-9020-4ad1-af12-2d7fb9433e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Đếm</a:t>
            </a:r>
            <a:r>
              <a:rPr lang="en-US" sz="69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thích,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5334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ĐẾM</a:t>
            </a:r>
            <a:r>
              <a:rPr lang="en-US" sz="19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1620500" y="276225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95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1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195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914400" y="32385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2385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40957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memcached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334000" y="38100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incr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620500" y="38100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xếp: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5715000"/>
            <a:ext cx="16459200" cy="2190750"/>
          </a:xfrm>
          <a:prstGeom prst="roundRect">
            <a:avLst>
              <a:gd name="adj" fmla="val 8696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715000"/>
            <a:ext cx="114300" cy="21907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6572250"/>
            <a:ext cx="381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Redis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5334000" y="62865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ZINCRBY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620500" y="6286500"/>
            <a:ext cx="5524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sorted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ZREVRANGE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91a76a9-a43e-4a21-9d92-b0be31a2d9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nguồn:</a:t>
            </a:r>
            <a:r>
              <a:rPr lang="en-US" sz="300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3000" dirty="0" spc="-28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300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bốn</a:t>
            </a:r>
            <a:r>
              <a:rPr lang="en-US" sz="30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Bài</a:t>
            </a:r>
            <a:r>
              <a:rPr lang="en-US" sz="30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này:</a:t>
            </a:r>
            <a:r>
              <a:rPr lang="en-US" sz="30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cả</a:t>
            </a: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hai,</a:t>
            </a:r>
            <a:r>
              <a:rPr lang="en-US" sz="30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đo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ví</a:t>
            </a:r>
            <a:r>
              <a:rPr lang="en-US" sz="30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dụ bitmap.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6477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4A4E5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bàn:</a:t>
            </a:r>
            <a:r>
              <a:rPr lang="en-US" sz="3000" dirty="0" spc="-5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tốc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độ,</a:t>
            </a:r>
            <a:r>
              <a:rPr lang="en-US" sz="3000" dirty="0" spc="6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chép</a:t>
            </a:r>
            <a:r>
              <a:rPr lang="en-US" sz="3000" dirty="0" spc="0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dữ liệu,</a:t>
            </a:r>
            <a:r>
              <a:rPr lang="en-US" sz="3000" dirty="0" spc="-9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3000" dirty="0" spc="4" kern="0">
                <a:solidFill>
                  <a:srgbClr val="9AA0B5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cụm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Text 14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fb501d8-bdb6-46c4-964b-7f3e2058430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mebibyte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5532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MB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megabyte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192000" y="1333500"/>
            <a:ext cx="51816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RDB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34290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9144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372600" y="4000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 (README)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(README)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372600" y="5143500"/>
            <a:ext cx="8001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1.6.24</a:t>
            </a:r>
            <a:r>
              <a:rPr lang="en-US" sz="2100" b="1" dirty="0" spc="-6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</a:t>
            </a: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b="1" dirty="0" spc="-2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thức)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344805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6dbb6e8d-93ec-4200-84be-b97664cdb36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2026-10-19T16:37:51Z</dcterms:created>
  <dcterms:modified xsi:type="dcterms:W3CDTF">2026-10-19T16:37:51Z</dcterms:modified>
</cp:coreProperties>
</file>