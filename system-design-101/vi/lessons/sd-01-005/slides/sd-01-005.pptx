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3143250"/>
          </a:xfrm>
          <a:prstGeom prst="rect">
            <a:avLst/>
          </a:prstGeom>
          <a:noFill/>
          <a:ln/>
        </p:spPr>
        <p:txBody>
          <a:bodyPr wrap="square" lIns="0" tIns="60897" rIns="0" bIns="-60897" rtlCol="0" anchor="t"/>
          <a:lstStyle/>
          <a:p>
            <a:pPr algn="l" indent="0" marL="0">
              <a:lnSpc>
                <a:spcPts val="7124"/>
              </a:lnSpc>
              <a:buNone/>
            </a:pPr>
            <a:r>
              <a:rPr lang="en-US" sz="6850" dirty="0" spc="-20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NAT</a:t>
            </a:r>
            <a:r>
              <a:rPr lang="en-US" sz="6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68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Internet</a:t>
            </a:r>
            <a:r>
              <a:rPr lang="en-US" sz="6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8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685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85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85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 một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IPv4 phía</a:t>
            </a:r>
            <a:r>
              <a:rPr lang="en-US" sz="28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ngoài:</a:t>
            </a:r>
            <a:r>
              <a:rPr lang="en-US" sz="28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2850" dirty="0"/>
          </a:p>
        </p:txBody>
      </p:sp>
      <p:sp>
        <p:nvSpPr>
          <p:cNvPr id="5" name="Connector line-1792291999680-407781545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81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NAPT: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809750"/>
            <a:ext cx="6896100" cy="5810250"/>
          </a:xfrm>
          <a:prstGeom prst="roundRect">
            <a:avLst>
              <a:gd name="adj" fmla="val 524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858500" y="21526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859000" y="21526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endParaRPr lang="en-US" sz="1650" dirty="0"/>
          </a:p>
        </p:txBody>
      </p:sp>
      <p:sp>
        <p:nvSpPr>
          <p:cNvPr id="11" name="Connector line-1792291999691-145943333"/>
          <p:cNvSpPr/>
          <p:nvPr/>
        </p:nvSpPr>
        <p:spPr>
          <a:xfrm>
            <a:off x="10858500" y="2590800"/>
            <a:ext cx="6134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858500" y="2857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658600" y="28194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658600" y="31813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:50000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049500" y="28194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203.0.113.10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049500" y="318135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:62001</a:t>
            </a:r>
            <a:endParaRPr lang="en-US" sz="2250" dirty="0"/>
          </a:p>
        </p:txBody>
      </p:sp>
      <p:sp>
        <p:nvSpPr>
          <p:cNvPr id="17" name="Connector line-1792291999702-944088903"/>
          <p:cNvSpPr/>
          <p:nvPr/>
        </p:nvSpPr>
        <p:spPr>
          <a:xfrm>
            <a:off x="13106400" y="3171825"/>
            <a:ext cx="16192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91999702-259710985"/>
          <p:cNvSpPr/>
          <p:nvPr/>
        </p:nvSpPr>
        <p:spPr>
          <a:xfrm>
            <a:off x="10858500" y="3905250"/>
            <a:ext cx="6134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858500" y="4191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1658600" y="41529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10.0.0.3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658600" y="45148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:50000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049500" y="41529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203.0.113.10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049500" y="451485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:62002</a:t>
            </a:r>
            <a:endParaRPr lang="en-US" sz="2250" dirty="0"/>
          </a:p>
        </p:txBody>
      </p:sp>
      <p:sp>
        <p:nvSpPr>
          <p:cNvPr id="24" name="Connector line-1792291999711-490273684"/>
          <p:cNvSpPr/>
          <p:nvPr/>
        </p:nvSpPr>
        <p:spPr>
          <a:xfrm>
            <a:off x="13106400" y="4505325"/>
            <a:ext cx="16192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291999711-209675482"/>
          <p:cNvSpPr/>
          <p:nvPr/>
        </p:nvSpPr>
        <p:spPr>
          <a:xfrm>
            <a:off x="10858500" y="5238750"/>
            <a:ext cx="6134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0858500" y="5524500"/>
            <a:ext cx="61341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225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 phía</a:t>
            </a:r>
            <a:r>
              <a:rPr lang="en-US" sz="225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ngoài,</a:t>
            </a:r>
            <a:r>
              <a:rPr lang="en-US" sz="22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2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858500" y="6572250"/>
            <a:ext cx="61341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IP phía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632da92-50b6-4dfa-a69d-6cef38b3e8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6096000" cy="8191500"/>
          </a:xfrm>
          <a:prstGeom prst="rect">
            <a:avLst/>
          </a:prstGeom>
          <a:noFill/>
          <a:ln/>
        </p:spPr>
        <p:txBody>
          <a:bodyPr wrap="square" lIns="0" tIns="579120" rIns="0" bIns="-579120" rtlCol="0" anchor="ctr"/>
          <a:lstStyle/>
          <a:p>
            <a:pPr algn="l" indent="0" marL="0">
              <a:lnSpc>
                <a:spcPts val="57000"/>
              </a:lnSpc>
              <a:buNone/>
            </a:pPr>
            <a:r>
              <a:rPr lang="en-US" sz="57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7000" dirty="0"/>
          </a:p>
        </p:txBody>
      </p:sp>
      <p:sp>
        <p:nvSpPr>
          <p:cNvPr id="3" name="Text 1"/>
          <p:cNvSpPr/>
          <p:nvPr/>
        </p:nvSpPr>
        <p:spPr>
          <a:xfrm>
            <a:off x="6667500" y="1428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1905000"/>
            <a:ext cx="10706100" cy="3143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IPv4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6667500" y="5334000"/>
            <a:ext cx="10706100" cy="952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3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r>
              <a:rPr lang="en-US" sz="30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3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67500" y="666750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NAPT: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b="1" dirty="0" spc="-5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2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b="1" dirty="0" spc="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2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667500" y="78105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7658100" y="78105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8686800" y="7810500"/>
            <a:ext cx="762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250" dirty="0" spc="-10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250" dirty="0" spc="-12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-2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250" dirty="0" spc="3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250" dirty="0"/>
          </a:p>
        </p:txBody>
      </p:sp>
      <p:sp>
        <p:nvSpPr>
          <p:cNvPr id="10" name="Connector line-1792292027160-69461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d66c6ef-a102-4f30-ab5c-f4c0b48895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391900" y="2590800"/>
            <a:ext cx="590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048000"/>
            <a:ext cx="51435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476750"/>
            <a:ext cx="51435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2496" dirty="0"/>
          </a:p>
        </p:txBody>
      </p:sp>
      <p:sp>
        <p:nvSpPr>
          <p:cNvPr id="9" name="Text 7"/>
          <p:cNvSpPr/>
          <p:nvPr/>
        </p:nvSpPr>
        <p:spPr>
          <a:xfrm>
            <a:off x="1143000" y="48387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2496" dirty="0"/>
          </a:p>
        </p:txBody>
      </p:sp>
      <p:sp>
        <p:nvSpPr>
          <p:cNvPr id="10" name="Text 8"/>
          <p:cNvSpPr/>
          <p:nvPr/>
        </p:nvSpPr>
        <p:spPr>
          <a:xfrm>
            <a:off x="1905000" y="3048000"/>
            <a:ext cx="409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10.0.0.2:50000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05000" y="4476750"/>
            <a:ext cx="409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10.0.0.3:50000</a:t>
            </a:r>
            <a:endParaRPr lang="en-US" sz="2700" dirty="0"/>
          </a:p>
        </p:txBody>
      </p:sp>
      <p:sp>
        <p:nvSpPr>
          <p:cNvPr id="12" name="Connector line-1792292098582-599405634"/>
          <p:cNvSpPr/>
          <p:nvPr/>
        </p:nvSpPr>
        <p:spPr>
          <a:xfrm>
            <a:off x="6134100" y="3667125"/>
            <a:ext cx="895350" cy="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292098582-862776526"/>
          <p:cNvSpPr/>
          <p:nvPr/>
        </p:nvSpPr>
        <p:spPr>
          <a:xfrm>
            <a:off x="6134100" y="5095875"/>
            <a:ext cx="895350" cy="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43750" y="3048000"/>
            <a:ext cx="3143250" cy="2667000"/>
          </a:xfrm>
          <a:prstGeom prst="roundRect">
            <a:avLst>
              <a:gd name="adj" fmla="val 12857"/>
            </a:avLst>
          </a:prstGeom>
          <a:solidFill>
            <a:srgbClr val="14161C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3750" y="33528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Router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143750" y="3905250"/>
            <a:ext cx="3143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11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NAPT</a:t>
            </a:r>
            <a:endParaRPr lang="en-US" sz="5611" dirty="0"/>
          </a:p>
        </p:txBody>
      </p:sp>
      <p:sp>
        <p:nvSpPr>
          <p:cNvPr id="17" name="Text 15"/>
          <p:cNvSpPr/>
          <p:nvPr/>
        </p:nvSpPr>
        <p:spPr>
          <a:xfrm>
            <a:off x="7334250" y="4857750"/>
            <a:ext cx="276225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1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</a:t>
            </a:r>
            <a:r>
              <a:rPr lang="en-US" sz="19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r>
              <a:rPr lang="en-US" sz="1950" dirty="0" spc="-1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 nguồn</a:t>
            </a:r>
            <a:endParaRPr lang="en-US" sz="1950" dirty="0"/>
          </a:p>
        </p:txBody>
      </p:sp>
      <p:sp>
        <p:nvSpPr>
          <p:cNvPr id="18" name="Connector line-1792292098590-642645949"/>
          <p:cNvSpPr/>
          <p:nvPr/>
        </p:nvSpPr>
        <p:spPr>
          <a:xfrm>
            <a:off x="10382250" y="3667125"/>
            <a:ext cx="895350" cy="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92098591-71372848"/>
          <p:cNvSpPr/>
          <p:nvPr/>
        </p:nvSpPr>
        <p:spPr>
          <a:xfrm>
            <a:off x="10382250" y="5095875"/>
            <a:ext cx="895350" cy="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391900" y="3048000"/>
            <a:ext cx="59817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91900" y="4476750"/>
            <a:ext cx="59817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171575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203.0.113.10:62001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1715750" y="447675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203.0.113.10:62002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4400" y="59245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cổng, khác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391900" y="59245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67627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428750" y="67627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198.51.100.20,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443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914400" y="80772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800" dirty="0"/>
          </a:p>
        </p:txBody>
      </p:sp>
      <p:sp>
        <p:nvSpPr>
          <p:cNvPr id="29" name="Connector line-1792292098606-5032286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847f11b5-cd2b-478e-a717-a9cbd2731e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Router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ánh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905000" y="27813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286500" y="27813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110490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819650"/>
            <a:ext cx="110490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6480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2050" y="52673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05000" y="320040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10.0.0.2:50000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05000" y="48196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10.0.0.3:50000</a:t>
            </a:r>
            <a:endParaRPr lang="en-US" sz="2700" dirty="0"/>
          </a:p>
        </p:txBody>
      </p:sp>
      <p:sp>
        <p:nvSpPr>
          <p:cNvPr id="12" name="Connector line-1792292119319-824181126"/>
          <p:cNvSpPr/>
          <p:nvPr/>
        </p:nvSpPr>
        <p:spPr>
          <a:xfrm>
            <a:off x="5429250" y="391477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292119319-957246515"/>
          <p:cNvSpPr/>
          <p:nvPr/>
        </p:nvSpPr>
        <p:spPr>
          <a:xfrm>
            <a:off x="5429250" y="55340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81750" y="320040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203.0.113.10:62001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381750" y="48196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203.0.113.10:62002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6667500"/>
            <a:ext cx="110490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7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2344400" y="3200400"/>
            <a:ext cx="5029200" cy="4381500"/>
          </a:xfrm>
          <a:prstGeom prst="roundRect">
            <a:avLst>
              <a:gd name="adj" fmla="val 6087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2687300" y="35052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650" dirty="0"/>
          </a:p>
        </p:txBody>
      </p:sp>
      <p:sp>
        <p:nvSpPr>
          <p:cNvPr id="19" name="Text richtext-1792292119326-829666348"/>
          <p:cNvSpPr/>
          <p:nvPr/>
        </p:nvSpPr>
        <p:spPr>
          <a:xfrm>
            <a:off x="12687300" y="3962400"/>
            <a:ext cx="4419600" cy="3524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hạn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ánh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250" dirty="0"/>
          </a:p>
        </p:txBody>
      </p:sp>
      <p:sp>
        <p:nvSpPr>
          <p:cNvPr id="20" name="Connector line-1792292119346-1700709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01e7813-f135-494c-9d58-ceb93a0228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ánh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xạ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endParaRPr lang="en-US" sz="6900" dirty="0"/>
          </a:p>
        </p:txBody>
      </p:sp>
      <p:sp>
        <p:nvSpPr>
          <p:cNvPr id="4" name="Connector line-1792292139613-854853736"/>
          <p:cNvSpPr/>
          <p:nvPr/>
        </p:nvSpPr>
        <p:spPr>
          <a:xfrm>
            <a:off x="2857500" y="3200400"/>
            <a:ext cx="0" cy="5705475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5" name="Connector line-1792292139613-848485727"/>
          <p:cNvSpPr/>
          <p:nvPr/>
        </p:nvSpPr>
        <p:spPr>
          <a:xfrm>
            <a:off x="9144000" y="3200400"/>
            <a:ext cx="0" cy="5705475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6" name="Connector line-1792292139613-897552955"/>
          <p:cNvSpPr/>
          <p:nvPr/>
        </p:nvSpPr>
        <p:spPr>
          <a:xfrm>
            <a:off x="15430500" y="3200400"/>
            <a:ext cx="0" cy="5705475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2590800"/>
            <a:ext cx="323850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10500" y="2590800"/>
            <a:ext cx="266700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478000" y="2590800"/>
            <a:ext cx="190500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43250" y="3543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hồi:</a:t>
            </a:r>
            <a:r>
              <a:rPr lang="en-US" sz="210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203.0.113.10:62002</a:t>
            </a:r>
            <a:endParaRPr lang="en-US" sz="2100" dirty="0"/>
          </a:p>
        </p:txBody>
      </p:sp>
      <p:sp>
        <p:nvSpPr>
          <p:cNvPr id="11" name="Connector line-1792292139623-670547823"/>
          <p:cNvSpPr/>
          <p:nvPr/>
        </p:nvSpPr>
        <p:spPr>
          <a:xfrm>
            <a:off x="2971800" y="4095750"/>
            <a:ext cx="603885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34000" y="476250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 ánh xạ: :62002 → 10.0.0.3:50000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334000" y="56197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ánh</a:t>
            </a:r>
            <a:r>
              <a:rPr lang="en-US" sz="1950" dirty="0" spc="-2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xạ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còn</a:t>
            </a:r>
            <a:r>
              <a:rPr lang="en-US" sz="19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950" dirty="0" spc="1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29750" y="6286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1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5" name="Connector line-1792292139635-155147762"/>
          <p:cNvSpPr/>
          <p:nvPr/>
        </p:nvSpPr>
        <p:spPr>
          <a:xfrm>
            <a:off x="9258300" y="6838950"/>
            <a:ext cx="603885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335000" y="742950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191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ánh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:62001.</a:t>
            </a:r>
            <a:endParaRPr lang="en-US" sz="2100" dirty="0"/>
          </a:p>
        </p:txBody>
      </p:sp>
      <p:sp>
        <p:nvSpPr>
          <p:cNvPr id="18" name="Connector line-1792292139639-2172841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7398566-ee4c-4d0b-a9b6-eabb76b020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kiệm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IPv4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9906000" cy="41910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0" y="2705100"/>
            <a:ext cx="6172200" cy="419100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33500" y="38290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38290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2781300" y="38290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3505200" y="38290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Connector line-1792292164040-135029730"/>
          <p:cNvSpPr/>
          <p:nvPr/>
        </p:nvSpPr>
        <p:spPr>
          <a:xfrm>
            <a:off x="4305300" y="4114800"/>
            <a:ext cx="226695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19900" y="3543300"/>
            <a:ext cx="3429000" cy="1143000"/>
          </a:xfrm>
          <a:prstGeom prst="roundRect">
            <a:avLst>
              <a:gd name="adj" fmla="val 3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6819900" y="35433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050" dirty="0" spc="-3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IPv4</a:t>
            </a:r>
            <a:endParaRPr lang="en-US" sz="4050" dirty="0"/>
          </a:p>
        </p:txBody>
      </p:sp>
      <p:sp>
        <p:nvSpPr>
          <p:cNvPr id="14" name="Text richtext-1792292164043-871495559"/>
          <p:cNvSpPr/>
          <p:nvPr/>
        </p:nvSpPr>
        <p:spPr>
          <a:xfrm>
            <a:off x="1295400" y="5334000"/>
            <a:ext cx="8953500" cy="2857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sẻ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0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582400" y="30099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650" dirty="0"/>
          </a:p>
        </p:txBody>
      </p:sp>
      <p:sp>
        <p:nvSpPr>
          <p:cNvPr id="16" name="Text richtext-1792292164062-178079438"/>
          <p:cNvSpPr/>
          <p:nvPr/>
        </p:nvSpPr>
        <p:spPr>
          <a:xfrm>
            <a:off x="11582400" y="3619500"/>
            <a:ext cx="5429250" cy="4572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-9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0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Loại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3000" dirty="0"/>
          </a:p>
        </p:txBody>
      </p:sp>
      <p:sp>
        <p:nvSpPr>
          <p:cNvPr id="17" name="Connector line-1792292164068-76549965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064b96d-9e3a-4310-be92-a939fd8a53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800" b="1" spc="2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Basic</a:t>
            </a:r>
            <a:r>
              <a:rPr lang="en-US" sz="6900" dirty="0" spc="-1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NAPT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813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72500" y="27813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CỔNG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TCP/UDP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385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3340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38500"/>
            <a:ext cx="3619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Basic</a:t>
            </a:r>
            <a:r>
              <a:rPr lang="en-US" sz="4200" dirty="0" spc="-89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5334000"/>
            <a:ext cx="3619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NAPT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762500" y="32385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/>
        </p:spPr>
      </p:sp>
      <p:sp>
        <p:nvSpPr>
          <p:cNvPr id="11" name="Shape 9"/>
          <p:cNvSpPr/>
          <p:nvPr/>
        </p:nvSpPr>
        <p:spPr>
          <a:xfrm>
            <a:off x="8572500" y="32385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0" y="53340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72500" y="53340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15050" y="3733800"/>
            <a:ext cx="914400" cy="914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2700" y="4038600"/>
            <a:ext cx="438150" cy="323850"/>
          </a:xfrm>
          <a:custGeom>
            <a:avLst/>
            <a:gdLst/>
            <a:ahLst/>
            <a:cxnLst/>
            <a:rect l="l" t="t" r="r" b="b"/>
            <a:pathLst>
              <a:path w="438150" h="323850">
                <a:moveTo>
                  <a:pt x="0" y="171450"/>
                </a:moveTo>
                <a:lnTo>
                  <a:pt x="152400" y="323850"/>
                </a:lnTo>
                <a:lnTo>
                  <a:pt x="438150" y="0"/>
                </a:lnTo>
              </a:path>
            </a:pathLst>
          </a:custGeom>
          <a:ln w="952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5050" y="3733800"/>
            <a:ext cx="914400" cy="914400"/>
          </a:xfrm>
          <a:prstGeom prst="ellipse">
            <a:avLst/>
          </a:prstGeom>
          <a:solidFill>
            <a:srgbClr val="6B6A6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29850" y="403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952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5050" y="5829300"/>
            <a:ext cx="914400" cy="914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2700" y="6134100"/>
            <a:ext cx="438150" cy="323850"/>
          </a:xfrm>
          <a:custGeom>
            <a:avLst/>
            <a:gdLst/>
            <a:ahLst/>
            <a:cxnLst/>
            <a:rect l="l" t="t" r="r" b="b"/>
            <a:pathLst>
              <a:path w="438150" h="323850">
                <a:moveTo>
                  <a:pt x="0" y="171450"/>
                </a:moveTo>
                <a:lnTo>
                  <a:pt x="152400" y="323850"/>
                </a:lnTo>
                <a:lnTo>
                  <a:pt x="438150" y="0"/>
                </a:lnTo>
              </a:path>
            </a:pathLst>
          </a:custGeom>
          <a:ln w="952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5050" y="5829300"/>
            <a:ext cx="914400" cy="914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72700" y="6134100"/>
            <a:ext cx="438150" cy="323850"/>
          </a:xfrm>
          <a:custGeom>
            <a:avLst/>
            <a:gdLst/>
            <a:ahLst/>
            <a:cxnLst/>
            <a:rect l="l" t="t" r="r" b="b"/>
            <a:pathLst>
              <a:path w="438150" h="323850">
                <a:moveTo>
                  <a:pt x="0" y="171450"/>
                </a:moveTo>
                <a:lnTo>
                  <a:pt x="152400" y="323850"/>
                </a:lnTo>
                <a:lnTo>
                  <a:pt x="438150" y="0"/>
                </a:lnTo>
              </a:path>
            </a:pathLst>
          </a:custGeom>
          <a:ln w="952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68250" y="3238500"/>
            <a:ext cx="4705350" cy="4000500"/>
          </a:xfrm>
          <a:prstGeom prst="roundRect">
            <a:avLst>
              <a:gd name="adj" fmla="val 6667"/>
            </a:avLst>
          </a:prstGeom>
          <a:solidFill>
            <a:srgbClr val="E8E0CF"/>
          </a:solidFill>
          <a:ln/>
        </p:spPr>
      </p:sp>
      <p:sp>
        <p:nvSpPr>
          <p:cNvPr id="23" name="Text 21"/>
          <p:cNvSpPr/>
          <p:nvPr/>
        </p:nvSpPr>
        <p:spPr>
          <a:xfrm>
            <a:off x="13011150" y="3543300"/>
            <a:ext cx="409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011150" y="4000500"/>
            <a:ext cx="4095750" cy="3143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mọi</a:t>
            </a:r>
            <a:r>
              <a:rPr lang="en-US" sz="3000" b="1" dirty="0" spc="-7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14400" y="7715250"/>
            <a:ext cx="164592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428750" y="7715250"/>
            <a:ext cx="1543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r>
              <a:rPr lang="en-US" sz="2700" b="1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chỉ;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NAPT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TCP/UDP.</a:t>
            </a:r>
            <a:endParaRPr lang="en-US" sz="2700" dirty="0"/>
          </a:p>
        </p:txBody>
      </p:sp>
      <p:sp>
        <p:nvSpPr>
          <p:cNvPr id="27" name="Connector line-1792292186982-3111022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0c9b1947-c4b1-41da-8d2a-9608f80f6a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-2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thay thế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75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tường</a:t>
            </a:r>
            <a:r>
              <a:rPr lang="en-US" sz="75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50"/>
              </a:lnSpc>
              <a:buNone/>
            </a:pP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75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286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4286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629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65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17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4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4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34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34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4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4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753600" y="4629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MỚI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65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53600" y="5143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r>
              <a:rPr lang="en-US" sz="34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34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8820150" y="525780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8820150" y="525780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≠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2771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428750" y="72771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700" dirty="0"/>
          </a:p>
        </p:txBody>
      </p:sp>
      <p:sp>
        <p:nvSpPr>
          <p:cNvPr id="14" name="Connector line-1792292301130-91924450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f370349-5d71-49f6-b4d0-e346f141bf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0002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60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r>
              <a:rPr lang="en-US" sz="60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0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203.0.113.10:62002</a:t>
            </a:r>
            <a:r>
              <a:rPr lang="en-US" sz="60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0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0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480"/>
              </a:lnSpc>
              <a:buNone/>
            </a:pPr>
            <a:r>
              <a:rPr lang="en-US" sz="60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6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6667500" y="41910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12420600" y="41910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" y="45339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5339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048500" y="45339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45339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2801600" y="45339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0" y="45339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95400" y="5486400"/>
            <a:ext cx="41910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203.0.113.10:62002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7048500" y="5486400"/>
            <a:ext cx="41910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xạ: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62002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801600" y="5486400"/>
            <a:ext cx="41910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10.0.0.3:50000</a:t>
            </a:r>
            <a:endParaRPr lang="en-US" sz="2850" dirty="0"/>
          </a:p>
        </p:txBody>
      </p:sp>
      <p:sp>
        <p:nvSpPr>
          <p:cNvPr id="16" name="Connector line-1792292326324-86016096"/>
          <p:cNvSpPr/>
          <p:nvPr/>
        </p:nvSpPr>
        <p:spPr>
          <a:xfrm>
            <a:off x="5962650" y="5524500"/>
            <a:ext cx="6096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92326324-326023833"/>
          <p:cNvSpPr/>
          <p:nvPr/>
        </p:nvSpPr>
        <p:spPr>
          <a:xfrm>
            <a:off x="11715750" y="5524500"/>
            <a:ext cx="6096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32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0" y="7677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28750" y="8096250"/>
            <a:ext cx="154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B: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330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33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3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10.0.0.3:50000.</a:t>
            </a:r>
            <a:endParaRPr lang="en-US" sz="3300" dirty="0"/>
          </a:p>
        </p:txBody>
      </p:sp>
      <p:sp>
        <p:nvSpPr>
          <p:cNvPr id="21" name="Connector line-1792292326330-67596468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b2e0738-44c5-4a7a-884a-96fd451fe0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5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2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2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25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2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14400" y="24193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9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857500" y="24003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0" y="272415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mạng: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250" dirty="0"/>
          </a:p>
        </p:txBody>
      </p:sp>
      <p:sp>
        <p:nvSpPr>
          <p:cNvPr id="7" name="Connector line-1792292368035-373414953"/>
          <p:cNvSpPr/>
          <p:nvPr/>
        </p:nvSpPr>
        <p:spPr>
          <a:xfrm>
            <a:off x="914400" y="318135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3238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NAPT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857500" y="321945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Port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7500" y="35433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250" dirty="0"/>
          </a:p>
        </p:txBody>
      </p:sp>
      <p:sp>
        <p:nvSpPr>
          <p:cNvPr id="11" name="Connector line-1792292368041-863593090"/>
          <p:cNvSpPr/>
          <p:nvPr/>
        </p:nvSpPr>
        <p:spPr>
          <a:xfrm>
            <a:off x="914400" y="400050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40576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857500" y="40386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7500" y="436245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Internet: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250" dirty="0"/>
          </a:p>
        </p:txBody>
      </p:sp>
      <p:sp>
        <p:nvSpPr>
          <p:cNvPr id="15" name="Connector line-1792292368047-722691773"/>
          <p:cNvSpPr/>
          <p:nvPr/>
        </p:nvSpPr>
        <p:spPr>
          <a:xfrm>
            <a:off x="914400" y="481965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48768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2857500" y="485775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57500" y="51816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IP:</a:t>
            </a:r>
            <a:r>
              <a:rPr lang="en-US" sz="22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19" name="Connector line-1792292368054-958899053"/>
          <p:cNvSpPr/>
          <p:nvPr/>
        </p:nvSpPr>
        <p:spPr>
          <a:xfrm>
            <a:off x="914400" y="563880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14400" y="56959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857500" y="56769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57500" y="600075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truyền:</a:t>
            </a:r>
            <a:r>
              <a:rPr lang="en-US" sz="22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250" dirty="0"/>
          </a:p>
        </p:txBody>
      </p:sp>
      <p:sp>
        <p:nvSpPr>
          <p:cNvPr id="23" name="Connector line-1792292368060-329458209"/>
          <p:cNvSpPr/>
          <p:nvPr/>
        </p:nvSpPr>
        <p:spPr>
          <a:xfrm>
            <a:off x="914400" y="645795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14400" y="65151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2857500" y="649605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857500" y="68199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250" dirty="0"/>
          </a:p>
        </p:txBody>
      </p:sp>
      <p:sp>
        <p:nvSpPr>
          <p:cNvPr id="27" name="Connector line-1792292368066-903783947"/>
          <p:cNvSpPr/>
          <p:nvPr/>
        </p:nvSpPr>
        <p:spPr>
          <a:xfrm>
            <a:off x="914400" y="7277100"/>
            <a:ext cx="10325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14400" y="7334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2857500" y="73152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 Locator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857500" y="763905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1811000" y="2381250"/>
            <a:ext cx="5562600" cy="5734050"/>
          </a:xfrm>
          <a:prstGeom prst="roundRect">
            <a:avLst>
              <a:gd name="adj" fmla="val 4795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2153900" y="26860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153900" y="3200400"/>
            <a:ext cx="487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153900" y="3543300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153900" y="4152900"/>
            <a:ext cx="487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3022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§2–2.2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2153900" y="4495800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r>
              <a:rPr lang="en-US" sz="1950" dirty="0" spc="-4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NAPT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153900" y="5105400"/>
            <a:ext cx="487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1918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153900" y="5448300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153900" y="6057900"/>
            <a:ext cx="487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5737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2153900" y="6400800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153900" y="7010400"/>
            <a:ext cx="487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4864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§2.2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2153900" y="7353300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14400" y="8477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IP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 cho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 không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44" name="Connector line-1792292368092-70040543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928eb04b-0313-4435-a2fd-db36975bef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2026-10-18T05:54:21Z</dcterms:created>
  <dcterms:modified xsi:type="dcterms:W3CDTF">2026-10-18T05:54:21Z</dcterms:modified>
</cp:coreProperties>
</file>