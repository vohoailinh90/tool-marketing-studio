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 SemiBold"/>
      <p:regular r:id="rId16"/>
    </p:embeddedFont>
    <p:embeddedFont>
      <p:font typeface="Bricolage Grotesque ExtraBold"/>
      <p:regular r:id="rId17"/>
    </p:embeddedFont>
    <p:embeddedFont>
      <p:font typeface="Be Vietnam Pro"/>
      <p:regular r:id="rId18"/>
      <p:bold r:id="rId19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52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7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SYSTEM</a:t>
            </a:r>
            <a:r>
              <a:rPr lang="en-US" sz="1950" spc="298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DESIGN</a:t>
            </a:r>
            <a:r>
              <a:rPr lang="en-US" sz="1950" spc="29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101</a:t>
            </a:r>
            <a:r>
              <a:rPr lang="en-US" sz="1950" spc="29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950" spc="296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BÀI</a:t>
            </a:r>
            <a:r>
              <a:rPr lang="en-US" sz="1950" spc="29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02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9525000" cy="5524500"/>
          </a:xfrm>
          <a:prstGeom prst="rect">
            <a:avLst/>
          </a:prstGeom>
          <a:noFill/>
          <a:ln/>
        </p:spPr>
        <p:txBody>
          <a:bodyPr wrap="square" lIns="0" tIns="64294" rIns="0" bIns="-64294" rtlCol="0" anchor="t"/>
          <a:lstStyle/>
          <a:p>
            <a:pPr algn="l" indent="0" marL="0">
              <a:lnSpc>
                <a:spcPts val="7875"/>
              </a:lnSpc>
              <a:buNone/>
            </a:pP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CDN</a:t>
            </a:r>
            <a:r>
              <a:rPr lang="en-US" sz="75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phổ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biến</a:t>
            </a:r>
            <a:r>
              <a:rPr lang="en-US" sz="75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vì</a:t>
            </a:r>
            <a:r>
              <a:rPr lang="en-US" sz="7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đâu,</a:t>
            </a:r>
            <a:r>
              <a:rPr lang="en-US" sz="7500" dirty="0" spc="-8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7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biên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r>
              <a:rPr lang="en-US" sz="75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những</a:t>
            </a:r>
            <a:r>
              <a:rPr lang="en-US" sz="75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752475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CDN,</a:t>
            </a:r>
            <a:r>
              <a:rPr lang="en-US" sz="30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30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private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nhẹ</a:t>
            </a:r>
            <a:r>
              <a:rPr lang="en-US" sz="30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8953500"/>
            <a:ext cx="1333500" cy="762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6" name="Shape 4"/>
          <p:cNvSpPr/>
          <p:nvPr/>
        </p:nvSpPr>
        <p:spPr>
          <a:xfrm>
            <a:off x="10763250" y="914400"/>
            <a:ext cx="661035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10763250" y="914400"/>
            <a:ext cx="95250" cy="2381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8" name="Text 6"/>
          <p:cNvSpPr/>
          <p:nvPr/>
        </p:nvSpPr>
        <p:spPr>
          <a:xfrm>
            <a:off x="11163300" y="12382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Cache-Control:</a:t>
            </a:r>
            <a:r>
              <a:rPr lang="en-US" sz="3300" dirty="0" spc="-2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private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1163300" y="20383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0763250" y="3676650"/>
            <a:ext cx="661035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10763250" y="3676650"/>
            <a:ext cx="95250" cy="23812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12" name="Text 10"/>
          <p:cNvSpPr/>
          <p:nvPr/>
        </p:nvSpPr>
        <p:spPr>
          <a:xfrm>
            <a:off x="11163300" y="400050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no-store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11163300" y="4800600"/>
            <a:ext cx="5905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4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0763250" y="6438900"/>
            <a:ext cx="6610350" cy="2381250"/>
          </a:xfrm>
          <a:prstGeom prst="roundRect">
            <a:avLst>
              <a:gd name="adj" fmla="val 9600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763250" y="6438900"/>
            <a:ext cx="95250" cy="2381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6" name="Text 14"/>
          <p:cNvSpPr/>
          <p:nvPr/>
        </p:nvSpPr>
        <p:spPr>
          <a:xfrm>
            <a:off x="11163300" y="6762750"/>
            <a:ext cx="5905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s-maxage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11163300" y="7562850"/>
            <a:ext cx="59055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24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4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4eca9d85-13ae-4155-9c4e-dfb7575f516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4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TÌNH</a:t>
            </a:r>
            <a:r>
              <a:rPr lang="en-US" sz="1950" spc="226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HUỐNG</a:t>
            </a:r>
            <a:r>
              <a:rPr lang="en-US" sz="1950" spc="173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6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MỤC</a:t>
            </a:r>
            <a:r>
              <a:rPr lang="en-US" sz="1950" spc="224" kern="0" dirty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809750"/>
            <a:ext cx="16459200" cy="4572000"/>
          </a:xfrm>
          <a:prstGeom prst="rect">
            <a:avLst/>
          </a:prstGeom>
          <a:noFill/>
          <a:ln/>
        </p:spPr>
        <p:txBody>
          <a:bodyPr wrap="square" lIns="0" tIns="75438" rIns="0" bIns="-75438" rtlCol="0" anchor="t"/>
          <a:lstStyle/>
          <a:p>
            <a:pPr algn="l" indent="0" marL="0">
              <a:lnSpc>
                <a:spcPts val="10692"/>
              </a:lnSpc>
              <a:buNone/>
            </a:pPr>
            <a:r>
              <a:rPr lang="en-US" sz="9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</a:t>
            </a:r>
            <a:r>
              <a:rPr lang="en-US" sz="9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99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</a:t>
            </a:r>
            <a:r>
              <a:rPr lang="en-US" sz="9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 nhanh hẳn,</a:t>
            </a:r>
            <a:r>
              <a:rPr lang="en-US" sz="99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</a:t>
            </a:r>
            <a:r>
              <a:rPr lang="en-US" sz="9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99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9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không.</a:t>
            </a:r>
            <a:endParaRPr lang="en-US" sz="9900" dirty="0"/>
          </a:p>
        </p:txBody>
      </p:sp>
      <p:sp>
        <p:nvSpPr>
          <p:cNvPr id="4" name="Shape 2"/>
          <p:cNvSpPr/>
          <p:nvPr/>
        </p:nvSpPr>
        <p:spPr>
          <a:xfrm>
            <a:off x="914400" y="7048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7391400"/>
            <a:ext cx="72390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Lời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dặn của</a:t>
            </a:r>
            <a:r>
              <a:rPr lang="en-US" sz="25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8915400" y="7391400"/>
            <a:ext cx="8077200" cy="742950"/>
          </a:xfrm>
          <a:prstGeom prst="roundRect">
            <a:avLst>
              <a:gd name="adj" fmla="val 50000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Cấu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CDN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8" name="Shape 6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9" name="Shape 7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0" name="Shape 8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1" name="Shape 9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2" name="Shape 10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3" name="Shape 11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4" name="Shape 12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5" name="Shape 13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6" name="Text 14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191add58-ce60-4618-aa96-0963ea8e20b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191" kern="0" dirty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LỜI</a:t>
            </a:r>
            <a:r>
              <a:rPr lang="en-US" sz="1950" spc="205" kern="0" dirty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DẶN</a:t>
            </a:r>
            <a:r>
              <a:rPr lang="en-US" sz="1950" spc="217" kern="0" dirty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1950" spc="181" kern="0" dirty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1950" spc="226" kern="0" dirty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GỐC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Cache-Control:</a:t>
            </a:r>
            <a:r>
              <a:rPr lang="en-US" sz="78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private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01000" cy="4953000"/>
          </a:xfrm>
          <a:prstGeom prst="roundRect">
            <a:avLst>
              <a:gd name="adj" fmla="val 4615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762250"/>
            <a:ext cx="8001000" cy="952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23850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spc="140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BỘ</a:t>
            </a:r>
            <a:r>
              <a:rPr lang="en-US" sz="2100" spc="148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 ĐỆM</a:t>
            </a:r>
            <a:r>
              <a:rPr lang="en-US" sz="2100" spc="150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2100" spc="149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295400" y="37147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5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biên</a:t>
            </a:r>
            <a:endParaRPr lang="en-US" sz="5700" dirty="0"/>
          </a:p>
        </p:txBody>
      </p:sp>
      <p:sp>
        <p:nvSpPr>
          <p:cNvPr id="8" name="Text 6"/>
          <p:cNvSpPr/>
          <p:nvPr/>
        </p:nvSpPr>
        <p:spPr>
          <a:xfrm>
            <a:off x="1295400" y="5334000"/>
            <a:ext cx="7239000" cy="9525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Không</a:t>
            </a:r>
            <a:r>
              <a:rPr lang="en-US" sz="3300" dirty="0" spc="1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được</a:t>
            </a:r>
            <a:r>
              <a:rPr lang="en-US" sz="3300" dirty="0" spc="5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lưu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9372600" y="2762250"/>
            <a:ext cx="8001000" cy="4953000"/>
          </a:xfrm>
          <a:prstGeom prst="roundRect">
            <a:avLst>
              <a:gd name="adj" fmla="val 4615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9372600" y="2762250"/>
            <a:ext cx="8001000" cy="95250"/>
          </a:xfrm>
          <a:prstGeom prst="rect">
            <a:avLst/>
          </a:prstGeom>
          <a:solidFill>
            <a:srgbClr val="3DD6A0"/>
          </a:solidFill>
          <a:ln/>
        </p:spPr>
      </p:sp>
      <p:sp>
        <p:nvSpPr>
          <p:cNvPr id="11" name="Text 9"/>
          <p:cNvSpPr/>
          <p:nvPr/>
        </p:nvSpPr>
        <p:spPr>
          <a:xfrm>
            <a:off x="9753600" y="323850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spc="140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BỘ</a:t>
            </a:r>
            <a:r>
              <a:rPr lang="en-US" sz="2100" spc="148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 ĐỆM</a:t>
            </a:r>
            <a:r>
              <a:rPr lang="en-US" sz="2100" spc="149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RIÊNG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753600" y="37147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7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Trình</a:t>
            </a: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duyệt</a:t>
            </a:r>
            <a:endParaRPr lang="en-US" sz="5700" dirty="0"/>
          </a:p>
        </p:txBody>
      </p:sp>
      <p:sp>
        <p:nvSpPr>
          <p:cNvPr id="13" name="Text 11"/>
          <p:cNvSpPr/>
          <p:nvPr/>
        </p:nvSpPr>
        <p:spPr>
          <a:xfrm>
            <a:off x="9753600" y="5334000"/>
            <a:ext cx="7239000" cy="952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Giữ</a:t>
            </a:r>
            <a:r>
              <a:rPr lang="en-US" sz="285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</a:t>
            </a:r>
            <a:r>
              <a:rPr lang="en-US" sz="2850" dirty="0" spc="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của</a:t>
            </a:r>
            <a:r>
              <a:rPr lang="en-US" sz="285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chính</a:t>
            </a:r>
            <a:r>
              <a:rPr lang="en-US" sz="2850" dirty="0" spc="1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người</a:t>
            </a:r>
            <a:r>
              <a:rPr lang="en-US" sz="2850" dirty="0" spc="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đó</a:t>
            </a:r>
            <a:endParaRPr lang="en-US" sz="2850" dirty="0"/>
          </a:p>
        </p:txBody>
      </p:sp>
      <p:sp>
        <p:nvSpPr>
          <p:cNvPr id="14" name="Shape 12"/>
          <p:cNvSpPr/>
          <p:nvPr/>
        </p:nvSpPr>
        <p:spPr>
          <a:xfrm>
            <a:off x="914400" y="809625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295400" y="8172450"/>
            <a:ext cx="156972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private:</a:t>
            </a: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3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biên không</a:t>
            </a:r>
            <a:r>
              <a:rPr lang="en-US" sz="330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33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33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33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này.</a:t>
            </a:r>
            <a:endParaRPr lang="en-US" sz="3300" dirty="0"/>
          </a:p>
        </p:txBody>
      </p:sp>
      <p:sp>
        <p:nvSpPr>
          <p:cNvPr id="16" name="Shape 14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7" name="Shape 15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18" name="Shape 16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0" name="Shape 18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1" name="Shape 19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2" name="Shape 20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3" name="Shape 21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4" name="Shape 22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5" name="Text 23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9f855f5d-37bb-465b-87e9-b0679c99b13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191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LỜI</a:t>
            </a:r>
            <a:r>
              <a:rPr lang="en-US" sz="1950" spc="205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DẶN</a:t>
            </a:r>
            <a:r>
              <a:rPr lang="en-US" sz="1950" spc="217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1950" spc="181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1950" spc="226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GỐC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no-store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cấm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7800" dirty="0" spc="-3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nơi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dirty="0" spc="-1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Cache-Control:</a:t>
            </a:r>
            <a:r>
              <a:rPr lang="en-US" sz="4800" dirty="0" spc="-21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no-store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914400" y="447675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4743450"/>
            <a:ext cx="857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spc="140" kern="0" dirty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BỘ</a:t>
            </a:r>
            <a:r>
              <a:rPr lang="en-US" sz="2100" spc="148" kern="0" dirty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 ĐỆM</a:t>
            </a:r>
            <a:r>
              <a:rPr lang="en-US" sz="2100" spc="150" kern="0" dirty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2100" spc="149" kern="0" dirty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295400" y="5219700"/>
            <a:ext cx="8572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51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biên</a:t>
            </a:r>
            <a:endParaRPr lang="en-US" sz="5100" dirty="0"/>
          </a:p>
        </p:txBody>
      </p:sp>
      <p:sp>
        <p:nvSpPr>
          <p:cNvPr id="8" name="Text 6"/>
          <p:cNvSpPr/>
          <p:nvPr/>
        </p:nvSpPr>
        <p:spPr>
          <a:xfrm>
            <a:off x="12039600" y="4953000"/>
            <a:ext cx="4953000" cy="952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Không</a:t>
            </a:r>
            <a:r>
              <a:rPr lang="en-US" sz="3000" dirty="0" spc="1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được</a:t>
            </a:r>
            <a:r>
              <a:rPr lang="en-US" sz="3000" dirty="0" spc="4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lưu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914400" y="666750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6934200"/>
            <a:ext cx="857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spc="140" kern="0" dirty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BỘ</a:t>
            </a:r>
            <a:r>
              <a:rPr lang="en-US" sz="2100" spc="148" kern="0" dirty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 ĐỆM</a:t>
            </a:r>
            <a:r>
              <a:rPr lang="en-US" sz="2100" spc="149" kern="0" dirty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RIÊNG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295400" y="7410450"/>
            <a:ext cx="8572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1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Trình</a:t>
            </a:r>
            <a:r>
              <a:rPr lang="en-US" sz="51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duyệt</a:t>
            </a:r>
            <a:endParaRPr lang="en-US" sz="5100" dirty="0"/>
          </a:p>
        </p:txBody>
      </p:sp>
      <p:sp>
        <p:nvSpPr>
          <p:cNvPr id="12" name="Text 10"/>
          <p:cNvSpPr/>
          <p:nvPr/>
        </p:nvSpPr>
        <p:spPr>
          <a:xfrm>
            <a:off x="12039600" y="7143750"/>
            <a:ext cx="4953000" cy="952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1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Không</a:t>
            </a:r>
            <a:r>
              <a:rPr lang="en-US" sz="3000" dirty="0" spc="1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được</a:t>
            </a:r>
            <a:r>
              <a:rPr lang="en-US" sz="3000" dirty="0" spc="4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lưu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31ea7b2b-4e4f-4d66-ad15-a3940163b0a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191" kern="0" dirty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LỜI</a:t>
            </a:r>
            <a:r>
              <a:rPr lang="en-US" sz="1950" spc="205" kern="0" dirty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DẶN</a:t>
            </a:r>
            <a:r>
              <a:rPr lang="en-US" sz="1950" spc="217" kern="0" dirty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1950" spc="181" kern="0" dirty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1950" spc="226" kern="0" dirty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GỐC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s-maxage</a:t>
            </a:r>
            <a:r>
              <a:rPr lang="en-US" sz="78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thắng</a:t>
            </a:r>
            <a:r>
              <a:rPr lang="en-US" sz="7800" dirty="0" spc="-8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max-age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19400"/>
            <a:ext cx="156972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Hạn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riêng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 nhớ</a:t>
            </a:r>
            <a:r>
              <a:rPr lang="en-US" sz="3000" dirty="0" spc="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đệm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chung: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max-age=60,</a:t>
            </a:r>
            <a:r>
              <a:rPr lang="en-US" sz="3000" dirty="0" spc="-1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s-maxage=2</a:t>
            </a:r>
            <a:endParaRPr lang="en-US" sz="3000" dirty="0"/>
          </a:p>
        </p:txBody>
      </p:sp>
      <p:sp>
        <p:nvSpPr>
          <p:cNvPr id="6" name="Connector line-1792370837241-998544669"/>
          <p:cNvSpPr/>
          <p:nvPr/>
        </p:nvSpPr>
        <p:spPr>
          <a:xfrm>
            <a:off x="2571750" y="5334000"/>
            <a:ext cx="13144500" cy="0"/>
          </a:xfrm>
          <a:prstGeom prst="line">
            <a:avLst/>
          </a:prstGeom>
          <a:noFill/>
          <a:ln w="57150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2190750" y="4953000"/>
            <a:ext cx="762000" cy="7620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8" name="Shape 6"/>
          <p:cNvSpPr/>
          <p:nvPr/>
        </p:nvSpPr>
        <p:spPr>
          <a:xfrm>
            <a:off x="6381750" y="4953000"/>
            <a:ext cx="762000" cy="7620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9" name="Shape 7"/>
          <p:cNvSpPr/>
          <p:nvPr/>
        </p:nvSpPr>
        <p:spPr>
          <a:xfrm>
            <a:off x="10572750" y="4953000"/>
            <a:ext cx="762000" cy="7620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10" name="Shape 8"/>
          <p:cNvSpPr/>
          <p:nvPr/>
        </p:nvSpPr>
        <p:spPr>
          <a:xfrm>
            <a:off x="14763750" y="4953000"/>
            <a:ext cx="762000" cy="7620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6191250"/>
            <a:ext cx="3314700" cy="2190750"/>
          </a:xfrm>
          <a:prstGeom prst="roundRect">
            <a:avLst>
              <a:gd name="adj" fmla="val 10435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1200150" y="6438900"/>
            <a:ext cx="2743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74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MISS</a:t>
            </a:r>
            <a:endParaRPr lang="en-US" sz="3740" dirty="0"/>
          </a:p>
        </p:txBody>
      </p:sp>
      <p:sp>
        <p:nvSpPr>
          <p:cNvPr id="13" name="Text 11"/>
          <p:cNvSpPr/>
          <p:nvPr/>
        </p:nvSpPr>
        <p:spPr>
          <a:xfrm>
            <a:off x="1200150" y="7200900"/>
            <a:ext cx="27432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ctr" indent="0" marL="0">
              <a:lnSpc>
                <a:spcPts val="3120"/>
              </a:lnSpc>
              <a:buNone/>
            </a:pPr>
            <a:r>
              <a:rPr lang="en-US" sz="24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Lượt</a:t>
            </a:r>
            <a:r>
              <a:rPr lang="en-US" sz="24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đầu,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105400" y="6191250"/>
            <a:ext cx="3314700" cy="2190750"/>
          </a:xfrm>
          <a:prstGeom prst="roundRect">
            <a:avLst>
              <a:gd name="adj" fmla="val 10435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5391150" y="6438900"/>
            <a:ext cx="2743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74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HIT</a:t>
            </a:r>
            <a:endParaRPr lang="en-US" sz="3740" dirty="0"/>
          </a:p>
        </p:txBody>
      </p:sp>
      <p:sp>
        <p:nvSpPr>
          <p:cNvPr id="16" name="Text 14"/>
          <p:cNvSpPr/>
          <p:nvPr/>
        </p:nvSpPr>
        <p:spPr>
          <a:xfrm>
            <a:off x="5391150" y="7200900"/>
            <a:ext cx="27432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ctr" indent="0" marL="0">
              <a:lnSpc>
                <a:spcPts val="3120"/>
              </a:lnSpc>
              <a:buNone/>
            </a:pPr>
            <a:r>
              <a:rPr lang="en-US" sz="2400" dirty="0" spc="-8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9296400" y="6191250"/>
            <a:ext cx="3314700" cy="2190750"/>
          </a:xfrm>
          <a:prstGeom prst="roundRect">
            <a:avLst>
              <a:gd name="adj" fmla="val 10435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9582150" y="6438900"/>
            <a:ext cx="2743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74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HIT</a:t>
            </a:r>
            <a:endParaRPr lang="en-US" sz="3740" dirty="0"/>
          </a:p>
        </p:txBody>
      </p:sp>
      <p:sp>
        <p:nvSpPr>
          <p:cNvPr id="19" name="Text 17"/>
          <p:cNvSpPr/>
          <p:nvPr/>
        </p:nvSpPr>
        <p:spPr>
          <a:xfrm>
            <a:off x="9582150" y="7200900"/>
            <a:ext cx="27432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ctr" indent="0" marL="0">
              <a:lnSpc>
                <a:spcPts val="3120"/>
              </a:lnSpc>
              <a:buNone/>
            </a:pPr>
            <a:r>
              <a:rPr lang="en-US" sz="2400" dirty="0" spc="-8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4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13487400" y="6191250"/>
            <a:ext cx="3886200" cy="2190750"/>
          </a:xfrm>
          <a:prstGeom prst="roundRect">
            <a:avLst>
              <a:gd name="adj" fmla="val 10435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3773150" y="6438900"/>
            <a:ext cx="33147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74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EXPIRED</a:t>
            </a:r>
            <a:endParaRPr lang="en-US" sz="3740" dirty="0"/>
          </a:p>
        </p:txBody>
      </p:sp>
      <p:sp>
        <p:nvSpPr>
          <p:cNvPr id="22" name="Text 20"/>
          <p:cNvSpPr/>
          <p:nvPr/>
        </p:nvSpPr>
        <p:spPr>
          <a:xfrm>
            <a:off x="13773150" y="7200900"/>
            <a:ext cx="33147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ctr" indent="0" marL="0">
              <a:lnSpc>
                <a:spcPts val="3120"/>
              </a:lnSpc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4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giây,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4" name="Shape 2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5" name="Shape 2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6" name="Shape 2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7" name="Shape 2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8" name="Shape 2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9" name="Shape 2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30" name="Shape 2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31" name="Shape 2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32" name="Text 30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1752c194-1210-4ca6-aec2-21ce4239ad0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GIỚI</a:t>
            </a:r>
            <a:r>
              <a:rPr lang="en-US" sz="1950" spc="226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r>
              <a:rPr lang="en-US" sz="1950" spc="206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1950" spc="226" kern="0" dirty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8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giới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CDN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99085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9000" dirty="0"/>
          </a:p>
        </p:txBody>
      </p:sp>
      <p:sp>
        <p:nvSpPr>
          <p:cNvPr id="6" name="Text 4"/>
          <p:cNvSpPr/>
          <p:nvPr/>
        </p:nvSpPr>
        <p:spPr>
          <a:xfrm>
            <a:off x="2857500" y="285750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CDN</a:t>
            </a:r>
            <a:r>
              <a:rPr lang="en-US" sz="34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chỉ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giúp</a:t>
            </a:r>
            <a:r>
              <a:rPr lang="en-US" sz="34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34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34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gốc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34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phép</a:t>
            </a:r>
            <a:r>
              <a:rPr lang="en-US" sz="3450" dirty="0" spc="4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lưu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914400" y="495300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518160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9000" dirty="0"/>
          </a:p>
        </p:txBody>
      </p:sp>
      <p:sp>
        <p:nvSpPr>
          <p:cNvPr id="9" name="Text 7"/>
          <p:cNvSpPr/>
          <p:nvPr/>
        </p:nvSpPr>
        <p:spPr>
          <a:xfrm>
            <a:off x="2857500" y="504825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3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Đừng</a:t>
            </a:r>
            <a:r>
              <a:rPr lang="en-US" sz="3450" dirty="0" spc="-2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trông</a:t>
            </a:r>
            <a:r>
              <a:rPr lang="en-US" sz="34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vào</a:t>
            </a:r>
            <a:r>
              <a:rPr lang="en-US" sz="34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cookie</a:t>
            </a:r>
            <a:r>
              <a:rPr lang="en-US" sz="3450" dirty="0" spc="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để</a:t>
            </a:r>
            <a:r>
              <a:rPr lang="en-US" sz="34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chặn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việc</a:t>
            </a:r>
            <a:r>
              <a:rPr lang="en-US" sz="3450" dirty="0" spc="4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lưu</a:t>
            </a:r>
            <a:endParaRPr lang="en-US" sz="3450" dirty="0"/>
          </a:p>
        </p:txBody>
      </p:sp>
      <p:sp>
        <p:nvSpPr>
          <p:cNvPr id="10" name="Shape 8"/>
          <p:cNvSpPr/>
          <p:nvPr/>
        </p:nvSpPr>
        <p:spPr>
          <a:xfrm>
            <a:off x="914400" y="7143750"/>
            <a:ext cx="16459200" cy="1905000"/>
          </a:xfrm>
          <a:prstGeom prst="roundRect">
            <a:avLst>
              <a:gd name="adj" fmla="val 12000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7372350"/>
            <a:ext cx="1428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0" dirty="0" spc="-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9000" dirty="0"/>
          </a:p>
        </p:txBody>
      </p:sp>
      <p:sp>
        <p:nvSpPr>
          <p:cNvPr id="12" name="Text 10"/>
          <p:cNvSpPr/>
          <p:nvPr/>
        </p:nvSpPr>
        <p:spPr>
          <a:xfrm>
            <a:off x="2857500" y="7239000"/>
            <a:ext cx="14097000" cy="1714500"/>
          </a:xfrm>
          <a:prstGeom prst="rect">
            <a:avLst/>
          </a:prstGeom>
          <a:noFill/>
          <a:ln/>
        </p:spPr>
        <p:txBody>
          <a:bodyPr wrap="square" lIns="0" tIns="24082" rIns="0" bIns="-24082" rtlCol="0" anchor="ctr"/>
          <a:lstStyle/>
          <a:p>
            <a:pPr algn="l" indent="0" marL="0">
              <a:lnSpc>
                <a:spcPts val="4313"/>
              </a:lnSpc>
              <a:buNone/>
            </a:pPr>
            <a:r>
              <a:rPr lang="en-US" sz="3450" dirty="0" spc="-6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Trang</a:t>
            </a:r>
            <a:r>
              <a:rPr lang="en-US" sz="34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riêng</a:t>
            </a:r>
            <a:r>
              <a:rPr lang="en-US" sz="34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34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34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ghi</a:t>
            </a:r>
            <a:r>
              <a:rPr lang="en-US" sz="34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private</a:t>
            </a:r>
            <a:r>
              <a:rPr lang="en-US" sz="34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hoặc</a:t>
            </a:r>
            <a:r>
              <a:rPr lang="en-US" sz="3450" dirty="0" spc="-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no-store</a:t>
            </a:r>
            <a:endParaRPr lang="en-US" sz="3450" dirty="0"/>
          </a:p>
        </p:txBody>
      </p:sp>
      <p:sp>
        <p:nvSpPr>
          <p:cNvPr id="13" name="Shape 11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4" name="Shape 12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5" name="Shape 13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6" name="Shape 14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7" name="Shape 15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8" name="Shape 16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0" name="Shape 18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1" name="Shape 19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2aa2acd8-88ca-4fd2-b18d-cd9cc3c196f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NHÌN</a:t>
            </a:r>
            <a:r>
              <a:rPr lang="en-US" sz="1950" spc="22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HÌNH</a:t>
            </a:r>
            <a:r>
              <a:rPr lang="en-US" sz="1950" spc="22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TRẢ</a:t>
            </a:r>
            <a:r>
              <a:rPr lang="en-US" sz="1950" spc="199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Trang</a:t>
            </a: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</a:t>
            </a:r>
            <a:r>
              <a:rPr lang="en-US" sz="78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sơ,</a:t>
            </a:r>
            <a:r>
              <a:rPr lang="en-US" sz="78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bật</a:t>
            </a:r>
            <a:r>
              <a:rPr lang="en-US" sz="78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CDN</a:t>
            </a:r>
            <a:endParaRPr lang="en-US" sz="7800" dirty="0"/>
          </a:p>
        </p:txBody>
      </p:sp>
      <p:sp>
        <p:nvSpPr>
          <p:cNvPr id="4" name="Shape 2"/>
          <p:cNvSpPr/>
          <p:nvPr/>
        </p:nvSpPr>
        <p:spPr>
          <a:xfrm>
            <a:off x="914400" y="25717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F3EEE3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609850"/>
            <a:ext cx="156972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private,</a:t>
            </a:r>
            <a:r>
              <a:rPr lang="en-US" sz="33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max-age=300:</a:t>
            </a:r>
            <a:r>
              <a:rPr lang="en-US" sz="3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33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r>
              <a:rPr lang="en-US" sz="33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bớt</a:t>
            </a:r>
            <a:r>
              <a:rPr lang="en-US" sz="3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r>
              <a:rPr lang="en-US" sz="3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33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duyệt?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914400" y="3905250"/>
            <a:ext cx="80010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3905250"/>
            <a:ext cx="95250" cy="1809750"/>
          </a:xfrm>
          <a:prstGeom prst="rect">
            <a:avLst/>
          </a:prstGeom>
          <a:solidFill>
            <a:srgbClr val="3DD6A0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409575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spc="87" kern="0" dirty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2100" spc="149" kern="0" dirty="0">
                <a:solidFill>
                  <a:srgbClr val="3DD6A0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BIÊN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295400" y="45910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0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b="1" dirty="0" spc="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lưu,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private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cấm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9372600" y="3905250"/>
            <a:ext cx="80010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9372600" y="3905250"/>
            <a:ext cx="95250" cy="1809750"/>
          </a:xfrm>
          <a:prstGeom prst="rect">
            <a:avLst/>
          </a:prstGeom>
          <a:solidFill>
            <a:srgbClr val="FF6A4D"/>
          </a:solidFill>
          <a:ln/>
        </p:spPr>
      </p:sp>
      <p:sp>
        <p:nvSpPr>
          <p:cNvPr id="12" name="Text 10"/>
          <p:cNvSpPr/>
          <p:nvPr/>
        </p:nvSpPr>
        <p:spPr>
          <a:xfrm>
            <a:off x="9753600" y="409575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spc="87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2100" spc="150" kern="0" dirty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GỐC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9753600" y="45910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 mọi</a:t>
            </a:r>
            <a:r>
              <a:rPr lang="en-US" sz="300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30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14400" y="6000750"/>
            <a:ext cx="80010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6000750"/>
            <a:ext cx="95250" cy="1809750"/>
          </a:xfrm>
          <a:prstGeom prst="rect">
            <a:avLst/>
          </a:prstGeom>
          <a:solidFill>
            <a:srgbClr val="7C93FF"/>
          </a:solidFill>
          <a:ln/>
        </p:spPr>
      </p:sp>
      <p:sp>
        <p:nvSpPr>
          <p:cNvPr id="16" name="Text 14"/>
          <p:cNvSpPr/>
          <p:nvPr/>
        </p:nvSpPr>
        <p:spPr>
          <a:xfrm>
            <a:off x="1295400" y="619125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spc="150" kern="0" dirty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TRÌNH</a:t>
            </a:r>
            <a:r>
              <a:rPr lang="en-US" sz="2100" spc="154" kern="0" dirty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DUYỆT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95400" y="66865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 bản</a:t>
            </a: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30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300</a:t>
            </a:r>
            <a:r>
              <a:rPr lang="en-US" sz="30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9372600" y="6000750"/>
            <a:ext cx="8001000" cy="1809750"/>
          </a:xfrm>
          <a:prstGeom prst="roundRect">
            <a:avLst>
              <a:gd name="adj" fmla="val 12632"/>
            </a:avLst>
          </a:prstGeom>
          <a:solidFill>
            <a:srgbClr val="1E212B"/>
          </a:solidFill>
          <a:ln/>
        </p:spPr>
      </p:sp>
      <p:sp>
        <p:nvSpPr>
          <p:cNvPr id="19" name="Shape 17"/>
          <p:cNvSpPr/>
          <p:nvPr/>
        </p:nvSpPr>
        <p:spPr>
          <a:xfrm>
            <a:off x="9372600" y="6000750"/>
            <a:ext cx="95250" cy="1809750"/>
          </a:xfrm>
          <a:prstGeom prst="rect">
            <a:avLst/>
          </a:prstGeom>
          <a:solidFill>
            <a:srgbClr val="FFB454"/>
          </a:solidFill>
          <a:ln/>
        </p:spPr>
      </p:sp>
      <p:sp>
        <p:nvSpPr>
          <p:cNvPr id="20" name="Text 18"/>
          <p:cNvSpPr/>
          <p:nvPr/>
        </p:nvSpPr>
        <p:spPr>
          <a:xfrm>
            <a:off x="9753600" y="6191250"/>
            <a:ext cx="723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spc="140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TRONG</a:t>
            </a:r>
            <a:r>
              <a:rPr lang="en-US" sz="2100" spc="14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300</a:t>
            </a:r>
            <a:r>
              <a:rPr lang="en-US" sz="2100" spc="112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GIÂY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753600" y="6686550"/>
            <a:ext cx="7239000" cy="95250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000" b="1" dirty="0" spc="5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300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30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3000" dirty="0"/>
          </a:p>
        </p:txBody>
      </p:sp>
      <p:sp>
        <p:nvSpPr>
          <p:cNvPr id="22" name="Shape 20"/>
          <p:cNvSpPr/>
          <p:nvPr/>
        </p:nvSpPr>
        <p:spPr>
          <a:xfrm>
            <a:off x="914400" y="809625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E8472B"/>
          </a:solidFill>
          <a:ln/>
        </p:spPr>
      </p:sp>
      <p:sp>
        <p:nvSpPr>
          <p:cNvPr id="23" name="Text 21"/>
          <p:cNvSpPr/>
          <p:nvPr/>
        </p:nvSpPr>
        <p:spPr>
          <a:xfrm>
            <a:off x="1295400" y="8153400"/>
            <a:ext cx="1569720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Tải</a:t>
            </a: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33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r>
              <a:rPr lang="en-US" sz="33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bớt</a:t>
            </a: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nhờ</a:t>
            </a:r>
            <a:r>
              <a:rPr lang="en-US" sz="33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r>
              <a:rPr lang="en-US" sz="33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duyệt,</a:t>
            </a:r>
            <a:r>
              <a:rPr lang="en-US" sz="3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nhờ</a:t>
            </a:r>
            <a:r>
              <a:rPr lang="en-US" sz="33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CDN.</a:t>
            </a:r>
            <a:endParaRPr lang="en-US" sz="3300" dirty="0"/>
          </a:p>
        </p:txBody>
      </p:sp>
      <p:sp>
        <p:nvSpPr>
          <p:cNvPr id="24" name="Shape 2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5" name="Shape 2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6" name="Shape 2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7" name="Shape 2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8" name="Shape 2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29" name="Shape 2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30" name="Shape 2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32" name="Shape 3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33" name="Text 31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d683bc03-bdbe-4128-9e04-eefa0042f00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858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XEM</a:t>
            </a:r>
            <a:r>
              <a:rPr lang="en-US" sz="1950" spc="216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SÂU</a:t>
            </a:r>
            <a:r>
              <a:rPr lang="en-US" sz="1950" spc="225" kern="0" dirty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049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6865" rIns="0" bIns="-66865" rtlCol="0" anchor="t"/>
          <a:lstStyle/>
          <a:p>
            <a:pPr algn="l" indent="0" marL="0">
              <a:lnSpc>
                <a:spcPts val="8190"/>
              </a:lnSpc>
              <a:buNone/>
            </a:pP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So</a:t>
            </a:r>
            <a:r>
              <a:rPr lang="en-US" sz="7800" dirty="0" spc="-9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 nguồn</a:t>
            </a:r>
            <a:endParaRPr lang="en-US" sz="7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2344400"/>
              </a:tblGrid>
              <a:tr h="1524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4" kern="0">
                          <a:solidFill>
                            <a:srgbClr val="0F766E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Giữ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Luồng</a:t>
                      </a:r>
                      <a:r>
                        <a:rPr lang="en-US" sz="30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hỏi</a:t>
                      </a:r>
                      <a:r>
                        <a:rPr lang="en-US" sz="3000" dirty="0" spc="-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các</a:t>
                      </a:r>
                      <a:r>
                        <a:rPr lang="en-US" sz="30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thành</a:t>
                      </a:r>
                      <a:r>
                        <a:rPr lang="en-US" sz="30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phần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524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12" kern="0">
                          <a:solidFill>
                            <a:srgbClr val="1F3FD1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Thêm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3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Lời</a:t>
                      </a:r>
                      <a:r>
                        <a:rPr lang="en-US" sz="30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dặn</a:t>
                      </a:r>
                      <a:r>
                        <a:rPr lang="en-US" sz="3000" dirty="0" spc="-1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Cache-Control</a:t>
                      </a:r>
                      <a:r>
                        <a:rPr lang="en-US" sz="3000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theo</a:t>
                      </a:r>
                      <a:r>
                        <a:rPr lang="en-US" sz="3000" dirty="0" spc="-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RFC</a:t>
                      </a:r>
                      <a:r>
                        <a:rPr lang="en-US" sz="30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9111,</a:t>
                      </a:r>
                      <a:r>
                        <a:rPr lang="en-US" sz="3000" dirty="0" spc="-3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kèm</a:t>
                      </a:r>
                      <a:r>
                        <a:rPr lang="en-US" sz="30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thử</a:t>
                      </a: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nghiệm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  <a:tr h="1524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3" kern="0">
                          <a:solidFill>
                            <a:srgbClr val="E8472B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Bỏ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Cách</a:t>
                      </a:r>
                      <a:r>
                        <a:rPr lang="en-US" sz="3000" dirty="0" spc="2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3000" dirty="0" spc="-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tuyến:</a:t>
                      </a:r>
                      <a:r>
                        <a:rPr lang="en-US" sz="3000" dirty="0" spc="1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chưa</a:t>
                      </a:r>
                      <a:r>
                        <a:rPr lang="en-US" sz="3000" dirty="0" spc="1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đọc</a:t>
                      </a:r>
                      <a:r>
                        <a:rPr lang="en-US" sz="3000" dirty="0" spc="-1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tài</a:t>
                      </a:r>
                      <a:r>
                        <a:rPr lang="en-US" sz="30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r>
                        <a:rPr lang="en-US" sz="30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chuẩn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524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3" kern="0">
                          <a:solidFill>
                            <a:srgbClr val="E8472B"/>
                          </a:solidFill>
                          <a:latin typeface="Be Vietnam Pro ExtraBold" pitchFamily="34" charset="0"/>
                          <a:ea typeface="Be Vietnam Pro ExtraBold" pitchFamily="34" charset="-122"/>
                          <a:cs typeface="Be Vietnam Pro ExtraBold" pitchFamily="34" charset="-120"/>
                        </a:rPr>
                        <a:t>Bỏ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600"/>
                        </a:lnSpc>
                        <a:buNone/>
                      </a:pPr>
                      <a:r>
                        <a:rPr lang="en-US" sz="30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Con</a:t>
                      </a:r>
                      <a:r>
                        <a:rPr lang="en-US" sz="3000" dirty="0" spc="-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số</a:t>
                      </a:r>
                      <a:r>
                        <a:rPr lang="en-US" sz="30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thị</a:t>
                      </a:r>
                      <a:r>
                        <a:rPr lang="en-US" sz="300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trường</a:t>
                      </a:r>
                      <a:r>
                        <a:rPr lang="en-US" sz="30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CDN:</a:t>
                      </a: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r>
                        <a:rPr lang="en-US" sz="30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30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nguồn</a:t>
                      </a:r>
                      <a:r>
                        <a:rPr lang="en-US" sz="3000" dirty="0" spc="1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đối</a:t>
                      </a:r>
                      <a:r>
                        <a:rPr lang="en-US" sz="30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chiếu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E8E0C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6" name="Shape 3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7" name="Shape 4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8" name="Shape 5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9" name="Shape 6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0" name="Shape 7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1" name="Shape 8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2" name="Shape 9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0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CFC7B3"/>
          </a:solidFill>
          <a:ln/>
        </p:spPr>
      </p:sp>
      <p:sp>
        <p:nvSpPr>
          <p:cNvPr id="14" name="Text 11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02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6" name="Moda image moda-export-watermark-c69dac10-b4f1-4468-876f-dcf43c91fca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95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7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TỪ</a:t>
            </a:r>
            <a:r>
              <a:rPr lang="en-US" sz="1950" spc="22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VIẾT</a:t>
            </a:r>
            <a:r>
              <a:rPr lang="en-US" sz="1950" spc="134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TẮT</a:t>
            </a:r>
            <a:r>
              <a:rPr lang="en-US" sz="1950" spc="173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1950" spc="225" kern="0" dirty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876300"/>
            <a:ext cx="16459200" cy="11811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Thuật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r>
              <a:rPr lang="en-US" sz="72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286000"/>
            <a:ext cx="5334000" cy="1809750"/>
          </a:xfrm>
          <a:prstGeom prst="roundRect">
            <a:avLst>
              <a:gd name="adj" fmla="val 10526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240030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CDN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200150" y="31051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0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Content</a:t>
            </a:r>
            <a:r>
              <a:rPr lang="en-US" sz="1800" dirty="0" spc="-5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Delivery</a:t>
            </a:r>
            <a:r>
              <a:rPr lang="en-US" sz="1800" dirty="0" spc="-8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Network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00150" y="3486150"/>
            <a:ext cx="476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Mạng</a:t>
            </a:r>
            <a:r>
              <a:rPr lang="en-US" sz="225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phân phối</a:t>
            </a:r>
            <a:r>
              <a:rPr lang="en-US" sz="225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nội</a:t>
            </a:r>
            <a:r>
              <a:rPr lang="en-US" sz="225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dung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477000" y="2286000"/>
            <a:ext cx="5334000" cy="1809750"/>
          </a:xfrm>
          <a:prstGeom prst="roundRect">
            <a:avLst>
              <a:gd name="adj" fmla="val 10526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762750" y="240030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DNS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6762750" y="31051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Domain</a:t>
            </a:r>
            <a:r>
              <a:rPr lang="en-US" sz="1800" dirty="0" spc="-2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Name</a:t>
            </a:r>
            <a:r>
              <a:rPr lang="en-US" sz="1800" dirty="0" spc="-11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System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762750" y="3486150"/>
            <a:ext cx="476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9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Hệ</a:t>
            </a:r>
            <a:r>
              <a:rPr lang="en-US" sz="225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thống</a:t>
            </a:r>
            <a:r>
              <a:rPr lang="en-US" sz="2250" dirty="0" spc="-7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tên</a:t>
            </a:r>
            <a:r>
              <a:rPr lang="en-US" sz="225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miền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039600" y="2286000"/>
            <a:ext cx="5334000" cy="1809750"/>
          </a:xfrm>
          <a:prstGeom prst="roundRect">
            <a:avLst>
              <a:gd name="adj" fmla="val 10526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325350" y="240030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12325350" y="31051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Internet</a:t>
            </a:r>
            <a:r>
              <a:rPr lang="en-US" sz="1800" dirty="0" spc="-12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Protocol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325350" y="3486150"/>
            <a:ext cx="476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Giao</a:t>
            </a:r>
            <a:r>
              <a:rPr lang="en-US" sz="2250" dirty="0" spc="1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thức</a:t>
            </a:r>
            <a:r>
              <a:rPr lang="en-US" sz="2250" dirty="0" spc="-8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Internet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4324350"/>
            <a:ext cx="5334000" cy="1809750"/>
          </a:xfrm>
          <a:prstGeom prst="roundRect">
            <a:avLst>
              <a:gd name="adj" fmla="val 10526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00150" y="443865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1200150" y="51435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3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HyperText</a:t>
            </a:r>
            <a:r>
              <a:rPr lang="en-US" sz="1800" dirty="0" spc="-21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Transfer</a:t>
            </a:r>
            <a:r>
              <a:rPr lang="en-US" sz="1800" dirty="0" spc="-13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Protocol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00150" y="5524500"/>
            <a:ext cx="476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5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Giao</a:t>
            </a:r>
            <a:r>
              <a:rPr lang="en-US" sz="2250" dirty="0" spc="1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thức</a:t>
            </a:r>
            <a:r>
              <a:rPr lang="en-US" sz="2250" dirty="0" spc="-1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truyền</a:t>
            </a:r>
            <a:r>
              <a:rPr lang="en-US" sz="225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siêu</a:t>
            </a:r>
            <a:r>
              <a:rPr lang="en-US" sz="2250" dirty="0" spc="-1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văn</a:t>
            </a:r>
            <a:r>
              <a:rPr lang="en-US" sz="2250" dirty="0" spc="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6477000" y="4324350"/>
            <a:ext cx="5334000" cy="1809750"/>
          </a:xfrm>
          <a:prstGeom prst="roundRect">
            <a:avLst>
              <a:gd name="adj" fmla="val 10526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6762750" y="443865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MDN</a:t>
            </a:r>
            <a:endParaRPr lang="en-US" sz="4200" dirty="0"/>
          </a:p>
        </p:txBody>
      </p:sp>
      <p:sp>
        <p:nvSpPr>
          <p:cNvPr id="22" name="Text 20"/>
          <p:cNvSpPr/>
          <p:nvPr/>
        </p:nvSpPr>
        <p:spPr>
          <a:xfrm>
            <a:off x="6762750" y="51435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Mozilla</a:t>
            </a:r>
            <a:r>
              <a:rPr lang="en-US" sz="1800" dirty="0" spc="-12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Developer</a:t>
            </a:r>
            <a:r>
              <a:rPr lang="en-US" sz="1800" dirty="0" spc="-9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Network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762750" y="5524500"/>
            <a:ext cx="476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7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Tài</a:t>
            </a:r>
            <a:r>
              <a:rPr lang="en-US" sz="225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2250" dirty="0" spc="-13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web</a:t>
            </a:r>
            <a:r>
              <a:rPr lang="en-US" sz="2250" dirty="0" spc="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25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Mozilla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12039600" y="4324350"/>
            <a:ext cx="5334000" cy="1809750"/>
          </a:xfrm>
          <a:prstGeom prst="roundRect">
            <a:avLst>
              <a:gd name="adj" fmla="val 10526"/>
            </a:avLst>
          </a:prstGeom>
          <a:solidFill>
            <a:srgbClr val="1E212B"/>
          </a:solidFill>
          <a:ln/>
        </p:spPr>
      </p:sp>
      <p:sp>
        <p:nvSpPr>
          <p:cNvPr id="25" name="Text 23"/>
          <p:cNvSpPr/>
          <p:nvPr/>
        </p:nvSpPr>
        <p:spPr>
          <a:xfrm>
            <a:off x="12325350" y="443865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RFC</a:t>
            </a:r>
            <a:endParaRPr lang="en-US" sz="4200" dirty="0"/>
          </a:p>
        </p:txBody>
      </p:sp>
      <p:sp>
        <p:nvSpPr>
          <p:cNvPr id="26" name="Text 24"/>
          <p:cNvSpPr/>
          <p:nvPr/>
        </p:nvSpPr>
        <p:spPr>
          <a:xfrm>
            <a:off x="12325350" y="51435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5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Request</a:t>
            </a:r>
            <a:r>
              <a:rPr lang="en-US" sz="1800" dirty="0" spc="-12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for</a:t>
            </a:r>
            <a:r>
              <a:rPr lang="en-US" sz="1800" dirty="0" spc="-5" kern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Comments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2325350" y="5524500"/>
            <a:ext cx="476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70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Tài</a:t>
            </a:r>
            <a:r>
              <a:rPr lang="en-US" sz="2250" dirty="0" spc="-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liệu</a:t>
            </a:r>
            <a:r>
              <a:rPr lang="en-US" sz="2250" dirty="0" spc="1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kỹ</a:t>
            </a:r>
            <a:r>
              <a:rPr lang="en-US" sz="2250" dirty="0" spc="-4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thuật</a:t>
            </a:r>
            <a:r>
              <a:rPr lang="en-US" sz="2250" dirty="0" spc="6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đánh</a:t>
            </a:r>
            <a:r>
              <a:rPr lang="en-US" sz="2250" dirty="0" spc="-2" kern="0">
                <a:solidFill>
                  <a:srgbClr val="E4E1D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số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914400" y="6362700"/>
            <a:ext cx="16459200" cy="2667000"/>
          </a:xfrm>
          <a:prstGeom prst="roundRect">
            <a:avLst>
              <a:gd name="adj" fmla="val 7143"/>
            </a:avLst>
          </a:prstGeom>
          <a:solidFill>
            <a:srgbClr val="1E212B"/>
          </a:solidFill>
          <a:ln/>
        </p:spPr>
      </p:sp>
      <p:sp>
        <p:nvSpPr>
          <p:cNvPr id="29" name="Text 27"/>
          <p:cNvSpPr/>
          <p:nvPr/>
        </p:nvSpPr>
        <p:spPr>
          <a:xfrm>
            <a:off x="1295400" y="6572250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spc="226" kern="0" dirty="0">
                <a:solidFill>
                  <a:srgbClr val="9AA0B5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NGUỒN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11658600" y="657225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</a:t>
            </a:r>
            <a:endParaRPr lang="en-US" sz="1950" dirty="0"/>
          </a:p>
        </p:txBody>
      </p:sp>
      <p:sp>
        <p:nvSpPr>
          <p:cNvPr id="31" name="Text richtext-1792370899684-301331107"/>
          <p:cNvSpPr/>
          <p:nvPr/>
        </p:nvSpPr>
        <p:spPr>
          <a:xfrm>
            <a:off x="1295400" y="7067550"/>
            <a:ext cx="15697200" cy="180975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marL="304800" indent="-217761">
              <a:lnSpc>
                <a:spcPts val="312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IETF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24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Working Group:</a:t>
            </a:r>
            <a:r>
              <a:rPr lang="en-US" sz="24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RFC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9111</a:t>
            </a:r>
            <a:endParaRPr lang="en-US" sz="2400" dirty="0"/>
          </a:p>
          <a:p>
            <a:pPr algn="l" marL="304800" indent="-217761">
              <a:lnSpc>
                <a:spcPts val="3120"/>
              </a:lnSpc>
              <a:buSzPct val="100000"/>
              <a:buFont typeface="Arial"/>
              <a:buChar char="•"/>
            </a:pPr>
            <a:r>
              <a:rPr lang="en-US" sz="24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MDN: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CDN</a:t>
            </a:r>
            <a:r>
              <a:rPr lang="en-US" sz="24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caching</a:t>
            </a:r>
            <a:endParaRPr lang="en-US" sz="2400" dirty="0"/>
          </a:p>
        </p:txBody>
      </p:sp>
      <p:sp>
        <p:nvSpPr>
          <p:cNvPr id="32" name="Shape 30"/>
          <p:cNvSpPr/>
          <p:nvPr/>
        </p:nvSpPr>
        <p:spPr>
          <a:xfrm>
            <a:off x="9525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33" name="Shape 31"/>
          <p:cNvSpPr/>
          <p:nvPr/>
        </p:nvSpPr>
        <p:spPr>
          <a:xfrm>
            <a:off x="12001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34" name="Shape 32"/>
          <p:cNvSpPr/>
          <p:nvPr/>
        </p:nvSpPr>
        <p:spPr>
          <a:xfrm>
            <a:off x="14478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35" name="Shape 33"/>
          <p:cNvSpPr/>
          <p:nvPr/>
        </p:nvSpPr>
        <p:spPr>
          <a:xfrm>
            <a:off x="16954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36" name="Shape 34"/>
          <p:cNvSpPr/>
          <p:nvPr/>
        </p:nvSpPr>
        <p:spPr>
          <a:xfrm>
            <a:off x="19431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37" name="Shape 35"/>
          <p:cNvSpPr/>
          <p:nvPr/>
        </p:nvSpPr>
        <p:spPr>
          <a:xfrm>
            <a:off x="21907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38" name="Shape 36"/>
          <p:cNvSpPr/>
          <p:nvPr/>
        </p:nvSpPr>
        <p:spPr>
          <a:xfrm>
            <a:off x="243840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39" name="Shape 37"/>
          <p:cNvSpPr/>
          <p:nvPr/>
        </p:nvSpPr>
        <p:spPr>
          <a:xfrm>
            <a:off x="2686050" y="9563100"/>
            <a:ext cx="152400" cy="152400"/>
          </a:xfrm>
          <a:prstGeom prst="ellipse">
            <a:avLst/>
          </a:prstGeom>
          <a:solidFill>
            <a:srgbClr val="3A3D4A"/>
          </a:solidFill>
          <a:ln/>
        </p:spPr>
      </p:sp>
      <p:sp>
        <p:nvSpPr>
          <p:cNvPr id="40" name="Shape 38"/>
          <p:cNvSpPr/>
          <p:nvPr/>
        </p:nvSpPr>
        <p:spPr>
          <a:xfrm>
            <a:off x="2933700" y="9563100"/>
            <a:ext cx="152400" cy="152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1" name="Text 39"/>
          <p:cNvSpPr/>
          <p:nvPr/>
        </p:nvSpPr>
        <p:spPr>
          <a:xfrm>
            <a:off x="3429000" y="94678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02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4e89fb12-74b1-4cd8-a87c-c5f5a5a98e0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2026-10-19T13:54:11Z</dcterms:created>
  <dcterms:modified xsi:type="dcterms:W3CDTF">2026-10-19T13:54:11Z</dcterms:modified>
</cp:coreProperties>
</file>