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Netflix qua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tám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Bấm</a:t>
            </a:r>
            <a:r>
              <a:rPr lang="en-US" sz="30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phim: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việc?</a:t>
            </a:r>
            <a:endParaRPr lang="en-US" sz="3000" dirty="0"/>
          </a:p>
        </p:txBody>
      </p:sp>
      <p:sp>
        <p:nvSpPr>
          <p:cNvPr id="5" name="Connector line-1792379340605-712718245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0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3150" dirty="0" spc="1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315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31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vụ,</a:t>
            </a:r>
            <a:r>
              <a:rPr lang="en-US" sz="315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15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Truyền</a:t>
            </a:r>
            <a:r>
              <a:rPr lang="en-US" sz="31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tin,</a:t>
            </a: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video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3150" dirty="0" spc="-2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3150" dirty="0" spc="1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3150" dirty="0" spc="-1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40b33b3-10a8-4ee4-8896-dfdb6fbca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2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7200" dirty="0" spc="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4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4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1eb6dc46-c5f4-4f27-9855-b0bb89f7b16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1–2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69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Swift,</a:t>
            </a:r>
            <a:r>
              <a:rPr lang="en-US" sz="27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Kotlin: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React: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GraphQL:</a:t>
            </a:r>
            <a:r>
              <a:rPr lang="en-US" sz="27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 đúng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32847fc4-7a88-4406-af4b-51dbca6016e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3–4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 sau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ZUUL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EUREKA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 dịch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SPRING</a:t>
            </a:r>
            <a:r>
              <a:rPr lang="en-US" sz="195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BOOT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2057400" y="6743700"/>
            <a:ext cx="14173200" cy="1143000"/>
          </a:xfrm>
          <a:prstGeom prst="roundRect">
            <a:avLst>
              <a:gd name="adj" fmla="val 16667"/>
            </a:avLst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2438400" y="71628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b="1" spc="233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b="1" spc="226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6819900" y="7067550"/>
            <a:ext cx="9029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EVCache, Cassandra,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CockroachDB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5e48ded-6119-42d8-a432-e96da5bb17f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5–6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TRUYỀN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chảy,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video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 DÒNG</a:t>
            </a: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4384" rIns="0" bIns="-24384" rtlCol="0" anchor="t"/>
          <a:lstStyle/>
          <a:p>
            <a:pPr algn="l" indent="0" marL="0">
              <a:lnSpc>
                <a:spcPts val="5376"/>
              </a:lnSpc>
              <a:buNone/>
            </a:pPr>
            <a:r>
              <a:rPr lang="en-US" sz="48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Kafka</a:t>
            </a:r>
            <a:r>
              <a:rPr lang="en-US" sz="48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Flink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4384" rIns="0" bIns="-24384" rtlCol="0" anchor="t"/>
          <a:lstStyle/>
          <a:p>
            <a:pPr algn="l" indent="0" marL="0">
              <a:lnSpc>
                <a:spcPts val="5376"/>
              </a:lnSpc>
              <a:buNone/>
            </a:pPr>
            <a:r>
              <a:rPr lang="en-US" sz="48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S3</a:t>
            </a:r>
            <a:r>
              <a:rPr lang="en-US" sz="48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8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Open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Connect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"Fink";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lẽ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gõ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Flink.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e2e4b5ee-add8-452c-9a13-cfb7f67df81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7–8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1950" b="1" spc="2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 ĐI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9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69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29575" cy="4191000"/>
          </a:xfrm>
          <a:prstGeom prst="roundRect">
            <a:avLst>
              <a:gd name="adj" fmla="val 6364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726757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46" kern="0">
                <a:solidFill>
                  <a:srgbClr val="F3DFB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07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7267575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Xử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 liệu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7267575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Flink, Spark</a:t>
            </a:r>
            <a:r>
              <a:rPr lang="en-US" sz="2250" dirty="0" spc="2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dirty="0" spc="-1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lý;</a:t>
            </a:r>
            <a:r>
              <a:rPr lang="en-US" sz="2250" dirty="0" spc="-27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Tableau</a:t>
            </a:r>
            <a:r>
              <a:rPr lang="en-US" sz="2250" dirty="0" spc="-17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2250" dirty="0" spc="-1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250" dirty="0" spc="13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đồ;</a:t>
            </a:r>
            <a:r>
              <a:rPr lang="en-US" sz="2250" dirty="0" spc="-10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Redshift.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344025" y="3048000"/>
            <a:ext cx="8029575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25025" y="3352800"/>
            <a:ext cx="726757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08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9725025" y="4286250"/>
            <a:ext cx="7267575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CI/CD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9725025" y="5715000"/>
            <a:ext cx="7267575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Jira,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Jenkins,</a:t>
            </a:r>
            <a:r>
              <a:rPr lang="en-US" sz="2250" dirty="0" spc="-1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Gradle,</a:t>
            </a: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Spinnaker,</a:t>
            </a: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Chaos</a:t>
            </a:r>
            <a:r>
              <a:rPr lang="en-US" sz="2250" dirty="0" spc="-2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Monkey,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Atlas.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14400" y="7715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soạn;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 vụ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cú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f53ec34-216e-42fa-a943-3789d800da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liệt</a:t>
            </a:r>
            <a:r>
              <a:rPr lang="en-US" sz="69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thứ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gì.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nào.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chụp,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b03fe38-7bcf-47f9-8466-9dedd077e4f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t"/>
          <a:lstStyle/>
          <a:p>
            <a:pPr algn="l" indent="0" marL="0">
              <a:lnSpc>
                <a:spcPts val="8064"/>
              </a:lnSpc>
              <a:buNone/>
            </a:pP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Bấm</a:t>
            </a:r>
            <a:r>
              <a:rPr lang="en-US" sz="7200" dirty="0" spc="-8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phim</a:t>
            </a:r>
            <a:r>
              <a:rPr lang="en-US" sz="7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7200" dirty="0" spc="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thoại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9050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700" dirty="0"/>
          </a:p>
        </p:txBody>
      </p:sp>
      <p:sp>
        <p:nvSpPr>
          <p:cNvPr id="5" name="Connector line-1792379423599-38434415"/>
          <p:cNvSpPr/>
          <p:nvPr/>
        </p:nvSpPr>
        <p:spPr>
          <a:xfrm>
            <a:off x="37147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33425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6DF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700" dirty="0"/>
          </a:p>
        </p:txBody>
      </p:sp>
      <p:sp>
        <p:nvSpPr>
          <p:cNvPr id="7" name="Connector line-1792379423601-539584618"/>
          <p:cNvSpPr/>
          <p:nvPr/>
        </p:nvSpPr>
        <p:spPr>
          <a:xfrm>
            <a:off x="914400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7635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liệu,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2700" dirty="0"/>
          </a:p>
        </p:txBody>
      </p:sp>
      <p:sp>
        <p:nvSpPr>
          <p:cNvPr id="9" name="Connector line-1792379423603-468755540"/>
          <p:cNvSpPr/>
          <p:nvPr/>
        </p:nvSpPr>
        <p:spPr>
          <a:xfrm>
            <a:off x="145732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4000500" y="4572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7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GraphQL,</a:t>
            </a:r>
            <a:r>
              <a:rPr lang="en-US" sz="225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Zuul</a:t>
            </a:r>
            <a:endParaRPr lang="en-US" sz="2250" dirty="0"/>
          </a:p>
        </p:txBody>
      </p:sp>
      <p:sp>
        <p:nvSpPr>
          <p:cNvPr id="11" name="Connector line-1792379423606-381981714"/>
          <p:cNvSpPr/>
          <p:nvPr/>
        </p:nvSpPr>
        <p:spPr>
          <a:xfrm>
            <a:off x="3810000" y="5143500"/>
            <a:ext cx="52387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715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3" name="Connector line-1792379423609-986284032"/>
          <p:cNvSpPr/>
          <p:nvPr/>
        </p:nvSpPr>
        <p:spPr>
          <a:xfrm>
            <a:off x="9239250" y="6286500"/>
            <a:ext cx="52387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4000500" y="6858000"/>
            <a:ext cx="10287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Video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2250" dirty="0"/>
          </a:p>
        </p:txBody>
      </p:sp>
      <p:sp>
        <p:nvSpPr>
          <p:cNvPr id="15" name="Connector line-1792379423612-776786948"/>
          <p:cNvSpPr/>
          <p:nvPr/>
        </p:nvSpPr>
        <p:spPr>
          <a:xfrm flipH="1">
            <a:off x="3810000" y="7429500"/>
            <a:ext cx="10668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lgDash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039600" y="8286750"/>
            <a:ext cx="5334000" cy="7620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 lớp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250" b="1" dirty="0" spc="2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248017c5-8e58-496c-98a6-38d7bf1b3fc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nghệ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DDE3F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Yêu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dirty="0" spc="1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25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nhanh;</a:t>
            </a:r>
            <a:r>
              <a:rPr lang="en-US" sz="225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25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tích</a:t>
            </a:r>
            <a:r>
              <a:rPr lang="en-US" sz="2250" dirty="0" spc="-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</a:t>
            </a:r>
            <a:r>
              <a:rPr lang="en-US" sz="225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345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1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công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-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250" dirty="0" spc="-1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715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2d32c1b-18d5-4585-94c5-bd13bcfde3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tích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Delivery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chuyển</a:t>
                      </a: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Query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GraphQL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EV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Ephemeral</a:t>
                      </a:r>
                      <a:r>
                        <a:rPr lang="en-US" sz="225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Volatile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tạm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thời,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dễ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mất,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EVCache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DataBase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cơ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CockroachDB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2bcae0f3-43b7-44e7-9cf0-a70a6c6281b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2026-10-19T09:37:43Z</dcterms:created>
  <dcterms:modified xsi:type="dcterms:W3CDTF">2026-10-19T09:37:43Z</dcterms:modified>
</cp:coreProperties>
</file>