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đích,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áp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Connector line-1792372831639-979041521"/>
          <p:cNvSpPr/>
          <p:nvPr/>
        </p:nvSpPr>
        <p:spPr>
          <a:xfrm>
            <a:off x="914400" y="7429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1525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287000" y="1714500"/>
            <a:ext cx="3048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 w="19050">
            <a:solidFill>
              <a:srgbClr val="5A5F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287000" y="4000500"/>
            <a:ext cx="304800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30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287500" y="2857500"/>
            <a:ext cx="30861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4287500" y="5334000"/>
            <a:ext cx="30861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Mượn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550" dirty="0"/>
          </a:p>
        </p:txBody>
      </p:sp>
      <p:sp>
        <p:nvSpPr>
          <p:cNvPr id="12" name="Connector line-1792372831663-493601323"/>
          <p:cNvSpPr/>
          <p:nvPr/>
        </p:nvSpPr>
        <p:spPr>
          <a:xfrm>
            <a:off x="11811000" y="2762250"/>
            <a:ext cx="0" cy="1238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72831664-555548445"/>
          <p:cNvSpPr/>
          <p:nvPr/>
        </p:nvSpPr>
        <p:spPr>
          <a:xfrm flipV="1">
            <a:off x="13335000" y="3476625"/>
            <a:ext cx="952500" cy="1190625"/>
          </a:xfrm>
          <a:prstGeom prst="curvedConnector3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72831664-88645804"/>
          <p:cNvSpPr/>
          <p:nvPr/>
        </p:nvSpPr>
        <p:spPr>
          <a:xfrm>
            <a:off x="13335000" y="4667250"/>
            <a:ext cx="952500" cy="1285875"/>
          </a:xfrm>
          <a:prstGeom prst="curvedConnector3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14287500" y="2381250"/>
            <a:ext cx="308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/books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287500" y="6667500"/>
            <a:ext cx="308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/loans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bab7866-9616-4c50-be6e-a92d3e866a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endParaRPr lang="en-US" sz="1950" dirty="0"/>
          </a:p>
        </p:txBody>
      </p:sp>
      <p:sp>
        <p:nvSpPr>
          <p:cNvPr id="6" name="Text richtext-1792372845777-686483268"/>
          <p:cNvSpPr/>
          <p:nvPr/>
        </p:nvSpPr>
        <p:spPr>
          <a:xfrm>
            <a:off x="1295400" y="4286250"/>
            <a:ext cx="40005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762750" y="34290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14375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43750" y="4286250"/>
            <a:ext cx="4000500" cy="1714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42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12611100" y="34290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921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950" b="1" spc="1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95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950" dirty="0"/>
          </a:p>
        </p:txBody>
      </p:sp>
      <p:sp>
        <p:nvSpPr>
          <p:cNvPr id="12" name="Text richtext-1792372845810-318410639"/>
          <p:cNvSpPr/>
          <p:nvPr/>
        </p:nvSpPr>
        <p:spPr>
          <a:xfrm>
            <a:off x="12992100" y="4286250"/>
            <a:ext cx="40005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 chính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</p:txBody>
      </p:sp>
      <p:sp>
        <p:nvSpPr>
          <p:cNvPr id="13" name="Connector line-1792372845815-633946273"/>
          <p:cNvSpPr/>
          <p:nvPr/>
        </p:nvSpPr>
        <p:spPr>
          <a:xfrm>
            <a:off x="5676900" y="4857750"/>
            <a:ext cx="1085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2845815-357256729"/>
          <p:cNvSpPr/>
          <p:nvPr/>
        </p:nvSpPr>
        <p:spPr>
          <a:xfrm>
            <a:off x="11525250" y="4857750"/>
            <a:ext cx="1085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048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Gateway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da5eec9-1fe0-40e3-a2e2-d6f58ffc17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DỊCH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219450"/>
            <a:ext cx="857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3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/books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9052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50482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124450"/>
            <a:ext cx="857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/loans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8102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7627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500" y="69532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702945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2857500" y="77152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dirty="0" spc="-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ae25c8e-9e1b-4fef-a74f-e5805077b2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80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Tùy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27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105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5486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tần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suất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296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677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3750" dirty="0"/>
          </a:p>
        </p:txBody>
      </p:sp>
      <p:sp>
        <p:nvSpPr>
          <p:cNvPr id="12" name="Text 10"/>
          <p:cNvSpPr/>
          <p:nvPr/>
        </p:nvSpPr>
        <p:spPr>
          <a:xfrm>
            <a:off x="9677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Biến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3487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868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3750" dirty="0"/>
          </a:p>
        </p:txBody>
      </p:sp>
      <p:sp>
        <p:nvSpPr>
          <p:cNvPr id="15" name="Text 13"/>
          <p:cNvSpPr/>
          <p:nvPr/>
        </p:nvSpPr>
        <p:spPr>
          <a:xfrm>
            <a:off x="13868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tạm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6096000"/>
            <a:ext cx="164592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38175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endParaRPr lang="en-US" sz="1950" dirty="0"/>
          </a:p>
        </p:txBody>
      </p:sp>
      <p:sp>
        <p:nvSpPr>
          <p:cNvPr id="18" name="Text richtext-1792372875821-757075810"/>
          <p:cNvSpPr/>
          <p:nvPr/>
        </p:nvSpPr>
        <p:spPr>
          <a:xfrm>
            <a:off x="1295400" y="6953250"/>
            <a:ext cx="15621000" cy="1619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f666f96-4b9d-4109-823d-85e476ff92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ĐÚNG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 GIỚI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2387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14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950" dirty="0"/>
          </a:p>
        </p:txBody>
      </p:sp>
      <p:sp>
        <p:nvSpPr>
          <p:cNvPr id="9" name="Text richtext-1792372888859-460119553"/>
          <p:cNvSpPr/>
          <p:nvPr/>
        </p:nvSpPr>
        <p:spPr>
          <a:xfrm>
            <a:off x="1333500" y="58102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marL="381000" indent="-272202">
              <a:lnSpc>
                <a:spcPts val="4200"/>
              </a:lnSpc>
              <a:buSzPct val="100000"/>
              <a:buFont typeface="Arial"/>
              <a:buChar char="•"/>
            </a:pP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Bảo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phiếu cụ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3000" dirty="0"/>
          </a:p>
          <a:p>
            <a:pPr algn="l" marL="381000" indent="-272202">
              <a:lnSpc>
                <a:spcPts val="4200"/>
              </a:lnSpc>
              <a:buSzPct val="100000"/>
              <a:buFont typeface="Arial"/>
              <a:buChar char="•"/>
            </a:pPr>
            <a:r>
              <a:rPr lang="en-US" sz="3000" dirty="0" spc="-5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Xử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 nghiệp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7762875"/>
            <a:ext cx="114300" cy="533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762875"/>
            <a:ext cx="16002000" cy="952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7a22f75-3d25-40ec-8182-ea13d71356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quanh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239000" y="3143250"/>
            <a:ext cx="971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Connector line-1792372905259-966806477"/>
          <p:cNvSpPr/>
          <p:nvPr/>
        </p:nvSpPr>
        <p:spPr>
          <a:xfrm>
            <a:off x="914400" y="37147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333500" y="409575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3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7239000" y="4133850"/>
            <a:ext cx="971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/books,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/loans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0" name="Connector line-1792372905263-473850505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571500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Áp</a:t>
            </a: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7239000" y="5753100"/>
            <a:ext cx="971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9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tự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700" dirty="0"/>
          </a:p>
        </p:txBody>
      </p:sp>
      <p:sp>
        <p:nvSpPr>
          <p:cNvPr id="13" name="Connector line-1792372905266-797285097"/>
          <p:cNvSpPr/>
          <p:nvPr/>
        </p:nvSpPr>
        <p:spPr>
          <a:xfrm>
            <a:off x="914400" y="69532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333500" y="733425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300" dirty="0" spc="-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ranh</a:t>
            </a:r>
            <a:r>
              <a:rPr lang="en-US" sz="3300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7239000" y="7372350"/>
            <a:ext cx="971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829aac7-790d-41d7-97e2-f90ce0bd3b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3000" dirty="0" spc="-3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145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4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3000" dirty="0" spc="-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/loans</a:t>
            </a:r>
            <a:r>
              <a:rPr lang="en-US" sz="3000" dirty="0" spc="-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000" dirty="0" spc="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1430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190875"/>
            <a:ext cx="15621000" cy="25717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78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78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trả.</a:t>
            </a:r>
            <a:endParaRPr lang="en-US" sz="7800" dirty="0"/>
          </a:p>
        </p:txBody>
      </p:sp>
      <p:sp>
        <p:nvSpPr>
          <p:cNvPr id="7" name="Shape 5"/>
          <p:cNvSpPr/>
          <p:nvPr/>
        </p:nvSpPr>
        <p:spPr>
          <a:xfrm>
            <a:off x="914400" y="6477000"/>
            <a:ext cx="8001000" cy="2286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6762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 CHỈ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372600" y="6477000"/>
            <a:ext cx="8001000" cy="2286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6762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 CÓ</a:t>
            </a:r>
            <a:r>
              <a:rPr lang="en-US" sz="195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1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1950" b="1" spc="13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53600" y="73342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 lời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ad5e803-9853-4cfd-ae00-2c51846e36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BỐI</a:t>
            </a:r>
            <a:r>
              <a:rPr lang="en-US" sz="180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4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0670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Ngắt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mạch</a:t>
            </a:r>
            <a:r>
              <a:rPr lang="en-US" sz="31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(circuit</a:t>
            </a:r>
            <a:r>
              <a:rPr lang="en-US" sz="31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breaker)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2857500" y="3657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7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Tạm</a:t>
            </a:r>
            <a:r>
              <a:rPr lang="en-US" sz="2250" dirty="0" spc="1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250" dirty="0" spc="-1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250" dirty="0" spc="-9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51435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1625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cả</a:t>
            </a:r>
            <a:r>
              <a:rPr lang="en-US" sz="31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315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r>
              <a:rPr lang="en-US" sz="31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315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857500" y="57531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Azure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250" dirty="0" spc="-3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7048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239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72580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 chung thêm</a:t>
            </a:r>
            <a:r>
              <a:rPr lang="en-US" sz="31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2857500" y="7848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nghẽn;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lực,</a:t>
            </a:r>
            <a:r>
              <a:rPr lang="en-US" sz="225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phòng, quan</a:t>
            </a:r>
            <a:r>
              <a:rPr lang="en-US" sz="2250" dirty="0" spc="-1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0839d14-44b7-47a7-a0a0-49b64687e3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239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647700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334000"/>
            <a:ext cx="647700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8496300" y="2857500"/>
            <a:ext cx="8877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8877300" y="3238500"/>
            <a:ext cx="819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richtext-1792372947691-350390624"/>
          <p:cNvSpPr/>
          <p:nvPr/>
        </p:nvSpPr>
        <p:spPr>
          <a:xfrm>
            <a:off x="8877300" y="3905250"/>
            <a:ext cx="8191500" cy="4381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Microsoft,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Microsoft,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 trên</a:t>
            </a:r>
            <a:r>
              <a:rPr lang="en-US" sz="24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bec08672-3d8f-4212-8cc9-9b7f48a12d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2026-10-19T03:03:54Z</dcterms:created>
  <dcterms:modified xsi:type="dcterms:W3CDTF">2026-10-19T03:03:54Z</dcterms:modified>
</cp:coreProperties>
</file>