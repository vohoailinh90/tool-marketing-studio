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9334500" cy="12382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ctr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81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OSI</a:t>
            </a:r>
            <a:endParaRPr lang="en-US" sz="81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143250"/>
            <a:ext cx="8953500" cy="5715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ctr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 spc="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 cầu</a:t>
            </a:r>
            <a:r>
              <a:rPr lang="en-US" sz="36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HTTP</a:t>
            </a:r>
            <a:r>
              <a:rPr lang="en-US" sz="36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733800"/>
            <a:ext cx="8953500" cy="5715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ctr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36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tầng,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4324350"/>
            <a:ext cx="8953500" cy="5715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ctr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36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3600" dirty="0" spc="-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6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nhiệm</a:t>
            </a:r>
            <a:r>
              <a:rPr lang="en-US" sz="36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914400" y="5962650"/>
            <a:ext cx="190500" cy="190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848350"/>
            <a:ext cx="857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5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550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đi: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6629400"/>
            <a:ext cx="190500" cy="1905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515100"/>
            <a:ext cx="857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về: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gỡ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5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72961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7181850"/>
            <a:ext cx="857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MAC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chặng, IP</a:t>
            </a:r>
            <a:r>
              <a:rPr lang="en-US" sz="2550" dirty="0" spc="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suốt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1049000" y="1047750"/>
            <a:ext cx="5715000" cy="5715000"/>
          </a:xfrm>
          <a:prstGeom prst="rect">
            <a:avLst/>
          </a:prstGeom>
          <a:noFill/>
          <a:ln/>
        </p:spPr>
        <p:txBody>
          <a:bodyPr wrap="square" lIns="0" tIns="379984" rIns="0" bIns="-379984" rtlCol="0" anchor="ctr"/>
          <a:lstStyle/>
          <a:p>
            <a:pPr algn="ctr" indent="0" marL="0">
              <a:lnSpc>
                <a:spcPts val="37400"/>
              </a:lnSpc>
              <a:buNone/>
            </a:pPr>
            <a:r>
              <a:rPr lang="en-US" sz="374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37400" dirty="0"/>
          </a:p>
        </p:txBody>
      </p:sp>
      <p:sp>
        <p:nvSpPr>
          <p:cNvPr id="15" name="Text 13"/>
          <p:cNvSpPr/>
          <p:nvPr/>
        </p:nvSpPr>
        <p:spPr>
          <a:xfrm>
            <a:off x="11049000" y="6572250"/>
            <a:ext cx="571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tầng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0477500" y="7905750"/>
            <a:ext cx="6858000" cy="762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OSI</a:t>
            </a:r>
            <a:r>
              <a:rPr lang="en-US" sz="225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1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25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25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25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1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2250" dirty="0" spc="-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112fffba-0076-4c8c-8bd4-b082e94ca5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1950" spc="189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TẦNG</a:t>
            </a:r>
            <a:r>
              <a:rPr lang="en-US" sz="1950" spc="199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NHIỆM</a:t>
            </a:r>
            <a:r>
              <a:rPr lang="en-US" sz="1950" spc="22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78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chồng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571750"/>
            <a:ext cx="16459200" cy="781050"/>
          </a:xfrm>
          <a:prstGeom prst="roundRect">
            <a:avLst>
              <a:gd name="adj" fmla="val 2195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429000"/>
            <a:ext cx="16459200" cy="781050"/>
          </a:xfrm>
          <a:prstGeom prst="roundRect">
            <a:avLst>
              <a:gd name="adj" fmla="val 2195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286250"/>
            <a:ext cx="16459200" cy="781050"/>
          </a:xfrm>
          <a:prstGeom prst="roundRect">
            <a:avLst>
              <a:gd name="adj" fmla="val 2195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5143500"/>
            <a:ext cx="16459200" cy="781050"/>
          </a:xfrm>
          <a:prstGeom prst="roundRect">
            <a:avLst>
              <a:gd name="adj" fmla="val 2195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6000750"/>
            <a:ext cx="16459200" cy="781050"/>
          </a:xfrm>
          <a:prstGeom prst="roundRect">
            <a:avLst>
              <a:gd name="adj" fmla="val 2195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6858000"/>
            <a:ext cx="16459200" cy="781050"/>
          </a:xfrm>
          <a:prstGeom prst="roundRect">
            <a:avLst>
              <a:gd name="adj" fmla="val 2195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7715250"/>
            <a:ext cx="16459200" cy="781050"/>
          </a:xfrm>
          <a:prstGeom prst="roundRect">
            <a:avLst>
              <a:gd name="adj" fmla="val 2195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7750" y="265747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265747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000250" y="2571750"/>
            <a:ext cx="3619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 dụng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905500" y="2571750"/>
            <a:ext cx="11239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7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HTTP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047750" y="351472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CFC7B3"/>
          </a:solidFill>
          <a:ln/>
        </p:spPr>
      </p:sp>
      <p:sp>
        <p:nvSpPr>
          <p:cNvPr id="16" name="Text 14"/>
          <p:cNvSpPr/>
          <p:nvPr/>
        </p:nvSpPr>
        <p:spPr>
          <a:xfrm>
            <a:off x="1047750" y="351472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000250" y="3429000"/>
            <a:ext cx="3619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Trình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bày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905500" y="3429000"/>
            <a:ext cx="11239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4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47750" y="437197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CFC7B3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" y="437197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2000250" y="4286250"/>
            <a:ext cx="3619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Phiên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905500" y="4286250"/>
            <a:ext cx="11239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4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047750" y="522922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14161C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" y="522922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2000250" y="5143500"/>
            <a:ext cx="3619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</a:t>
            </a:r>
            <a:r>
              <a:rPr lang="en-US" sz="30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vận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905500" y="5143500"/>
            <a:ext cx="11239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TCP: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 nguồn,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4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đích,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1047750" y="608647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14161C"/>
          </a:solidFill>
          <a:ln/>
        </p:spPr>
      </p:sp>
      <p:sp>
        <p:nvSpPr>
          <p:cNvPr id="28" name="Text 26"/>
          <p:cNvSpPr/>
          <p:nvPr/>
        </p:nvSpPr>
        <p:spPr>
          <a:xfrm>
            <a:off x="1047750" y="608647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2000250" y="6000750"/>
            <a:ext cx="3619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Mạng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5905500" y="6000750"/>
            <a:ext cx="11239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IP:</a:t>
            </a:r>
            <a:r>
              <a:rPr lang="en-US" sz="240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1047750" y="694372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14161C"/>
          </a:solidFill>
          <a:ln/>
        </p:spPr>
      </p:sp>
      <p:sp>
        <p:nvSpPr>
          <p:cNvPr id="32" name="Text 30"/>
          <p:cNvSpPr/>
          <p:nvPr/>
        </p:nvSpPr>
        <p:spPr>
          <a:xfrm>
            <a:off x="1047750" y="694372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2000250" y="6858000"/>
            <a:ext cx="3619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Liên</a:t>
            </a:r>
            <a:r>
              <a:rPr lang="en-US" sz="30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5905500" y="6858000"/>
            <a:ext cx="11239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Ethernet:</a:t>
            </a:r>
            <a:r>
              <a:rPr lang="en-US" sz="240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1047750" y="7800975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14161C"/>
          </a:solidFill>
          <a:ln/>
        </p:spPr>
      </p:sp>
      <p:sp>
        <p:nvSpPr>
          <p:cNvPr id="36" name="Text 34"/>
          <p:cNvSpPr/>
          <p:nvPr/>
        </p:nvSpPr>
        <p:spPr>
          <a:xfrm>
            <a:off x="1047750" y="7800975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2000250" y="7715250"/>
            <a:ext cx="3619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6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Vật</a:t>
            </a: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5905500" y="7715250"/>
            <a:ext cx="11239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bit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sóng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Shape 3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1" name="Shape 3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2" name="Shape 4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3" name="Shape 4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4" name="Shape 4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5" name="Shape 4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6" name="Shape 4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7" name="Shape 4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8" name="Shape 4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9" name="Text 47"/>
          <p:cNvSpPr/>
          <p:nvPr/>
        </p:nvSpPr>
        <p:spPr>
          <a:xfrm>
            <a:off x="39243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97ebfc54-084e-42fa-aa9e-7d38fe35a0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2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1950" spc="224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47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1950" spc="222" kern="0" dirty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78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78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5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3000" dirty="0" spc="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30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bit</a:t>
            </a:r>
            <a:r>
              <a:rPr lang="en-US" sz="3000" dirty="0" spc="-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dây.</a:t>
            </a:r>
            <a:endParaRPr lang="en-US" sz="3000" dirty="0"/>
          </a:p>
        </p:txBody>
      </p:sp>
      <p:sp>
        <p:nvSpPr>
          <p:cNvPr id="5" name="Connector line-1792294317520-133328288"/>
          <p:cNvSpPr/>
          <p:nvPr/>
        </p:nvSpPr>
        <p:spPr>
          <a:xfrm>
            <a:off x="1524000" y="3429000"/>
            <a:ext cx="0" cy="504825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333500" y="33147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1333500" y="455295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Shape 6"/>
          <p:cNvSpPr/>
          <p:nvPr/>
        </p:nvSpPr>
        <p:spPr>
          <a:xfrm>
            <a:off x="1333500" y="57912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9" name="Shape 7"/>
          <p:cNvSpPr/>
          <p:nvPr/>
        </p:nvSpPr>
        <p:spPr>
          <a:xfrm>
            <a:off x="1333500" y="702945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0" name="Shape 8"/>
          <p:cNvSpPr/>
          <p:nvPr/>
        </p:nvSpPr>
        <p:spPr>
          <a:xfrm>
            <a:off x="1333500" y="82677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2095500" y="3238500"/>
            <a:ext cx="285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 dụng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143500" y="3295650"/>
            <a:ext cx="685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Tạo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HTTP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95500" y="4476750"/>
            <a:ext cx="285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Giao</a:t>
            </a:r>
            <a:r>
              <a:rPr lang="en-US" sz="3000" dirty="0" spc="-2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143500" y="4362450"/>
            <a:ext cx="685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Thêm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r>
              <a:rPr lang="en-US" sz="24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</a:t>
            </a:r>
            <a:r>
              <a:rPr lang="en-US" sz="240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TCP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143500" y="47625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195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đích,</a:t>
            </a:r>
            <a:r>
              <a:rPr lang="en-US" sz="19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2095500" y="5715000"/>
            <a:ext cx="285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Mạng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143500" y="5600700"/>
            <a:ext cx="685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Thêm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r>
              <a:rPr lang="en-US" sz="24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IP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143500" y="600075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195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2095500" y="6953250"/>
            <a:ext cx="285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Liên</a:t>
            </a:r>
            <a:r>
              <a:rPr lang="en-US" sz="3000" dirty="0" spc="-1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143500" y="6838950"/>
            <a:ext cx="685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Thêm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r>
              <a:rPr lang="en-US" sz="24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Ethernet</a:t>
            </a:r>
            <a:r>
              <a:rPr lang="en-US" sz="24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 cuối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143500" y="72390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MAC,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2095500" y="8191500"/>
            <a:ext cx="285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6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Vật</a:t>
            </a:r>
            <a:r>
              <a:rPr lang="en-US" sz="30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143500" y="8248650"/>
            <a:ext cx="685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Đưa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 bit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dây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sóng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2382500" y="3200400"/>
            <a:ext cx="1428750" cy="609600"/>
          </a:xfrm>
          <a:prstGeom prst="rect">
            <a:avLst/>
          </a:prstGeom>
          <a:solidFill>
            <a:srgbClr val="14161C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82500" y="3200400"/>
            <a:ext cx="1428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HTTP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382500" y="4438650"/>
            <a:ext cx="857250" cy="609600"/>
          </a:xfrm>
          <a:prstGeom prst="rect">
            <a:avLst/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82500" y="4438650"/>
            <a:ext cx="857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3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TCP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3239750" y="4438650"/>
            <a:ext cx="1428750" cy="609600"/>
          </a:xfrm>
          <a:prstGeom prst="rect">
            <a:avLst/>
          </a:prstGeom>
          <a:solidFill>
            <a:srgbClr val="14161C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239750" y="4438650"/>
            <a:ext cx="1428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HTTP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382500" y="5676900"/>
            <a:ext cx="762000" cy="609600"/>
          </a:xfrm>
          <a:prstGeom prst="rect">
            <a:avLst/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82500" y="567690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IP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3144500" y="5676900"/>
            <a:ext cx="857250" cy="609600"/>
          </a:xfrm>
          <a:prstGeom prst="rect">
            <a:avLst/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144500" y="5676900"/>
            <a:ext cx="857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3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TCP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4001750" y="5676900"/>
            <a:ext cx="1428750" cy="609600"/>
          </a:xfrm>
          <a:prstGeom prst="rect">
            <a:avLst/>
          </a:prstGeom>
          <a:solidFill>
            <a:srgbClr val="14161C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001750" y="5676900"/>
            <a:ext cx="1428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HTTP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2382500" y="6915150"/>
            <a:ext cx="1143000" cy="609600"/>
          </a:xfrm>
          <a:prstGeom prst="rect">
            <a:avLst/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382500" y="6915150"/>
            <a:ext cx="114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4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Ethernet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3525500" y="6915150"/>
            <a:ext cx="762000" cy="609600"/>
          </a:xfrm>
          <a:prstGeom prst="rect">
            <a:avLst/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525500" y="691515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IP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4287500" y="6915150"/>
            <a:ext cx="857250" cy="609600"/>
          </a:xfrm>
          <a:prstGeom prst="rect">
            <a:avLst/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287500" y="6915150"/>
            <a:ext cx="857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32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TCP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5144750" y="6915150"/>
            <a:ext cx="1428750" cy="609600"/>
          </a:xfrm>
          <a:prstGeom prst="rect">
            <a:avLst/>
          </a:prstGeom>
          <a:solidFill>
            <a:srgbClr val="14161C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144750" y="6915150"/>
            <a:ext cx="14287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HTTP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6573500" y="6915150"/>
            <a:ext cx="762000" cy="609600"/>
          </a:xfrm>
          <a:prstGeom prst="rect">
            <a:avLst/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6573500" y="6915150"/>
            <a:ext cx="76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 spc="-14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FCS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382500" y="822960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spc="295" kern="0" dirty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0110</a:t>
            </a:r>
            <a:r>
              <a:rPr lang="en-US" sz="3000" spc="297" kern="0" dirty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1001</a:t>
            </a:r>
            <a:r>
              <a:rPr lang="en-US" sz="3000" spc="300" kern="0" dirty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1100</a:t>
            </a:r>
            <a:r>
              <a:rPr lang="en-US" sz="3000" spc="297" kern="0" dirty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…</a:t>
            </a:r>
            <a:endParaRPr lang="en-US" sz="3000" dirty="0"/>
          </a:p>
        </p:txBody>
      </p:sp>
      <p:sp>
        <p:nvSpPr>
          <p:cNvPr id="47" name="Shape 4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8" name="Shape 4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9" name="Shape 4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0" name="Shape 4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1" name="Shape 4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2" name="Shape 5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3" name="Shape 5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4" name="Shape 5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5" name="Shape 5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6" name="Shape 5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57" name="Text 55"/>
          <p:cNvSpPr/>
          <p:nvPr/>
        </p:nvSpPr>
        <p:spPr>
          <a:xfrm>
            <a:off x="39243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9" name="Moda image moda-export-watermark-8a15afdb-b8ac-4b11-bf51-5766a21b1f7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 ·</a:t>
            </a:r>
            <a:r>
              <a:rPr lang="en-US" sz="1950" spc="225" kern="0" dirty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 VỀ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78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gỡ</a:t>
            </a:r>
            <a:r>
              <a:rPr lang="en-US" sz="7800" dirty="0" spc="-9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ngược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3000" dirty="0" spc="2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3000" dirty="0" spc="-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Ethernet,</a:t>
            </a:r>
            <a:r>
              <a:rPr lang="en-US" sz="3000" dirty="0" spc="-2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0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IP,</a:t>
            </a:r>
            <a:r>
              <a:rPr lang="en-US" sz="3000" dirty="0" spc="-2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000" dirty="0" spc="-4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35433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181100" y="35433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Nhận</a:t>
            </a:r>
            <a:r>
              <a:rPr lang="en-US" sz="315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khung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1104900" y="4953000"/>
            <a:ext cx="1009650" cy="800100"/>
          </a:xfrm>
          <a:prstGeom prst="rect">
            <a:avLst/>
          </a:prstGeom>
          <a:solidFill>
            <a:srgbClr val="FFB454"/>
          </a:solidFill>
          <a:ln w="28575">
            <a:solidFill>
              <a:srgbClr val="1E21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4900" y="4953000"/>
            <a:ext cx="10096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Ethernet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2114550" y="4953000"/>
            <a:ext cx="476250" cy="800100"/>
          </a:xfrm>
          <a:prstGeom prst="rect">
            <a:avLst/>
          </a:prstGeom>
          <a:solidFill>
            <a:srgbClr val="FFB454"/>
          </a:solidFill>
          <a:ln w="28575">
            <a:solidFill>
              <a:srgbClr val="1E21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14550" y="4953000"/>
            <a:ext cx="4762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IP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2590800" y="4953000"/>
            <a:ext cx="571500" cy="800100"/>
          </a:xfrm>
          <a:prstGeom prst="rect">
            <a:avLst/>
          </a:prstGeom>
          <a:solidFill>
            <a:srgbClr val="FFB454"/>
          </a:solidFill>
          <a:ln w="28575">
            <a:solidFill>
              <a:srgbClr val="1E21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0800" y="4953000"/>
            <a:ext cx="571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TCP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3162300" y="4953000"/>
            <a:ext cx="666750" cy="800100"/>
          </a:xfrm>
          <a:prstGeom prst="rect">
            <a:avLst/>
          </a:prstGeom>
          <a:solidFill>
            <a:srgbClr val="F3EEE3"/>
          </a:solidFill>
          <a:ln w="28575">
            <a:solidFill>
              <a:srgbClr val="1E21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62300" y="4953000"/>
            <a:ext cx="666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HTTP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3829050" y="4953000"/>
            <a:ext cx="438150" cy="800100"/>
          </a:xfrm>
          <a:prstGeom prst="rect">
            <a:avLst/>
          </a:prstGeom>
          <a:solidFill>
            <a:srgbClr val="FFB454"/>
          </a:solidFill>
          <a:ln w="28575">
            <a:solidFill>
              <a:srgbClr val="1E21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9050" y="4953000"/>
            <a:ext cx="4381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FCS</a:t>
            </a:r>
            <a:endParaRPr lang="en-US" sz="1650" dirty="0"/>
          </a:p>
        </p:txBody>
      </p:sp>
      <p:sp>
        <p:nvSpPr>
          <p:cNvPr id="17" name="Connector line-1792294353689-979557452"/>
          <p:cNvSpPr/>
          <p:nvPr/>
        </p:nvSpPr>
        <p:spPr>
          <a:xfrm>
            <a:off x="4533900" y="4810125"/>
            <a:ext cx="6096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19700" y="3238500"/>
            <a:ext cx="35433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35433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Bỏ</a:t>
            </a:r>
            <a:r>
              <a:rPr lang="en-US" sz="315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tiêu</a:t>
            </a:r>
            <a:r>
              <a:rPr lang="en-US" sz="3150" dirty="0" spc="1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3150" dirty="0" spc="-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Ethernet</a:t>
            </a:r>
            <a:endParaRPr lang="en-US" sz="3150" dirty="0"/>
          </a:p>
        </p:txBody>
      </p:sp>
      <p:sp>
        <p:nvSpPr>
          <p:cNvPr id="20" name="Shape 18"/>
          <p:cNvSpPr/>
          <p:nvPr/>
        </p:nvSpPr>
        <p:spPr>
          <a:xfrm>
            <a:off x="5410200" y="4953000"/>
            <a:ext cx="476250" cy="800100"/>
          </a:xfrm>
          <a:prstGeom prst="rect">
            <a:avLst/>
          </a:prstGeom>
          <a:solidFill>
            <a:srgbClr val="FFB454"/>
          </a:solidFill>
          <a:ln w="28575">
            <a:solidFill>
              <a:srgbClr val="1E21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0200" y="4953000"/>
            <a:ext cx="4762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IP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5886450" y="4953000"/>
            <a:ext cx="571500" cy="800100"/>
          </a:xfrm>
          <a:prstGeom prst="rect">
            <a:avLst/>
          </a:prstGeom>
          <a:solidFill>
            <a:srgbClr val="FFB454"/>
          </a:solidFill>
          <a:ln w="28575">
            <a:solidFill>
              <a:srgbClr val="1E21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86450" y="4953000"/>
            <a:ext cx="571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TCP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6457950" y="4953000"/>
            <a:ext cx="666750" cy="800100"/>
          </a:xfrm>
          <a:prstGeom prst="rect">
            <a:avLst/>
          </a:prstGeom>
          <a:solidFill>
            <a:srgbClr val="F3EEE3"/>
          </a:solidFill>
          <a:ln w="28575">
            <a:solidFill>
              <a:srgbClr val="1E21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7950" y="4953000"/>
            <a:ext cx="666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HTTP</a:t>
            </a:r>
            <a:endParaRPr lang="en-US" sz="1650" dirty="0"/>
          </a:p>
        </p:txBody>
      </p:sp>
      <p:sp>
        <p:nvSpPr>
          <p:cNvPr id="26" name="Connector line-1792294353697-983308070"/>
          <p:cNvSpPr/>
          <p:nvPr/>
        </p:nvSpPr>
        <p:spPr>
          <a:xfrm>
            <a:off x="8839200" y="4810125"/>
            <a:ext cx="6096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525000" y="3238500"/>
            <a:ext cx="35433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/>
        </p:spPr>
      </p:sp>
      <p:sp>
        <p:nvSpPr>
          <p:cNvPr id="28" name="Text 26"/>
          <p:cNvSpPr/>
          <p:nvPr/>
        </p:nvSpPr>
        <p:spPr>
          <a:xfrm>
            <a:off x="9791700" y="35433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Bỏ</a:t>
            </a:r>
            <a:r>
              <a:rPr lang="en-US" sz="315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tiêu</a:t>
            </a:r>
            <a:r>
              <a:rPr lang="en-US" sz="3150" dirty="0" spc="1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31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IP</a:t>
            </a:r>
            <a:endParaRPr lang="en-US" sz="3150" dirty="0"/>
          </a:p>
        </p:txBody>
      </p:sp>
      <p:sp>
        <p:nvSpPr>
          <p:cNvPr id="29" name="Shape 27"/>
          <p:cNvSpPr/>
          <p:nvPr/>
        </p:nvSpPr>
        <p:spPr>
          <a:xfrm>
            <a:off x="9715500" y="4953000"/>
            <a:ext cx="571500" cy="800100"/>
          </a:xfrm>
          <a:prstGeom prst="rect">
            <a:avLst/>
          </a:prstGeom>
          <a:solidFill>
            <a:srgbClr val="FFB454"/>
          </a:solidFill>
          <a:ln w="28575">
            <a:solidFill>
              <a:srgbClr val="1E212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715500" y="4953000"/>
            <a:ext cx="571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TCP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0287000" y="4953000"/>
            <a:ext cx="666750" cy="800100"/>
          </a:xfrm>
          <a:prstGeom prst="rect">
            <a:avLst/>
          </a:prstGeom>
          <a:solidFill>
            <a:srgbClr val="F3EEE3"/>
          </a:solidFill>
          <a:ln w="28575">
            <a:solidFill>
              <a:srgbClr val="1E21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87000" y="4953000"/>
            <a:ext cx="666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HTTP</a:t>
            </a:r>
            <a:endParaRPr lang="en-US" sz="1650" dirty="0"/>
          </a:p>
        </p:txBody>
      </p:sp>
      <p:sp>
        <p:nvSpPr>
          <p:cNvPr id="33" name="Connector line-1792294353702-790292592"/>
          <p:cNvSpPr/>
          <p:nvPr/>
        </p:nvSpPr>
        <p:spPr>
          <a:xfrm>
            <a:off x="13144500" y="4810125"/>
            <a:ext cx="6096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3830300" y="3238500"/>
            <a:ext cx="3543300" cy="3143250"/>
          </a:xfrm>
          <a:prstGeom prst="roundRect">
            <a:avLst>
              <a:gd name="adj" fmla="val 8485"/>
            </a:avLst>
          </a:prstGeom>
          <a:solidFill>
            <a:srgbClr val="1E212B"/>
          </a:solidFill>
          <a:ln/>
        </p:spPr>
      </p:sp>
      <p:sp>
        <p:nvSpPr>
          <p:cNvPr id="35" name="Text 33"/>
          <p:cNvSpPr/>
          <p:nvPr/>
        </p:nvSpPr>
        <p:spPr>
          <a:xfrm>
            <a:off x="14097000" y="35433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Bỏ</a:t>
            </a:r>
            <a:r>
              <a:rPr lang="en-US" sz="315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tiêu</a:t>
            </a:r>
            <a:r>
              <a:rPr lang="en-US" sz="3150" dirty="0" spc="1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3150" dirty="0" spc="-2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TCP</a:t>
            </a:r>
            <a:endParaRPr lang="en-US" sz="3150" dirty="0"/>
          </a:p>
        </p:txBody>
      </p:sp>
      <p:sp>
        <p:nvSpPr>
          <p:cNvPr id="36" name="Shape 34"/>
          <p:cNvSpPr/>
          <p:nvPr/>
        </p:nvSpPr>
        <p:spPr>
          <a:xfrm>
            <a:off x="14020800" y="4953000"/>
            <a:ext cx="666750" cy="800100"/>
          </a:xfrm>
          <a:prstGeom prst="rect">
            <a:avLst/>
          </a:prstGeom>
          <a:solidFill>
            <a:srgbClr val="F3EEE3"/>
          </a:solidFill>
          <a:ln w="28575">
            <a:solidFill>
              <a:srgbClr val="1E21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020800" y="4953000"/>
            <a:ext cx="666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HTTP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14859000" y="4953000"/>
            <a:ext cx="23241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2100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 dụng</a:t>
            </a:r>
            <a:endParaRPr lang="en-US" sz="2100" dirty="0"/>
          </a:p>
        </p:txBody>
      </p:sp>
      <p:sp>
        <p:nvSpPr>
          <p:cNvPr id="39" name="Shape 37"/>
          <p:cNvSpPr/>
          <p:nvPr/>
        </p:nvSpPr>
        <p:spPr>
          <a:xfrm>
            <a:off x="914400" y="69532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/>
        </p:spPr>
      </p:sp>
      <p:sp>
        <p:nvSpPr>
          <p:cNvPr id="40" name="Shape 38"/>
          <p:cNvSpPr/>
          <p:nvPr/>
        </p:nvSpPr>
        <p:spPr>
          <a:xfrm>
            <a:off x="914400" y="6953250"/>
            <a:ext cx="95250" cy="1428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41" name="Text 39"/>
          <p:cNvSpPr/>
          <p:nvPr/>
        </p:nvSpPr>
        <p:spPr>
          <a:xfrm>
            <a:off x="1333500" y="7143750"/>
            <a:ext cx="156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34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 biết tiêu</a:t>
            </a:r>
            <a:r>
              <a:rPr lang="en-US" sz="345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đề</a:t>
            </a:r>
            <a:r>
              <a:rPr lang="en-US" sz="34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34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345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nó.</a:t>
            </a:r>
            <a:endParaRPr lang="en-US" sz="3450" dirty="0"/>
          </a:p>
        </p:txBody>
      </p:sp>
      <p:sp>
        <p:nvSpPr>
          <p:cNvPr id="42" name="Text 40"/>
          <p:cNvSpPr/>
          <p:nvPr/>
        </p:nvSpPr>
        <p:spPr>
          <a:xfrm>
            <a:off x="1333500" y="7791450"/>
            <a:ext cx="15621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400" dirty="0" spc="-1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trên.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4" name="Shape 4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5" name="Shape 4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6" name="Shape 4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7" name="Shape 4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8" name="Shape 4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9" name="Shape 4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0" name="Shape 4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1" name="Shape 4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2" name="Shape 5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3" name="Text 51"/>
          <p:cNvSpPr/>
          <p:nvPr/>
        </p:nvSpPr>
        <p:spPr>
          <a:xfrm>
            <a:off x="39243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5" name="Moda image moda-export-watermark-c2de7ede-6a10-4abe-b72c-3c03105e56b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78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78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gói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30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0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khác</a:t>
            </a:r>
            <a:r>
              <a:rPr lang="en-US" sz="30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95400" y="318135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28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Ở</a:t>
            </a:r>
            <a:r>
              <a:rPr lang="en-US" sz="1800" spc="20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ĐÂU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0" y="31813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28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THƯỜNG</a:t>
            </a:r>
            <a:r>
              <a:rPr lang="en-US" sz="1800" spc="229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180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6195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619500"/>
            <a:ext cx="571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7620000" y="3619500"/>
            <a:ext cx="933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segment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914400" y="46672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667250"/>
            <a:ext cx="571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7620000" y="4667250"/>
            <a:ext cx="933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datagram</a:t>
            </a:r>
            <a:endParaRPr lang="en-US" sz="3900" dirty="0"/>
          </a:p>
        </p:txBody>
      </p:sp>
      <p:sp>
        <p:nvSpPr>
          <p:cNvPr id="13" name="Shape 11"/>
          <p:cNvSpPr/>
          <p:nvPr/>
        </p:nvSpPr>
        <p:spPr>
          <a:xfrm>
            <a:off x="914400" y="57150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5715000"/>
            <a:ext cx="571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7620000" y="5715000"/>
            <a:ext cx="933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1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packet</a:t>
            </a:r>
            <a:endParaRPr lang="en-US" sz="3900" dirty="0"/>
          </a:p>
        </p:txBody>
      </p:sp>
      <p:sp>
        <p:nvSpPr>
          <p:cNvPr id="16" name="Shape 14"/>
          <p:cNvSpPr/>
          <p:nvPr/>
        </p:nvSpPr>
        <p:spPr>
          <a:xfrm>
            <a:off x="914400" y="67627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762750"/>
            <a:ext cx="571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Tầng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liên</a:t>
            </a:r>
            <a:r>
              <a:rPr lang="en-US" sz="33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7620000" y="6762750"/>
            <a:ext cx="933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1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frame</a:t>
            </a:r>
            <a:endParaRPr lang="en-US" sz="3900" dirty="0"/>
          </a:p>
        </p:txBody>
      </p:sp>
      <p:sp>
        <p:nvSpPr>
          <p:cNvPr id="19" name="Shape 17"/>
          <p:cNvSpPr/>
          <p:nvPr/>
        </p:nvSpPr>
        <p:spPr>
          <a:xfrm>
            <a:off x="914400" y="78105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5400" y="7810500"/>
            <a:ext cx="6096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Cuối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khung</a:t>
            </a:r>
            <a:r>
              <a:rPr lang="en-US" sz="33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Ethernet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7620000" y="7810500"/>
            <a:ext cx="133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2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FCS</a:t>
            </a:r>
            <a:endParaRPr lang="en-US" sz="3900" dirty="0"/>
          </a:p>
        </p:txBody>
      </p:sp>
      <p:sp>
        <p:nvSpPr>
          <p:cNvPr id="22" name="Text 20"/>
          <p:cNvSpPr/>
          <p:nvPr/>
        </p:nvSpPr>
        <p:spPr>
          <a:xfrm>
            <a:off x="9144000" y="7810500"/>
            <a:ext cx="7810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đoạn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Shape 3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3" name="Text 31"/>
          <p:cNvSpPr/>
          <p:nvPr/>
        </p:nvSpPr>
        <p:spPr>
          <a:xfrm>
            <a:off x="39243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917251f8-c192-4633-acd8-d74050e51c4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1950" spc="21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SÂU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GỠ</a:t>
            </a:r>
            <a:r>
              <a:rPr lang="en-US" sz="1950" spc="199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Tầng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hỏng?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3000" dirty="0" spc="2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0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3000" dirty="0" spc="2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30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hẹp chỗ lỗi.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57300" y="3409950"/>
            <a:ext cx="609600" cy="6096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340995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247900" y="3238500"/>
            <a:ext cx="857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Dây</a:t>
            </a:r>
            <a:r>
              <a:rPr lang="en-US" sz="33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đèn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239500" y="3238500"/>
            <a:ext cx="5810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 spc="-5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4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dirty="0" spc="-38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4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43243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257300" y="4495800"/>
            <a:ext cx="609600" cy="6096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44958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247900" y="4324350"/>
            <a:ext cx="857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Địa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33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MAC và</a:t>
            </a:r>
            <a:r>
              <a:rPr lang="en-US" sz="33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switch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1239500" y="4324350"/>
            <a:ext cx="5810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 spc="-5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4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24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dirty="0" spc="-3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54102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257300" y="5581650"/>
            <a:ext cx="609600" cy="6096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7" name="Text 15"/>
          <p:cNvSpPr/>
          <p:nvPr/>
        </p:nvSpPr>
        <p:spPr>
          <a:xfrm>
            <a:off x="1257300" y="558165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247900" y="5410200"/>
            <a:ext cx="857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r>
              <a:rPr lang="en-US" sz="33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tuyến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11239500" y="5410200"/>
            <a:ext cx="5810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 spc="-5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4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4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14400" y="64960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257300" y="6667500"/>
            <a:ext cx="609600" cy="6096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2" name="Text 20"/>
          <p:cNvSpPr/>
          <p:nvPr/>
        </p:nvSpPr>
        <p:spPr>
          <a:xfrm>
            <a:off x="1257300" y="666750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247900" y="6496050"/>
            <a:ext cx="857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Cổng</a:t>
            </a:r>
            <a:r>
              <a:rPr lang="en-US" sz="33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3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1239500" y="6496050"/>
            <a:ext cx="5810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 spc="-5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4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4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4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14400" y="75819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26" name="Shape 24"/>
          <p:cNvSpPr/>
          <p:nvPr/>
        </p:nvSpPr>
        <p:spPr>
          <a:xfrm>
            <a:off x="1257300" y="7753350"/>
            <a:ext cx="609600" cy="6096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7" name="Text 25"/>
          <p:cNvSpPr/>
          <p:nvPr/>
        </p:nvSpPr>
        <p:spPr>
          <a:xfrm>
            <a:off x="1257300" y="7753350"/>
            <a:ext cx="609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2247900" y="7581900"/>
            <a:ext cx="857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endParaRPr lang="en-US" sz="3300" dirty="0"/>
          </a:p>
        </p:txBody>
      </p:sp>
      <p:sp>
        <p:nvSpPr>
          <p:cNvPr id="29" name="Text 27"/>
          <p:cNvSpPr/>
          <p:nvPr/>
        </p:nvSpPr>
        <p:spPr>
          <a:xfrm>
            <a:off x="11239500" y="7581900"/>
            <a:ext cx="5810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 spc="-5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4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 ·</a:t>
            </a:r>
            <a:r>
              <a:rPr lang="en-US" sz="24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1" name="Shape 2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2" name="Shape 3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3" name="Shape 3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4" name="Shape 3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5" name="Shape 3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6" name="Shape 3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7" name="Shape 3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8" name="Shape 3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9" name="Shape 3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0" name="Text 38"/>
          <p:cNvSpPr/>
          <p:nvPr/>
        </p:nvSpPr>
        <p:spPr>
          <a:xfrm>
            <a:off x="39243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80cc0780-c763-488c-9483-4ebd7bfc735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08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MAC</a:t>
            </a:r>
            <a:r>
              <a:rPr lang="en-US" sz="1950" spc="17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800" dirty="0" spc="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chỉ,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phạm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3000" dirty="0" spc="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chặng,</a:t>
            </a:r>
            <a:r>
              <a:rPr lang="en-US" sz="30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4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suốt</a:t>
            </a:r>
            <a:r>
              <a:rPr lang="en-US" sz="30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429000" y="31623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22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LÀ</a:t>
            </a:r>
            <a:r>
              <a:rPr lang="en-US" sz="210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10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100" spc="21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515600" y="31623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DỌC</a:t>
            </a:r>
            <a:r>
              <a:rPr lang="en-US" sz="210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095500" cy="238125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Địa</a:t>
            </a:r>
            <a:r>
              <a:rPr lang="en-US" sz="30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3000" dirty="0" spc="-2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MAC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429000" y="3657600"/>
            <a:ext cx="6858000" cy="2381250"/>
          </a:xfrm>
          <a:prstGeom prst="roundRect">
            <a:avLst>
              <a:gd name="adj" fmla="val 96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29000" y="365760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3810000" y="415290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3943350"/>
            <a:ext cx="5905500" cy="762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Card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3810000" y="510540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4895850"/>
            <a:ext cx="5905500" cy="762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0515600" y="3657600"/>
            <a:ext cx="6858000" cy="2381250"/>
          </a:xfrm>
          <a:prstGeom prst="roundRect">
            <a:avLst>
              <a:gd name="adj" fmla="val 96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0" y="365760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96600" y="415290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201400" y="3943350"/>
            <a:ext cx="5905500" cy="762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0896600" y="510540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201400" y="4895850"/>
            <a:ext cx="5905500" cy="762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3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914400" y="6267450"/>
            <a:ext cx="2095500" cy="238125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dirty="0" spc="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Địa</a:t>
            </a:r>
            <a:r>
              <a:rPr lang="en-US" sz="30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30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IP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3429000" y="6267450"/>
            <a:ext cx="6858000" cy="2381250"/>
          </a:xfrm>
          <a:prstGeom prst="roundRect">
            <a:avLst>
              <a:gd name="adj" fmla="val 96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626745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3" name="Shape 21"/>
          <p:cNvSpPr/>
          <p:nvPr/>
        </p:nvSpPr>
        <p:spPr>
          <a:xfrm>
            <a:off x="3810000" y="6762750"/>
            <a:ext cx="133350" cy="1333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0" y="65532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3810000" y="7715250"/>
            <a:ext cx="133350" cy="1333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0" y="75057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10515600" y="6267450"/>
            <a:ext cx="6858000" cy="2381250"/>
          </a:xfrm>
          <a:prstGeom prst="roundRect">
            <a:avLst>
              <a:gd name="adj" fmla="val 96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15600" y="6267450"/>
            <a:ext cx="95250" cy="23812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29" name="Shape 27"/>
          <p:cNvSpPr/>
          <p:nvPr/>
        </p:nvSpPr>
        <p:spPr>
          <a:xfrm>
            <a:off x="10896600" y="6762750"/>
            <a:ext cx="133350" cy="1333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30" name="Text 28"/>
          <p:cNvSpPr/>
          <p:nvPr/>
        </p:nvSpPr>
        <p:spPr>
          <a:xfrm>
            <a:off x="11201400" y="65532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suốt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endParaRPr lang="en-US" sz="2550" dirty="0"/>
          </a:p>
        </p:txBody>
      </p:sp>
      <p:sp>
        <p:nvSpPr>
          <p:cNvPr id="31" name="Shape 29"/>
          <p:cNvSpPr/>
          <p:nvPr/>
        </p:nvSpPr>
        <p:spPr>
          <a:xfrm>
            <a:off x="10896600" y="7715250"/>
            <a:ext cx="133350" cy="13335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32" name="Text 30"/>
          <p:cNvSpPr/>
          <p:nvPr/>
        </p:nvSpPr>
        <p:spPr>
          <a:xfrm>
            <a:off x="11201400" y="7505700"/>
            <a:ext cx="5905500" cy="762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6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Trừ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550" dirty="0"/>
          </a:p>
        </p:txBody>
      </p:sp>
      <p:sp>
        <p:nvSpPr>
          <p:cNvPr id="33" name="Shape 3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4" name="Shape 3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5" name="Shape 3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6" name="Shape 3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7" name="Shape 3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Shape 3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Shape 3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1" name="Shape 3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2" name="Shape 4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3" name="Text 41"/>
          <p:cNvSpPr/>
          <p:nvPr/>
        </p:nvSpPr>
        <p:spPr>
          <a:xfrm>
            <a:off x="39243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26ea8487-19bb-4b9b-bbe0-87ff6b94de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78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hình,</a:t>
            </a:r>
            <a:r>
              <a:rPr lang="en-US" sz="7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8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7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800" dirty="0" spc="-8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vẽ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3000" dirty="0" spc="2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3000" dirty="0" spc="-1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3000" dirty="0" spc="-1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30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dirty="0" spc="-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-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3000" dirty="0" spc="-3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3943350" cy="5715000"/>
          </a:xfrm>
          <a:prstGeom prst="roundRect">
            <a:avLst>
              <a:gd name="adj" fmla="val 6763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238500"/>
            <a:ext cx="3943350" cy="76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1181100" y="3581400"/>
            <a:ext cx="342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Tham</a:t>
            </a:r>
            <a:r>
              <a:rPr lang="en-US" sz="31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3150" dirty="0"/>
          </a:p>
        </p:txBody>
      </p:sp>
      <p:sp>
        <p:nvSpPr>
          <p:cNvPr id="8" name="Shape 6"/>
          <p:cNvSpPr/>
          <p:nvPr/>
        </p:nvSpPr>
        <p:spPr>
          <a:xfrm>
            <a:off x="1181100" y="4800600"/>
            <a:ext cx="114300" cy="114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447800" y="457200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181100" y="6134100"/>
            <a:ext cx="114300" cy="114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1447800" y="590550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bản</a:t>
            </a: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 kế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181100" y="7467600"/>
            <a:ext cx="114300" cy="114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447800" y="7239000"/>
            <a:ext cx="3143250" cy="13335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2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5086350" y="3238500"/>
            <a:ext cx="3943350" cy="5715000"/>
          </a:xfrm>
          <a:prstGeom prst="roundRect">
            <a:avLst>
              <a:gd name="adj" fmla="val 6763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5086350" y="3238500"/>
            <a:ext cx="3943350" cy="76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6" name="Text 14"/>
          <p:cNvSpPr/>
          <p:nvPr/>
        </p:nvSpPr>
        <p:spPr>
          <a:xfrm>
            <a:off x="5353050" y="3581400"/>
            <a:ext cx="342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TCP/IP</a:t>
            </a:r>
            <a:endParaRPr lang="en-US" sz="3150" dirty="0"/>
          </a:p>
        </p:txBody>
      </p:sp>
      <p:sp>
        <p:nvSpPr>
          <p:cNvPr id="17" name="Shape 15"/>
          <p:cNvSpPr/>
          <p:nvPr/>
        </p:nvSpPr>
        <p:spPr>
          <a:xfrm>
            <a:off x="5353050" y="4800600"/>
            <a:ext cx="114300" cy="114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8" name="Text 16"/>
          <p:cNvSpPr/>
          <p:nvPr/>
        </p:nvSpPr>
        <p:spPr>
          <a:xfrm>
            <a:off x="5619750" y="457200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5353050" y="6134100"/>
            <a:ext cx="114300" cy="114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5619750" y="590550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hơn: bốn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5353050" y="7467600"/>
            <a:ext cx="114300" cy="114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2" name="Text 20"/>
          <p:cNvSpPr/>
          <p:nvPr/>
        </p:nvSpPr>
        <p:spPr>
          <a:xfrm>
            <a:off x="5619750" y="7239000"/>
            <a:ext cx="3143250" cy="13335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5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tách riêng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9258300" y="3238500"/>
            <a:ext cx="3943350" cy="5715000"/>
          </a:xfrm>
          <a:prstGeom prst="roundRect">
            <a:avLst>
              <a:gd name="adj" fmla="val 6763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9258300" y="3238500"/>
            <a:ext cx="3943350" cy="76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0" y="3581400"/>
            <a:ext cx="342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endParaRPr lang="en-US" sz="3150" dirty="0"/>
          </a:p>
        </p:txBody>
      </p:sp>
      <p:sp>
        <p:nvSpPr>
          <p:cNvPr id="26" name="Shape 24"/>
          <p:cNvSpPr/>
          <p:nvPr/>
        </p:nvSpPr>
        <p:spPr>
          <a:xfrm>
            <a:off x="9525000" y="4800600"/>
            <a:ext cx="114300" cy="114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7" name="Text 25"/>
          <p:cNvSpPr/>
          <p:nvPr/>
        </p:nvSpPr>
        <p:spPr>
          <a:xfrm>
            <a:off x="9791700" y="457200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5–6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525000" y="6134100"/>
            <a:ext cx="114300" cy="114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29" name="Text 27"/>
          <p:cNvSpPr/>
          <p:nvPr/>
        </p:nvSpPr>
        <p:spPr>
          <a:xfrm>
            <a:off x="9791700" y="590550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2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 dụng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13430250" y="3238500"/>
            <a:ext cx="3943350" cy="5715000"/>
          </a:xfrm>
          <a:prstGeom prst="roundRect">
            <a:avLst>
              <a:gd name="adj" fmla="val 6763"/>
            </a:avLst>
          </a:prstGeom>
          <a:solidFill>
            <a:srgbClr val="1E212B"/>
          </a:solidFill>
          <a:ln/>
        </p:spPr>
      </p:sp>
      <p:sp>
        <p:nvSpPr>
          <p:cNvPr id="31" name="Shape 29"/>
          <p:cNvSpPr/>
          <p:nvPr/>
        </p:nvSpPr>
        <p:spPr>
          <a:xfrm>
            <a:off x="13430250" y="3238500"/>
            <a:ext cx="3943350" cy="76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32" name="Text 30"/>
          <p:cNvSpPr/>
          <p:nvPr/>
        </p:nvSpPr>
        <p:spPr>
          <a:xfrm>
            <a:off x="13696950" y="3581400"/>
            <a:ext cx="342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QUIC</a:t>
            </a:r>
            <a:endParaRPr lang="en-US" sz="3150" dirty="0"/>
          </a:p>
        </p:txBody>
      </p:sp>
      <p:sp>
        <p:nvSpPr>
          <p:cNvPr id="33" name="Shape 31"/>
          <p:cNvSpPr/>
          <p:nvPr/>
        </p:nvSpPr>
        <p:spPr>
          <a:xfrm>
            <a:off x="13696950" y="4800600"/>
            <a:ext cx="114300" cy="114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4" name="Text 32"/>
          <p:cNvSpPr/>
          <p:nvPr/>
        </p:nvSpPr>
        <p:spPr>
          <a:xfrm>
            <a:off x="13963650" y="457200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 với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13696950" y="6134100"/>
            <a:ext cx="114300" cy="1143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36" name="Text 34"/>
          <p:cNvSpPr/>
          <p:nvPr/>
        </p:nvSpPr>
        <p:spPr>
          <a:xfrm>
            <a:off x="13963650" y="5905500"/>
            <a:ext cx="3143250" cy="1143000"/>
          </a:xfrm>
          <a:prstGeom prst="rect">
            <a:avLst/>
          </a:prstGeom>
          <a:noFill/>
          <a:ln/>
        </p:spPr>
        <p:txBody>
          <a:bodyPr wrap="square" lIns="0" tIns="15700" rIns="0" bIns="-1570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2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 UDP</a:t>
            </a:r>
            <a:endParaRPr lang="en-US" sz="2250" dirty="0"/>
          </a:p>
        </p:txBody>
      </p:sp>
      <p:sp>
        <p:nvSpPr>
          <p:cNvPr id="37" name="Shape 3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8" name="Shape 3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9" name="Shape 3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0" name="Shape 3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1" name="Shape 3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2" name="Shape 4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3" name="Shape 4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4" name="Shape 4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5" name="Shape 4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6" name="Shape 4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7" name="Text 45"/>
          <p:cNvSpPr/>
          <p:nvPr/>
        </p:nvSpPr>
        <p:spPr>
          <a:xfrm>
            <a:off x="39243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9" name="Moda image moda-export-watermark-9afeb251-649e-4126-ad26-bca1f28da2a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95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1950" spc="224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1950" spc="226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1950" spc="225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spc="199" kern="0" dirty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971550"/>
            <a:ext cx="16459200" cy="1809750"/>
          </a:xfrm>
          <a:prstGeom prst="roundRect">
            <a:avLst>
              <a:gd name="adj" fmla="val 1473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11430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00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800" spc="228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95400" y="1524000"/>
            <a:ext cx="1581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Gói</a:t>
            </a:r>
            <a:r>
              <a:rPr lang="en-US" sz="3150" dirty="0" spc="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31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31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31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31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router.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1295400" y="2076450"/>
            <a:ext cx="1581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Địa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IP</a:t>
            </a:r>
            <a:r>
              <a:rPr lang="en-US" sz="315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đích</a:t>
            </a:r>
            <a:r>
              <a:rPr lang="en-US" sz="315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150" dirty="0" spc="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31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15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MAC</a:t>
            </a:r>
            <a:r>
              <a:rPr lang="en-US" sz="315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đích</a:t>
            </a:r>
            <a:r>
              <a:rPr lang="en-US" sz="31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thay</a:t>
            </a:r>
            <a:r>
              <a:rPr lang="en-US" sz="31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thế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dọc</a:t>
            </a:r>
            <a:r>
              <a:rPr lang="en-US" sz="31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đường?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14400" y="3333750"/>
            <a:ext cx="2286000" cy="914400"/>
          </a:xfrm>
          <a:prstGeom prst="roundRect">
            <a:avLst>
              <a:gd name="adj" fmla="val 20833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3375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28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5638800" y="3333750"/>
            <a:ext cx="2286000" cy="914400"/>
          </a:xfrm>
          <a:prstGeom prst="roundRect">
            <a:avLst>
              <a:gd name="adj" fmla="val 20833"/>
            </a:avLst>
          </a:prstGeom>
          <a:solidFill>
            <a:srgbClr val="E8E0CF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38800" y="333375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Router</a:t>
            </a:r>
            <a:r>
              <a:rPr lang="en-US" sz="28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10363200" y="3333750"/>
            <a:ext cx="2286000" cy="914400"/>
          </a:xfrm>
          <a:prstGeom prst="roundRect">
            <a:avLst>
              <a:gd name="adj" fmla="val 20833"/>
            </a:avLst>
          </a:prstGeom>
          <a:solidFill>
            <a:srgbClr val="E8E0CF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63200" y="333375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Router</a:t>
            </a:r>
            <a:r>
              <a:rPr lang="en-US" sz="28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15087600" y="3333750"/>
            <a:ext cx="2286000" cy="914400"/>
          </a:xfrm>
          <a:prstGeom prst="roundRect">
            <a:avLst>
              <a:gd name="adj" fmla="val 20833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0" y="333375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 B</a:t>
            </a:r>
            <a:endParaRPr lang="en-US" sz="2850" dirty="0"/>
          </a:p>
        </p:txBody>
      </p:sp>
      <p:sp>
        <p:nvSpPr>
          <p:cNvPr id="15" name="Connector line-1792294455845-715505457"/>
          <p:cNvSpPr/>
          <p:nvPr/>
        </p:nvSpPr>
        <p:spPr>
          <a:xfrm>
            <a:off x="3276600" y="3790950"/>
            <a:ext cx="2286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Connector line-1792294455845-758837241"/>
          <p:cNvSpPr/>
          <p:nvPr/>
        </p:nvSpPr>
        <p:spPr>
          <a:xfrm>
            <a:off x="8001000" y="3790950"/>
            <a:ext cx="2286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294455845-91812775"/>
          <p:cNvSpPr/>
          <p:nvPr/>
        </p:nvSpPr>
        <p:spPr>
          <a:xfrm>
            <a:off x="12725400" y="3790950"/>
            <a:ext cx="22860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352800" y="3200400"/>
            <a:ext cx="2133600" cy="4191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</p:sp>
      <p:sp>
        <p:nvSpPr>
          <p:cNvPr id="19" name="Text 17"/>
          <p:cNvSpPr/>
          <p:nvPr/>
        </p:nvSpPr>
        <p:spPr>
          <a:xfrm>
            <a:off x="3352800" y="3200400"/>
            <a:ext cx="213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IP</a:t>
            </a:r>
            <a:r>
              <a:rPr lang="en-US" sz="1950" dirty="0" spc="9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đích:</a:t>
            </a:r>
            <a:r>
              <a:rPr lang="en-US" sz="1950" dirty="0" spc="-1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1950" dirty="0" spc="-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8077200" y="3200400"/>
            <a:ext cx="2133600" cy="4191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</p:sp>
      <p:sp>
        <p:nvSpPr>
          <p:cNvPr id="21" name="Text 19"/>
          <p:cNvSpPr/>
          <p:nvPr/>
        </p:nvSpPr>
        <p:spPr>
          <a:xfrm>
            <a:off x="8077200" y="3200400"/>
            <a:ext cx="213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IP</a:t>
            </a:r>
            <a:r>
              <a:rPr lang="en-US" sz="1950" dirty="0" spc="9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đích:</a:t>
            </a:r>
            <a:r>
              <a:rPr lang="en-US" sz="1950" dirty="0" spc="-1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1950" dirty="0" spc="-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2801600" y="3200400"/>
            <a:ext cx="2133600" cy="41910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</p:sp>
      <p:sp>
        <p:nvSpPr>
          <p:cNvPr id="23" name="Text 21"/>
          <p:cNvSpPr/>
          <p:nvPr/>
        </p:nvSpPr>
        <p:spPr>
          <a:xfrm>
            <a:off x="12801600" y="3200400"/>
            <a:ext cx="2133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IP</a:t>
            </a:r>
            <a:r>
              <a:rPr lang="en-US" sz="1950" dirty="0" spc="9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đích:</a:t>
            </a:r>
            <a:r>
              <a:rPr lang="en-US" sz="1950" dirty="0" spc="-1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1950" dirty="0" spc="-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2990850" y="4476750"/>
            <a:ext cx="2857500" cy="4572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</p:sp>
      <p:sp>
        <p:nvSpPr>
          <p:cNvPr id="25" name="Text 23"/>
          <p:cNvSpPr/>
          <p:nvPr/>
        </p:nvSpPr>
        <p:spPr>
          <a:xfrm>
            <a:off x="2990850" y="447675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MAC</a:t>
            </a:r>
            <a:r>
              <a:rPr lang="en-US" sz="1950" dirty="0" spc="9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đích:</a:t>
            </a:r>
            <a:r>
              <a:rPr lang="en-US" sz="1950" dirty="0" spc="-13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router</a:t>
            </a:r>
            <a:r>
              <a:rPr lang="en-US" sz="1950" dirty="0" spc="-3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7715250" y="4476750"/>
            <a:ext cx="2857500" cy="4572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</p:sp>
      <p:sp>
        <p:nvSpPr>
          <p:cNvPr id="27" name="Text 25"/>
          <p:cNvSpPr/>
          <p:nvPr/>
        </p:nvSpPr>
        <p:spPr>
          <a:xfrm>
            <a:off x="7715250" y="447675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MAC</a:t>
            </a:r>
            <a:r>
              <a:rPr lang="en-US" sz="1950" dirty="0" spc="9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đích:</a:t>
            </a:r>
            <a:r>
              <a:rPr lang="en-US" sz="1950" dirty="0" spc="-13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router</a:t>
            </a:r>
            <a:r>
              <a:rPr lang="en-US" sz="1950" dirty="0" spc="-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2439650" y="4476750"/>
            <a:ext cx="2857500" cy="4572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</p:sp>
      <p:sp>
        <p:nvSpPr>
          <p:cNvPr id="29" name="Text 27"/>
          <p:cNvSpPr/>
          <p:nvPr/>
        </p:nvSpPr>
        <p:spPr>
          <a:xfrm>
            <a:off x="12439650" y="4476750"/>
            <a:ext cx="2857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2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MAC</a:t>
            </a:r>
            <a:r>
              <a:rPr lang="en-US" sz="1950" dirty="0" spc="9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đích:</a:t>
            </a:r>
            <a:r>
              <a:rPr lang="en-US" sz="1950" dirty="0" spc="-9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1950" dirty="0" spc="-2" kern="0">
                <a:solidFill>
                  <a:srgbClr val="E8472B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14400" y="5334000"/>
            <a:ext cx="16459200" cy="3714750"/>
          </a:xfrm>
          <a:prstGeom prst="roundRect">
            <a:avLst>
              <a:gd name="adj" fmla="val 7179"/>
            </a:avLst>
          </a:prstGeom>
          <a:solidFill>
            <a:srgbClr val="14161C"/>
          </a:solidFill>
          <a:ln/>
        </p:spPr>
      </p:sp>
      <p:sp>
        <p:nvSpPr>
          <p:cNvPr id="31" name="Text 29"/>
          <p:cNvSpPr/>
          <p:nvPr/>
        </p:nvSpPr>
        <p:spPr>
          <a:xfrm>
            <a:off x="1295400" y="56007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0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800" spc="226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95400" y="6057900"/>
            <a:ext cx="7429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r>
              <a:rPr lang="en-US" sz="3900" dirty="0" spc="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đích</a:t>
            </a:r>
            <a:endParaRPr lang="en-US" sz="3900" dirty="0"/>
          </a:p>
        </p:txBody>
      </p:sp>
      <p:sp>
        <p:nvSpPr>
          <p:cNvPr id="33" name="Text 31"/>
          <p:cNvSpPr/>
          <p:nvPr/>
        </p:nvSpPr>
        <p:spPr>
          <a:xfrm>
            <a:off x="1295400" y="6877050"/>
            <a:ext cx="7429500" cy="1333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7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suốt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trừ khi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6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</a:t>
            </a:r>
            <a:r>
              <a:rPr lang="en-US" sz="27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tự.</a:t>
            </a:r>
            <a:endParaRPr lang="en-US" sz="2700" dirty="0"/>
          </a:p>
        </p:txBody>
      </p:sp>
      <p:sp>
        <p:nvSpPr>
          <p:cNvPr id="34" name="Connector line-1792294455858-22240886"/>
          <p:cNvSpPr/>
          <p:nvPr/>
        </p:nvSpPr>
        <p:spPr>
          <a:xfrm>
            <a:off x="9048750" y="6096000"/>
            <a:ext cx="0" cy="2476500"/>
          </a:xfrm>
          <a:prstGeom prst="line">
            <a:avLst/>
          </a:prstGeom>
          <a:noFill/>
          <a:ln w="28575">
            <a:solidFill>
              <a:srgbClr val="4A4E5A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9372600" y="6057900"/>
            <a:ext cx="7429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5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MAC</a:t>
            </a:r>
            <a:r>
              <a:rPr lang="en-US" sz="3900" dirty="0" spc="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đích</a:t>
            </a:r>
            <a:endParaRPr lang="en-US" sz="3900" dirty="0"/>
          </a:p>
        </p:txBody>
      </p:sp>
      <p:sp>
        <p:nvSpPr>
          <p:cNvPr id="36" name="Text 34"/>
          <p:cNvSpPr/>
          <p:nvPr/>
        </p:nvSpPr>
        <p:spPr>
          <a:xfrm>
            <a:off x="9372600" y="6877050"/>
            <a:ext cx="7620000" cy="1714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70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chặng: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 chỉ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-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 liên</a:t>
            </a:r>
            <a:r>
              <a:rPr lang="en-US" sz="270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kết.</a:t>
            </a:r>
            <a:endParaRPr lang="en-US" sz="2700" dirty="0"/>
          </a:p>
        </p:txBody>
      </p:sp>
      <p:sp>
        <p:nvSpPr>
          <p:cNvPr id="37" name="Shape 3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8" name="Shape 3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9" name="Shape 3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0" name="Shape 3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1" name="Shape 3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2" name="Shape 4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3" name="Shape 4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4" name="Shape 4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5" name="Shape 4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Shape 4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47" name="Text 45"/>
          <p:cNvSpPr/>
          <p:nvPr/>
        </p:nvSpPr>
        <p:spPr>
          <a:xfrm>
            <a:off x="39243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9" name="Moda image moda-export-watermark-3aeec43b-c398-48de-8e03-bfa946223f5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21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8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495550"/>
            <a:ext cx="8115300" cy="838200"/>
          </a:xfrm>
          <a:prstGeom prst="roundRect">
            <a:avLst>
              <a:gd name="adj" fmla="val 2045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495550"/>
            <a:ext cx="1619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OSI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62250" y="25717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8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Systems</a:t>
            </a:r>
            <a:r>
              <a:rPr lang="en-US" sz="1650" dirty="0" spc="-1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Interconnection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762250" y="287655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3409950"/>
            <a:ext cx="8115300" cy="838200"/>
          </a:xfrm>
          <a:prstGeom prst="roundRect">
            <a:avLst>
              <a:gd name="adj" fmla="val 20455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409950"/>
            <a:ext cx="1619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62250" y="34861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762250" y="379095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1950" dirty="0" spc="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4324350"/>
            <a:ext cx="8115300" cy="838200"/>
          </a:xfrm>
          <a:prstGeom prst="roundRect">
            <a:avLst>
              <a:gd name="adj" fmla="val 20455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324350"/>
            <a:ext cx="1619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762250" y="44005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Transmission</a:t>
            </a:r>
            <a:r>
              <a:rPr lang="en-US" sz="165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650" dirty="0" spc="-1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2762250" y="470535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cậy,</a:t>
            </a:r>
            <a:r>
              <a:rPr lang="en-US" sz="19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đủ,</a:t>
            </a: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5238750"/>
            <a:ext cx="8115300" cy="838200"/>
          </a:xfrm>
          <a:prstGeom prst="roundRect">
            <a:avLst>
              <a:gd name="adj" fmla="val 20455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5238750"/>
            <a:ext cx="1619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762250" y="53149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</a:t>
            </a:r>
            <a:r>
              <a:rPr lang="en-US" sz="1650" dirty="0" spc="-1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Datagram Protocol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2762250" y="561975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giản,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9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 đến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6153150"/>
            <a:ext cx="8115300" cy="838200"/>
          </a:xfrm>
          <a:prstGeom prst="roundRect">
            <a:avLst>
              <a:gd name="adj" fmla="val 20455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6153150"/>
            <a:ext cx="1619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762250" y="62293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650" dirty="0" spc="-1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2762250" y="653415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19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chỉ,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258300" y="2495550"/>
            <a:ext cx="8115300" cy="838200"/>
          </a:xfrm>
          <a:prstGeom prst="roundRect">
            <a:avLst>
              <a:gd name="adj" fmla="val 20455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9486900" y="2495550"/>
            <a:ext cx="1619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MAC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1106150" y="25717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Media</a:t>
            </a:r>
            <a:r>
              <a:rPr lang="en-US" sz="1650" dirty="0" spc="-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Access</a:t>
            </a:r>
            <a:r>
              <a:rPr lang="en-US" sz="165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106150" y="287655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card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mạng,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chặng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9258300" y="3409950"/>
            <a:ext cx="8115300" cy="838200"/>
          </a:xfrm>
          <a:prstGeom prst="roundRect">
            <a:avLst>
              <a:gd name="adj" fmla="val 20455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9486900" y="3409950"/>
            <a:ext cx="1619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FCS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1106150" y="34861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Frame</a:t>
            </a:r>
            <a:r>
              <a:rPr lang="en-US" sz="165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Check</a:t>
            </a:r>
            <a:r>
              <a:rPr lang="en-US" sz="165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Sequence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1106150" y="379095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đoạn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Ethernet,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9258300" y="4324350"/>
            <a:ext cx="8115300" cy="838200"/>
          </a:xfrm>
          <a:prstGeom prst="roundRect">
            <a:avLst>
              <a:gd name="adj" fmla="val 20455"/>
            </a:avLst>
          </a:prstGeom>
          <a:solidFill>
            <a:srgbClr val="1E212B"/>
          </a:solidFill>
          <a:ln/>
        </p:spPr>
      </p:sp>
      <p:sp>
        <p:nvSpPr>
          <p:cNvPr id="33" name="Text 31"/>
          <p:cNvSpPr/>
          <p:nvPr/>
        </p:nvSpPr>
        <p:spPr>
          <a:xfrm>
            <a:off x="9486900" y="4324350"/>
            <a:ext cx="1619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9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NAT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11106150" y="44005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7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Network</a:t>
            </a:r>
            <a:r>
              <a:rPr lang="en-US" sz="165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Address</a:t>
            </a:r>
            <a:r>
              <a:rPr lang="en-US" sz="1650" dirty="0" spc="-1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Translation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1106150" y="470535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19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9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9258300" y="5238750"/>
            <a:ext cx="8115300" cy="838200"/>
          </a:xfrm>
          <a:prstGeom prst="roundRect">
            <a:avLst>
              <a:gd name="adj" fmla="val 20455"/>
            </a:avLst>
          </a:prstGeom>
          <a:solidFill>
            <a:srgbClr val="1E212B"/>
          </a:solidFill>
          <a:ln/>
        </p:spPr>
      </p:sp>
      <p:sp>
        <p:nvSpPr>
          <p:cNvPr id="37" name="Text 35"/>
          <p:cNvSpPr/>
          <p:nvPr/>
        </p:nvSpPr>
        <p:spPr>
          <a:xfrm>
            <a:off x="9486900" y="5238750"/>
            <a:ext cx="1619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11106150" y="53149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Transport</a:t>
            </a:r>
            <a:r>
              <a:rPr lang="en-US" sz="1650" dirty="0" spc="-2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165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1106150" y="561975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9258300" y="6153150"/>
            <a:ext cx="8115300" cy="838200"/>
          </a:xfrm>
          <a:prstGeom prst="roundRect">
            <a:avLst>
              <a:gd name="adj" fmla="val 20455"/>
            </a:avLst>
          </a:prstGeom>
          <a:solidFill>
            <a:srgbClr val="1E212B"/>
          </a:solidFill>
          <a:ln/>
        </p:spPr>
      </p:sp>
      <p:sp>
        <p:nvSpPr>
          <p:cNvPr id="41" name="Text 39"/>
          <p:cNvSpPr/>
          <p:nvPr/>
        </p:nvSpPr>
        <p:spPr>
          <a:xfrm>
            <a:off x="9486900" y="6153150"/>
            <a:ext cx="16192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QUIC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11106150" y="62293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Quick</a:t>
            </a:r>
            <a:r>
              <a:rPr lang="en-US" sz="165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UDP</a:t>
            </a:r>
            <a:r>
              <a:rPr lang="en-US" sz="1650" dirty="0" spc="-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Internet</a:t>
            </a:r>
            <a:r>
              <a:rPr lang="en-US" sz="165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Connections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1106150" y="6534150"/>
            <a:ext cx="609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19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HTTP/3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914400" y="7334250"/>
            <a:ext cx="8001000" cy="1809750"/>
          </a:xfrm>
          <a:prstGeom prst="roundRect">
            <a:avLst>
              <a:gd name="adj" fmla="val 12632"/>
            </a:avLst>
          </a:prstGeom>
          <a:solidFill>
            <a:srgbClr val="F3EEE3"/>
          </a:solidFill>
          <a:ln/>
        </p:spPr>
      </p:sp>
      <p:sp>
        <p:nvSpPr>
          <p:cNvPr id="45" name="Text 43"/>
          <p:cNvSpPr/>
          <p:nvPr/>
        </p:nvSpPr>
        <p:spPr>
          <a:xfrm>
            <a:off x="1238250" y="748665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r>
              <a:rPr lang="en-US" sz="1800" spc="227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180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38250" y="7848600"/>
            <a:ext cx="742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 snapshot cố</a:t>
            </a:r>
            <a:r>
              <a:rPr lang="en-US" sz="19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ISO/IEC</a:t>
            </a:r>
            <a:r>
              <a:rPr lang="en-US" sz="19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7498-1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238250" y="8229600"/>
            <a:ext cx="742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RFC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1122 ·</a:t>
            </a:r>
            <a:r>
              <a:rPr lang="en-US" sz="19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9293</a:t>
            </a:r>
            <a:r>
              <a:rPr lang="en-US" sz="19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(TCP)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RFC</a:t>
            </a:r>
            <a:r>
              <a:rPr lang="en-US" sz="19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791</a:t>
            </a: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(IPv4)</a:t>
            </a:r>
            <a:endParaRPr lang="en-US" sz="1950" dirty="0"/>
          </a:p>
        </p:txBody>
      </p:sp>
      <p:sp>
        <p:nvSpPr>
          <p:cNvPr id="48" name="Text 46"/>
          <p:cNvSpPr/>
          <p:nvPr/>
        </p:nvSpPr>
        <p:spPr>
          <a:xfrm>
            <a:off x="1238250" y="8610600"/>
            <a:ext cx="742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IEEE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802.3 (Ethernet):</a:t>
            </a:r>
            <a:r>
              <a:rPr lang="en-US" sz="19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MAC</a:t>
            </a:r>
            <a:r>
              <a:rPr lang="en-US" sz="19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FCS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9144000" y="7334250"/>
            <a:ext cx="82296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50" name="Shape 48"/>
          <p:cNvSpPr/>
          <p:nvPr/>
        </p:nvSpPr>
        <p:spPr>
          <a:xfrm>
            <a:off x="9144000" y="7334250"/>
            <a:ext cx="95250" cy="1809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1" name="Text 49"/>
          <p:cNvSpPr/>
          <p:nvPr/>
        </p:nvSpPr>
        <p:spPr>
          <a:xfrm>
            <a:off x="9563100" y="76200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 theo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19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thuật.</a:t>
            </a:r>
            <a:endParaRPr lang="en-US" sz="1950" dirty="0"/>
          </a:p>
        </p:txBody>
      </p:sp>
      <p:sp>
        <p:nvSpPr>
          <p:cNvPr id="52" name="Text 50"/>
          <p:cNvSpPr/>
          <p:nvPr/>
        </p:nvSpPr>
        <p:spPr>
          <a:xfrm>
            <a:off x="9563100" y="813435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9563100" y="8648700"/>
            <a:ext cx="762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5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9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9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1950" dirty="0"/>
          </a:p>
        </p:txBody>
      </p:sp>
      <p:sp>
        <p:nvSpPr>
          <p:cNvPr id="54" name="Shape 5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5" name="Shape 5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6" name="Shape 5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7" name="Shape 5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8" name="Shape 5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59" name="Shape 5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60" name="Shape 5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61" name="Shape 5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62" name="Shape 6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63" name="Shape 6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4" name="Text 62"/>
          <p:cNvSpPr/>
          <p:nvPr/>
        </p:nvSpPr>
        <p:spPr>
          <a:xfrm>
            <a:off x="39243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09</a:t>
            </a: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44836381-4f6d-4fb1-b0d1-d5ad7e0ffa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2026-10-19T00:43:44Z</dcterms:created>
  <dcterms:modified xsi:type="dcterms:W3CDTF">2026-10-19T00:43:44Z</dcterms:modified>
</cp:coreProperties>
</file>