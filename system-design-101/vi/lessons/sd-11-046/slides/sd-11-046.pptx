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8288000" cy="10287000"/>
  <p:notesSz cx="10287000" cy="18288000"/>
  <p:embeddedFontLst>
    <p:embeddedFont>
      <p:font typeface="Be Vietnam Pro"/>
      <p:regular r:id="rId19"/>
      <p:bold r:id="rId17"/>
    </p:embeddedFont>
    <p:embeddedFont>
      <p:font typeface="Bricolage Grotesque ExtraBold"/>
      <p:regular r:id="rId18"/>
    </p:embeddedFont>
    <p:embeddedFont>
      <p:font typeface="Be Vietnam Pro ExtraBold"/>
      <p:regular r:id="rId2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75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b="1" spc="299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b="1" spc="301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b="1" spc="300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5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b="1" spc="298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46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809750"/>
            <a:ext cx="16192500" cy="3810000"/>
          </a:xfrm>
          <a:prstGeom prst="rect">
            <a:avLst/>
          </a:prstGeom>
          <a:noFill/>
          <a:ln/>
        </p:spPr>
        <p:txBody>
          <a:bodyPr wrap="square" lIns="0" tIns="44577" rIns="0" bIns="-44577" rtlCol="0" anchor="t"/>
          <a:lstStyle/>
          <a:p>
            <a:pPr algn="l" indent="0" marL="0">
              <a:lnSpc>
                <a:spcPts val="6318"/>
              </a:lnSpc>
              <a:buNone/>
            </a:pPr>
            <a:r>
              <a:rPr lang="en-US" sz="585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Cloud</a:t>
            </a:r>
            <a:r>
              <a:rPr lang="en-US" sz="5850" dirty="0" spc="-2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native</a:t>
            </a:r>
            <a:r>
              <a:rPr lang="en-US" sz="585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là</a:t>
            </a:r>
            <a:r>
              <a:rPr lang="en-US" sz="5850" dirty="0" spc="-1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gì:</a:t>
            </a:r>
            <a:r>
              <a:rPr lang="en-US" sz="585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bốn</a:t>
            </a:r>
            <a:r>
              <a:rPr lang="en-US" sz="5850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mặt</a:t>
            </a:r>
            <a:r>
              <a:rPr lang="en-US" sz="585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của</a:t>
            </a:r>
            <a:r>
              <a:rPr lang="en-US" sz="5850" dirty="0" spc="-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bài</a:t>
            </a:r>
            <a:r>
              <a:rPr lang="en-US" sz="585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nguồn,</a:t>
            </a:r>
            <a:endParaRPr lang="en-US" sz="5850" dirty="0"/>
          </a:p>
          <a:p>
            <a:pPr algn="l" indent="0" marL="0">
              <a:lnSpc>
                <a:spcPts val="6318"/>
              </a:lnSpc>
              <a:buNone/>
            </a:pPr>
            <a:r>
              <a:rPr lang="en-US" sz="5850" dirty="0" spc="-9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và</a:t>
            </a:r>
            <a:r>
              <a:rPr lang="en-US" sz="5850" dirty="0" spc="1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định</a:t>
            </a:r>
            <a:r>
              <a:rPr lang="en-US" sz="585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nghĩa</a:t>
            </a:r>
            <a:r>
              <a:rPr lang="en-US" sz="585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CNCF</a:t>
            </a:r>
            <a:r>
              <a:rPr lang="en-US" sz="5850" dirty="0" spc="1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đã đổi</a:t>
            </a:r>
            <a:endParaRPr lang="en-US" sz="5850" dirty="0"/>
          </a:p>
          <a:p>
            <a:pPr algn="l" indent="0" marL="0">
              <a:lnSpc>
                <a:spcPts val="6318"/>
              </a:lnSpc>
              <a:buNone/>
            </a:pPr>
            <a:r>
              <a:rPr lang="en-US" sz="585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từ</a:t>
            </a:r>
            <a:r>
              <a:rPr lang="en-US" sz="585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bản</a:t>
            </a:r>
            <a:r>
              <a:rPr lang="en-US" sz="5850" dirty="0" spc="-3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1.0</a:t>
            </a:r>
            <a:r>
              <a:rPr lang="en-US" sz="585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sang</a:t>
            </a:r>
            <a:r>
              <a:rPr lang="en-US" sz="5850" dirty="0" spc="-6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1.1</a:t>
            </a:r>
            <a:endParaRPr lang="en-US" sz="5850" dirty="0"/>
          </a:p>
        </p:txBody>
      </p:sp>
      <p:sp>
        <p:nvSpPr>
          <p:cNvPr id="4" name="Shape 2"/>
          <p:cNvSpPr/>
          <p:nvPr/>
        </p:nvSpPr>
        <p:spPr>
          <a:xfrm>
            <a:off x="914400" y="6096000"/>
            <a:ext cx="7981950" cy="2286000"/>
          </a:xfrm>
          <a:prstGeom prst="roundRect">
            <a:avLst>
              <a:gd name="adj" fmla="val 13333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95400" y="6477000"/>
            <a:ext cx="71437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3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NĂM</a:t>
            </a:r>
            <a:r>
              <a:rPr lang="en-US" sz="1800" b="1" spc="224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2018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95400" y="7048500"/>
            <a:ext cx="714375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6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Bản</a:t>
            </a:r>
            <a:r>
              <a:rPr lang="en-US" sz="6600" dirty="0" spc="-3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1.0</a:t>
            </a:r>
            <a:endParaRPr lang="en-US" sz="6600" dirty="0"/>
          </a:p>
        </p:txBody>
      </p:sp>
      <p:sp>
        <p:nvSpPr>
          <p:cNvPr id="7" name="Shape 5"/>
          <p:cNvSpPr/>
          <p:nvPr/>
        </p:nvSpPr>
        <p:spPr>
          <a:xfrm>
            <a:off x="9391650" y="6096000"/>
            <a:ext cx="7981950" cy="2286000"/>
          </a:xfrm>
          <a:prstGeom prst="roundRect">
            <a:avLst>
              <a:gd name="adj" fmla="val 13333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72650" y="6477000"/>
            <a:ext cx="71437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3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NĂM</a:t>
            </a:r>
            <a:r>
              <a:rPr lang="en-US" sz="1800" b="1" spc="21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2024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772650" y="7048500"/>
            <a:ext cx="714375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6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Bản</a:t>
            </a:r>
            <a:r>
              <a:rPr lang="en-US" sz="6600" dirty="0" spc="-7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1.1</a:t>
            </a:r>
            <a:endParaRPr lang="en-US" sz="6600" dirty="0"/>
          </a:p>
        </p:txBody>
      </p:sp>
      <p:sp>
        <p:nvSpPr>
          <p:cNvPr id="10" name="Shape 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1" name="Moda image moda-export-watermark-0354ded1-97a8-4215-83fd-5621846b4c63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TÌNH</a:t>
            </a:r>
            <a:r>
              <a:rPr lang="en-US" sz="1800" b="1" spc="301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HUỐNG</a:t>
            </a:r>
            <a:r>
              <a:rPr lang="en-US" sz="1800" b="1" spc="254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303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1800" b="1" spc="300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914400" y="2857500"/>
            <a:ext cx="152400" cy="381000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</p:sp>
      <p:sp>
        <p:nvSpPr>
          <p:cNvPr id="4" name="Text 2"/>
          <p:cNvSpPr/>
          <p:nvPr/>
        </p:nvSpPr>
        <p:spPr>
          <a:xfrm>
            <a:off x="1428750" y="2762250"/>
            <a:ext cx="15906750" cy="4191000"/>
          </a:xfrm>
          <a:prstGeom prst="rect">
            <a:avLst/>
          </a:prstGeom>
          <a:noFill/>
          <a:ln/>
        </p:spPr>
        <p:txBody>
          <a:bodyPr wrap="square" lIns="0" tIns="68580" rIns="0" bIns="-68580" rtlCol="0" anchor="t"/>
          <a:lstStyle/>
          <a:p>
            <a:pPr algn="l" indent="0" marL="0">
              <a:lnSpc>
                <a:spcPts val="9720"/>
              </a:lnSpc>
              <a:buNone/>
            </a:pPr>
            <a:r>
              <a:rPr lang="en-US" sz="9000" dirty="0" spc="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Đếm</a:t>
            </a:r>
            <a:r>
              <a:rPr lang="en-US" sz="90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thẳng</a:t>
            </a:r>
            <a:r>
              <a:rPr lang="en-US" sz="90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từ</a:t>
            </a:r>
            <a:r>
              <a:rPr lang="en-US" sz="90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lịch</a:t>
            </a:r>
            <a:r>
              <a:rPr lang="en-US" sz="90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sử</a:t>
            </a:r>
            <a:endParaRPr lang="en-US" sz="9000" dirty="0"/>
          </a:p>
          <a:p>
            <a:pPr algn="l" indent="0" marL="0">
              <a:lnSpc>
                <a:spcPts val="9720"/>
              </a:lnSpc>
              <a:buNone/>
            </a:pPr>
            <a:r>
              <a:rPr lang="en-US" sz="9000" dirty="0" spc="-3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tệp</a:t>
            </a:r>
            <a:r>
              <a:rPr lang="en-US" sz="9000" dirty="0" spc="2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định</a:t>
            </a:r>
            <a:r>
              <a:rPr lang="en-US" sz="90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nghĩa.</a:t>
            </a:r>
            <a:endParaRPr lang="en-US" sz="9000" dirty="0"/>
          </a:p>
        </p:txBody>
      </p:sp>
      <p:sp>
        <p:nvSpPr>
          <p:cNvPr id="5" name="Shape 3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1920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97155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46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02/10</a:t>
            </a:r>
            <a:endParaRPr lang="en-US" sz="1650" dirty="0"/>
          </a:p>
        </p:txBody>
      </p:sp>
      <p:sp>
        <p:nvSpPr>
          <p:cNvPr id="16" name="Shape 1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7" name="Moda image moda-export-watermark-10b284ae-0561-4f13-bd9d-a201e7c19b7f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36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MẶT</a:t>
            </a:r>
            <a:r>
              <a:rPr lang="en-US" sz="1800" b="1" spc="302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</a:t>
            </a:r>
            <a:r>
              <a:rPr lang="en-US" sz="1800" b="1" spc="298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1800" b="1" spc="299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</a:t>
            </a:r>
            <a:r>
              <a:rPr lang="en-US" sz="1800" b="1" spc="300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8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1800" b="1" spc="295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b="1" spc="300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619250"/>
            <a:ext cx="7620000" cy="4000500"/>
          </a:xfrm>
          <a:prstGeom prst="rect">
            <a:avLst/>
          </a:prstGeom>
          <a:noFill/>
          <a:ln/>
        </p:spPr>
        <p:txBody>
          <a:bodyPr wrap="square" lIns="0" tIns="274320" rIns="0" bIns="-274320" rtlCol="0" anchor="t"/>
          <a:lstStyle/>
          <a:p>
            <a:pPr algn="l" indent="0" marL="0">
              <a:lnSpc>
                <a:spcPts val="27000"/>
              </a:lnSpc>
              <a:buNone/>
            </a:pPr>
            <a:r>
              <a:rPr lang="en-US" sz="27000" dirty="0" spc="2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4</a:t>
            </a:r>
            <a:endParaRPr lang="en-US" sz="27000" dirty="0"/>
          </a:p>
        </p:txBody>
      </p:sp>
      <p:sp>
        <p:nvSpPr>
          <p:cNvPr id="4" name="Text 2"/>
          <p:cNvSpPr/>
          <p:nvPr/>
        </p:nvSpPr>
        <p:spPr>
          <a:xfrm>
            <a:off x="914400" y="5715000"/>
            <a:ext cx="7620000" cy="1143000"/>
          </a:xfrm>
          <a:prstGeom prst="rect">
            <a:avLst/>
          </a:prstGeom>
          <a:noFill/>
          <a:ln/>
        </p:spPr>
        <p:txBody>
          <a:bodyPr wrap="square" lIns="0" tIns="21735" rIns="0" bIns="-21735" rtlCol="0" anchor="t"/>
          <a:lstStyle/>
          <a:p>
            <a:pPr algn="l" indent="0" marL="0">
              <a:lnSpc>
                <a:spcPts val="4485"/>
              </a:lnSpc>
              <a:buNone/>
            </a:pPr>
            <a:r>
              <a:rPr lang="en-US" sz="3900" dirty="0" spc="-17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mặt</a:t>
            </a:r>
            <a:r>
              <a:rPr lang="en-US" sz="3900" dirty="0" spc="-2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của</a:t>
            </a:r>
            <a:r>
              <a:rPr lang="en-US" sz="3900" dirty="0" spc="-5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cloud</a:t>
            </a:r>
            <a:r>
              <a:rPr lang="en-US" sz="3900" dirty="0" spc="-23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native</a:t>
            </a:r>
            <a:endParaRPr lang="en-US" sz="3900" dirty="0"/>
          </a:p>
        </p:txBody>
      </p:sp>
      <p:sp>
        <p:nvSpPr>
          <p:cNvPr id="5" name="Shape 3"/>
          <p:cNvSpPr/>
          <p:nvPr/>
        </p:nvSpPr>
        <p:spPr>
          <a:xfrm>
            <a:off x="9525000" y="2381250"/>
            <a:ext cx="7848600" cy="1238250"/>
          </a:xfrm>
          <a:prstGeom prst="roundRect">
            <a:avLst>
              <a:gd name="adj" fmla="val 21538"/>
            </a:avLst>
          </a:prstGeom>
          <a:solidFill>
            <a:srgbClr val="D5ECE8"/>
          </a:solidFill>
          <a:ln w="28575">
            <a:solidFill>
              <a:srgbClr val="0F76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906000" y="2743200"/>
            <a:ext cx="7048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Quy</a:t>
            </a:r>
            <a:r>
              <a:rPr lang="en-US" sz="3000" b="1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3000" b="1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phát</a:t>
            </a:r>
            <a:r>
              <a:rPr lang="en-US" sz="300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triển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9525000" y="3905250"/>
            <a:ext cx="7848600" cy="1238250"/>
          </a:xfrm>
          <a:prstGeom prst="roundRect">
            <a:avLst>
              <a:gd name="adj" fmla="val 21538"/>
            </a:avLst>
          </a:prstGeom>
          <a:solidFill>
            <a:srgbClr val="FBF8F2"/>
          </a:solidFill>
          <a:ln w="28575">
            <a:solidFill>
              <a:srgbClr val="0F76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906000" y="4267200"/>
            <a:ext cx="7048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Kiến</a:t>
            </a:r>
            <a:r>
              <a:rPr lang="en-US" sz="30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trúc</a:t>
            </a:r>
            <a:r>
              <a:rPr lang="en-US" sz="3000" b="1" dirty="0" spc="3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ứng</a:t>
            </a:r>
            <a:r>
              <a:rPr lang="en-US" sz="30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9525000" y="5429250"/>
            <a:ext cx="7848600" cy="1238250"/>
          </a:xfrm>
          <a:prstGeom prst="roundRect">
            <a:avLst>
              <a:gd name="adj" fmla="val 21538"/>
            </a:avLst>
          </a:prstGeom>
          <a:solidFill>
            <a:srgbClr val="FBF8F2"/>
          </a:solidFill>
          <a:ln w="28575">
            <a:solidFill>
              <a:srgbClr val="0F76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906000" y="5791200"/>
            <a:ext cx="7048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Đóng</a:t>
            </a:r>
            <a:r>
              <a:rPr lang="en-US" sz="30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gói</a:t>
            </a:r>
            <a:r>
              <a:rPr lang="en-US" sz="3000" b="1" dirty="0" spc="-2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300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triển</a:t>
            </a:r>
            <a:r>
              <a:rPr lang="en-US" sz="30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khai</a:t>
            </a:r>
            <a:endParaRPr lang="en-US" sz="3000" dirty="0"/>
          </a:p>
        </p:txBody>
      </p:sp>
      <p:sp>
        <p:nvSpPr>
          <p:cNvPr id="11" name="Shape 9"/>
          <p:cNvSpPr/>
          <p:nvPr/>
        </p:nvSpPr>
        <p:spPr>
          <a:xfrm>
            <a:off x="9525000" y="6953250"/>
            <a:ext cx="7848600" cy="1238250"/>
          </a:xfrm>
          <a:prstGeom prst="roundRect">
            <a:avLst>
              <a:gd name="adj" fmla="val 21538"/>
            </a:avLst>
          </a:prstGeom>
          <a:solidFill>
            <a:srgbClr val="14161C"/>
          </a:solidFill>
          <a:ln/>
        </p:spPr>
      </p:sp>
      <p:sp>
        <p:nvSpPr>
          <p:cNvPr id="12" name="Text 10"/>
          <p:cNvSpPr/>
          <p:nvPr/>
        </p:nvSpPr>
        <p:spPr>
          <a:xfrm>
            <a:off x="9906000" y="7315200"/>
            <a:ext cx="7048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Hạ</a:t>
            </a:r>
            <a:r>
              <a:rPr lang="en-US" sz="300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tầng</a:t>
            </a:r>
            <a:r>
              <a:rPr lang="en-US" sz="3000" b="1" dirty="0" spc="3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ứng</a:t>
            </a:r>
            <a:r>
              <a:rPr lang="en-US" sz="30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</a:t>
            </a:r>
            <a:endParaRPr lang="en-US" sz="3000" dirty="0"/>
          </a:p>
        </p:txBody>
      </p:sp>
      <p:sp>
        <p:nvSpPr>
          <p:cNvPr id="13" name="Shape 11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54305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97155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46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03/10</a:t>
            </a:r>
            <a:endParaRPr lang="en-US" sz="1650" dirty="0"/>
          </a:p>
        </p:txBody>
      </p:sp>
      <p:sp>
        <p:nvSpPr>
          <p:cNvPr id="24" name="Shape 2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5" name="Moda image moda-export-watermark-210b11d8-7f9d-4e31-8c08-8827eb3aede6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36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MẶT</a:t>
            </a:r>
            <a:r>
              <a:rPr lang="en-US" sz="1800" b="1" spc="302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</a:t>
            </a:r>
            <a:r>
              <a:rPr lang="en-US" sz="1800" b="1" spc="298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1800" b="1" spc="299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</a:t>
            </a:r>
            <a:r>
              <a:rPr lang="en-US" sz="1800" b="1" spc="300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301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1800" b="1" spc="282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ĐÂU</a:t>
            </a:r>
            <a:r>
              <a:rPr lang="en-US" sz="1800" b="1" spc="300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ĐẾN</a:t>
            </a:r>
            <a:r>
              <a:rPr lang="en-US" sz="1800" b="1" spc="282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ĐÂU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238250"/>
          </a:xfrm>
          <a:prstGeom prst="rect">
            <a:avLst/>
          </a:prstGeom>
          <a:noFill/>
          <a:ln/>
        </p:spPr>
        <p:txBody>
          <a:bodyPr wrap="square" lIns="0" tIns="56579" rIns="0" bIns="-56579" rtlCol="0" anchor="t"/>
          <a:lstStyle/>
          <a:p>
            <a:pPr algn="l" indent="0" marL="0">
              <a:lnSpc>
                <a:spcPts val="6930"/>
              </a:lnSpc>
              <a:buNone/>
            </a:pPr>
            <a:r>
              <a:rPr lang="en-US" sz="66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Bốn</a:t>
            </a:r>
            <a:r>
              <a:rPr lang="en-US" sz="66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mặt</a:t>
            </a:r>
            <a:r>
              <a:rPr lang="en-US" sz="66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theo nguồn</a:t>
            </a:r>
            <a:endParaRPr lang="en-US" sz="6600" dirty="0"/>
          </a:p>
        </p:txBody>
      </p:sp>
      <p:sp>
        <p:nvSpPr>
          <p:cNvPr id="4" name="Shape 2"/>
          <p:cNvSpPr/>
          <p:nvPr/>
        </p:nvSpPr>
        <p:spPr>
          <a:xfrm>
            <a:off x="914400" y="3048000"/>
            <a:ext cx="16459200" cy="1143000"/>
          </a:xfrm>
          <a:prstGeom prst="roundRect">
            <a:avLst>
              <a:gd name="adj" fmla="val 21667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95400" y="3352800"/>
            <a:ext cx="4762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dirty="0" spc="-1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Quy</a:t>
            </a:r>
            <a:r>
              <a:rPr lang="en-US" sz="2850" dirty="0" spc="5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trình</a:t>
            </a:r>
            <a:endParaRPr lang="en-US" sz="2850" dirty="0"/>
          </a:p>
        </p:txBody>
      </p:sp>
      <p:sp>
        <p:nvSpPr>
          <p:cNvPr id="6" name="Text 4"/>
          <p:cNvSpPr/>
          <p:nvPr/>
        </p:nvSpPr>
        <p:spPr>
          <a:xfrm>
            <a:off x="6096000" y="3352800"/>
            <a:ext cx="10858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Thác nước, agile → DevOps</a:t>
            </a:r>
            <a:endParaRPr lang="en-US" sz="2850" dirty="0"/>
          </a:p>
        </p:txBody>
      </p:sp>
      <p:sp>
        <p:nvSpPr>
          <p:cNvPr id="7" name="Shape 5"/>
          <p:cNvSpPr/>
          <p:nvPr/>
        </p:nvSpPr>
        <p:spPr>
          <a:xfrm>
            <a:off x="914400" y="4381500"/>
            <a:ext cx="16459200" cy="1143000"/>
          </a:xfrm>
          <a:prstGeom prst="roundRect">
            <a:avLst>
              <a:gd name="adj" fmla="val 21667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95400" y="4686300"/>
            <a:ext cx="4762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dirty="0" spc="-7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Kiến</a:t>
            </a:r>
            <a:r>
              <a:rPr lang="en-US" sz="2850" dirty="0" spc="-1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trúc</a:t>
            </a:r>
            <a:endParaRPr lang="en-US" sz="2850" dirty="0"/>
          </a:p>
        </p:txBody>
      </p:sp>
      <p:sp>
        <p:nvSpPr>
          <p:cNvPr id="9" name="Text 7"/>
          <p:cNvSpPr/>
          <p:nvPr/>
        </p:nvSpPr>
        <p:spPr>
          <a:xfrm>
            <a:off x="6096000" y="4686300"/>
            <a:ext cx="10858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Khối đơn → vi dịch vụ</a:t>
            </a:r>
            <a:endParaRPr lang="en-US" sz="2850" dirty="0"/>
          </a:p>
        </p:txBody>
      </p:sp>
      <p:sp>
        <p:nvSpPr>
          <p:cNvPr id="10" name="Shape 8"/>
          <p:cNvSpPr/>
          <p:nvPr/>
        </p:nvSpPr>
        <p:spPr>
          <a:xfrm>
            <a:off x="914400" y="5715000"/>
            <a:ext cx="16459200" cy="1143000"/>
          </a:xfrm>
          <a:prstGeom prst="roundRect">
            <a:avLst>
              <a:gd name="adj" fmla="val 21667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95400" y="6019800"/>
            <a:ext cx="4762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dirty="0" spc="-11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Đóng</a:t>
            </a:r>
            <a:r>
              <a:rPr lang="en-US" sz="2850" dirty="0" spc="-2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gói</a:t>
            </a:r>
            <a:endParaRPr lang="en-US" sz="2850" dirty="0"/>
          </a:p>
        </p:txBody>
      </p:sp>
      <p:sp>
        <p:nvSpPr>
          <p:cNvPr id="12" name="Text 10"/>
          <p:cNvSpPr/>
          <p:nvPr/>
        </p:nvSpPr>
        <p:spPr>
          <a:xfrm>
            <a:off x="6096000" y="6019800"/>
            <a:ext cx="10858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 vật lý, máy ảo → container</a:t>
            </a:r>
            <a:endParaRPr lang="en-US" sz="2850" dirty="0"/>
          </a:p>
        </p:txBody>
      </p:sp>
      <p:sp>
        <p:nvSpPr>
          <p:cNvPr id="13" name="Shape 11"/>
          <p:cNvSpPr/>
          <p:nvPr/>
        </p:nvSpPr>
        <p:spPr>
          <a:xfrm>
            <a:off x="914400" y="7048500"/>
            <a:ext cx="16459200" cy="1143000"/>
          </a:xfrm>
          <a:prstGeom prst="roundRect">
            <a:avLst>
              <a:gd name="adj" fmla="val 21667"/>
            </a:avLst>
          </a:prstGeom>
          <a:solidFill>
            <a:srgbClr val="F3EEE3"/>
          </a:solidFill>
          <a:ln/>
        </p:spPr>
      </p:sp>
      <p:sp>
        <p:nvSpPr>
          <p:cNvPr id="14" name="Text 12"/>
          <p:cNvSpPr/>
          <p:nvPr/>
        </p:nvSpPr>
        <p:spPr>
          <a:xfrm>
            <a:off x="1295400" y="7353300"/>
            <a:ext cx="4762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dirty="0" spc="-13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Hạ</a:t>
            </a:r>
            <a:r>
              <a:rPr lang="en-US" sz="2850" dirty="0" spc="-4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tầng</a:t>
            </a:r>
            <a:endParaRPr lang="en-US" sz="2850" dirty="0"/>
          </a:p>
        </p:txBody>
      </p:sp>
      <p:sp>
        <p:nvSpPr>
          <p:cNvPr id="15" name="Text 13"/>
          <p:cNvSpPr/>
          <p:nvPr/>
        </p:nvSpPr>
        <p:spPr>
          <a:xfrm>
            <a:off x="6096000" y="7353300"/>
            <a:ext cx="10858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Tự quản → trên đám mây</a:t>
            </a:r>
            <a:endParaRPr lang="en-US" sz="2850" dirty="0"/>
          </a:p>
        </p:txBody>
      </p:sp>
      <p:sp>
        <p:nvSpPr>
          <p:cNvPr id="16" name="Shape 14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86690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4400" y="97155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978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978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978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978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978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-1" kern="0">
                <a:solidFill>
                  <a:srgbClr val="9A978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46</a:t>
            </a:r>
            <a:r>
              <a:rPr lang="en-US" sz="1650" dirty="0" spc="1" kern="0">
                <a:solidFill>
                  <a:srgbClr val="9A978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04/10</a:t>
            </a:r>
            <a:endParaRPr lang="en-US" sz="1650" dirty="0"/>
          </a:p>
        </p:txBody>
      </p:sp>
      <p:sp>
        <p:nvSpPr>
          <p:cNvPr id="27" name="Shape 2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8" name="Moda image moda-export-watermark-97816987-efce-4f9b-a702-9fb30e678bea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36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MẶT</a:t>
            </a:r>
            <a:r>
              <a:rPr lang="en-US" sz="1800" b="1" spc="299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</a:t>
            </a:r>
            <a:r>
              <a:rPr lang="en-US" sz="1800" b="1" spc="298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1800" b="1" spc="299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</a:t>
            </a:r>
            <a:r>
              <a:rPr lang="en-US" sz="1800" b="1" spc="30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ĐỊNH NGHĨA</a:t>
            </a:r>
            <a:r>
              <a:rPr lang="en-US" sz="1800" b="1" spc="301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CNCF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238250"/>
          </a:xfrm>
          <a:prstGeom prst="rect">
            <a:avLst/>
          </a:prstGeom>
          <a:noFill/>
          <a:ln/>
        </p:spPr>
        <p:txBody>
          <a:bodyPr wrap="square" lIns="0" tIns="56579" rIns="0" bIns="-56579" rtlCol="0" anchor="t"/>
          <a:lstStyle/>
          <a:p>
            <a:pPr algn="l" indent="0" marL="0">
              <a:lnSpc>
                <a:spcPts val="6930"/>
              </a:lnSpc>
              <a:buNone/>
            </a:pPr>
            <a:r>
              <a:rPr lang="en-US" sz="66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Hai</a:t>
            </a:r>
            <a:r>
              <a:rPr lang="en-US" sz="66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phiên</a:t>
            </a:r>
            <a:r>
              <a:rPr lang="en-US" sz="66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bản</a:t>
            </a:r>
            <a:endParaRPr lang="en-US" sz="6600" dirty="0"/>
          </a:p>
        </p:txBody>
      </p:sp>
      <p:sp>
        <p:nvSpPr>
          <p:cNvPr id="4" name="Shape 2"/>
          <p:cNvSpPr/>
          <p:nvPr/>
        </p:nvSpPr>
        <p:spPr>
          <a:xfrm>
            <a:off x="914400" y="3143250"/>
            <a:ext cx="7981950" cy="3619500"/>
          </a:xfrm>
          <a:prstGeom prst="roundRect">
            <a:avLst>
              <a:gd name="adj" fmla="val 8421"/>
            </a:avLst>
          </a:prstGeom>
          <a:solidFill>
            <a:srgbClr val="FBE0DA"/>
          </a:solidFill>
          <a:ln w="28575">
            <a:solidFill>
              <a:srgbClr val="E8472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95400" y="3524250"/>
            <a:ext cx="71437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18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BẢN</a:t>
            </a:r>
            <a:r>
              <a:rPr lang="en-US" sz="1800" b="1" spc="226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1.0</a:t>
            </a:r>
            <a:r>
              <a:rPr lang="en-US" sz="1800" b="1" spc="225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2018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95400" y="4191000"/>
            <a:ext cx="7143750" cy="2286000"/>
          </a:xfrm>
          <a:prstGeom prst="rect">
            <a:avLst/>
          </a:prstGeom>
          <a:noFill/>
          <a:ln/>
        </p:spPr>
        <p:txBody>
          <a:bodyPr wrap="square" lIns="0" tIns="25146" rIns="0" bIns="-25146" rtlCol="0" anchor="t"/>
          <a:lstStyle/>
          <a:p>
            <a:pPr algn="l" indent="0" marL="0">
              <a:lnSpc>
                <a:spcPts val="4500"/>
              </a:lnSpc>
              <a:buNone/>
            </a:pPr>
            <a:r>
              <a:rPr lang="en-US" sz="3600" b="1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5</a:t>
            </a:r>
            <a:r>
              <a:rPr lang="en-US" sz="3600" b="1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r>
              <a:rPr lang="en-US" sz="360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nghệ</a:t>
            </a:r>
            <a:r>
              <a:rPr lang="en-US" sz="36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ví dụ,</a:t>
            </a:r>
            <a:endParaRPr lang="en-US" sz="3600" dirty="0"/>
          </a:p>
          <a:p>
            <a:pPr algn="l" indent="0" marL="0">
              <a:lnSpc>
                <a:spcPts val="4500"/>
              </a:lnSpc>
              <a:buNone/>
            </a:pPr>
            <a:r>
              <a:rPr lang="en-US" sz="36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</a:t>
            </a:r>
            <a:r>
              <a:rPr lang="en-US" sz="3600" b="1" dirty="0" spc="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đặc</a:t>
            </a:r>
            <a:r>
              <a:rPr lang="en-US" sz="36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tính.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9391650" y="3143250"/>
            <a:ext cx="7981950" cy="3619500"/>
          </a:xfrm>
          <a:prstGeom prst="roundRect">
            <a:avLst>
              <a:gd name="adj" fmla="val 8421"/>
            </a:avLst>
          </a:prstGeom>
          <a:solidFill>
            <a:srgbClr val="14161C"/>
          </a:solidFill>
          <a:ln/>
        </p:spPr>
      </p:sp>
      <p:sp>
        <p:nvSpPr>
          <p:cNvPr id="8" name="Text 6"/>
          <p:cNvSpPr/>
          <p:nvPr/>
        </p:nvSpPr>
        <p:spPr>
          <a:xfrm>
            <a:off x="9772650" y="3524250"/>
            <a:ext cx="71437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1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BẢN</a:t>
            </a:r>
            <a:r>
              <a:rPr lang="en-US" sz="1800" b="1" spc="22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1.1</a:t>
            </a:r>
            <a:r>
              <a:rPr lang="en-US" sz="1800" b="1" spc="22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1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2024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772650" y="4191000"/>
            <a:ext cx="7143750" cy="2286000"/>
          </a:xfrm>
          <a:prstGeom prst="rect">
            <a:avLst/>
          </a:prstGeom>
          <a:noFill/>
          <a:ln/>
        </p:spPr>
        <p:txBody>
          <a:bodyPr wrap="square" lIns="0" tIns="25146" rIns="0" bIns="-25146" rtlCol="0" anchor="t"/>
          <a:lstStyle/>
          <a:p>
            <a:pPr algn="l" indent="0" marL="0">
              <a:lnSpc>
                <a:spcPts val="4500"/>
              </a:lnSpc>
              <a:buNone/>
            </a:pPr>
            <a:r>
              <a:rPr lang="en-US" sz="360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7</a:t>
            </a:r>
            <a:r>
              <a:rPr lang="en-US" sz="3600" b="1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r>
              <a:rPr lang="en-US" sz="360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nghệ</a:t>
            </a:r>
            <a:r>
              <a:rPr lang="en-US" sz="36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ví dụ,</a:t>
            </a:r>
            <a:endParaRPr lang="en-US" sz="3600" dirty="0"/>
          </a:p>
          <a:p>
            <a:pPr algn="l" indent="0" marL="0">
              <a:lnSpc>
                <a:spcPts val="4500"/>
              </a:lnSpc>
              <a:buNone/>
            </a:pPr>
            <a:r>
              <a:rPr lang="en-US" sz="3600" b="1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5</a:t>
            </a:r>
            <a:r>
              <a:rPr lang="en-US" sz="3600" b="1" dirty="0" spc="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đặc</a:t>
            </a:r>
            <a:r>
              <a:rPr lang="en-US" sz="360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tính.</a:t>
            </a:r>
            <a:endParaRPr lang="en-US" sz="3600" dirty="0"/>
          </a:p>
        </p:txBody>
      </p:sp>
      <p:sp>
        <p:nvSpPr>
          <p:cNvPr id="10" name="Shape 8"/>
          <p:cNvSpPr/>
          <p:nvPr/>
        </p:nvSpPr>
        <p:spPr>
          <a:xfrm>
            <a:off x="914400" y="7239000"/>
            <a:ext cx="16459200" cy="1143000"/>
          </a:xfrm>
          <a:prstGeom prst="roundRect">
            <a:avLst>
              <a:gd name="adj" fmla="val 23333"/>
            </a:avLst>
          </a:prstGeom>
          <a:solidFill>
            <a:srgbClr val="FBF8F2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95400" y="7524750"/>
            <a:ext cx="157162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Bản 1.1</a:t>
            </a:r>
            <a:r>
              <a:rPr lang="en-US" sz="28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nói</a:t>
            </a:r>
            <a:r>
              <a:rPr lang="en-US" sz="2850" b="1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rõ:</a:t>
            </a:r>
            <a:r>
              <a:rPr lang="en-US" sz="28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danh</a:t>
            </a:r>
            <a:r>
              <a:rPr lang="en-US" sz="285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sách</a:t>
            </a:r>
            <a:r>
              <a:rPr lang="en-US" sz="2850" b="1" dirty="0" spc="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28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đầy</a:t>
            </a:r>
            <a:r>
              <a:rPr lang="en-US" sz="28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đủ.</a:t>
            </a:r>
            <a:endParaRPr lang="en-US" sz="2850" dirty="0"/>
          </a:p>
        </p:txBody>
      </p:sp>
      <p:sp>
        <p:nvSpPr>
          <p:cNvPr id="12" name="Shape 10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19075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97155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46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05/10</a:t>
            </a:r>
            <a:endParaRPr lang="en-US" sz="1650" dirty="0"/>
          </a:p>
        </p:txBody>
      </p:sp>
      <p:sp>
        <p:nvSpPr>
          <p:cNvPr id="23" name="Shape 2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4" name="Moda image moda-export-watermark-94fb1e9b-4fe5-4eed-bddf-a7ff255c737c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3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THỬ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1800" b="1" spc="30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1.1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THÊM GÌ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238250"/>
          </a:xfrm>
          <a:prstGeom prst="rect">
            <a:avLst/>
          </a:prstGeom>
          <a:noFill/>
          <a:ln/>
        </p:spPr>
        <p:txBody>
          <a:bodyPr wrap="square" lIns="0" tIns="48863" rIns="0" bIns="-48863" rtlCol="0" anchor="t"/>
          <a:lstStyle/>
          <a:p>
            <a:pPr algn="l" indent="0" marL="0">
              <a:lnSpc>
                <a:spcPts val="5985"/>
              </a:lnSpc>
              <a:buNone/>
            </a:pPr>
            <a:r>
              <a:rPr lang="en-US" sz="5700" dirty="0" spc="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Thêm</a:t>
            </a:r>
            <a:r>
              <a:rPr lang="en-US" sz="57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hai</a:t>
            </a:r>
            <a:r>
              <a:rPr lang="en-US" sz="57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công</a:t>
            </a:r>
            <a:r>
              <a:rPr lang="en-US" sz="57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nghệ,</a:t>
            </a:r>
            <a:r>
              <a:rPr lang="en-US" sz="57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hai</a:t>
            </a:r>
            <a:r>
              <a:rPr lang="en-US" sz="5700" dirty="0" spc="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đặc</a:t>
            </a:r>
            <a:r>
              <a:rPr lang="en-US" sz="57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tính</a:t>
            </a:r>
            <a:endParaRPr lang="en-US" sz="5700" dirty="0"/>
          </a:p>
        </p:txBody>
      </p:sp>
      <p:sp>
        <p:nvSpPr>
          <p:cNvPr id="4" name="Text 2"/>
          <p:cNvSpPr/>
          <p:nvPr/>
        </p:nvSpPr>
        <p:spPr>
          <a:xfrm>
            <a:off x="4762500" y="2857500"/>
            <a:ext cx="609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50" b="1" spc="217" kern="0" dirty="0">
                <a:solidFill>
                  <a:srgbClr val="9A978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BẢN</a:t>
            </a:r>
            <a:r>
              <a:rPr lang="en-US" sz="1950" b="1" spc="227" kern="0" dirty="0">
                <a:solidFill>
                  <a:srgbClr val="9A978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1.0</a:t>
            </a:r>
            <a:r>
              <a:rPr lang="en-US" sz="1950" b="1" spc="223" kern="0" dirty="0">
                <a:solidFill>
                  <a:srgbClr val="9A978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11277600" y="2857500"/>
            <a:ext cx="609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50" b="1" spc="21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BẢN</a:t>
            </a:r>
            <a:r>
              <a:rPr lang="en-US" sz="1950" b="1" spc="22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1.1</a:t>
            </a:r>
            <a:r>
              <a:rPr lang="en-US" sz="1950" b="1" spc="223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THÊM</a:t>
            </a:r>
            <a:endParaRPr lang="en-US" sz="1950" dirty="0"/>
          </a:p>
        </p:txBody>
      </p:sp>
      <p:sp>
        <p:nvSpPr>
          <p:cNvPr id="6" name="Shape 4"/>
          <p:cNvSpPr/>
          <p:nvPr/>
        </p:nvSpPr>
        <p:spPr>
          <a:xfrm>
            <a:off x="914400" y="3333750"/>
            <a:ext cx="3619500" cy="2190750"/>
          </a:xfrm>
          <a:prstGeom prst="roundRect">
            <a:avLst>
              <a:gd name="adj" fmla="val 12174"/>
            </a:avLst>
          </a:prstGeom>
          <a:solidFill>
            <a:srgbClr val="F3EEE3"/>
          </a:solidFill>
          <a:ln/>
        </p:spPr>
      </p:sp>
      <p:sp>
        <p:nvSpPr>
          <p:cNvPr id="7" name="Text 5"/>
          <p:cNvSpPr/>
          <p:nvPr/>
        </p:nvSpPr>
        <p:spPr>
          <a:xfrm>
            <a:off x="1200150" y="3905250"/>
            <a:ext cx="3048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50" dirty="0" spc="-10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Công nghệ</a:t>
            </a:r>
            <a:r>
              <a:rPr lang="en-US" sz="2850" dirty="0" spc="1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ví</a:t>
            </a:r>
            <a:r>
              <a:rPr lang="en-US" sz="2850" dirty="0" spc="4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dụ</a:t>
            </a:r>
            <a:endParaRPr lang="en-US" sz="2850" dirty="0"/>
          </a:p>
        </p:txBody>
      </p:sp>
      <p:sp>
        <p:nvSpPr>
          <p:cNvPr id="8" name="Shape 6"/>
          <p:cNvSpPr/>
          <p:nvPr/>
        </p:nvSpPr>
        <p:spPr>
          <a:xfrm>
            <a:off x="4762500" y="3333750"/>
            <a:ext cx="6096000" cy="2190750"/>
          </a:xfrm>
          <a:prstGeom prst="roundRect">
            <a:avLst>
              <a:gd name="adj" fmla="val 12174"/>
            </a:avLst>
          </a:prstGeom>
          <a:solidFill>
            <a:srgbClr val="1E212B"/>
          </a:solidFill>
          <a:ln w="28575">
            <a:solidFill>
              <a:srgbClr val="8A867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05400" y="3810000"/>
            <a:ext cx="542925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Năm</a:t>
            </a:r>
            <a:r>
              <a:rPr lang="en-US" sz="3000" b="1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r>
              <a:rPr lang="en-US" sz="300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nghệ.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11277600" y="3333750"/>
            <a:ext cx="6096000" cy="2190750"/>
          </a:xfrm>
          <a:prstGeom prst="roundRect">
            <a:avLst>
              <a:gd name="adj" fmla="val 12174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620500" y="3810000"/>
            <a:ext cx="542925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Đa</a:t>
            </a:r>
            <a:r>
              <a:rPr lang="en-US" sz="300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thuê</a:t>
            </a:r>
            <a:r>
              <a:rPr lang="en-US" sz="30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bao,</a:t>
            </a:r>
            <a:r>
              <a:rPr lang="en-US" sz="300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serverless.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914400" y="5810250"/>
            <a:ext cx="3619500" cy="2190750"/>
          </a:xfrm>
          <a:prstGeom prst="roundRect">
            <a:avLst>
              <a:gd name="adj" fmla="val 12174"/>
            </a:avLst>
          </a:prstGeom>
          <a:solidFill>
            <a:srgbClr val="F3EEE3"/>
          </a:solidFill>
          <a:ln/>
        </p:spPr>
      </p:sp>
      <p:sp>
        <p:nvSpPr>
          <p:cNvPr id="13" name="Text 11"/>
          <p:cNvSpPr/>
          <p:nvPr/>
        </p:nvSpPr>
        <p:spPr>
          <a:xfrm>
            <a:off x="1200150" y="6381750"/>
            <a:ext cx="3048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50" dirty="0" spc="5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Đặc</a:t>
            </a:r>
            <a:r>
              <a:rPr lang="en-US" sz="2850" dirty="0" spc="0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tính</a:t>
            </a:r>
            <a:endParaRPr lang="en-US" sz="2850" dirty="0"/>
          </a:p>
        </p:txBody>
      </p:sp>
      <p:sp>
        <p:nvSpPr>
          <p:cNvPr id="14" name="Shape 12"/>
          <p:cNvSpPr/>
          <p:nvPr/>
        </p:nvSpPr>
        <p:spPr>
          <a:xfrm>
            <a:off x="4762500" y="5810250"/>
            <a:ext cx="6096000" cy="2190750"/>
          </a:xfrm>
          <a:prstGeom prst="roundRect">
            <a:avLst>
              <a:gd name="adj" fmla="val 12174"/>
            </a:avLst>
          </a:prstGeom>
          <a:solidFill>
            <a:srgbClr val="1E212B"/>
          </a:solidFill>
          <a:ln w="28575">
            <a:solidFill>
              <a:srgbClr val="8A867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05400" y="6286500"/>
            <a:ext cx="542925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Bền</a:t>
            </a:r>
            <a:r>
              <a:rPr lang="en-US" sz="300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bỉ,</a:t>
            </a:r>
            <a:r>
              <a:rPr lang="en-US" sz="30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dễ</a:t>
            </a:r>
            <a:r>
              <a:rPr lang="en-US" sz="300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quản lý,</a:t>
            </a:r>
            <a:endParaRPr lang="en-US" sz="3000" dirty="0"/>
          </a:p>
          <a:p>
            <a:pPr algn="l" indent="0" marL="0">
              <a:buNone/>
            </a:pPr>
            <a:r>
              <a:rPr lang="en-US" sz="300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quan</a:t>
            </a:r>
            <a:r>
              <a:rPr lang="en-US" sz="300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sát</a:t>
            </a:r>
            <a:r>
              <a:rPr lang="en-US" sz="3000" b="1" dirty="0" spc="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được.</a:t>
            </a:r>
            <a:endParaRPr lang="en-US" sz="3000" dirty="0"/>
          </a:p>
        </p:txBody>
      </p:sp>
      <p:sp>
        <p:nvSpPr>
          <p:cNvPr id="16" name="Shape 14"/>
          <p:cNvSpPr/>
          <p:nvPr/>
        </p:nvSpPr>
        <p:spPr>
          <a:xfrm>
            <a:off x="11277600" y="5810250"/>
            <a:ext cx="6096000" cy="2190750"/>
          </a:xfrm>
          <a:prstGeom prst="roundRect">
            <a:avLst>
              <a:gd name="adj" fmla="val 12174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620500" y="6286500"/>
            <a:ext cx="542925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An</a:t>
            </a:r>
            <a:r>
              <a:rPr lang="en-US" sz="300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toàn,</a:t>
            </a:r>
            <a:r>
              <a:rPr lang="en-US" sz="300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bền</a:t>
            </a:r>
            <a:r>
              <a:rPr lang="en-US" sz="3000" b="1" dirty="0" spc="2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vững.</a:t>
            </a:r>
            <a:endParaRPr lang="en-US" sz="3000" dirty="0"/>
          </a:p>
        </p:txBody>
      </p:sp>
      <p:sp>
        <p:nvSpPr>
          <p:cNvPr id="18" name="Shape 16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51460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14400" y="97155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978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978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978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978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978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-1" kern="0">
                <a:solidFill>
                  <a:srgbClr val="9A978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46</a:t>
            </a:r>
            <a:r>
              <a:rPr lang="en-US" sz="1650" dirty="0" spc="1" kern="0">
                <a:solidFill>
                  <a:srgbClr val="9A978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978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06/10</a:t>
            </a:r>
            <a:endParaRPr lang="en-US" sz="1650" dirty="0"/>
          </a:p>
        </p:txBody>
      </p:sp>
      <p:sp>
        <p:nvSpPr>
          <p:cNvPr id="29" name="Shape 2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0" name="Moda image moda-export-watermark-00b0b1b8-f17e-435f-9652-7c9f53a67702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8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GIỚI</a:t>
            </a:r>
            <a:r>
              <a:rPr lang="en-US" sz="1800" b="1" spc="301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1800" b="1" spc="282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1800" b="1" spc="302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238250"/>
          </a:xfrm>
          <a:prstGeom prst="rect">
            <a:avLst/>
          </a:prstGeom>
          <a:noFill/>
          <a:ln/>
        </p:spPr>
        <p:txBody>
          <a:bodyPr wrap="square" lIns="0" tIns="61722" rIns="0" bIns="-61722" rtlCol="0" anchor="t"/>
          <a:lstStyle/>
          <a:p>
            <a:pPr algn="l" indent="0" marL="0">
              <a:lnSpc>
                <a:spcPts val="7560"/>
              </a:lnSpc>
              <a:buNone/>
            </a:pPr>
            <a:r>
              <a:rPr lang="en-US" sz="7200" dirty="0" spc="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Đếm</a:t>
            </a:r>
            <a:r>
              <a:rPr lang="en-US" sz="72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từ</a:t>
            </a:r>
            <a:r>
              <a:rPr lang="en-US" sz="7200" dirty="0" spc="-1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khóa</a:t>
            </a:r>
            <a:r>
              <a:rPr lang="en-US" sz="72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thôi</a:t>
            </a:r>
            <a:endParaRPr lang="en-US" sz="7200" dirty="0"/>
          </a:p>
        </p:txBody>
      </p:sp>
      <p:sp>
        <p:nvSpPr>
          <p:cNvPr id="4" name="Shape 2"/>
          <p:cNvSpPr/>
          <p:nvPr/>
        </p:nvSpPr>
        <p:spPr>
          <a:xfrm>
            <a:off x="914400" y="3143250"/>
            <a:ext cx="16459200" cy="1428750"/>
          </a:xfrm>
          <a:prstGeom prst="roundRect">
            <a:avLst>
              <a:gd name="adj" fmla="val 18667"/>
            </a:avLst>
          </a:prstGeom>
          <a:solidFill>
            <a:srgbClr val="FBF8F2"/>
          </a:solidFill>
          <a:ln w="28575">
            <a:solidFill>
              <a:srgbClr val="E8472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95400" y="3381375"/>
            <a:ext cx="952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0" dirty="0" spc="-3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2476500" y="3571875"/>
            <a:ext cx="14478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Chỉ</a:t>
            </a:r>
            <a:r>
              <a:rPr lang="en-US" sz="28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đếm</a:t>
            </a:r>
            <a:r>
              <a:rPr lang="en-US" sz="2850" b="1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đoạn</a:t>
            </a:r>
            <a:r>
              <a:rPr lang="en-US" sz="28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tiếng</a:t>
            </a:r>
            <a:r>
              <a:rPr lang="en-US" sz="28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Anh,</a:t>
            </a:r>
            <a:r>
              <a:rPr lang="en-US" sz="285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8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</a:t>
            </a:r>
            <a:r>
              <a:rPr lang="en-US" sz="28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8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dịch.</a:t>
            </a:r>
            <a:endParaRPr lang="en-US" sz="2850" dirty="0"/>
          </a:p>
        </p:txBody>
      </p:sp>
      <p:sp>
        <p:nvSpPr>
          <p:cNvPr id="7" name="Shape 5"/>
          <p:cNvSpPr/>
          <p:nvPr/>
        </p:nvSpPr>
        <p:spPr>
          <a:xfrm>
            <a:off x="914400" y="4857750"/>
            <a:ext cx="16459200" cy="1428750"/>
          </a:xfrm>
          <a:prstGeom prst="roundRect">
            <a:avLst>
              <a:gd name="adj" fmla="val 18667"/>
            </a:avLst>
          </a:prstGeom>
          <a:solidFill>
            <a:srgbClr val="FBF8F2"/>
          </a:solidFill>
          <a:ln w="28575">
            <a:solidFill>
              <a:srgbClr val="E8472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95400" y="5095875"/>
            <a:ext cx="952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0" dirty="0" spc="6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6000" dirty="0"/>
          </a:p>
        </p:txBody>
      </p:sp>
      <p:sp>
        <p:nvSpPr>
          <p:cNvPr id="9" name="Text 7"/>
          <p:cNvSpPr/>
          <p:nvPr/>
        </p:nvSpPr>
        <p:spPr>
          <a:xfrm>
            <a:off x="2476500" y="5286375"/>
            <a:ext cx="14478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Hai</a:t>
            </a:r>
            <a:r>
              <a:rPr lang="en-US" sz="28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commit</a:t>
            </a:r>
            <a:r>
              <a:rPr lang="en-US" sz="28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85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85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tệp,</a:t>
            </a:r>
            <a:r>
              <a:rPr lang="en-US" sz="285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850" b="1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8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biên</a:t>
            </a:r>
            <a:r>
              <a:rPr lang="en-US" sz="28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85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họp.</a:t>
            </a:r>
            <a:endParaRPr lang="en-US" sz="2850" dirty="0"/>
          </a:p>
        </p:txBody>
      </p:sp>
      <p:sp>
        <p:nvSpPr>
          <p:cNvPr id="10" name="Shape 8"/>
          <p:cNvSpPr/>
          <p:nvPr/>
        </p:nvSpPr>
        <p:spPr>
          <a:xfrm>
            <a:off x="914400" y="6572250"/>
            <a:ext cx="16459200" cy="1428750"/>
          </a:xfrm>
          <a:prstGeom prst="roundRect">
            <a:avLst>
              <a:gd name="adj" fmla="val 18667"/>
            </a:avLst>
          </a:prstGeom>
          <a:solidFill>
            <a:srgbClr val="14161C"/>
          </a:solidFill>
          <a:ln/>
        </p:spPr>
      </p:sp>
      <p:sp>
        <p:nvSpPr>
          <p:cNvPr id="11" name="Text 9"/>
          <p:cNvSpPr/>
          <p:nvPr/>
        </p:nvSpPr>
        <p:spPr>
          <a:xfrm>
            <a:off x="1295400" y="6810375"/>
            <a:ext cx="952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0" dirty="0" spc="2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6000" dirty="0"/>
          </a:p>
        </p:txBody>
      </p:sp>
      <p:sp>
        <p:nvSpPr>
          <p:cNvPr id="12" name="Text 10"/>
          <p:cNvSpPr/>
          <p:nvPr/>
        </p:nvSpPr>
        <p:spPr>
          <a:xfrm>
            <a:off x="2476500" y="7000875"/>
            <a:ext cx="14478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Bốn</a:t>
            </a:r>
            <a:r>
              <a:rPr lang="en-US" sz="285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mặt</a:t>
            </a:r>
            <a:r>
              <a:rPr lang="en-US" sz="285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8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r>
              <a:rPr lang="en-US" sz="28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chia</a:t>
            </a:r>
            <a:r>
              <a:rPr lang="en-US" sz="28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8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nguồn,</a:t>
            </a:r>
            <a:r>
              <a:rPr lang="en-US" sz="2850" b="1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8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28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8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CNCF.</a:t>
            </a:r>
            <a:endParaRPr lang="en-US" sz="2850" dirty="0"/>
          </a:p>
        </p:txBody>
      </p:sp>
      <p:sp>
        <p:nvSpPr>
          <p:cNvPr id="13" name="Shape 11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83845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97155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46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07/10</a:t>
            </a:r>
            <a:endParaRPr lang="en-US" sz="1650" dirty="0"/>
          </a:p>
        </p:txBody>
      </p:sp>
      <p:sp>
        <p:nvSpPr>
          <p:cNvPr id="24" name="Shape 2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5" name="Moda image moda-export-watermark-69a9f390-5413-4ca7-8b4d-d5fbaaf0d1c9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NHÌN</a:t>
            </a:r>
            <a:r>
              <a:rPr lang="en-US" sz="1800" b="1" spc="302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1800" b="1" spc="297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1800" b="1" spc="279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905000"/>
          </a:xfrm>
          <a:prstGeom prst="rect">
            <a:avLst/>
          </a:prstGeom>
          <a:noFill/>
          <a:ln/>
        </p:spPr>
        <p:txBody>
          <a:bodyPr wrap="square" lIns="0" tIns="48863" rIns="0" bIns="-48863" rtlCol="0" anchor="t"/>
          <a:lstStyle/>
          <a:p>
            <a:pPr algn="l" indent="0" marL="0">
              <a:lnSpc>
                <a:spcPts val="5985"/>
              </a:lnSpc>
              <a:buNone/>
            </a:pPr>
            <a:r>
              <a:rPr lang="en-US" sz="57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Chạy</a:t>
            </a:r>
            <a:r>
              <a:rPr lang="en-US" sz="5700" dirty="0" spc="-1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trong</a:t>
            </a:r>
            <a:r>
              <a:rPr lang="en-US" sz="57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container:</a:t>
            </a:r>
            <a:r>
              <a:rPr lang="en-US" sz="5700" dirty="0" spc="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đã</a:t>
            </a:r>
            <a:r>
              <a:rPr lang="en-US" sz="5700" dirty="0" spc="-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là</a:t>
            </a:r>
            <a:r>
              <a:rPr lang="en-US" sz="57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cloud</a:t>
            </a:r>
            <a:r>
              <a:rPr lang="en-US" sz="5700" dirty="0" spc="-3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native?</a:t>
            </a:r>
            <a:endParaRPr lang="en-US" sz="5700" dirty="0"/>
          </a:p>
        </p:txBody>
      </p:sp>
      <p:sp>
        <p:nvSpPr>
          <p:cNvPr id="4" name="Shape 2"/>
          <p:cNvSpPr/>
          <p:nvPr/>
        </p:nvSpPr>
        <p:spPr>
          <a:xfrm>
            <a:off x="914400" y="3619500"/>
            <a:ext cx="4572000" cy="2476500"/>
          </a:xfrm>
          <a:prstGeom prst="roundRect">
            <a:avLst>
              <a:gd name="adj" fmla="val 12308"/>
            </a:avLst>
          </a:prstGeom>
          <a:solidFill>
            <a:srgbClr val="1E212B"/>
          </a:solidFill>
          <a:ln w="28575">
            <a:solidFill>
              <a:srgbClr val="8A867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95400" y="4000500"/>
            <a:ext cx="38100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Nhóm</a:t>
            </a:r>
            <a:r>
              <a:rPr lang="en-US" sz="28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850" b="1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2850" b="1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85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container</a:t>
            </a:r>
            <a:endParaRPr lang="en-US" sz="2850" dirty="0"/>
          </a:p>
        </p:txBody>
      </p:sp>
      <p:sp>
        <p:nvSpPr>
          <p:cNvPr id="6" name="Text 4"/>
          <p:cNvSpPr/>
          <p:nvPr/>
        </p:nvSpPr>
        <p:spPr>
          <a:xfrm>
            <a:off x="5619750" y="4476750"/>
            <a:ext cx="8572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800" dirty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→</a:t>
            </a:r>
            <a:endParaRPr lang="en-US" sz="4800" dirty="0"/>
          </a:p>
        </p:txBody>
      </p:sp>
      <p:sp>
        <p:nvSpPr>
          <p:cNvPr id="7" name="Shape 5"/>
          <p:cNvSpPr/>
          <p:nvPr/>
        </p:nvSpPr>
        <p:spPr>
          <a:xfrm>
            <a:off x="6667500" y="3619500"/>
            <a:ext cx="4572000" cy="2476500"/>
          </a:xfrm>
          <a:prstGeom prst="roundRect">
            <a:avLst>
              <a:gd name="adj" fmla="val 12308"/>
            </a:avLst>
          </a:prstGeom>
          <a:solidFill>
            <a:srgbClr val="3DD6A0"/>
          </a:solidFill>
          <a:ln/>
        </p:spPr>
      </p:sp>
      <p:sp>
        <p:nvSpPr>
          <p:cNvPr id="8" name="Text 6"/>
          <p:cNvSpPr/>
          <p:nvPr/>
        </p:nvSpPr>
        <p:spPr>
          <a:xfrm>
            <a:off x="7048500" y="4000500"/>
            <a:ext cx="3810000" cy="1714500"/>
          </a:xfrm>
          <a:prstGeom prst="rect">
            <a:avLst/>
          </a:prstGeom>
          <a:noFill/>
          <a:ln/>
        </p:spPr>
        <p:txBody>
          <a:bodyPr wrap="square" lIns="0" tIns="21735" rIns="0" bIns="-21735" rtlCol="0" anchor="t"/>
          <a:lstStyle/>
          <a:p>
            <a:pPr algn="l" indent="0" marL="0">
              <a:lnSpc>
                <a:spcPts val="4485"/>
              </a:lnSpc>
              <a:buNone/>
            </a:pPr>
            <a:r>
              <a:rPr lang="en-US" sz="3900" dirty="0" spc="18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Chưa</a:t>
            </a:r>
            <a:r>
              <a:rPr lang="en-US" sz="3900" dirty="0" spc="-2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đủ.</a:t>
            </a:r>
            <a:endParaRPr lang="en-US" sz="3900" dirty="0"/>
          </a:p>
        </p:txBody>
      </p:sp>
      <p:sp>
        <p:nvSpPr>
          <p:cNvPr id="9" name="Text 7"/>
          <p:cNvSpPr/>
          <p:nvPr/>
        </p:nvSpPr>
        <p:spPr>
          <a:xfrm>
            <a:off x="11372850" y="4476750"/>
            <a:ext cx="8572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800" dirty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→</a:t>
            </a:r>
            <a:endParaRPr lang="en-US" sz="4800" dirty="0"/>
          </a:p>
        </p:txBody>
      </p:sp>
      <p:sp>
        <p:nvSpPr>
          <p:cNvPr id="10" name="Shape 8"/>
          <p:cNvSpPr/>
          <p:nvPr/>
        </p:nvSpPr>
        <p:spPr>
          <a:xfrm>
            <a:off x="12420600" y="3619500"/>
            <a:ext cx="4953000" cy="2476500"/>
          </a:xfrm>
          <a:prstGeom prst="roundRect">
            <a:avLst>
              <a:gd name="adj" fmla="val 12308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801600" y="4000500"/>
            <a:ext cx="41910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Có</a:t>
            </a:r>
            <a:r>
              <a:rPr lang="en-US" sz="27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7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thiếu</a:t>
            </a:r>
            <a:r>
              <a:rPr lang="en-US" sz="2700" b="1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mặt</a:t>
            </a:r>
            <a:r>
              <a:rPr lang="en-US" sz="27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kiến</a:t>
            </a:r>
            <a:r>
              <a:rPr lang="en-US" sz="27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trúc</a:t>
            </a:r>
            <a:r>
              <a:rPr lang="en-US" sz="27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27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</a:t>
            </a:r>
            <a:r>
              <a:rPr lang="en-US" sz="2700" b="1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trình.</a:t>
            </a:r>
            <a:endParaRPr lang="en-US" sz="2700" dirty="0"/>
          </a:p>
        </p:txBody>
      </p:sp>
      <p:sp>
        <p:nvSpPr>
          <p:cNvPr id="12" name="Shape 10"/>
          <p:cNvSpPr/>
          <p:nvPr/>
        </p:nvSpPr>
        <p:spPr>
          <a:xfrm>
            <a:off x="914400" y="6667500"/>
            <a:ext cx="16459200" cy="1238250"/>
          </a:xfrm>
          <a:prstGeom prst="roundRect">
            <a:avLst>
              <a:gd name="adj" fmla="val 21538"/>
            </a:avLst>
          </a:prstGeom>
          <a:solidFill>
            <a:srgbClr val="F3EEE3"/>
          </a:solidFill>
          <a:ln/>
        </p:spPr>
      </p:sp>
      <p:sp>
        <p:nvSpPr>
          <p:cNvPr id="13" name="Text 11"/>
          <p:cNvSpPr/>
          <p:nvPr/>
        </p:nvSpPr>
        <p:spPr>
          <a:xfrm>
            <a:off x="1295400" y="7000875"/>
            <a:ext cx="157162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Container</a:t>
            </a:r>
            <a:r>
              <a:rPr lang="en-US" sz="28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85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85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8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ví dụ</a:t>
            </a:r>
            <a:r>
              <a:rPr lang="en-US" sz="2850" b="1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8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danh</a:t>
            </a:r>
            <a:r>
              <a:rPr lang="en-US" sz="285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sách.</a:t>
            </a:r>
            <a:endParaRPr lang="en-US" sz="2850" dirty="0"/>
          </a:p>
        </p:txBody>
      </p:sp>
      <p:sp>
        <p:nvSpPr>
          <p:cNvPr id="14" name="Shape 12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16230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97155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978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978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978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978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978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-1" kern="0">
                <a:solidFill>
                  <a:srgbClr val="9A978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46</a:t>
            </a:r>
            <a:r>
              <a:rPr lang="en-US" sz="1650" dirty="0" spc="1" kern="0">
                <a:solidFill>
                  <a:srgbClr val="9A978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08/10</a:t>
            </a:r>
            <a:endParaRPr lang="en-US" sz="1650" dirty="0"/>
          </a:p>
        </p:txBody>
      </p:sp>
      <p:sp>
        <p:nvSpPr>
          <p:cNvPr id="25" name="Shape 2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6" name="Moda image moda-export-watermark-69a18ba9-3471-46ff-94fc-1177220509f1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55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ĐÀO</a:t>
            </a:r>
            <a:r>
              <a:rPr lang="en-US" sz="1800" b="1" spc="291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SÂU:</a:t>
            </a:r>
            <a:r>
              <a:rPr lang="en-US" sz="1800" b="1" spc="309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</a:t>
            </a:r>
            <a:r>
              <a:rPr lang="en-US" sz="1800" b="1" spc="292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1800" b="1" spc="295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b="1" spc="300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238250"/>
          </a:xfrm>
          <a:prstGeom prst="rect">
            <a:avLst/>
          </a:prstGeom>
          <a:noFill/>
          <a:ln/>
        </p:spPr>
        <p:txBody>
          <a:bodyPr wrap="square" lIns="0" tIns="61722" rIns="0" bIns="-61722" rtlCol="0" anchor="t"/>
          <a:lstStyle/>
          <a:p>
            <a:pPr algn="l" indent="0" marL="0">
              <a:lnSpc>
                <a:spcPts val="7560"/>
              </a:lnSpc>
              <a:buNone/>
            </a:pPr>
            <a:r>
              <a:rPr lang="en-US" sz="72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Giữ</a:t>
            </a:r>
            <a:r>
              <a:rPr lang="en-US" sz="72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bốn</a:t>
            </a:r>
            <a:r>
              <a:rPr lang="en-US" sz="7200" dirty="0" spc="1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mặt,</a:t>
            </a:r>
            <a:r>
              <a:rPr lang="en-US" sz="72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thêm</a:t>
            </a:r>
            <a:r>
              <a:rPr lang="en-US" sz="72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CNCF</a:t>
            </a:r>
            <a:endParaRPr lang="en-US" sz="7200" dirty="0"/>
          </a:p>
        </p:txBody>
      </p:sp>
      <p:sp>
        <p:nvSpPr>
          <p:cNvPr id="4" name="Shape 2"/>
          <p:cNvSpPr/>
          <p:nvPr/>
        </p:nvSpPr>
        <p:spPr>
          <a:xfrm>
            <a:off x="914400" y="4191000"/>
            <a:ext cx="4381500" cy="1905000"/>
          </a:xfrm>
          <a:prstGeom prst="roundRect">
            <a:avLst>
              <a:gd name="adj" fmla="val 14000"/>
            </a:avLst>
          </a:prstGeom>
          <a:solidFill>
            <a:srgbClr val="FBF8F2"/>
          </a:solidFill>
          <a:ln w="28575">
            <a:solidFill>
              <a:srgbClr val="8A867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38250" y="4667250"/>
            <a:ext cx="37338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Bài</a:t>
            </a:r>
            <a:r>
              <a:rPr lang="en-US" sz="28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nguồn:</a:t>
            </a:r>
            <a:endParaRPr lang="en-US" sz="2850" dirty="0"/>
          </a:p>
          <a:p>
            <a:pPr algn="l" indent="0" marL="0">
              <a:buNone/>
            </a:pPr>
            <a:r>
              <a:rPr lang="en-US" sz="285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sơ</a:t>
            </a:r>
            <a:r>
              <a:rPr lang="en-US" sz="2850" b="1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</a:t>
            </a:r>
            <a:r>
              <a:rPr lang="en-US" sz="2850" b="1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85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bốn</a:t>
            </a:r>
            <a:r>
              <a:rPr lang="en-US" sz="285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mặt</a:t>
            </a:r>
            <a:endParaRPr lang="en-US" sz="2850" dirty="0"/>
          </a:p>
        </p:txBody>
      </p:sp>
      <p:sp>
        <p:nvSpPr>
          <p:cNvPr id="6" name="Shape 4"/>
          <p:cNvSpPr/>
          <p:nvPr/>
        </p:nvSpPr>
        <p:spPr>
          <a:xfrm>
            <a:off x="5295900" y="5114925"/>
            <a:ext cx="1333500" cy="57150"/>
          </a:xfrm>
          <a:prstGeom prst="rect">
            <a:avLst/>
          </a:prstGeom>
          <a:solidFill>
            <a:srgbClr val="1F3FD1"/>
          </a:solidFill>
          <a:ln/>
        </p:spPr>
      </p:sp>
      <p:sp>
        <p:nvSpPr>
          <p:cNvPr id="7" name="Shape 5"/>
          <p:cNvSpPr/>
          <p:nvPr/>
        </p:nvSpPr>
        <p:spPr>
          <a:xfrm>
            <a:off x="6629400" y="4191000"/>
            <a:ext cx="4381500" cy="1905000"/>
          </a:xfrm>
          <a:prstGeom prst="roundRect">
            <a:avLst>
              <a:gd name="adj" fmla="val 14000"/>
            </a:avLst>
          </a:prstGeom>
          <a:solidFill>
            <a:srgbClr val="14161C"/>
          </a:solidFill>
          <a:ln/>
        </p:spPr>
      </p:sp>
      <p:sp>
        <p:nvSpPr>
          <p:cNvPr id="8" name="Text 6"/>
          <p:cNvSpPr/>
          <p:nvPr/>
        </p:nvSpPr>
        <p:spPr>
          <a:xfrm>
            <a:off x="6953250" y="4667250"/>
            <a:ext cx="37338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Bài</a:t>
            </a:r>
            <a:r>
              <a:rPr lang="en-US" sz="285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này:</a:t>
            </a:r>
            <a:endParaRPr lang="en-US" sz="2850" dirty="0"/>
          </a:p>
          <a:p>
            <a:pPr algn="l" indent="0" marL="0">
              <a:buNone/>
            </a:pPr>
            <a:r>
              <a:rPr lang="en-US" sz="28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giữ</a:t>
            </a:r>
            <a:r>
              <a:rPr lang="en-US" sz="285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bốn</a:t>
            </a:r>
            <a:r>
              <a:rPr lang="en-US" sz="285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mặt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11010900" y="5114925"/>
            <a:ext cx="666750" cy="57150"/>
          </a:xfrm>
          <a:prstGeom prst="rect">
            <a:avLst/>
          </a:prstGeom>
          <a:solidFill>
            <a:srgbClr val="1F3FD1"/>
          </a:solidFill>
          <a:ln/>
        </p:spPr>
      </p:sp>
      <p:sp>
        <p:nvSpPr>
          <p:cNvPr id="10" name="Shape 8"/>
          <p:cNvSpPr/>
          <p:nvPr/>
        </p:nvSpPr>
        <p:spPr>
          <a:xfrm>
            <a:off x="11649075" y="3429000"/>
            <a:ext cx="57150" cy="3429000"/>
          </a:xfrm>
          <a:prstGeom prst="rect">
            <a:avLst/>
          </a:prstGeom>
          <a:solidFill>
            <a:srgbClr val="1F3FD1"/>
          </a:solidFill>
          <a:ln/>
        </p:spPr>
      </p:sp>
      <p:sp>
        <p:nvSpPr>
          <p:cNvPr id="11" name="Shape 9"/>
          <p:cNvSpPr/>
          <p:nvPr/>
        </p:nvSpPr>
        <p:spPr>
          <a:xfrm>
            <a:off x="11677650" y="3400425"/>
            <a:ext cx="704850" cy="57150"/>
          </a:xfrm>
          <a:prstGeom prst="rect">
            <a:avLst/>
          </a:prstGeom>
          <a:solidFill>
            <a:srgbClr val="1F3FD1"/>
          </a:solidFill>
          <a:ln/>
        </p:spPr>
      </p:sp>
      <p:sp>
        <p:nvSpPr>
          <p:cNvPr id="12" name="Shape 10"/>
          <p:cNvSpPr/>
          <p:nvPr/>
        </p:nvSpPr>
        <p:spPr>
          <a:xfrm>
            <a:off x="11677650" y="6829425"/>
            <a:ext cx="704850" cy="57150"/>
          </a:xfrm>
          <a:prstGeom prst="rect">
            <a:avLst/>
          </a:prstGeom>
          <a:solidFill>
            <a:srgbClr val="1F3FD1"/>
          </a:solidFill>
          <a:ln/>
        </p:spPr>
      </p:sp>
      <p:sp>
        <p:nvSpPr>
          <p:cNvPr id="13" name="Shape 11"/>
          <p:cNvSpPr/>
          <p:nvPr/>
        </p:nvSpPr>
        <p:spPr>
          <a:xfrm>
            <a:off x="12382500" y="2476500"/>
            <a:ext cx="4991100" cy="1905000"/>
          </a:xfrm>
          <a:prstGeom prst="roundRect">
            <a:avLst>
              <a:gd name="adj" fmla="val 14000"/>
            </a:avLst>
          </a:prstGeom>
          <a:solidFill>
            <a:srgbClr val="DDE3FA"/>
          </a:solidFill>
          <a:ln w="28575">
            <a:solidFill>
              <a:srgbClr val="1F3FD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706350" y="2952750"/>
            <a:ext cx="43434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Định</a:t>
            </a:r>
            <a:r>
              <a:rPr lang="en-US" sz="25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nghĩa</a:t>
            </a: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CNCF</a:t>
            </a:r>
            <a:endParaRPr lang="en-US" sz="2550" dirty="0"/>
          </a:p>
          <a:p>
            <a:pPr algn="l" indent="0" marL="0">
              <a:buNone/>
            </a:pPr>
            <a:r>
              <a:rPr lang="en-US" sz="25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ở</a:t>
            </a: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255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thời</a:t>
            </a:r>
            <a:r>
              <a:rPr lang="en-US" sz="2550" b="1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điểm</a:t>
            </a:r>
            <a:endParaRPr lang="en-US" sz="2550" dirty="0"/>
          </a:p>
        </p:txBody>
      </p:sp>
      <p:sp>
        <p:nvSpPr>
          <p:cNvPr id="15" name="Shape 13"/>
          <p:cNvSpPr/>
          <p:nvPr/>
        </p:nvSpPr>
        <p:spPr>
          <a:xfrm>
            <a:off x="12382500" y="5905500"/>
            <a:ext cx="4991100" cy="1905000"/>
          </a:xfrm>
          <a:prstGeom prst="roundRect">
            <a:avLst>
              <a:gd name="adj" fmla="val 14000"/>
            </a:avLst>
          </a:prstGeom>
          <a:solidFill>
            <a:srgbClr val="DDE3FA"/>
          </a:solidFill>
          <a:ln w="28575">
            <a:solidFill>
              <a:srgbClr val="1F3FD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706350" y="6381750"/>
            <a:ext cx="43434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So</a:t>
            </a: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55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endParaRPr lang="en-US" sz="2550" dirty="0"/>
          </a:p>
          <a:p>
            <a:pPr algn="l" indent="0" marL="0">
              <a:buNone/>
            </a:pP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bản 1.0</a:t>
            </a:r>
            <a:r>
              <a:rPr lang="en-US" sz="2550" b="1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1.1</a:t>
            </a:r>
            <a:endParaRPr lang="en-US" sz="2550" dirty="0"/>
          </a:p>
        </p:txBody>
      </p:sp>
      <p:sp>
        <p:nvSpPr>
          <p:cNvPr id="17" name="Shape 15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8615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97155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46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09/10</a:t>
            </a:r>
            <a:endParaRPr lang="en-US" sz="1650" dirty="0"/>
          </a:p>
        </p:txBody>
      </p:sp>
      <p:sp>
        <p:nvSpPr>
          <p:cNvPr id="28" name="Shape 2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9" name="Moda image moda-export-watermark-d2b70dc8-b3a6-440b-9cf7-80c9d78edeaf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TỪ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VIẾT</a:t>
            </a:r>
            <a:r>
              <a:rPr lang="en-US" sz="1800" b="1" spc="20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TẮT</a:t>
            </a:r>
            <a:r>
              <a:rPr lang="en-US" sz="1800" b="1" spc="25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619250"/>
            <a:ext cx="21907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 spc="1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CNCF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3238500" y="1695450"/>
            <a:ext cx="5905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-9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Tổ</a:t>
            </a:r>
            <a:r>
              <a:rPr lang="en-US" sz="210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chức</a:t>
            </a:r>
            <a:r>
              <a:rPr lang="en-US" sz="21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 nhiều</a:t>
            </a:r>
            <a:r>
              <a:rPr lang="en-US" sz="21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dự án mã</a:t>
            </a:r>
            <a:r>
              <a:rPr lang="en-US" sz="21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21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mở.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914400" y="2762250"/>
            <a:ext cx="21907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 spc="-41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TOC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3238500" y="2838450"/>
            <a:ext cx="5905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Ủy</a:t>
            </a:r>
            <a:r>
              <a:rPr lang="en-US" sz="210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ban</a:t>
            </a:r>
            <a:r>
              <a:rPr lang="en-US" sz="21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giám</a:t>
            </a:r>
            <a:r>
              <a:rPr lang="en-US" sz="2100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sát</a:t>
            </a:r>
            <a:r>
              <a:rPr lang="en-US" sz="21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kỹ</a:t>
            </a:r>
            <a:r>
              <a:rPr lang="en-US" sz="210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thuật</a:t>
            </a:r>
            <a:r>
              <a:rPr lang="en-US" sz="21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1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CNCF.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914400" y="3905250"/>
            <a:ext cx="21907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 spc="4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GB</a:t>
            </a:r>
            <a:endParaRPr lang="en-US" sz="3300" dirty="0"/>
          </a:p>
        </p:txBody>
      </p:sp>
      <p:sp>
        <p:nvSpPr>
          <p:cNvPr id="8" name="Text 6"/>
          <p:cNvSpPr/>
          <p:nvPr/>
        </p:nvSpPr>
        <p:spPr>
          <a:xfrm>
            <a:off x="3238500" y="3981450"/>
            <a:ext cx="5905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Hội</a:t>
            </a:r>
            <a:r>
              <a:rPr lang="en-US" sz="2100" dirty="0" spc="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đồng</a:t>
            </a:r>
            <a:r>
              <a:rPr lang="en-US" sz="2100" dirty="0" spc="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21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hành của</a:t>
            </a:r>
            <a:r>
              <a:rPr lang="en-US" sz="21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CNCF.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914400" y="5048250"/>
            <a:ext cx="21907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 spc="2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API</a:t>
            </a:r>
            <a:endParaRPr lang="en-US" sz="3300" dirty="0"/>
          </a:p>
        </p:txBody>
      </p:sp>
      <p:sp>
        <p:nvSpPr>
          <p:cNvPr id="10" name="Text 8"/>
          <p:cNvSpPr/>
          <p:nvPr/>
        </p:nvSpPr>
        <p:spPr>
          <a:xfrm>
            <a:off x="3238500" y="5124450"/>
            <a:ext cx="5905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Giao</a:t>
            </a:r>
            <a:r>
              <a:rPr lang="en-US" sz="21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diện</a:t>
            </a:r>
            <a:r>
              <a:rPr lang="en-US" sz="210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lập</a:t>
            </a:r>
            <a:r>
              <a:rPr lang="en-US" sz="2100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2100" dirty="0" spc="2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ứng</a:t>
            </a:r>
            <a:r>
              <a:rPr lang="en-US" sz="21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dụng.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914400" y="6191250"/>
            <a:ext cx="21907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 spc="-16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DevOps</a:t>
            </a:r>
            <a:endParaRPr lang="en-US" sz="3300" dirty="0"/>
          </a:p>
        </p:txBody>
      </p:sp>
      <p:sp>
        <p:nvSpPr>
          <p:cNvPr id="12" name="Text 10"/>
          <p:cNvSpPr/>
          <p:nvPr/>
        </p:nvSpPr>
        <p:spPr>
          <a:xfrm>
            <a:off x="3238500" y="6267450"/>
            <a:ext cx="5905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Gộp</a:t>
            </a:r>
            <a:r>
              <a:rPr lang="en-US" sz="210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phát</a:t>
            </a:r>
            <a:r>
              <a:rPr lang="en-US" sz="2100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triển</a:t>
            </a:r>
            <a:r>
              <a:rPr lang="en-US" sz="2100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10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vận</a:t>
            </a:r>
            <a:r>
              <a:rPr lang="en-US" sz="21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hành phần</a:t>
            </a:r>
            <a:r>
              <a:rPr lang="en-US" sz="21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mềm.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9715500" y="1714500"/>
            <a:ext cx="7658100" cy="2857500"/>
          </a:xfrm>
          <a:prstGeom prst="roundRect">
            <a:avLst>
              <a:gd name="adj" fmla="val 10667"/>
            </a:avLst>
          </a:prstGeom>
          <a:solidFill>
            <a:srgbClr val="1E212B"/>
          </a:solidFill>
          <a:ln w="19050">
            <a:solidFill>
              <a:srgbClr val="3A3E4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96500" y="2038350"/>
            <a:ext cx="6858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7" kern="0" dirty="0">
                <a:solidFill>
                  <a:srgbClr val="9A978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</a:t>
            </a:r>
            <a:r>
              <a:rPr lang="en-US" sz="1650" b="1" spc="229" kern="0" dirty="0">
                <a:solidFill>
                  <a:srgbClr val="9A978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1650" b="1" spc="227" kern="0" dirty="0">
                <a:solidFill>
                  <a:srgbClr val="9A978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10096500" y="2552700"/>
            <a:ext cx="6858000" cy="1809750"/>
          </a:xfrm>
          <a:prstGeom prst="rect">
            <a:avLst/>
          </a:prstGeom>
          <a:noFill/>
          <a:ln/>
        </p:spPr>
        <p:txBody>
          <a:bodyPr wrap="square" lIns="0" tIns="5001" rIns="0" bIns="-5001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25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•</a:t>
            </a:r>
            <a:r>
              <a:rPr lang="en-US" sz="22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ByteByteGo, bài</a:t>
            </a:r>
            <a:r>
              <a:rPr lang="en-US" sz="22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225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tại</a:t>
            </a:r>
            <a:r>
              <a:rPr lang="en-US" sz="22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commit</a:t>
            </a:r>
            <a:r>
              <a:rPr lang="en-US" sz="225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cố</a:t>
            </a:r>
            <a:r>
              <a:rPr lang="en-US" sz="2250" dirty="0" spc="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endParaRPr lang="en-US" sz="2250" dirty="0"/>
          </a:p>
          <a:p>
            <a:pPr algn="l" indent="0" marL="0">
              <a:lnSpc>
                <a:spcPts val="3150"/>
              </a:lnSpc>
              <a:buNone/>
            </a:pPr>
            <a:r>
              <a:rPr lang="en-US" sz="225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•</a:t>
            </a:r>
            <a:r>
              <a:rPr lang="en-US" sz="22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CNCF,</a:t>
            </a:r>
            <a:r>
              <a:rPr lang="en-US" sz="22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DEFINITION.md</a:t>
            </a:r>
            <a:r>
              <a:rPr lang="en-US" sz="22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2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1.0</a:t>
            </a:r>
            <a:r>
              <a:rPr lang="en-US" sz="225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250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1.1</a:t>
            </a:r>
            <a:endParaRPr lang="en-US" sz="2250" dirty="0"/>
          </a:p>
        </p:txBody>
      </p:sp>
      <p:sp>
        <p:nvSpPr>
          <p:cNvPr id="16" name="Shape 14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81000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4400" y="97155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978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978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978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978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978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-1" kern="0">
                <a:solidFill>
                  <a:srgbClr val="9A978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46</a:t>
            </a:r>
            <a:r>
              <a:rPr lang="en-US" sz="1650" dirty="0" spc="1" kern="0">
                <a:solidFill>
                  <a:srgbClr val="9A978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978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10/10</a:t>
            </a:r>
            <a:endParaRPr lang="en-US" sz="1650" dirty="0"/>
          </a:p>
        </p:txBody>
      </p:sp>
      <p:sp>
        <p:nvSpPr>
          <p:cNvPr id="27" name="Shape 2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8" name="Moda image moda-export-watermark-bfd150d6-6c76-4b29-8c22-8c2c17ba4c9b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2026-10-19T15:43:10Z</dcterms:created>
  <dcterms:modified xsi:type="dcterms:W3CDTF">2026-10-19T15:43:10Z</dcterms:modified>
</cp:coreProperties>
</file>