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1915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953500" cy="533400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3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thước</a:t>
            </a:r>
            <a:r>
              <a:rPr lang="en-US" sz="63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3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thống: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rộng,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</a:t>
            </a:r>
            <a:r>
              <a:rPr lang="en-US" sz="63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sàng,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cậy</a:t>
            </a:r>
            <a:r>
              <a:rPr lang="en-US" sz="63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7048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Chậm,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sập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sai: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3000" dirty="0"/>
          </a:p>
        </p:txBody>
      </p:sp>
      <p:sp>
        <p:nvSpPr>
          <p:cNvPr id="5" name="Connector line-1792422688127-619837723"/>
          <p:cNvSpPr/>
          <p:nvPr/>
        </p:nvSpPr>
        <p:spPr>
          <a:xfrm>
            <a:off x="914400" y="809625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3629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1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thống.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277600" y="2857500"/>
            <a:ext cx="1485900" cy="2095500"/>
          </a:xfrm>
          <a:custGeom>
            <a:avLst/>
            <a:gdLst/>
            <a:ahLst/>
            <a:cxnLst/>
            <a:rect l="l" t="t" r="r" b="b"/>
            <a:pathLst>
              <a:path w="1485900" h="2095500">
                <a:moveTo>
                  <a:pt x="0" y="2095500"/>
                </a:moveTo>
                <a:cubicBezTo>
                  <a:pt x="723900" y="209550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7600" y="4191000"/>
            <a:ext cx="1485900" cy="762000"/>
          </a:xfrm>
          <a:custGeom>
            <a:avLst/>
            <a:gdLst/>
            <a:ahLst/>
            <a:cxnLst/>
            <a:rect l="l" t="t" r="r" b="b"/>
            <a:pathLst>
              <a:path w="1485900" h="762000">
                <a:moveTo>
                  <a:pt x="0" y="762000"/>
                </a:moveTo>
                <a:cubicBezTo>
                  <a:pt x="723900" y="76200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0" y="4953000"/>
            <a:ext cx="1485900" cy="762000"/>
          </a:xfrm>
          <a:custGeom>
            <a:avLst/>
            <a:gdLst/>
            <a:ahLst/>
            <a:cxnLst/>
            <a:rect l="l" t="t" r="r" b="b"/>
            <a:pathLst>
              <a:path w="1485900" h="762000">
                <a:moveTo>
                  <a:pt x="0" y="0"/>
                </a:moveTo>
                <a:cubicBezTo>
                  <a:pt x="723900" y="0"/>
                  <a:pt x="723900" y="762000"/>
                  <a:pt x="1485900" y="76200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7600" y="4953000"/>
            <a:ext cx="1485900" cy="2095500"/>
          </a:xfrm>
          <a:custGeom>
            <a:avLst/>
            <a:gdLst/>
            <a:ahLst/>
            <a:cxnLst/>
            <a:rect l="l" t="t" r="r" b="b"/>
            <a:pathLst>
              <a:path w="1485900" h="2095500">
                <a:moveTo>
                  <a:pt x="0" y="0"/>
                </a:moveTo>
                <a:cubicBezTo>
                  <a:pt x="723900" y="0"/>
                  <a:pt x="723900" y="2095500"/>
                  <a:pt x="1485900" y="209550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77400" y="4152900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9715500" y="45720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22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763500" y="2495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100" b="1" dirty="0" spc="-1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100" b="1" dirty="0" spc="-1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763500" y="3829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10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2100" b="1" dirty="0" spc="-1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63500" y="5353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giờ</a:t>
            </a:r>
            <a:r>
              <a:rPr lang="en-US" sz="2100" b="1" dirty="0" spc="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b="1" dirty="0" spc="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763500" y="6686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1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4666265d-84f2-4c8b-8f60-3b44a93c1d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69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143500" cy="4572000"/>
          </a:xfrm>
          <a:prstGeom prst="roundRect">
            <a:avLst>
              <a:gd name="adj" fmla="val 6667"/>
            </a:avLst>
          </a:prstGeom>
          <a:solidFill>
            <a:srgbClr val="E6DFCD"/>
          </a:solidFill>
          <a:ln/>
        </p:spPr>
      </p:sp>
      <p:sp>
        <p:nvSpPr>
          <p:cNvPr id="5" name="Shape 3"/>
          <p:cNvSpPr/>
          <p:nvPr/>
        </p:nvSpPr>
        <p:spPr>
          <a:xfrm>
            <a:off x="6515100" y="3143250"/>
            <a:ext cx="5143500" cy="4572000"/>
          </a:xfrm>
          <a:prstGeom prst="roundRect">
            <a:avLst>
              <a:gd name="adj" fmla="val 6667"/>
            </a:avLst>
          </a:prstGeom>
          <a:solidFill>
            <a:srgbClr val="E6DFCD"/>
          </a:solidFill>
          <a:ln/>
        </p:spPr>
      </p:sp>
      <p:sp>
        <p:nvSpPr>
          <p:cNvPr id="6" name="Shape 4"/>
          <p:cNvSpPr/>
          <p:nvPr/>
        </p:nvSpPr>
        <p:spPr>
          <a:xfrm>
            <a:off x="12115800" y="3143250"/>
            <a:ext cx="5143500" cy="4572000"/>
          </a:xfrm>
          <a:prstGeom prst="roundRect">
            <a:avLst>
              <a:gd name="adj" fmla="val 6667"/>
            </a:avLst>
          </a:prstGeom>
          <a:solidFill>
            <a:srgbClr val="E6DFCD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524250"/>
            <a:ext cx="438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Chậm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1295400" y="4667250"/>
            <a:ext cx="4381500" cy="2476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lời,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896100" y="3524250"/>
            <a:ext cx="438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Sập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896100" y="4667250"/>
            <a:ext cx="4381500" cy="2476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Lúc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cần, hệ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496800" y="3524250"/>
            <a:ext cx="438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Sai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12496800" y="4667250"/>
            <a:ext cx="4381500" cy="2476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lời,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ad73b119-a214-4970-a263-a835ba3e4db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1800" b="1" spc="28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1800" b="1" spc="25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8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1800" b="1" spc="28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095500"/>
            <a:ext cx="133350" cy="4762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095500"/>
            <a:ext cx="15716250" cy="476250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3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Mở</a:t>
            </a:r>
            <a:r>
              <a:rPr lang="en-US" sz="6300" dirty="0" spc="-1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pPr algn="l" indent="0" marL="0">
              <a:lnSpc>
                <a:spcPts val="7245"/>
              </a:lnSpc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:</a:t>
            </a: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63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gấp</a:t>
            </a:r>
            <a:r>
              <a:rPr lang="en-US" sz="63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đôi</a:t>
            </a:r>
            <a:r>
              <a:rPr lang="en-US" sz="63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3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63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3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Sẵn sàng</a:t>
            </a:r>
            <a:pPr algn="l" indent="0" marL="0">
              <a:lnSpc>
                <a:spcPts val="7245"/>
              </a:lnSpc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: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 cần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3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914400" y="762000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lai,</a:t>
            </a: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 03/10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80c676a6-146b-4386-b8a5-98dec4c00d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1800" b="1" spc="24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Đúng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E6DFCD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E6DFCD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Tin</a:t>
            </a:r>
            <a:r>
              <a:rPr lang="en-US" sz="39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cậy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95400" y="42862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đúng,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quán.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7536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Hiệu</a:t>
            </a:r>
            <a:r>
              <a:rPr lang="en-US" sz="39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753600" y="42862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lúc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đỉnh,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f0152902-7538-487e-b367-d8cf01809f4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1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"CHÍN"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Được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ngừng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SẴN</a:t>
            </a:r>
            <a:r>
              <a:rPr lang="en-US" sz="1800" b="1" spc="21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0" y="285750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1800" b="1" spc="24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r>
              <a:rPr lang="en-US" sz="1800" b="1" spc="20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1800" b="1" spc="2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endParaRPr lang="en-US" sz="1800" dirty="0"/>
          </a:p>
        </p:txBody>
      </p:sp>
      <p:sp>
        <p:nvSpPr>
          <p:cNvPr id="6" name="Connector line-1792422694628-279641505"/>
          <p:cNvSpPr/>
          <p:nvPr/>
        </p:nvSpPr>
        <p:spPr>
          <a:xfrm>
            <a:off x="914400" y="3295650"/>
            <a:ext cx="16459200" cy="0"/>
          </a:xfrm>
          <a:prstGeom prst="line">
            <a:avLst/>
          </a:prstGeom>
          <a:noFill/>
          <a:ln w="190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5433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815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60198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72580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35433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1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99%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96000" y="3543300"/>
            <a:ext cx="1095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87,6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238250" y="47815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3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99,9%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96000" y="4781550"/>
            <a:ext cx="1095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8,76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238250" y="60198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3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99,99%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96000" y="6019800"/>
            <a:ext cx="1095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52,6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238250" y="72580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2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99,999%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096000" y="7258050"/>
            <a:ext cx="1095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5,3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endParaRPr lang="en-US" sz="285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a0dcd2b2-81e8-4239-979c-7680db1ad6c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 TIẾP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vụ,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2425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E6DFCD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A: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99,9%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858000" y="352425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E6DFCD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B: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99,9%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801600" y="352425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đường: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99,8%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5524500" y="4667250"/>
            <a:ext cx="1295400" cy="9144"/>
          </a:xfrm>
          <a:custGeom>
            <a:avLst/>
            <a:gdLst/>
            <a:ahLst/>
            <a:cxnLst/>
            <a:rect l="l" t="t" r="r" b="b"/>
            <a:pathLst>
              <a:path w="1295400" h="9144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571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8100" y="4667250"/>
            <a:ext cx="1295400" cy="9144"/>
          </a:xfrm>
          <a:custGeom>
            <a:avLst/>
            <a:gdLst/>
            <a:ahLst/>
            <a:cxnLst/>
            <a:rect l="l" t="t" r="r" b="b"/>
            <a:pathLst>
              <a:path w="1295400" h="9144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57150">
            <a:solidFill>
              <a:srgbClr val="1416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6667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0,999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×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0,999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≈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0,998, giả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b91fe5ed-8293-422b-80f7-ffdb84768d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325755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575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466725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295400" y="506730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0673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64770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295400" y="687705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770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381250" y="28575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8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381250" y="466725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381250" y="64770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8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850" b="1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nơi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1a6fdb0-328b-432d-9323-faf66dc7f2f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được,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tồn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CFE6DF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3048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F6D5C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715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F6D5CC"/>
          </a:solidFill>
          <a:ln/>
        </p:spPr>
      </p:sp>
      <p:sp>
        <p:nvSpPr>
          <p:cNvPr id="7" name="Shape 5"/>
          <p:cNvSpPr/>
          <p:nvPr/>
        </p:nvSpPr>
        <p:spPr>
          <a:xfrm>
            <a:off x="9372600" y="5715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D6DCF7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3048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được: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696450" y="3048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9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Tồn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sai: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27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38250" y="5715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chủ: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696450" y="5715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54f5594a-0d72-4f65-b274-9b839b0450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sắp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E6DFCD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4762500"/>
            <a:ext cx="15316200" cy="1428750"/>
          </a:xfrm>
          <a:prstGeom prst="roundRect">
            <a:avLst>
              <a:gd name="adj" fmla="val 18667"/>
            </a:avLst>
          </a:prstGeom>
          <a:solidFill>
            <a:srgbClr val="D9D0B8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6477000"/>
            <a:ext cx="14173200" cy="1428750"/>
          </a:xfrm>
          <a:prstGeom prst="roundRect">
            <a:avLst>
              <a:gd name="adj" fmla="val 18667"/>
            </a:avLst>
          </a:prstGeom>
          <a:solidFill>
            <a:srgbClr val="CBBF9E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048000"/>
            <a:ext cx="15716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bài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866900" y="4762500"/>
            <a:ext cx="1476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2438400" y="6477000"/>
            <a:ext cx="13525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3bee80a5-3d28-471e-9cda-9d99e9b41d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7909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91490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60388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266700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Scalability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81100" y="379095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Availability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 sàng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81100" y="491490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Reliability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81100" y="603885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Performance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75247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79819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32b27f0a-9bc0-45b0-9622-3e4ecebe35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2026-10-19T15:12:36Z</dcterms:created>
  <dcterms:modified xsi:type="dcterms:W3CDTF">2026-10-19T15:12:36Z</dcterms:modified>
</cp:coreProperties>
</file>