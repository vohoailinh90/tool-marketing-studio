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3333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81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pandas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3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Trước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15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gộp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bảng,</a:t>
            </a:r>
            <a:r>
              <a:rPr lang="en-US" sz="315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hãy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 chúng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3150" dirty="0" spc="-1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2192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219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Shape 6"/>
          <p:cNvSpPr/>
          <p:nvPr/>
        </p:nvSpPr>
        <p:spPr>
          <a:xfrm>
            <a:off x="10858500" y="2838450"/>
            <a:ext cx="6515100" cy="12192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0858500" y="2838450"/>
            <a:ext cx="114300" cy="1219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10858500" y="4248150"/>
            <a:ext cx="6515100" cy="12192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4248150"/>
            <a:ext cx="114300" cy="1219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58500" y="5657850"/>
            <a:ext cx="6515100" cy="12192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58500" y="5657850"/>
            <a:ext cx="114300" cy="1219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58500" y="7067550"/>
            <a:ext cx="6515100" cy="12192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7067550"/>
            <a:ext cx="114300" cy="1219200"/>
          </a:xfrm>
          <a:prstGeom prst="roundRect">
            <a:avLst>
              <a:gd name="adj" fmla="val 50000"/>
            </a:avLst>
          </a:prstGeom>
          <a:solidFill>
            <a:srgbClr val="8A877E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15240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concat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20764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 thêm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277600" y="29337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merge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1277600" y="34861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khóa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277600" y="43434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join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48958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1277600" y="57531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combine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11277600" y="63055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giá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277600" y="71628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7" kern="0">
                <a:solidFill>
                  <a:srgbClr val="8A877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append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11277600" y="77152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pandas</a:t>
            </a:r>
            <a:r>
              <a:rPr lang="en-US" sz="25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1108855-52f8-4e1f-a0bd-b0fd19c9f7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việc,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hàm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3943350" cy="4572000"/>
          </a:xfrm>
          <a:prstGeom prst="roundRect">
            <a:avLst>
              <a:gd name="adj" fmla="val 5797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814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1950" spc="14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038600"/>
            <a:ext cx="323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concat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95400" y="51054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95400" y="632460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86350" y="3238500"/>
            <a:ext cx="3943350" cy="4572000"/>
          </a:xfrm>
          <a:prstGeom prst="roundRect">
            <a:avLst>
              <a:gd name="adj" fmla="val 5797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5467350" y="35814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1950" spc="15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67350" y="4038600"/>
            <a:ext cx="323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merge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467350" y="51054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7350" y="632460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58300" y="3238500"/>
            <a:ext cx="3943350" cy="4572000"/>
          </a:xfrm>
          <a:prstGeom prst="roundRect">
            <a:avLst>
              <a:gd name="adj" fmla="val 5797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9639300" y="35814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1950" spc="15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39300" y="4038600"/>
            <a:ext cx="323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join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639300" y="51054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39300" y="632460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430250" y="3238500"/>
            <a:ext cx="3943350" cy="4572000"/>
          </a:xfrm>
          <a:prstGeom prst="roundRect">
            <a:avLst>
              <a:gd name="adj" fmla="val 5797"/>
            </a:avLst>
          </a:prstGeom>
          <a:solidFill>
            <a:srgbClr val="F8D9D0"/>
          </a:solidFill>
          <a:ln/>
        </p:spPr>
      </p:sp>
      <p:sp>
        <p:nvSpPr>
          <p:cNvPr id="21" name="Text 19"/>
          <p:cNvSpPr/>
          <p:nvPr/>
        </p:nvSpPr>
        <p:spPr>
          <a:xfrm>
            <a:off x="13811250" y="35814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6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1950" spc="148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811250" y="4038600"/>
            <a:ext cx="323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combine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13811250" y="51054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811250" y="632460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4400" y="815340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834390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</a:t>
            </a:r>
            <a:pPr algn="l" indent="0" marL="0">
              <a:buNone/>
            </a:pP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pandas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2.0.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pd.concat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5a00746-dddd-40c4-b6b8-80f80b84c7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HÀM</a:t>
            </a:r>
            <a:r>
              <a:rPr lang="en-US" sz="1950" spc="22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concat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Mặc</a:t>
            </a:r>
            <a:r>
              <a:rPr lang="en-US" sz="270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axis=0:</a:t>
            </a:r>
            <a:r>
              <a:rPr lang="en-US" sz="27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xếp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 nhau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axis=1: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cạnh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nhau,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index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Cùng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loại cột,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 nhiều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tháng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shard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623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5814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2100" y="35814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3200" y="35814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41148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2100" y="41148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3200" y="41148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48196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8001000" y="52578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23" name="Shape 21"/>
          <p:cNvSpPr/>
          <p:nvPr/>
        </p:nvSpPr>
        <p:spPr>
          <a:xfrm>
            <a:off x="9182100" y="52578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63200" y="52578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57912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26" name="Shape 24"/>
          <p:cNvSpPr/>
          <p:nvPr/>
        </p:nvSpPr>
        <p:spPr>
          <a:xfrm>
            <a:off x="9182100" y="57912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63200" y="57912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28" name="Text 26"/>
          <p:cNvSpPr/>
          <p:nvPr/>
        </p:nvSpPr>
        <p:spPr>
          <a:xfrm>
            <a:off x="11677650" y="434340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axis=0</a:t>
            </a:r>
            <a:endParaRPr lang="en-US" sz="1950" dirty="0"/>
          </a:p>
        </p:txBody>
      </p:sp>
      <p:sp>
        <p:nvSpPr>
          <p:cNvPr id="29" name="Connector line-1792286971346-510113756"/>
          <p:cNvSpPr/>
          <p:nvPr/>
        </p:nvSpPr>
        <p:spPr>
          <a:xfrm>
            <a:off x="11734800" y="4838700"/>
            <a:ext cx="11049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3144500" y="33337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3144500" y="37719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25600" y="37719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506700" y="37719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144500" y="43053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325600" y="43053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506700" y="43053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144500" y="4838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38" name="Shape 36"/>
          <p:cNvSpPr/>
          <p:nvPr/>
        </p:nvSpPr>
        <p:spPr>
          <a:xfrm>
            <a:off x="14325600" y="4838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39" name="Shape 37"/>
          <p:cNvSpPr/>
          <p:nvPr/>
        </p:nvSpPr>
        <p:spPr>
          <a:xfrm>
            <a:off x="15506700" y="4838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0" y="53721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41" name="Shape 39"/>
          <p:cNvSpPr/>
          <p:nvPr/>
        </p:nvSpPr>
        <p:spPr>
          <a:xfrm>
            <a:off x="14325600" y="53721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42" name="Shape 40"/>
          <p:cNvSpPr/>
          <p:nvPr/>
        </p:nvSpPr>
        <p:spPr>
          <a:xfrm>
            <a:off x="15506700" y="53721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43" name="Connector line-1792286971351-101942812"/>
          <p:cNvSpPr/>
          <p:nvPr/>
        </p:nvSpPr>
        <p:spPr>
          <a:xfrm>
            <a:off x="8001000" y="666750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8001000" y="69151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axis=1: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8001000" y="7410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82100" y="7410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01000" y="79438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2100" y="79438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63200" y="7410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50" name="Shape 48"/>
          <p:cNvSpPr/>
          <p:nvPr/>
        </p:nvSpPr>
        <p:spPr>
          <a:xfrm>
            <a:off x="11544300" y="7410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51" name="Shape 49"/>
          <p:cNvSpPr/>
          <p:nvPr/>
        </p:nvSpPr>
        <p:spPr>
          <a:xfrm>
            <a:off x="10363200" y="79438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52" name="Shape 50"/>
          <p:cNvSpPr/>
          <p:nvPr/>
        </p:nvSpPr>
        <p:spPr>
          <a:xfrm>
            <a:off x="11544300" y="79438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53" name="Shape 51"/>
          <p:cNvSpPr/>
          <p:nvPr/>
        </p:nvSpPr>
        <p:spPr>
          <a:xfrm>
            <a:off x="14287500" y="74676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725650" y="7429500"/>
            <a:ext cx="2095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14287500" y="80010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</p:sp>
      <p:sp>
        <p:nvSpPr>
          <p:cNvPr id="56" name="Text 54"/>
          <p:cNvSpPr/>
          <p:nvPr/>
        </p:nvSpPr>
        <p:spPr>
          <a:xfrm>
            <a:off x="14725650" y="7962900"/>
            <a:ext cx="2095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8" name="Shape 5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9" name="Shape 5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1" name="Shape 5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2" name="Shape 6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3" name="Shape 6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4" name="Shape 6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5" name="Shape 6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6" name="Shape 6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7" name="Text 6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94b2c384-ae0a-4484-9b72-33194ca176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merge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78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Mặc</a:t>
            </a:r>
            <a:r>
              <a:rPr lang="en-US" sz="270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inner: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left,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right,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outer: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 dòng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khớp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Gần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JOIN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SQL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1051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khách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35814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369" dirty="0"/>
          </a:p>
        </p:txBody>
      </p:sp>
      <p:sp>
        <p:nvSpPr>
          <p:cNvPr id="16" name="Text 14"/>
          <p:cNvSpPr/>
          <p:nvPr/>
        </p:nvSpPr>
        <p:spPr>
          <a:xfrm>
            <a:off x="8001000" y="41529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369" dirty="0"/>
          </a:p>
        </p:txBody>
      </p:sp>
      <p:sp>
        <p:nvSpPr>
          <p:cNvPr id="17" name="Text 15"/>
          <p:cNvSpPr/>
          <p:nvPr/>
        </p:nvSpPr>
        <p:spPr>
          <a:xfrm>
            <a:off x="8001000" y="47244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369" dirty="0"/>
          </a:p>
        </p:txBody>
      </p:sp>
      <p:sp>
        <p:nvSpPr>
          <p:cNvPr id="18" name="Shape 16"/>
          <p:cNvSpPr/>
          <p:nvPr/>
        </p:nvSpPr>
        <p:spPr>
          <a:xfrm>
            <a:off x="8953500" y="358140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3500" y="415290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3500" y="472440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68000" y="31051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-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4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doanh thu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668000" y="35814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369" dirty="0"/>
          </a:p>
        </p:txBody>
      </p:sp>
      <p:sp>
        <p:nvSpPr>
          <p:cNvPr id="23" name="Text 21"/>
          <p:cNvSpPr/>
          <p:nvPr/>
        </p:nvSpPr>
        <p:spPr>
          <a:xfrm>
            <a:off x="10668000" y="41529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369" dirty="0"/>
          </a:p>
        </p:txBody>
      </p:sp>
      <p:sp>
        <p:nvSpPr>
          <p:cNvPr id="24" name="Text 22"/>
          <p:cNvSpPr/>
          <p:nvPr/>
        </p:nvSpPr>
        <p:spPr>
          <a:xfrm>
            <a:off x="10668000" y="47244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369" dirty="0"/>
          </a:p>
        </p:txBody>
      </p:sp>
      <p:sp>
        <p:nvSpPr>
          <p:cNvPr id="25" name="Shape 23"/>
          <p:cNvSpPr/>
          <p:nvPr/>
        </p:nvSpPr>
        <p:spPr>
          <a:xfrm>
            <a:off x="11620500" y="358140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20500" y="415290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20500" y="472440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/>
        </p:spPr>
      </p:sp>
      <p:sp>
        <p:nvSpPr>
          <p:cNvPr id="28" name="Connector line-1792287007168-196429066"/>
          <p:cNvSpPr/>
          <p:nvPr/>
        </p:nvSpPr>
        <p:spPr>
          <a:xfrm>
            <a:off x="13239750" y="4400550"/>
            <a:ext cx="8572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3182600" y="3848100"/>
            <a:ext cx="1047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inner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4478000" y="31051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478000" y="41529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369" dirty="0"/>
          </a:p>
        </p:txBody>
      </p:sp>
      <p:sp>
        <p:nvSpPr>
          <p:cNvPr id="32" name="Text 30"/>
          <p:cNvSpPr/>
          <p:nvPr/>
        </p:nvSpPr>
        <p:spPr>
          <a:xfrm>
            <a:off x="14478000" y="47244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69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369" dirty="0"/>
          </a:p>
        </p:txBody>
      </p:sp>
      <p:sp>
        <p:nvSpPr>
          <p:cNvPr id="33" name="Shape 31"/>
          <p:cNvSpPr/>
          <p:nvPr/>
        </p:nvSpPr>
        <p:spPr>
          <a:xfrm>
            <a:off x="15240000" y="41529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240000" y="47244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002000" y="41529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02000" y="47244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37" name="Connector line-1792287007177-65190384"/>
          <p:cNvSpPr/>
          <p:nvPr/>
        </p:nvSpPr>
        <p:spPr>
          <a:xfrm>
            <a:off x="8001000" y="6096000"/>
            <a:ext cx="8991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8001000" y="63436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Tham</a:t>
            </a:r>
            <a:r>
              <a:rPr lang="en-US" sz="1950" dirty="0" spc="-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dirty="0" spc="-16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how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8001000" y="68580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inner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0001250" y="68580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left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2001500" y="68580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right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4001750" y="68580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outer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8001000" y="7810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inner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6" name="Shape 4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7" name="Shape 4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9" name="Shape 4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0" name="Shape 4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1" name="Shape 4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2" name="Shape 5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3" name="Shape 5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54" name="Text 5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2d4d82ee-39a2-4721-b642-8bc84abb9b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HÀM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join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43250"/>
            <a:ext cx="5429250" cy="2190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Cách</a:t>
            </a:r>
            <a:r>
              <a:rPr lang="en-US" sz="30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30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ngắn</a:t>
            </a:r>
            <a:r>
              <a:rPr lang="en-US" sz="30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30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ghép</a:t>
            </a:r>
            <a:r>
              <a:rPr lang="en-US" sz="30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30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index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6000750"/>
            <a:ext cx="609600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007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5429250" cy="2190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Mặc</a:t>
            </a:r>
            <a:r>
              <a:rPr lang="en-US" sz="3000" dirty="0" spc="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30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left: giữ</a:t>
            </a:r>
            <a:r>
              <a:rPr lang="en-US" sz="30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30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30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30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30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30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23850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-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001000" y="37338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8743950" y="37338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43053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8743950" y="43053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8768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8743950" y="48768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77500" y="323850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0" y="37338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20450" y="37338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7500" y="43053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20450" y="43053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3" name="Connector line-1792287041404-28150493"/>
          <p:cNvSpPr/>
          <p:nvPr/>
        </p:nvSpPr>
        <p:spPr>
          <a:xfrm>
            <a:off x="12649200" y="4552950"/>
            <a:ext cx="876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592050" y="4057650"/>
            <a:ext cx="1047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7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left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906500" y="32385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3906500" y="37338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49450" y="3733800"/>
            <a:ext cx="9525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906500" y="43053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29" name="Shape 27"/>
          <p:cNvSpPr/>
          <p:nvPr/>
        </p:nvSpPr>
        <p:spPr>
          <a:xfrm>
            <a:off x="14649450" y="4305300"/>
            <a:ext cx="9525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906500" y="487680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14649450" y="4876800"/>
            <a:ext cx="9525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678150" y="3733800"/>
            <a:ext cx="9525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78150" y="4305300"/>
            <a:ext cx="952500" cy="495300"/>
          </a:xfrm>
          <a:prstGeom prst="roundRect">
            <a:avLst>
              <a:gd name="adj" fmla="val 1538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678150" y="4876800"/>
            <a:ext cx="952500" cy="49530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lgDash"/>
          </a:ln>
        </p:spPr>
      </p:sp>
      <p:sp>
        <p:nvSpPr>
          <p:cNvPr id="35" name="Connector line-1792287041409-379613669"/>
          <p:cNvSpPr/>
          <p:nvPr/>
        </p:nvSpPr>
        <p:spPr>
          <a:xfrm>
            <a:off x="8001000" y="647700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001000" y="69532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8496300" y="6915150"/>
            <a:ext cx="609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(index)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8001000" y="76009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lgDash"/>
          </a:ln>
        </p:spPr>
      </p:sp>
      <p:sp>
        <p:nvSpPr>
          <p:cNvPr id="39" name="Text 37"/>
          <p:cNvSpPr/>
          <p:nvPr/>
        </p:nvSpPr>
        <p:spPr>
          <a:xfrm>
            <a:off x="8496300" y="7562850"/>
            <a:ext cx="8191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 phải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Shape 4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Shape 4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9" name="Shape 4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0" name="Text 4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5c810e0d-9d18-461c-845e-3a88d63780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HÀM</a:t>
            </a:r>
            <a:r>
              <a:rPr lang="en-US" sz="1950" spc="22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combine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hàm,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áp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cặp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cột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np.minimum: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 ô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Hợp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đại</a:t>
            </a:r>
            <a:r>
              <a:rPr lang="en-US" sz="27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2004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37338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2C303D"/>
          </a:solidFill>
          <a:ln w="190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05900" y="37338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2C303D"/>
          </a:solidFill>
          <a:ln w="190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001000" y="44196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2C303D"/>
          </a:solidFill>
          <a:ln w="190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05900" y="44196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2C303D"/>
          </a:solidFill>
          <a:ln w="190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401300" y="32004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950" dirty="0" spc="-2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01300" y="37338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506200" y="37338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401300" y="44196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506200" y="44196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763500" y="3810000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np.minimum</a:t>
            </a:r>
            <a:endParaRPr lang="en-US" sz="1800" dirty="0"/>
          </a:p>
        </p:txBody>
      </p:sp>
      <p:sp>
        <p:nvSpPr>
          <p:cNvPr id="25" name="Connector line-1792287071278-320049435"/>
          <p:cNvSpPr/>
          <p:nvPr/>
        </p:nvSpPr>
        <p:spPr>
          <a:xfrm>
            <a:off x="13373100" y="4476750"/>
            <a:ext cx="8572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4820900" y="32004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820900" y="37338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925800" y="37338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820900" y="44196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5925800" y="4419600"/>
            <a:ext cx="1028700" cy="609600"/>
          </a:xfrm>
          <a:prstGeom prst="roundRect">
            <a:avLst>
              <a:gd name="adj" fmla="val 1562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</a:t>
            </a:r>
            <a:endParaRPr lang="en-US" sz="2250" dirty="0"/>
          </a:p>
        </p:txBody>
      </p:sp>
      <p:sp>
        <p:nvSpPr>
          <p:cNvPr id="31" name="Connector line-1792287071287-534733129"/>
          <p:cNvSpPr/>
          <p:nvPr/>
        </p:nvSpPr>
        <p:spPr>
          <a:xfrm>
            <a:off x="8001000" y="6096000"/>
            <a:ext cx="8991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8001000" y="66675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4" kern="0">
                <a:solidFill>
                  <a:srgbClr val="A3A09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append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191750" y="662940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pandas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2.0.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pd.concat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Text 4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d27c6e8a-e731-4250-bf1b-0d2f493de5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3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950" spc="14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TRÙNG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4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295400" y="5810250"/>
            <a:ext cx="1047750" cy="53340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8" name="Connector line-1792287131855-645231863"/>
          <p:cNvSpPr/>
          <p:nvPr/>
        </p:nvSpPr>
        <p:spPr>
          <a:xfrm>
            <a:off x="2533650" y="6076950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86150" y="5124450"/>
            <a:ext cx="1047750" cy="5334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6150" y="5810250"/>
            <a:ext cx="1047750" cy="5334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6150" y="6496050"/>
            <a:ext cx="1047750" cy="5334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3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950" spc="14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858000" y="35433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Bị</a:t>
            </a:r>
            <a:r>
              <a:rPr lang="en-US" sz="4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 hoặc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NaN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6858000" y="5334000"/>
            <a:ext cx="314325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inner: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6210300"/>
            <a:ext cx="40005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outer:</a:t>
            </a:r>
            <a:r>
              <a:rPr lang="en-US" sz="2400" dirty="0" spc="1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2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24206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THAM</a:t>
            </a:r>
            <a:r>
              <a:rPr lang="en-US" sz="1950" spc="16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spc="139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validate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420600" y="35433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4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4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2420600" y="5334000"/>
            <a:ext cx="314325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one_to_one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20600" y="6210300"/>
            <a:ext cx="38100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many_to_one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7810500"/>
            <a:ext cx="15697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Hãy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39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3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gộp.</a:t>
            </a:r>
            <a:endParaRPr lang="en-US" sz="39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869ee0f8-bbb1-42ee-9a67-a87e1e1887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richtext-1792287165748-82519532"/>
          <p:cNvSpPr/>
          <p:nvPr/>
        </p:nvSpPr>
        <p:spPr>
          <a:xfrm>
            <a:off x="1295400" y="3771900"/>
            <a:ext cx="5524500" cy="4572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Bảng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A: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khách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1,</a:t>
            </a:r>
            <a:r>
              <a:rPr lang="en-US" sz="27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2,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Bảng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B: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doanh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7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2,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3,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bốn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mã: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nào,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001000" y="3695700"/>
            <a:ext cx="8991600" cy="914400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5800" y="38481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a.merge(b,</a:t>
            </a:r>
            <a:r>
              <a:rPr lang="en-US" sz="31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on="ma",</a:t>
            </a:r>
            <a:r>
              <a:rPr lang="en-US" sz="315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how="outer")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8001000" y="4953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0" y="54102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001000" y="60198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001000" y="66294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001000" y="7239000"/>
            <a:ext cx="857250" cy="49530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8953500" y="54102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53500" y="6019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53500" y="66294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3500" y="723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 w="19050">
            <a:solidFill>
              <a:srgbClr val="A3A095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NaN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00" y="54102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 w="19050">
            <a:solidFill>
              <a:srgbClr val="A3A095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NaN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477500" y="6019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77500" y="66294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77500" y="723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2C303D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0" y="5410200"/>
            <a:ext cx="4419600" cy="2324100"/>
          </a:xfrm>
          <a:prstGeom prst="roundRect">
            <a:avLst>
              <a:gd name="adj" fmla="val 8197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2877800" y="5638800"/>
            <a:ext cx="3810000" cy="18669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ctr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Mặc</a:t>
            </a:r>
            <a:r>
              <a:rPr lang="en-US" sz="285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inner chỉ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8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</a:t>
            </a:r>
            <a:r>
              <a:rPr lang="en-US" sz="28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3.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14b8f99-6044-48fe-8eda-d892c4c8e6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 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572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2190750" cy="4953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3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3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1295400" y="5219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8" name="Connector line-1792287204138-502265457"/>
          <p:cNvSpPr/>
          <p:nvPr/>
        </p:nvSpPr>
        <p:spPr>
          <a:xfrm>
            <a:off x="1847850" y="5753100"/>
            <a:ext cx="0" cy="533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90800" y="5219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0" name="Connector line-1792287204139-333453233"/>
          <p:cNvSpPr/>
          <p:nvPr/>
        </p:nvSpPr>
        <p:spPr>
          <a:xfrm>
            <a:off x="3143250" y="5753100"/>
            <a:ext cx="0" cy="533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5219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2" name="Connector line-1792287204140-134689616"/>
          <p:cNvSpPr/>
          <p:nvPr/>
        </p:nvSpPr>
        <p:spPr>
          <a:xfrm>
            <a:off x="4438650" y="5753100"/>
            <a:ext cx="0" cy="533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81600" y="52197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4" name="Connector line-1792287204140-208348840"/>
          <p:cNvSpPr/>
          <p:nvPr/>
        </p:nvSpPr>
        <p:spPr>
          <a:xfrm>
            <a:off x="5734050" y="5753100"/>
            <a:ext cx="0" cy="533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95400" y="6400800"/>
            <a:ext cx="5181600" cy="5715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0" y="2762250"/>
            <a:ext cx="8229600" cy="4572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0" y="30670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25000" y="3752850"/>
            <a:ext cx="74676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Gom</a:t>
            </a:r>
            <a:r>
              <a:rPr lang="en-US" sz="3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sách,</a:t>
            </a:r>
            <a:endParaRPr lang="en-US" sz="3900" dirty="0"/>
          </a:p>
          <a:p>
            <a:pPr algn="l" indent="0" marL="0">
              <a:lnSpc>
                <a:spcPts val="4290"/>
              </a:lnSpc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concat</a:t>
            </a: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9525000" y="5143500"/>
            <a:ext cx="5334000" cy="838200"/>
          </a:xfrm>
          <a:prstGeom prst="roundRect">
            <a:avLst>
              <a:gd name="adj" fmla="val 1818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lgDash"/>
          </a:ln>
        </p:spPr>
      </p:sp>
      <p:sp>
        <p:nvSpPr>
          <p:cNvPr id="20" name="Shape 18"/>
          <p:cNvSpPr/>
          <p:nvPr/>
        </p:nvSpPr>
        <p:spPr>
          <a:xfrm>
            <a:off x="9715500" y="53340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10900" y="53340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06300" y="53340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01700" y="533400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9500" y="5334000"/>
            <a:ext cx="209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</a:t>
            </a:r>
            <a:r>
              <a:rPr lang="en-US" sz="210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endParaRPr lang="en-US" sz="2100" dirty="0"/>
          </a:p>
        </p:txBody>
      </p:sp>
      <p:sp>
        <p:nvSpPr>
          <p:cNvPr id="25" name="Connector line-1792287204150-332080770"/>
          <p:cNvSpPr/>
          <p:nvPr/>
        </p:nvSpPr>
        <p:spPr>
          <a:xfrm>
            <a:off x="12192000" y="6057900"/>
            <a:ext cx="0" cy="2667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525000" y="6400800"/>
            <a:ext cx="5181600" cy="5715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concat(axis=1)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index,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cột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khóa.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ghép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cột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70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merge.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18962527-e8c0-474f-87ea-1d19169091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14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5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7239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9300" dirty="0"/>
          </a:p>
        </p:txBody>
      </p:sp>
      <p:sp>
        <p:nvSpPr>
          <p:cNvPr id="8" name="Text 6"/>
          <p:cNvSpPr/>
          <p:nvPr/>
        </p:nvSpPr>
        <p:spPr>
          <a:xfrm>
            <a:off x="1295400" y="5048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Structured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Query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Language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95400" y="55626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700" dirty="0"/>
          </a:p>
        </p:txBody>
      </p:sp>
      <p:sp>
        <p:nvSpPr>
          <p:cNvPr id="10" name="Text richtext-1792287230229-322571015"/>
          <p:cNvSpPr/>
          <p:nvPr/>
        </p:nvSpPr>
        <p:spPr>
          <a:xfrm>
            <a:off x="1295400" y="638175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JOIN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pandas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2762250"/>
            <a:ext cx="82296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31051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3" name="Text richtext-1792287230247-461315728"/>
          <p:cNvSpPr/>
          <p:nvPr/>
        </p:nvSpPr>
        <p:spPr>
          <a:xfrm>
            <a:off x="9525000" y="3752850"/>
            <a:ext cx="7467600" cy="3619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pandas: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concat,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merge,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combine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pandas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2.0.0: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append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endParaRPr lang="en-US" sz="2550" dirty="0"/>
          </a:p>
        </p:txBody>
      </p:sp>
      <p:sp>
        <p:nvSpPr>
          <p:cNvPr id="14" name="Connector line-1792287230256-309758075"/>
          <p:cNvSpPr/>
          <p:nvPr/>
        </p:nvSpPr>
        <p:spPr>
          <a:xfrm>
            <a:off x="9525000" y="7810500"/>
            <a:ext cx="7467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8020050"/>
            <a:ext cx="7467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7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c173f0c-b827-41fd-ad63-268bdf6807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2026-10-18T06:48:08Z</dcterms:created>
  <dcterms:modified xsi:type="dcterms:W3CDTF">2026-10-18T06:48:08Z</dcterms:modified>
</cp:coreProperties>
</file>