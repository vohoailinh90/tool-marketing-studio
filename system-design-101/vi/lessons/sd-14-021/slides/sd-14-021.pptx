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525000" cy="23812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an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toàn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9525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b="1" dirty="0" spc="-8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Kẻ</a:t>
            </a:r>
            <a:r>
              <a:rPr lang="en-US" sz="3450" b="1" dirty="0" spc="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34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34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45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4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nào</a:t>
            </a:r>
            <a:endParaRPr lang="en-US" sz="3450" dirty="0"/>
          </a:p>
        </p:txBody>
      </p:sp>
      <p:sp>
        <p:nvSpPr>
          <p:cNvPr id="5" name="Text 3"/>
          <p:cNvSpPr/>
          <p:nvPr/>
        </p:nvSpPr>
        <p:spPr>
          <a:xfrm>
            <a:off x="914400" y="4762500"/>
            <a:ext cx="8953500" cy="1047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8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 Fiddler</a:t>
            </a:r>
            <a:r>
              <a:rPr lang="en-US" sz="28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 được</a:t>
            </a:r>
            <a:r>
              <a:rPr lang="en-US" sz="28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HTTPS:</a:t>
            </a:r>
            <a:r>
              <a:rPr lang="en-US" sz="28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8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sao?</a:t>
            </a:r>
            <a:endParaRPr lang="en-US" sz="2850" dirty="0"/>
          </a:p>
        </p:txBody>
      </p:sp>
      <p:sp>
        <p:nvSpPr>
          <p:cNvPr id="6" name="Connector line-1792374267618-63813790"/>
          <p:cNvSpPr/>
          <p:nvPr/>
        </p:nvSpPr>
        <p:spPr>
          <a:xfrm>
            <a:off x="914400" y="7429500"/>
            <a:ext cx="91440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9144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r>
              <a:rPr lang="en-US" sz="4200" dirty="0" spc="-2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420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914400" y="8477250"/>
            <a:ext cx="3048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24815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</a:t>
            </a:r>
            <a:r>
              <a:rPr lang="en-US" sz="4200" dirty="0" spc="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42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4248150" y="8477250"/>
            <a:ext cx="3048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r>
              <a:rPr lang="en-US" sz="1800" dirty="0" spc="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2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80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5819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Chữ</a:t>
            </a:r>
            <a:r>
              <a:rPr lang="en-US" sz="4200" dirty="0" spc="-1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rõ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7581900" y="8477250"/>
            <a:ext cx="3048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r>
              <a:rPr lang="en-US" sz="1800" dirty="0" spc="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 có</a:t>
            </a:r>
            <a:r>
              <a:rPr lang="en-US" sz="1800" dirty="0" spc="-2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0763250" y="27622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6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6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0953750" y="3429000"/>
            <a:ext cx="2809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kết</a:t>
            </a:r>
            <a:r>
              <a:rPr lang="en-US" sz="1800" dirty="0" spc="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nối</a:t>
            </a:r>
            <a:r>
              <a:rPr lang="en-US" sz="18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</a:t>
            </a:r>
            <a:r>
              <a:rPr lang="en-US" sz="1800" dirty="0" spc="4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8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1800" dirty="0" spc="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63625" y="3429000"/>
            <a:ext cx="2809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kết</a:t>
            </a:r>
            <a:r>
              <a:rPr lang="en-US" sz="1800" dirty="0" spc="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nối</a:t>
            </a:r>
            <a:r>
              <a:rPr lang="en-US" sz="1800" dirty="0" spc="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</a:t>
            </a:r>
            <a:r>
              <a:rPr lang="en-US" sz="1800" dirty="0" spc="4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8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1800" dirty="0" spc="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</a:t>
            </a:r>
            <a:endParaRPr lang="en-US" sz="1800" dirty="0"/>
          </a:p>
        </p:txBody>
      </p:sp>
      <p:sp>
        <p:nvSpPr>
          <p:cNvPr id="17" name="Connector line-1792374267642-818179918"/>
          <p:cNvSpPr/>
          <p:nvPr/>
        </p:nvSpPr>
        <p:spPr>
          <a:xfrm>
            <a:off x="10953750" y="4000500"/>
            <a:ext cx="2809875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8" name="Connector line-1792374267642-998784275"/>
          <p:cNvSpPr/>
          <p:nvPr/>
        </p:nvSpPr>
        <p:spPr>
          <a:xfrm>
            <a:off x="13763625" y="4000500"/>
            <a:ext cx="2809875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10782300" y="38290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0" name="Shape 18"/>
          <p:cNvSpPr/>
          <p:nvPr/>
        </p:nvSpPr>
        <p:spPr>
          <a:xfrm>
            <a:off x="13554075" y="3790950"/>
            <a:ext cx="419100" cy="4191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1" name="Shape 19"/>
          <p:cNvSpPr/>
          <p:nvPr/>
        </p:nvSpPr>
        <p:spPr>
          <a:xfrm>
            <a:off x="16402050" y="38290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2" name="Text 20"/>
          <p:cNvSpPr/>
          <p:nvPr/>
        </p:nvSpPr>
        <p:spPr>
          <a:xfrm>
            <a:off x="10001250" y="440055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0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1800" dirty="0" spc="2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khách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2811125" y="440055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8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relay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5621000" y="440055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0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1800" dirty="0" spc="2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1800" dirty="0" spc="-2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thật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2049125" y="4819650"/>
            <a:ext cx="342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1650" dirty="0" spc="-2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650" dirty="0" spc="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0763250" y="54292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1650" b="1" spc="225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650" b="1" spc="167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0763250" y="5829300"/>
            <a:ext cx="5334000" cy="571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thật: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 từ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10763250" y="6591300"/>
            <a:ext cx="6096000" cy="571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195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relay:</a:t>
            </a:r>
            <a:r>
              <a:rPr lang="en-US" sz="19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fee17e07-41bc-45b2-bf03-17f5bf0ea9e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239000" cy="24193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bên,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04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8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850" b="1" dirty="0" spc="-1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b="1" dirty="0" spc="-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0485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127.0.0.1,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lần, không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Internet.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là chuỗi giả.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6000750"/>
            <a:ext cx="7048500" cy="1619250"/>
          </a:xfrm>
          <a:prstGeom prst="roundRect">
            <a:avLst>
              <a:gd name="adj" fmla="val 14118"/>
            </a:avLst>
          </a:prstGeom>
          <a:solidFill>
            <a:srgbClr val="DDE3FA"/>
          </a:solidFill>
          <a:ln/>
        </p:spPr>
      </p:sp>
      <p:sp>
        <p:nvSpPr>
          <p:cNvPr id="7" name="Text 5"/>
          <p:cNvSpPr/>
          <p:nvPr/>
        </p:nvSpPr>
        <p:spPr>
          <a:xfrm>
            <a:off x="1257300" y="62484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6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257300" y="6629400"/>
            <a:ext cx="64389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Thấy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vì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sao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kho</a:t>
            </a:r>
            <a:r>
              <a:rPr lang="en-US" sz="2550" dirty="0" spc="-3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5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khách</a:t>
            </a:r>
            <a:r>
              <a:rPr lang="en-US" sz="25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quyết</a:t>
            </a:r>
            <a:r>
              <a:rPr lang="en-US" sz="255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" y="7810500"/>
            <a:ext cx="7048500" cy="1047750"/>
          </a:xfrm>
          <a:prstGeom prst="roundRect">
            <a:avLst>
              <a:gd name="adj" fmla="val 21818"/>
            </a:avLst>
          </a:prstGeom>
          <a:solidFill>
            <a:srgbClr val="E8E0CF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802005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3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Kết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quả</a:t>
            </a:r>
            <a:r>
              <a:rPr lang="en-US" sz="21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 một</a:t>
            </a:r>
            <a:r>
              <a:rPr lang="en-US" sz="21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lần</a:t>
            </a:r>
            <a:r>
              <a:rPr lang="en-US" sz="21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chạy</a:t>
            </a:r>
            <a:r>
              <a:rPr lang="en-US" sz="21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</a:t>
            </a:r>
            <a:r>
              <a:rPr lang="en-US" sz="21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1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biên</a:t>
            </a:r>
            <a:r>
              <a:rPr lang="en-US" sz="21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soạn.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257300" y="8439150"/>
            <a:ext cx="6477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3.13.16,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OpenSSL 3.0.13,</a:t>
            </a:r>
            <a:r>
              <a:rPr lang="en-US" sz="16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cryptography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50.0.1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8534400" y="914400"/>
            <a:ext cx="8839200" cy="7943850"/>
          </a:xfrm>
          <a:prstGeom prst="roundRect">
            <a:avLst>
              <a:gd name="adj" fmla="val 335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915400" y="1333500"/>
            <a:ext cx="8077200" cy="2190750"/>
          </a:xfrm>
          <a:prstGeom prst="roundRect">
            <a:avLst>
              <a:gd name="adj" fmla="val 9565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9258300" y="1581150"/>
            <a:ext cx="381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9258300" y="2152650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1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9258300" y="2838450"/>
            <a:ext cx="171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Kho</a:t>
            </a:r>
            <a:r>
              <a:rPr lang="en-US" sz="1800" dirty="0" spc="-23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</a:t>
            </a:r>
            <a:r>
              <a:rPr lang="en-US" sz="1800" dirty="0" spc="2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r>
              <a:rPr lang="en-US" sz="1800" dirty="0" spc="-7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cậy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1334750" y="2762250"/>
            <a:ext cx="1524000" cy="476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3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</a:t>
            </a:r>
            <a:r>
              <a:rPr lang="en-US" sz="180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011150" y="2762250"/>
            <a:ext cx="2571750" cy="4762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+</a:t>
            </a:r>
            <a:r>
              <a:rPr lang="en-US" sz="1800" b="1" dirty="0" spc="-2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80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dirty="0" spc="-1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endParaRPr lang="en-US" sz="1800" dirty="0"/>
          </a:p>
        </p:txBody>
      </p:sp>
      <p:sp>
        <p:nvSpPr>
          <p:cNvPr id="19" name="Connector line-1792376484151-601010042"/>
          <p:cNvSpPr/>
          <p:nvPr/>
        </p:nvSpPr>
        <p:spPr>
          <a:xfrm>
            <a:off x="12954000" y="3638550"/>
            <a:ext cx="0" cy="43815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triangl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3258800" y="3695700"/>
            <a:ext cx="361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0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kết</a:t>
            </a:r>
            <a:r>
              <a:rPr lang="en-US" sz="1800" dirty="0" spc="0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nối</a:t>
            </a:r>
            <a:r>
              <a:rPr lang="en-US" sz="1800" dirty="0" spc="-1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</a:t>
            </a:r>
            <a:r>
              <a:rPr lang="en-US" sz="1800" dirty="0" spc="4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800" dirty="0" spc="-1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1800" dirty="0" spc="0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915400" y="4191000"/>
            <a:ext cx="8077200" cy="1714500"/>
          </a:xfrm>
          <a:prstGeom prst="roundRect">
            <a:avLst>
              <a:gd name="adj" fmla="val 12222"/>
            </a:avLst>
          </a:prstGeom>
          <a:solidFill>
            <a:srgbClr val="E8E0CF"/>
          </a:solidFill>
          <a:ln/>
        </p:spPr>
      </p:sp>
      <p:sp>
        <p:nvSpPr>
          <p:cNvPr id="22" name="Text 20"/>
          <p:cNvSpPr/>
          <p:nvPr/>
        </p:nvSpPr>
        <p:spPr>
          <a:xfrm>
            <a:off x="9258300" y="447675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4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endParaRPr lang="en-US" sz="2850" dirty="0"/>
          </a:p>
        </p:txBody>
      </p:sp>
      <p:sp>
        <p:nvSpPr>
          <p:cNvPr id="23" name="Text 21"/>
          <p:cNvSpPr/>
          <p:nvPr/>
        </p:nvSpPr>
        <p:spPr>
          <a:xfrm>
            <a:off x="9258300" y="5067300"/>
            <a:ext cx="7429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Viết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9258300" y="5448300"/>
            <a:ext cx="7429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cho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localhost,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1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100" dirty="0"/>
          </a:p>
        </p:txBody>
      </p:sp>
      <p:sp>
        <p:nvSpPr>
          <p:cNvPr id="25" name="Connector line-1792376484157-573316318"/>
          <p:cNvSpPr/>
          <p:nvPr/>
        </p:nvSpPr>
        <p:spPr>
          <a:xfrm>
            <a:off x="12954000" y="6019800"/>
            <a:ext cx="0" cy="43815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triangl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13258800" y="6076950"/>
            <a:ext cx="361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0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kết</a:t>
            </a:r>
            <a:r>
              <a:rPr lang="en-US" sz="1800" dirty="0" spc="0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nối</a:t>
            </a:r>
            <a:r>
              <a:rPr lang="en-US" sz="1800" dirty="0" spc="1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</a:t>
            </a:r>
            <a:r>
              <a:rPr lang="en-US" sz="1800" dirty="0" spc="4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800" dirty="0" spc="-1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1800" dirty="0" spc="1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915400" y="6572250"/>
            <a:ext cx="8077200" cy="1714500"/>
          </a:xfrm>
          <a:prstGeom prst="roundRect">
            <a:avLst>
              <a:gd name="adj" fmla="val 12222"/>
            </a:avLst>
          </a:prstGeom>
          <a:solidFill>
            <a:srgbClr val="E8E0CF"/>
          </a:solidFill>
          <a:ln/>
        </p:spPr>
      </p:sp>
      <p:sp>
        <p:nvSpPr>
          <p:cNvPr id="28" name="Text 26"/>
          <p:cNvSpPr/>
          <p:nvPr/>
        </p:nvSpPr>
        <p:spPr>
          <a:xfrm>
            <a:off x="9258300" y="68580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850" dirty="0"/>
          </a:p>
        </p:txBody>
      </p:sp>
      <p:sp>
        <p:nvSpPr>
          <p:cNvPr id="29" name="Text 27"/>
          <p:cNvSpPr/>
          <p:nvPr/>
        </p:nvSpPr>
        <p:spPr>
          <a:xfrm>
            <a:off x="9258300" y="7448550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cho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localhost,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1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1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100" dirty="0"/>
          </a:p>
        </p:txBody>
      </p:sp>
      <p:sp>
        <p:nvSpPr>
          <p:cNvPr id="30" name="Connector line-1792376484162-46938286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2" name="Shape 30"/>
          <p:cNvSpPr/>
          <p:nvPr/>
        </p:nvSpPr>
        <p:spPr>
          <a:xfrm>
            <a:off x="121443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3" name="Shape 31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08c42c0d-d2aa-4f20-93db-f5f450ccfda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2390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500" dirty="0" spc="-4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04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8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3448050"/>
            <a:ext cx="7048500" cy="1809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3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Với</a:t>
            </a:r>
            <a:r>
              <a:rPr lang="en-US" sz="25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khách,</a:t>
            </a:r>
            <a:r>
              <a:rPr lang="en-US" sz="2550" dirty="0" spc="-2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TLS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5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thường.</a:t>
            </a:r>
            <a:r>
              <a:rPr lang="en-US" sz="2550" dirty="0" spc="-2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thật,</a:t>
            </a:r>
            <a:r>
              <a:rPr lang="en-US" sz="2550" dirty="0" spc="-2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25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5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5715000"/>
            <a:ext cx="7048500" cy="3143250"/>
          </a:xfrm>
          <a:prstGeom prst="roundRect">
            <a:avLst>
              <a:gd name="adj" fmla="val 7273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57300" y="5981700"/>
            <a:ext cx="6381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BẰNG</a:t>
            </a:r>
            <a:r>
              <a:rPr lang="en-US" sz="1650" b="1" spc="240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650" b="1" spc="230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0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b="1" spc="22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650" b="1" spc="191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1650" dirty="0"/>
          </a:p>
        </p:txBody>
      </p:sp>
      <p:sp>
        <p:nvSpPr>
          <p:cNvPr id="8" name="Text richtext-1792378676857-880318549"/>
          <p:cNvSpPr/>
          <p:nvPr/>
        </p:nvSpPr>
        <p:spPr>
          <a:xfrm>
            <a:off x="1257300" y="6457950"/>
            <a:ext cx="6381750" cy="2190750"/>
          </a:xfrm>
          <a:prstGeom prst="rect">
            <a:avLst/>
          </a:prstGeom>
          <a:noFill/>
          <a:ln/>
        </p:spPr>
        <p:txBody>
          <a:bodyPr wrap="square" lIns="0" tIns="7707" rIns="0" bIns="-7707" rtlCol="0" anchor="t"/>
          <a:lstStyle/>
          <a:p>
            <a:pPr algn="l" marL="257175" indent="-183736">
              <a:lnSpc>
                <a:spcPts val="2734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025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025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</a:t>
            </a: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hệt</a:t>
            </a:r>
            <a:r>
              <a:rPr lang="en-US" sz="202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025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2025" dirty="0"/>
          </a:p>
          <a:p>
            <a:pPr algn="l" marL="257175" indent="-183736">
              <a:lnSpc>
                <a:spcPts val="2734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025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025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client_random</a:t>
            </a:r>
            <a:r>
              <a:rPr lang="en-US" sz="2025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025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025" dirty="0"/>
          </a:p>
          <a:p>
            <a:pPr algn="l" marL="257175" indent="-183736">
              <a:lnSpc>
                <a:spcPts val="2734"/>
              </a:lnSpc>
              <a:buSzPct val="100000"/>
              <a:buFont typeface="Arial"/>
              <a:buChar char="•"/>
            </a:pPr>
            <a:r>
              <a:rPr lang="en-US" sz="2025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025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025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2025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1.2,</a:t>
            </a:r>
            <a:r>
              <a:rPr lang="en-US" sz="202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025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025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TLSv1.3</a:t>
            </a:r>
            <a:endParaRPr lang="en-US" sz="2025" dirty="0"/>
          </a:p>
        </p:txBody>
      </p:sp>
      <p:sp>
        <p:nvSpPr>
          <p:cNvPr id="9" name="Shape 7"/>
          <p:cNvSpPr/>
          <p:nvPr/>
        </p:nvSpPr>
        <p:spPr>
          <a:xfrm>
            <a:off x="8534400" y="914400"/>
            <a:ext cx="8839200" cy="7943850"/>
          </a:xfrm>
          <a:prstGeom prst="roundRect">
            <a:avLst>
              <a:gd name="adj" fmla="val 3357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0" name="Connector line-1792378676878-532960729"/>
          <p:cNvSpPr/>
          <p:nvPr/>
        </p:nvSpPr>
        <p:spPr>
          <a:xfrm>
            <a:off x="9820275" y="1866900"/>
            <a:ext cx="0" cy="6229350"/>
          </a:xfrm>
          <a:prstGeom prst="line">
            <a:avLst/>
          </a:prstGeom>
          <a:noFill/>
          <a:ln w="19050">
            <a:solidFill>
              <a:srgbClr val="9A98A0">
                <a:alpha val="60000"/>
              </a:srgbClr>
            </a:solidFill>
            <a:prstDash val="lgDash"/>
            <a:headEnd type="none"/>
            <a:tailEnd type="none"/>
          </a:ln>
        </p:spPr>
      </p:sp>
      <p:sp>
        <p:nvSpPr>
          <p:cNvPr id="11" name="Connector line-1792378676878-75361170"/>
          <p:cNvSpPr/>
          <p:nvPr/>
        </p:nvSpPr>
        <p:spPr>
          <a:xfrm>
            <a:off x="12858750" y="1866900"/>
            <a:ext cx="0" cy="6229350"/>
          </a:xfrm>
          <a:prstGeom prst="line">
            <a:avLst/>
          </a:prstGeom>
          <a:noFill/>
          <a:ln w="19050">
            <a:solidFill>
              <a:srgbClr val="9A98A0">
                <a:alpha val="60000"/>
              </a:srgbClr>
            </a:solidFill>
            <a:prstDash val="lgDash"/>
            <a:headEnd type="none"/>
            <a:tailEnd type="none"/>
          </a:ln>
        </p:spPr>
      </p:sp>
      <p:sp>
        <p:nvSpPr>
          <p:cNvPr id="12" name="Connector line-1792378676879-823477660"/>
          <p:cNvSpPr/>
          <p:nvPr/>
        </p:nvSpPr>
        <p:spPr>
          <a:xfrm>
            <a:off x="15821025" y="1866900"/>
            <a:ext cx="0" cy="6229350"/>
          </a:xfrm>
          <a:prstGeom prst="line">
            <a:avLst/>
          </a:prstGeom>
          <a:noFill/>
          <a:ln w="19050">
            <a:solidFill>
              <a:srgbClr val="9A98A0">
                <a:alpha val="60000"/>
              </a:srgbClr>
            </a:solidFill>
            <a:prstDash val="lgDash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8867775" y="123825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2020550" y="1238250"/>
            <a:ext cx="1676400" cy="5334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4678025" y="1238250"/>
            <a:ext cx="2286000" cy="5334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820275" y="2114550"/>
            <a:ext cx="30384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 NỐI 1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820275" y="2495550"/>
            <a:ext cx="30384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2100" b="1" dirty="0" spc="-1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210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endParaRPr lang="en-US" sz="2100" dirty="0"/>
          </a:p>
        </p:txBody>
      </p:sp>
      <p:sp>
        <p:nvSpPr>
          <p:cNvPr id="18" name="Connector line-1792378676889-760007411"/>
          <p:cNvSpPr/>
          <p:nvPr/>
        </p:nvSpPr>
        <p:spPr>
          <a:xfrm>
            <a:off x="9934575" y="3009900"/>
            <a:ext cx="2809875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triangl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9820275" y="3162300"/>
            <a:ext cx="303847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3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650" dirty="0" spc="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9820275" y="3600450"/>
            <a:ext cx="30384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2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</p:txBody>
      </p:sp>
      <p:sp>
        <p:nvSpPr>
          <p:cNvPr id="21" name="Connector line-1792378676893-570833321"/>
          <p:cNvSpPr/>
          <p:nvPr/>
        </p:nvSpPr>
        <p:spPr>
          <a:xfrm>
            <a:off x="9934575" y="4114800"/>
            <a:ext cx="2809875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11410950" y="4572000"/>
            <a:ext cx="2895600" cy="609600"/>
          </a:xfrm>
          <a:prstGeom prst="roundRect">
            <a:avLst>
              <a:gd name="adj" fmla="val 25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 chữ</a:t>
            </a:r>
            <a:r>
              <a:rPr lang="en-US" sz="1950" b="1" dirty="0" spc="-1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19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b="1" dirty="0" spc="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12858750" y="5619750"/>
            <a:ext cx="29622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 NỐI</a:t>
            </a:r>
            <a:r>
              <a:rPr lang="en-US" sz="180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2858750" y="6000750"/>
            <a:ext cx="29622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2100" b="1" dirty="0" spc="-1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210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TLS, riêng</a:t>
            </a:r>
            <a:endParaRPr lang="en-US" sz="2100" dirty="0"/>
          </a:p>
        </p:txBody>
      </p:sp>
      <p:sp>
        <p:nvSpPr>
          <p:cNvPr id="25" name="Connector line-1792378676898-563298665"/>
          <p:cNvSpPr/>
          <p:nvPr/>
        </p:nvSpPr>
        <p:spPr>
          <a:xfrm>
            <a:off x="12973050" y="6515100"/>
            <a:ext cx="2733675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triangl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12858750" y="6667500"/>
            <a:ext cx="296227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3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65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2858750" y="7105650"/>
            <a:ext cx="29622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2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100" dirty="0"/>
          </a:p>
        </p:txBody>
      </p:sp>
      <p:sp>
        <p:nvSpPr>
          <p:cNvPr id="28" name="Connector line-1792378676902-879327883"/>
          <p:cNvSpPr/>
          <p:nvPr/>
        </p:nvSpPr>
        <p:spPr>
          <a:xfrm>
            <a:off x="12973050" y="7620000"/>
            <a:ext cx="2733675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8915400" y="8267700"/>
            <a:ext cx="8077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 gian</a:t>
            </a:r>
            <a:r>
              <a:rPr lang="en-US" sz="1650" dirty="0" spc="2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 · khóa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 khác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650" dirty="0"/>
          </a:p>
        </p:txBody>
      </p:sp>
      <p:sp>
        <p:nvSpPr>
          <p:cNvPr id="30" name="Connector line-1792378676904-439385320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154305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4" name="Shape 32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d00218be-3658-42a4-a818-5cb2297c581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239000" cy="24193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Kho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 có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9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</a:t>
            </a: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thật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04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8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8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0485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ký, nên không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dựng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 tin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6096000"/>
            <a:ext cx="7048500" cy="1714500"/>
          </a:xfrm>
          <a:prstGeom prst="roundRect">
            <a:avLst>
              <a:gd name="adj" fmla="val 13333"/>
            </a:avLst>
          </a:prstGeom>
          <a:solidFill>
            <a:srgbClr val="CFE8E2"/>
          </a:solidFill>
          <a:ln/>
        </p:spPr>
      </p:sp>
      <p:sp>
        <p:nvSpPr>
          <p:cNvPr id="7" name="Text 5"/>
          <p:cNvSpPr/>
          <p:nvPr/>
        </p:nvSpPr>
        <p:spPr>
          <a:xfrm>
            <a:off x="1257300" y="63436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650" b="1" spc="21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257300" y="6724650"/>
            <a:ext cx="64389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Dẫn</a:t>
            </a:r>
            <a:r>
              <a:rPr lang="en-US" sz="25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550" dirty="0" spc="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lưu</a:t>
            </a:r>
            <a:r>
              <a:rPr lang="en-US" sz="25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lượng</a:t>
            </a:r>
            <a:r>
              <a:rPr lang="en-US" sz="25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255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relay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vẫn</a:t>
            </a:r>
            <a:r>
              <a:rPr lang="en-US" sz="25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đủ.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" y="8001000"/>
            <a:ext cx="7048500" cy="876300"/>
          </a:xfrm>
          <a:prstGeom prst="roundRect">
            <a:avLst>
              <a:gd name="adj" fmla="val 26087"/>
            </a:avLst>
          </a:prstGeom>
          <a:solidFill>
            <a:srgbClr val="E8E0CF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8134350"/>
            <a:ext cx="6477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Chứng</a:t>
            </a:r>
            <a:r>
              <a:rPr lang="en-US" sz="19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chỉ:</a:t>
            </a:r>
            <a:r>
              <a:rPr lang="en-US" sz="19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19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19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khai</a:t>
            </a:r>
            <a:r>
              <a:rPr lang="en-US" sz="19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cùng</a:t>
            </a:r>
            <a:r>
              <a:rPr lang="en-US" sz="19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tên,</a:t>
            </a:r>
            <a:r>
              <a:rPr lang="en-US" sz="19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do</a:t>
            </a:r>
            <a:r>
              <a:rPr lang="en-US" sz="195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</a:t>
            </a:r>
            <a:r>
              <a:rPr lang="en-US" sz="19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ký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1257300" y="8505825"/>
            <a:ext cx="6477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sd-14-014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sd-14-015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8534400" y="914400"/>
            <a:ext cx="8839200" cy="7943850"/>
          </a:xfrm>
          <a:prstGeom prst="roundRect">
            <a:avLst>
              <a:gd name="adj" fmla="val 335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858500" y="1181100"/>
            <a:ext cx="4191000" cy="571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19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9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b="1" dirty="0" spc="-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endParaRPr lang="en-US" sz="1950" dirty="0"/>
          </a:p>
        </p:txBody>
      </p:sp>
      <p:sp>
        <p:nvSpPr>
          <p:cNvPr id="14" name="Connector line-1792381636710-317035306"/>
          <p:cNvSpPr/>
          <p:nvPr/>
        </p:nvSpPr>
        <p:spPr>
          <a:xfrm>
            <a:off x="12954000" y="1771650"/>
            <a:ext cx="0" cy="41910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915400" y="2228850"/>
            <a:ext cx="8077200" cy="1714500"/>
          </a:xfrm>
          <a:prstGeom prst="roundRect">
            <a:avLst>
              <a:gd name="adj" fmla="val 12222"/>
            </a:avLst>
          </a:prstGeom>
          <a:solidFill>
            <a:srgbClr val="E8E0CF"/>
          </a:solidFill>
          <a:ln/>
        </p:spPr>
      </p:sp>
      <p:sp>
        <p:nvSpPr>
          <p:cNvPr id="16" name="Text 14"/>
          <p:cNvSpPr/>
          <p:nvPr/>
        </p:nvSpPr>
        <p:spPr>
          <a:xfrm>
            <a:off x="9258300" y="243840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6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650" b="1" spc="24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9258300" y="2800350"/>
            <a:ext cx="7429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9258300" y="3371850"/>
            <a:ext cx="2857500" cy="4381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180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b="1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b="1" dirty="0" spc="-2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80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306300" y="3429000"/>
            <a:ext cx="4572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80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800" dirty="0"/>
          </a:p>
        </p:txBody>
      </p:sp>
      <p:sp>
        <p:nvSpPr>
          <p:cNvPr id="20" name="Connector line-1792381636719-706278469"/>
          <p:cNvSpPr/>
          <p:nvPr/>
        </p:nvSpPr>
        <p:spPr>
          <a:xfrm>
            <a:off x="12954000" y="3962400"/>
            <a:ext cx="0" cy="43815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13201650" y="4076700"/>
            <a:ext cx="361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 spc="-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8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b="1" dirty="0" spc="-1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915400" y="4438650"/>
            <a:ext cx="8077200" cy="4114800"/>
          </a:xfrm>
          <a:prstGeom prst="roundRect">
            <a:avLst>
              <a:gd name="adj" fmla="val 5093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58300" y="4667250"/>
            <a:ext cx="4000500" cy="457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15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BỊ</a:t>
            </a:r>
            <a:r>
              <a:rPr lang="en-US" sz="1800" b="1" spc="151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b="1" spc="152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 LÚC</a:t>
            </a:r>
            <a:r>
              <a:rPr lang="en-US" sz="1800" b="1" spc="99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1800" b="1" spc="62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258300" y="5276850"/>
            <a:ext cx="7391400" cy="1238250"/>
          </a:xfrm>
          <a:prstGeom prst="roundRect">
            <a:avLst>
              <a:gd name="adj" fmla="val 1076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448800" y="5391150"/>
            <a:ext cx="7010400" cy="102870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SSLCertVerificationError:</a:t>
            </a:r>
            <a:endParaRPr lang="en-US" sz="1800" dirty="0"/>
          </a:p>
          <a:p>
            <a:pPr algn="l" indent="0" marL="0">
              <a:lnSpc>
                <a:spcPts val="2520"/>
              </a:lnSpc>
              <a:buNone/>
            </a:pPr>
            <a:r>
              <a:rPr lang="en-US" sz="18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CERTIFICATE_VERIFY_FAILED:</a:t>
            </a:r>
            <a:endParaRPr lang="en-US" sz="1800" dirty="0"/>
          </a:p>
          <a:p>
            <a:pPr algn="l" indent="0" marL="0">
              <a:lnSpc>
                <a:spcPts val="2520"/>
              </a:lnSpc>
              <a:buNone/>
            </a:pPr>
            <a:r>
              <a:rPr lang="en-US" sz="18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unable to</a:t>
            </a:r>
            <a:r>
              <a:rPr lang="en-US" sz="18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get</a:t>
            </a:r>
            <a:r>
              <a:rPr lang="en-US" sz="18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local</a:t>
            </a:r>
            <a:r>
              <a:rPr lang="en-US" sz="18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issuer</a:t>
            </a:r>
            <a:r>
              <a:rPr lang="en-US" sz="18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certificate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9258300" y="6648450"/>
            <a:ext cx="3581400" cy="1714500"/>
          </a:xfrm>
          <a:prstGeom prst="roundRect">
            <a:avLst>
              <a:gd name="adj" fmla="val 8889"/>
            </a:avLst>
          </a:prstGeom>
          <a:solidFill>
            <a:srgbClr val="FBF8F2"/>
          </a:solidFill>
          <a:ln/>
        </p:spPr>
      </p:sp>
      <p:sp>
        <p:nvSpPr>
          <p:cNvPr id="27" name="Text 25"/>
          <p:cNvSpPr/>
          <p:nvPr/>
        </p:nvSpPr>
        <p:spPr>
          <a:xfrm>
            <a:off x="9448800" y="6800850"/>
            <a:ext cx="323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9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9448800" y="7143750"/>
            <a:ext cx="323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2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r>
              <a:rPr lang="en-US" sz="22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9448800" y="7581900"/>
            <a:ext cx="323850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tlsv1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alert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unknown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2992100" y="6648450"/>
            <a:ext cx="3657600" cy="1714500"/>
          </a:xfrm>
          <a:prstGeom prst="roundRect">
            <a:avLst>
              <a:gd name="adj" fmla="val 8889"/>
            </a:avLst>
          </a:prstGeom>
          <a:solidFill>
            <a:srgbClr val="FBF8F2"/>
          </a:solidFill>
          <a:ln/>
        </p:spPr>
      </p:sp>
      <p:sp>
        <p:nvSpPr>
          <p:cNvPr id="31" name="Text 29"/>
          <p:cNvSpPr/>
          <p:nvPr/>
        </p:nvSpPr>
        <p:spPr>
          <a:xfrm>
            <a:off x="13182600" y="6800850"/>
            <a:ext cx="323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6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650" b="1" spc="18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13182600" y="7143750"/>
            <a:ext cx="323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r>
              <a:rPr lang="en-US" sz="2250" b="1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2250" dirty="0"/>
          </a:p>
        </p:txBody>
      </p:sp>
      <p:sp>
        <p:nvSpPr>
          <p:cNvPr id="33" name="Text 31"/>
          <p:cNvSpPr/>
          <p:nvPr/>
        </p:nvSpPr>
        <p:spPr>
          <a:xfrm>
            <a:off x="13182600" y="7581900"/>
            <a:ext cx="323850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ngược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18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endParaRPr lang="en-US" sz="1800" dirty="0"/>
          </a:p>
        </p:txBody>
      </p:sp>
      <p:sp>
        <p:nvSpPr>
          <p:cNvPr id="34" name="Connector line-1792381636738-732627887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187166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9" name="Shape 3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46" name="Shape 4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50296730-b2d8-4e07-8e28-73e64beec36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 /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239000" cy="24193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Kho có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9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5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relay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04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4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r>
              <a:rPr lang="en-US" sz="2850" b="1" dirty="0" spc="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b="1" dirty="0" spc="1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850" b="1" dirty="0" spc="-1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0485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2550" dirty="0" spc="-2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255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 1.3,</a:t>
            </a:r>
            <a:r>
              <a:rPr lang="en-US" sz="25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550" dirty="0" spc="-2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</a:t>
            </a:r>
            <a:r>
              <a:rPr lang="en-US" sz="25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hệt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6096000"/>
            <a:ext cx="70485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57300" y="63436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3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6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257300" y="6724650"/>
            <a:ext cx="64389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25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khách</a:t>
            </a:r>
            <a:r>
              <a:rPr lang="en-US" sz="255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5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CA</a:t>
            </a:r>
            <a:r>
              <a:rPr lang="en-US" sz="25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mà</a:t>
            </a:r>
            <a:r>
              <a:rPr lang="en-US" sz="2550" dirty="0" spc="-2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relay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nắm.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914400" y="8077200"/>
            <a:ext cx="7048500" cy="60960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-4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 là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80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534400" y="914400"/>
            <a:ext cx="8839200" cy="7943850"/>
          </a:xfrm>
          <a:prstGeom prst="roundRect">
            <a:avLst>
              <a:gd name="adj" fmla="val 3357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05900" y="1428750"/>
            <a:ext cx="1905000" cy="5715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1963400" y="1428750"/>
            <a:ext cx="1619250" cy="571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4535150" y="1428750"/>
            <a:ext cx="2286000" cy="5715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14" name="Connector line-1792384783392-924908790"/>
          <p:cNvSpPr/>
          <p:nvPr/>
        </p:nvSpPr>
        <p:spPr>
          <a:xfrm>
            <a:off x="11106150" y="1714500"/>
            <a:ext cx="762000" cy="0"/>
          </a:xfrm>
          <a:prstGeom prst="line">
            <a:avLst/>
          </a:prstGeom>
          <a:noFill/>
          <a:ln w="38100">
            <a:solidFill>
              <a:srgbClr val="9A98A0"/>
            </a:solidFill>
            <a:prstDash val="solid"/>
            <a:headEnd type="triangle"/>
            <a:tailEnd type="triangle"/>
          </a:ln>
        </p:spPr>
      </p:sp>
      <p:sp>
        <p:nvSpPr>
          <p:cNvPr id="15" name="Connector line-1792384783393-395786552"/>
          <p:cNvSpPr/>
          <p:nvPr/>
        </p:nvSpPr>
        <p:spPr>
          <a:xfrm>
            <a:off x="13677900" y="1714500"/>
            <a:ext cx="762000" cy="0"/>
          </a:xfrm>
          <a:prstGeom prst="line">
            <a:avLst/>
          </a:prstGeom>
          <a:noFill/>
          <a:ln w="38100">
            <a:solidFill>
              <a:srgbClr val="9A98A0"/>
            </a:solidFill>
            <a:prstDash val="solid"/>
            <a:headEnd type="triangl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9105900" y="2228850"/>
            <a:ext cx="3810000" cy="4572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 có</a:t>
            </a:r>
            <a:r>
              <a:rPr lang="en-US" sz="18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1800" b="1" dirty="0" spc="-2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8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dirty="0" spc="-1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915400" y="3048000"/>
            <a:ext cx="3924300" cy="2476500"/>
          </a:xfrm>
          <a:prstGeom prst="roundRect">
            <a:avLst>
              <a:gd name="adj" fmla="val 8462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3050" y="3295650"/>
            <a:ext cx="342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6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213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1650" b="1" spc="18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endParaRPr lang="en-US" sz="1650" dirty="0"/>
          </a:p>
        </p:txBody>
      </p:sp>
      <p:sp>
        <p:nvSpPr>
          <p:cNvPr id="19" name="Text richtext-1792384783399-720538879"/>
          <p:cNvSpPr/>
          <p:nvPr/>
        </p:nvSpPr>
        <p:spPr>
          <a:xfrm>
            <a:off x="9163050" y="3752850"/>
            <a:ext cx="3429000" cy="16764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-8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200,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</a:t>
            </a: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hệt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8915400" y="5715000"/>
            <a:ext cx="3924300" cy="2762250"/>
          </a:xfrm>
          <a:prstGeom prst="roundRect">
            <a:avLst>
              <a:gd name="adj" fmla="val 7586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63050" y="5924550"/>
            <a:ext cx="3524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2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1650" b="1" spc="191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650" b="1" spc="20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650" b="1" spc="23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1650" b="1" spc="21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9163050" y="630555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163050" y="6667500"/>
            <a:ext cx="3524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1650" dirty="0" spc="-1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9163050" y="714375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21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vân</a:t>
            </a:r>
            <a:r>
              <a:rPr lang="en-US" sz="21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210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163050" y="763905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1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9163050" y="8001000"/>
            <a:ext cx="3524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3068300" y="3048000"/>
            <a:ext cx="3924300" cy="5429250"/>
          </a:xfrm>
          <a:prstGeom prst="roundRect">
            <a:avLst>
              <a:gd name="adj" fmla="val 5340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315950" y="3295650"/>
            <a:ext cx="342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r>
              <a:rPr lang="en-US" sz="16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6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3296900" y="3829050"/>
            <a:ext cx="3467100" cy="13335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/>
        </p:spPr>
      </p:sp>
      <p:sp>
        <p:nvSpPr>
          <p:cNvPr id="30" name="Shape 28"/>
          <p:cNvSpPr/>
          <p:nvPr/>
        </p:nvSpPr>
        <p:spPr>
          <a:xfrm>
            <a:off x="13296900" y="3829050"/>
            <a:ext cx="95250" cy="1333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31" name="Text 29"/>
          <p:cNvSpPr/>
          <p:nvPr/>
        </p:nvSpPr>
        <p:spPr>
          <a:xfrm>
            <a:off x="13601700" y="3829050"/>
            <a:ext cx="3048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550" dirty="0"/>
          </a:p>
        </p:txBody>
      </p:sp>
      <p:sp>
        <p:nvSpPr>
          <p:cNvPr id="32" name="Shape 30"/>
          <p:cNvSpPr/>
          <p:nvPr/>
        </p:nvSpPr>
        <p:spPr>
          <a:xfrm>
            <a:off x="13296900" y="5391150"/>
            <a:ext cx="3467100" cy="13335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/>
        </p:spPr>
      </p:sp>
      <p:sp>
        <p:nvSpPr>
          <p:cNvPr id="33" name="Shape 31"/>
          <p:cNvSpPr/>
          <p:nvPr/>
        </p:nvSpPr>
        <p:spPr>
          <a:xfrm>
            <a:off x="13296900" y="5391150"/>
            <a:ext cx="95250" cy="1333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34" name="Text 32"/>
          <p:cNvSpPr/>
          <p:nvPr/>
        </p:nvSpPr>
        <p:spPr>
          <a:xfrm>
            <a:off x="13601700" y="5391150"/>
            <a:ext cx="3048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550" dirty="0"/>
          </a:p>
        </p:txBody>
      </p:sp>
      <p:sp>
        <p:nvSpPr>
          <p:cNvPr id="35" name="Shape 33"/>
          <p:cNvSpPr/>
          <p:nvPr/>
        </p:nvSpPr>
        <p:spPr>
          <a:xfrm>
            <a:off x="13296900" y="6953250"/>
            <a:ext cx="3467100" cy="13335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/>
        </p:spPr>
      </p:sp>
      <p:sp>
        <p:nvSpPr>
          <p:cNvPr id="36" name="Shape 34"/>
          <p:cNvSpPr/>
          <p:nvPr/>
        </p:nvSpPr>
        <p:spPr>
          <a:xfrm>
            <a:off x="13296900" y="6953250"/>
            <a:ext cx="95250" cy="1333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37" name="Text 35"/>
          <p:cNvSpPr/>
          <p:nvPr/>
        </p:nvSpPr>
        <p:spPr>
          <a:xfrm>
            <a:off x="13601700" y="6953250"/>
            <a:ext cx="3048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2550" dirty="0"/>
          </a:p>
        </p:txBody>
      </p:sp>
      <p:sp>
        <p:nvSpPr>
          <p:cNvPr id="38" name="Connector line-1792384783434-978397602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9" name="Shape 3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0" name="Shape 38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1" name="Shape 39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2" name="Shape 40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3" name="Shape 41"/>
          <p:cNvSpPr/>
          <p:nvPr/>
        </p:nvSpPr>
        <p:spPr>
          <a:xfrm>
            <a:off x="2200275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4" name="Shape 42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50" name="Shape 4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1" name="Moda image moda-export-watermark-28215a6d-f7f5-43e8-a6b3-6540be0244d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239000" cy="24193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Chặn</a:t>
            </a:r>
            <a:r>
              <a:rPr lang="en-US" sz="7500" dirty="0" spc="-6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6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75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đủ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28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85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85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niềm</a:t>
            </a:r>
            <a:r>
              <a:rPr lang="en-US" sz="2850" b="1" dirty="0" spc="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850" b="1" dirty="0" spc="-1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b="1" dirty="0" spc="-3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tin mọi</a:t>
            </a:r>
            <a:r>
              <a:rPr lang="en-US" sz="25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ký.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7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6096000"/>
            <a:ext cx="7048500" cy="2743200"/>
          </a:xfrm>
          <a:prstGeom prst="roundRect">
            <a:avLst>
              <a:gd name="adj" fmla="val 8333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57300" y="63436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6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THỬ</a:t>
            </a:r>
            <a:endParaRPr lang="en-US" sz="1650" dirty="0"/>
          </a:p>
        </p:txBody>
      </p:sp>
      <p:sp>
        <p:nvSpPr>
          <p:cNvPr id="8" name="Text richtext-1792382842955-246357857"/>
          <p:cNvSpPr/>
          <p:nvPr/>
        </p:nvSpPr>
        <p:spPr>
          <a:xfrm>
            <a:off x="1257300" y="6762750"/>
            <a:ext cx="6438900" cy="1143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250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2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hẳn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2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257300" y="7867650"/>
            <a:ext cx="6096000" cy="7239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 hóa</a:t>
            </a:r>
            <a:r>
              <a:rPr lang="en-US" sz="18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18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chạy,</a:t>
            </a:r>
            <a:r>
              <a:rPr lang="en-US" sz="18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18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18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8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</a:t>
            </a:r>
            <a:r>
              <a:rPr lang="en-US" sz="18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8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8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</a:t>
            </a:r>
            <a:r>
              <a:rPr lang="en-US" sz="18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534400" y="914400"/>
            <a:ext cx="8839200" cy="7943850"/>
          </a:xfrm>
          <a:prstGeom prst="roundRect">
            <a:avLst>
              <a:gd name="adj" fmla="val 335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15400" y="118110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650" b="1" spc="1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8915400" y="1524000"/>
            <a:ext cx="8077200" cy="104775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6B6A66"/>
            </a:solidFill>
            <a:prstDash val="lgDash"/>
          </a:ln>
        </p:spPr>
      </p:sp>
      <p:sp>
        <p:nvSpPr>
          <p:cNvPr id="13" name="Text 11"/>
          <p:cNvSpPr/>
          <p:nvPr/>
        </p:nvSpPr>
        <p:spPr>
          <a:xfrm>
            <a:off x="9124950" y="1800225"/>
            <a:ext cx="495300" cy="4953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9829800" y="1695450"/>
            <a:ext cx="4095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Đưa</a:t>
            </a:r>
            <a:r>
              <a:rPr lang="en-US" sz="2100" b="1" dirty="0" spc="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1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829800" y="2095500"/>
            <a:ext cx="40957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cài</a:t>
            </a:r>
            <a:r>
              <a:rPr lang="en-US" sz="165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proxy,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 mạng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can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thiệp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3982700" y="1819275"/>
            <a:ext cx="2762250" cy="4572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6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6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6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8915400" y="2705100"/>
            <a:ext cx="8077200" cy="1771650"/>
          </a:xfrm>
          <a:prstGeom prst="roundRect">
            <a:avLst>
              <a:gd name="adj" fmla="val 11828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24950" y="2895600"/>
            <a:ext cx="495300" cy="4953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829800" y="2838450"/>
            <a:ext cx="4000500" cy="7620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Khiến</a:t>
            </a:r>
            <a:r>
              <a:rPr lang="en-US" sz="21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 chấp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100" dirty="0"/>
          </a:p>
          <a:p>
            <a:pPr algn="l" indent="0" marL="0">
              <a:lnSpc>
                <a:spcPts val="2625"/>
              </a:lnSpc>
              <a:buNone/>
            </a:pPr>
            <a:r>
              <a:rPr lang="en-US" sz="2100" b="1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3982700" y="2952750"/>
            <a:ext cx="2762250" cy="4572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6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6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9258300" y="3733800"/>
            <a:ext cx="7429500" cy="628650"/>
          </a:xfrm>
          <a:prstGeom prst="rect">
            <a:avLst/>
          </a:prstGeom>
          <a:noFill/>
          <a:ln/>
        </p:spPr>
        <p:txBody>
          <a:bodyPr wrap="square" lIns="0" tIns="6271" rIns="0" bIns="-6271" rtlCol="0" anchor="t"/>
          <a:lstStyle/>
          <a:p>
            <a:pPr algn="l" indent="0" marL="0">
              <a:lnSpc>
                <a:spcPts val="2228"/>
              </a:lnSpc>
              <a:buNone/>
            </a:pPr>
            <a:r>
              <a:rPr lang="en-US" sz="165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</a:t>
            </a:r>
            <a:r>
              <a:rPr lang="en-US" sz="16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r>
              <a:rPr lang="en-US" sz="16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6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đường:</a:t>
            </a:r>
            <a:r>
              <a:rPr lang="en-US" sz="16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xin</a:t>
            </a:r>
            <a:r>
              <a:rPr lang="en-US" sz="16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6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6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6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nạn</a:t>
            </a:r>
            <a:r>
              <a:rPr lang="en-US" sz="16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16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6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6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6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tin,</a:t>
            </a:r>
            <a:r>
              <a:rPr lang="en-US" sz="16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16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16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6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</a:t>
            </a:r>
            <a:r>
              <a:rPr lang="en-US" sz="16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6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 tin</a:t>
            </a:r>
            <a:r>
              <a:rPr lang="en-US" sz="16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cậy.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8915400" y="4762500"/>
            <a:ext cx="807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demo.test,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10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8915400" y="5219700"/>
            <a:ext cx="8077200" cy="914400"/>
          </a:xfrm>
          <a:prstGeom prst="roundRect">
            <a:avLst>
              <a:gd name="adj" fmla="val 18750"/>
            </a:avLst>
          </a:prstGeom>
          <a:solidFill>
            <a:srgbClr val="E8E0CF"/>
          </a:solidFill>
          <a:ln/>
        </p:spPr>
      </p:sp>
      <p:sp>
        <p:nvSpPr>
          <p:cNvPr id="24" name="Text 22"/>
          <p:cNvSpPr/>
          <p:nvPr/>
        </p:nvSpPr>
        <p:spPr>
          <a:xfrm>
            <a:off x="9258300" y="5219700"/>
            <a:ext cx="5143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tin</a:t>
            </a:r>
            <a:r>
              <a:rPr lang="en-US" sz="21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4859000" y="5429250"/>
            <a:ext cx="1866900" cy="4953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7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1950" dirty="0"/>
          </a:p>
        </p:txBody>
      </p:sp>
      <p:sp>
        <p:nvSpPr>
          <p:cNvPr id="26" name="Shape 24"/>
          <p:cNvSpPr/>
          <p:nvPr/>
        </p:nvSpPr>
        <p:spPr>
          <a:xfrm>
            <a:off x="8915400" y="6267450"/>
            <a:ext cx="8077200" cy="914400"/>
          </a:xfrm>
          <a:prstGeom prst="roundRect">
            <a:avLst>
              <a:gd name="adj" fmla="val 18750"/>
            </a:avLst>
          </a:prstGeom>
          <a:solidFill>
            <a:srgbClr val="E8E0CF"/>
          </a:solidFill>
          <a:ln/>
        </p:spPr>
      </p:sp>
      <p:sp>
        <p:nvSpPr>
          <p:cNvPr id="27" name="Text 25"/>
          <p:cNvSpPr/>
          <p:nvPr/>
        </p:nvSpPr>
        <p:spPr>
          <a:xfrm>
            <a:off x="9258300" y="6267450"/>
            <a:ext cx="5143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14859000" y="6477000"/>
            <a:ext cx="1866900" cy="4953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Chấp</a:t>
            </a:r>
            <a:r>
              <a:rPr lang="en-US" sz="19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8915400" y="7315200"/>
            <a:ext cx="8077200" cy="914400"/>
          </a:xfrm>
          <a:prstGeom prst="roundRect">
            <a:avLst>
              <a:gd name="adj" fmla="val 18750"/>
            </a:avLst>
          </a:prstGeom>
          <a:solidFill>
            <a:srgbClr val="E8E0CF"/>
          </a:solidFill>
          <a:ln/>
        </p:spPr>
      </p:sp>
      <p:sp>
        <p:nvSpPr>
          <p:cNvPr id="30" name="Text 28"/>
          <p:cNvSpPr/>
          <p:nvPr/>
        </p:nvSpPr>
        <p:spPr>
          <a:xfrm>
            <a:off x="9258300" y="7429500"/>
            <a:ext cx="533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CA,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1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localhost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9258300" y="7829550"/>
            <a:ext cx="533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Hostname</a:t>
            </a:r>
            <a:r>
              <a:rPr lang="en-US" sz="16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mismatch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14859000" y="7524750"/>
            <a:ext cx="1866900" cy="4953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7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1950" dirty="0"/>
          </a:p>
        </p:txBody>
      </p:sp>
      <p:sp>
        <p:nvSpPr>
          <p:cNvPr id="33" name="Connector line-1792382843011-668407479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5" name="Shape 33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252888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0" name="Shape 38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45" name="Shape 4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6" name="Moda image moda-export-watermark-996b420f-f3a7-4657-b4d3-f11b760fe26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429500" cy="24193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Bước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5</a:t>
            </a:r>
            <a:r>
              <a:rPr lang="en-US" sz="7500" dirty="0" spc="-8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6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của</a:t>
            </a:r>
            <a:r>
              <a:rPr lang="en-US" sz="75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742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300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trao</a:t>
            </a:r>
            <a:r>
              <a:rPr lang="en-US" sz="300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30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3000" b="1" dirty="0" spc="-3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61010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khai.</a:t>
            </a:r>
            <a:r>
              <a:rPr lang="en-US" sz="2550" dirty="0" spc="-2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2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6286500"/>
            <a:ext cx="7048500" cy="2571750"/>
          </a:xfrm>
          <a:prstGeom prst="roundRect">
            <a:avLst>
              <a:gd name="adj" fmla="val 8889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57300" y="6553200"/>
            <a:ext cx="6477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OWASP:</a:t>
            </a:r>
            <a:r>
              <a:rPr lang="en-US" sz="1650" b="1" spc="13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650" b="1" spc="19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650" b="1" spc="21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6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b="1" spc="21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TLS_RSA_*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257300" y="6991350"/>
            <a:ext cx="63627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Chúng không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2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bí</a:t>
            </a:r>
            <a:r>
              <a:rPr lang="en-US" sz="225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mật</a:t>
            </a:r>
            <a:r>
              <a:rPr lang="en-US" sz="225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chuyển</a:t>
            </a:r>
            <a:r>
              <a:rPr lang="en-US" sz="22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tiếp.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257300" y="7524750"/>
            <a:ext cx="6362700" cy="114300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 chuyển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tiếp: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 mã</a:t>
            </a:r>
            <a:r>
              <a:rPr lang="en-US" sz="18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1800" dirty="0" spc="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534400" y="914400"/>
            <a:ext cx="8839200" cy="7943850"/>
          </a:xfrm>
          <a:prstGeom prst="roundRect">
            <a:avLst>
              <a:gd name="adj" fmla="val 3357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15400" y="1181100"/>
            <a:ext cx="8191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OPENSSL</a:t>
            </a:r>
            <a:r>
              <a:rPr lang="en-US" sz="1650" b="1" spc="22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S_CLIENT</a:t>
            </a:r>
            <a:r>
              <a:rPr lang="en-US" sz="1650" b="1" spc="180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650" b="1" spc="18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650" b="1" spc="22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650" b="1" spc="22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2287250" y="1600200"/>
            <a:ext cx="2381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2287250" y="1943100"/>
            <a:ext cx="2381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Server</a:t>
            </a:r>
            <a:r>
              <a:rPr lang="en-US" sz="1650" dirty="0" spc="-2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Temp</a:t>
            </a:r>
            <a:r>
              <a:rPr lang="en-US" sz="1650" dirty="0" spc="-3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Key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4820900" y="1600200"/>
            <a:ext cx="2286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4820900" y="1943100"/>
            <a:ext cx="2286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Peer</a:t>
            </a:r>
            <a:r>
              <a:rPr lang="en-US" sz="165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signature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type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8915400" y="2343150"/>
            <a:ext cx="8077200" cy="1143000"/>
          </a:xfrm>
          <a:prstGeom prst="roundRect">
            <a:avLst>
              <a:gd name="adj" fmla="val 15000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82100" y="2343150"/>
            <a:ext cx="2857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1.3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820650" y="2752725"/>
            <a:ext cx="19621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X25519, 253 bits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5354300" y="2752725"/>
            <a:ext cx="16383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RSA-PSS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8915400" y="3600450"/>
            <a:ext cx="8077200" cy="1143000"/>
          </a:xfrm>
          <a:prstGeom prst="roundRect">
            <a:avLst>
              <a:gd name="adj" fmla="val 15000"/>
            </a:avLst>
          </a:prstGeom>
          <a:solidFill>
            <a:srgbClr val="14161C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82100" y="3695700"/>
            <a:ext cx="285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182100" y="4076700"/>
            <a:ext cx="285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AES128-GCM-SHA256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9182100" y="4362450"/>
            <a:ext cx="285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trao</a:t>
            </a:r>
            <a:r>
              <a:rPr lang="en-US" sz="1650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650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1650" dirty="0" spc="-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RSA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2820650" y="4010025"/>
            <a:ext cx="19621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1650" dirty="0" spc="0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15354300" y="4010025"/>
            <a:ext cx="16383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1650" dirty="0" spc="0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8915400" y="4857750"/>
            <a:ext cx="8077200" cy="1143000"/>
          </a:xfrm>
          <a:prstGeom prst="roundRect">
            <a:avLst>
              <a:gd name="adj" fmla="val 15000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82100" y="4933950"/>
            <a:ext cx="285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9182100" y="5314950"/>
            <a:ext cx="3048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ECDHE-RSA-AES128-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9182100" y="5581650"/>
            <a:ext cx="3048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GCM-SHA256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12820650" y="5267325"/>
            <a:ext cx="19621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có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15354300" y="5267325"/>
            <a:ext cx="16383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có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2306300" y="2724150"/>
            <a:ext cx="381000" cy="3810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12411075" y="2847975"/>
            <a:ext cx="180975" cy="142875"/>
          </a:xfrm>
          <a:custGeom>
            <a:avLst/>
            <a:gdLst/>
            <a:ahLst/>
            <a:cxnLst/>
            <a:rect l="l" t="t" r="r" b="b"/>
            <a:pathLst>
              <a:path w="180975" h="142875">
                <a:moveTo>
                  <a:pt x="0" y="76200"/>
                </a:moveTo>
                <a:lnTo>
                  <a:pt x="66675" y="142875"/>
                </a:lnTo>
                <a:lnTo>
                  <a:pt x="180975" y="0"/>
                </a:lnTo>
              </a:path>
            </a:pathLst>
          </a:custGeom>
          <a:ln w="3810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4839950" y="2724150"/>
            <a:ext cx="381000" cy="3810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5" name="Shape 33"/>
          <p:cNvSpPr/>
          <p:nvPr/>
        </p:nvSpPr>
        <p:spPr>
          <a:xfrm>
            <a:off x="14944725" y="2847975"/>
            <a:ext cx="180975" cy="142875"/>
          </a:xfrm>
          <a:custGeom>
            <a:avLst/>
            <a:gdLst/>
            <a:ahLst/>
            <a:cxnLst/>
            <a:rect l="l" t="t" r="r" b="b"/>
            <a:pathLst>
              <a:path w="180975" h="142875">
                <a:moveTo>
                  <a:pt x="0" y="76200"/>
                </a:moveTo>
                <a:lnTo>
                  <a:pt x="66675" y="142875"/>
                </a:lnTo>
                <a:lnTo>
                  <a:pt x="180975" y="0"/>
                </a:lnTo>
              </a:path>
            </a:pathLst>
          </a:custGeom>
          <a:ln w="3810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2306300" y="3981450"/>
            <a:ext cx="381000" cy="3810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7" name="Shape 35"/>
          <p:cNvSpPr/>
          <p:nvPr/>
        </p:nvSpPr>
        <p:spPr>
          <a:xfrm>
            <a:off x="12420600" y="40957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152400"/>
                </a:lnTo>
                <a:moveTo>
                  <a:pt x="152400" y="0"/>
                </a:moveTo>
                <a:lnTo>
                  <a:pt x="0" y="152400"/>
                </a:lnTo>
              </a:path>
            </a:pathLst>
          </a:custGeom>
          <a:ln w="3810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4839950" y="3981450"/>
            <a:ext cx="381000" cy="3810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9" name="Shape 37"/>
          <p:cNvSpPr/>
          <p:nvPr/>
        </p:nvSpPr>
        <p:spPr>
          <a:xfrm>
            <a:off x="14954250" y="40957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152400"/>
                </a:lnTo>
                <a:moveTo>
                  <a:pt x="152400" y="0"/>
                </a:moveTo>
                <a:lnTo>
                  <a:pt x="0" y="152400"/>
                </a:lnTo>
              </a:path>
            </a:pathLst>
          </a:custGeom>
          <a:ln w="3810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2306300" y="5238750"/>
            <a:ext cx="381000" cy="3810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1" name="Shape 39"/>
          <p:cNvSpPr/>
          <p:nvPr/>
        </p:nvSpPr>
        <p:spPr>
          <a:xfrm>
            <a:off x="12411075" y="5362575"/>
            <a:ext cx="180975" cy="142875"/>
          </a:xfrm>
          <a:custGeom>
            <a:avLst/>
            <a:gdLst/>
            <a:ahLst/>
            <a:cxnLst/>
            <a:rect l="l" t="t" r="r" b="b"/>
            <a:pathLst>
              <a:path w="180975" h="142875">
                <a:moveTo>
                  <a:pt x="0" y="76200"/>
                </a:moveTo>
                <a:lnTo>
                  <a:pt x="66675" y="142875"/>
                </a:lnTo>
                <a:lnTo>
                  <a:pt x="180975" y="0"/>
                </a:lnTo>
              </a:path>
            </a:pathLst>
          </a:custGeom>
          <a:ln w="38100">
            <a:solidFill>
              <a:srgbClr val="1416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4839950" y="5238750"/>
            <a:ext cx="381000" cy="3810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3" name="Shape 41"/>
          <p:cNvSpPr/>
          <p:nvPr/>
        </p:nvSpPr>
        <p:spPr>
          <a:xfrm>
            <a:off x="14944725" y="5362575"/>
            <a:ext cx="180975" cy="142875"/>
          </a:xfrm>
          <a:custGeom>
            <a:avLst/>
            <a:gdLst/>
            <a:ahLst/>
            <a:cxnLst/>
            <a:rect l="l" t="t" r="r" b="b"/>
            <a:pathLst>
              <a:path w="180975" h="142875">
                <a:moveTo>
                  <a:pt x="0" y="76200"/>
                </a:moveTo>
                <a:lnTo>
                  <a:pt x="66675" y="142875"/>
                </a:lnTo>
                <a:lnTo>
                  <a:pt x="180975" y="0"/>
                </a:lnTo>
              </a:path>
            </a:pathLst>
          </a:custGeom>
          <a:ln w="38100">
            <a:solidFill>
              <a:srgbClr val="14161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915400" y="6229350"/>
            <a:ext cx="8077200" cy="1066800"/>
          </a:xfrm>
          <a:prstGeom prst="roundRect">
            <a:avLst>
              <a:gd name="adj" fmla="val 17857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258300" y="6229350"/>
            <a:ext cx="7429500" cy="1066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ctr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 quả:</a:t>
            </a:r>
            <a:r>
              <a:rPr lang="en-US" sz="19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19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 Nó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là</a:t>
            </a:r>
            <a:r>
              <a:rPr lang="en-US" sz="19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bên.</a:t>
            </a:r>
            <a:endParaRPr lang="en-US" sz="1950" dirty="0"/>
          </a:p>
        </p:txBody>
      </p:sp>
      <p:sp>
        <p:nvSpPr>
          <p:cNvPr id="46" name="Shape 44"/>
          <p:cNvSpPr/>
          <p:nvPr/>
        </p:nvSpPr>
        <p:spPr>
          <a:xfrm>
            <a:off x="8915400" y="7448550"/>
            <a:ext cx="8077200" cy="1181100"/>
          </a:xfrm>
          <a:prstGeom prst="roundRect">
            <a:avLst>
              <a:gd name="adj" fmla="val 16129"/>
            </a:avLst>
          </a:prstGeom>
          <a:solidFill>
            <a:srgbClr val="14161C"/>
          </a:solidFill>
          <a:ln w="19050">
            <a:solidFill>
              <a:srgbClr val="9A98A0"/>
            </a:solidFill>
            <a:prstDash val="lgDash"/>
          </a:ln>
        </p:spPr>
      </p:sp>
      <p:sp>
        <p:nvSpPr>
          <p:cNvPr id="47" name="Text 45"/>
          <p:cNvSpPr/>
          <p:nvPr/>
        </p:nvSpPr>
        <p:spPr>
          <a:xfrm>
            <a:off x="9258300" y="7448550"/>
            <a:ext cx="7429500" cy="118110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ctr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1.3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hẳn</a:t>
            </a:r>
            <a:r>
              <a:rPr lang="en-US" sz="18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trao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RSA: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18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8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RFC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8446.</a:t>
            </a:r>
            <a:endParaRPr lang="en-US" sz="1800" dirty="0"/>
          </a:p>
        </p:txBody>
      </p:sp>
      <p:sp>
        <p:nvSpPr>
          <p:cNvPr id="48" name="Connector line-1792365267218-45122073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9" name="Shape 4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0" name="Shape 48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1" name="Shape 49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2" name="Shape 50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3" name="Shape 51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4" name="Shape 52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5" name="Shape 53"/>
          <p:cNvSpPr/>
          <p:nvPr/>
        </p:nvSpPr>
        <p:spPr>
          <a:xfrm>
            <a:off x="285750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6" name="Shape 54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60" name="Shape 5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1" name="Moda image moda-export-watermark-28223e6b-e680-4753-a879-589e7f404ac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1950" b="1" spc="2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5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TẤN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429500" cy="24193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Cùng</a:t>
            </a:r>
            <a:r>
              <a:rPr lang="en-US" sz="75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cơ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742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28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 ở</a:t>
            </a:r>
            <a:r>
              <a:rPr lang="en-US" sz="285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8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85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8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b="1" dirty="0" spc="-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4762500"/>
            <a:ext cx="7048500" cy="1905000"/>
          </a:xfrm>
          <a:prstGeom prst="roundRect">
            <a:avLst>
              <a:gd name="adj" fmla="val 12000"/>
            </a:avLst>
          </a:prstGeom>
          <a:solidFill>
            <a:srgbClr val="DDE3FA"/>
          </a:solidFill>
          <a:ln/>
        </p:spPr>
      </p:sp>
      <p:sp>
        <p:nvSpPr>
          <p:cNvPr id="6" name="Text 4"/>
          <p:cNvSpPr/>
          <p:nvPr/>
        </p:nvSpPr>
        <p:spPr>
          <a:xfrm>
            <a:off x="1257300" y="5010150"/>
            <a:ext cx="6096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8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257300" y="5391150"/>
            <a:ext cx="6362700" cy="1143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210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doanh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nghiệp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“good”</a:t>
            </a:r>
            <a:r>
              <a:rPr lang="en-US" sz="21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bad actor: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1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</a:t>
            </a:r>
            <a:r>
              <a:rPr lang="en-US" sz="21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1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1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21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6877050"/>
            <a:ext cx="7048500" cy="1981200"/>
          </a:xfrm>
          <a:prstGeom prst="roundRect">
            <a:avLst>
              <a:gd name="adj" fmla="val 11538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7124700"/>
            <a:ext cx="6096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TRÊN</a:t>
            </a:r>
            <a:r>
              <a:rPr lang="en-US" sz="1650" b="1" spc="18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6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1257300" y="7505700"/>
            <a:ext cx="6362700" cy="1238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cụ nào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lén</a:t>
            </a:r>
            <a:r>
              <a:rPr lang="en-US" sz="21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534400" y="914400"/>
            <a:ext cx="8839200" cy="7943850"/>
          </a:xfrm>
          <a:prstGeom prst="roundRect">
            <a:avLst>
              <a:gd name="adj" fmla="val 335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915400" y="1238250"/>
            <a:ext cx="8077200" cy="3143250"/>
          </a:xfrm>
          <a:prstGeom prst="roundRect">
            <a:avLst>
              <a:gd name="adj" fmla="val 6667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58300" y="1466850"/>
            <a:ext cx="3048000" cy="4572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1650" b="1" spc="109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650" b="1" spc="153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650" b="1" spc="152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9258300" y="209550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 cụ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Fiddler,</a:t>
            </a:r>
            <a:r>
              <a:rPr lang="en-US" sz="210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doanh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nghiệp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258300" y="276225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950" dirty="0"/>
          </a:p>
        </p:txBody>
      </p:sp>
      <p:sp>
        <p:nvSpPr>
          <p:cNvPr id="16" name="Connector line-1792365331239-521438573"/>
          <p:cNvSpPr/>
          <p:nvPr/>
        </p:nvSpPr>
        <p:spPr>
          <a:xfrm>
            <a:off x="11239500" y="3028950"/>
            <a:ext cx="9334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triangl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12249150" y="2762250"/>
            <a:ext cx="15240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endParaRPr lang="en-US" sz="1950" dirty="0"/>
          </a:p>
        </p:txBody>
      </p:sp>
      <p:sp>
        <p:nvSpPr>
          <p:cNvPr id="18" name="Connector line-1792365331241-274518451"/>
          <p:cNvSpPr/>
          <p:nvPr/>
        </p:nvSpPr>
        <p:spPr>
          <a:xfrm>
            <a:off x="13849350" y="3028950"/>
            <a:ext cx="9334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triangl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4859000" y="276225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9258300" y="3505200"/>
            <a:ext cx="2762250" cy="4572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165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650" b="1" dirty="0" spc="-2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650" b="1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b="1" dirty="0" spc="-1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8915400" y="4572000"/>
            <a:ext cx="8077200" cy="3143250"/>
          </a:xfrm>
          <a:prstGeom prst="roundRect">
            <a:avLst>
              <a:gd name="adj" fmla="val 6667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58300" y="4800600"/>
            <a:ext cx="3905250" cy="4572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1650" b="1" spc="109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650" b="1" spc="15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650" b="1" spc="153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650" b="1" spc="152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9258300" y="542925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1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“malicious”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9258300" y="609600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950" dirty="0"/>
          </a:p>
        </p:txBody>
      </p:sp>
      <p:sp>
        <p:nvSpPr>
          <p:cNvPr id="25" name="Connector line-1792365331250-901988408"/>
          <p:cNvSpPr/>
          <p:nvPr/>
        </p:nvSpPr>
        <p:spPr>
          <a:xfrm>
            <a:off x="11239500" y="6362700"/>
            <a:ext cx="9334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triangl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12249150" y="6096000"/>
            <a:ext cx="15240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endParaRPr lang="en-US" sz="1950" dirty="0"/>
          </a:p>
        </p:txBody>
      </p:sp>
      <p:sp>
        <p:nvSpPr>
          <p:cNvPr id="27" name="Connector line-1792365331252-244867313"/>
          <p:cNvSpPr/>
          <p:nvPr/>
        </p:nvSpPr>
        <p:spPr>
          <a:xfrm>
            <a:off x="13849350" y="6362700"/>
            <a:ext cx="9334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triangle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14859000" y="609600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29" name="Text 27"/>
          <p:cNvSpPr/>
          <p:nvPr/>
        </p:nvSpPr>
        <p:spPr>
          <a:xfrm>
            <a:off x="9258300" y="6838950"/>
            <a:ext cx="2762250" cy="4572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165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650" b="1" dirty="0" spc="-2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650" b="1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b="1" dirty="0" spc="-1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8915400" y="7981950"/>
            <a:ext cx="8077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Cùng</a:t>
            </a:r>
            <a:r>
              <a:rPr lang="en-US" sz="210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relay,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cùng</a:t>
            </a:r>
            <a:r>
              <a:rPr lang="en-US" sz="21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kho</a:t>
            </a:r>
            <a:r>
              <a:rPr lang="en-US" sz="21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r>
              <a:rPr lang="en-US" sz="21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cậy: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</a:t>
            </a:r>
            <a:r>
              <a:rPr lang="en-US" sz="21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nhau</a:t>
            </a:r>
            <a:r>
              <a:rPr lang="en-US" sz="21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sự</a:t>
            </a:r>
            <a:r>
              <a:rPr lang="en-US" sz="21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đồng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ý.</a:t>
            </a:r>
            <a:endParaRPr lang="en-US" sz="2100" dirty="0"/>
          </a:p>
        </p:txBody>
      </p:sp>
      <p:sp>
        <p:nvSpPr>
          <p:cNvPr id="31" name="Shape 29"/>
          <p:cNvSpPr/>
          <p:nvPr/>
        </p:nvSpPr>
        <p:spPr>
          <a:xfrm>
            <a:off x="16230600" y="1562100"/>
            <a:ext cx="495300" cy="4953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32" name="Shape 30"/>
          <p:cNvSpPr/>
          <p:nvPr/>
        </p:nvSpPr>
        <p:spPr>
          <a:xfrm>
            <a:off x="16363950" y="1733550"/>
            <a:ext cx="238125" cy="171450"/>
          </a:xfrm>
          <a:custGeom>
            <a:avLst/>
            <a:gdLst/>
            <a:ahLst/>
            <a:cxnLst/>
            <a:rect l="l" t="t" r="r" b="b"/>
            <a:pathLst>
              <a:path w="238125" h="171450">
                <a:moveTo>
                  <a:pt x="0" y="85725"/>
                </a:moveTo>
                <a:lnTo>
                  <a:pt x="85725" y="171450"/>
                </a:lnTo>
                <a:lnTo>
                  <a:pt x="238125" y="0"/>
                </a:lnTo>
              </a:path>
            </a:pathLst>
          </a:custGeom>
          <a:ln w="47625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230600" y="4895850"/>
            <a:ext cx="495300" cy="495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4" name="Shape 32"/>
          <p:cNvSpPr/>
          <p:nvPr/>
        </p:nvSpPr>
        <p:spPr>
          <a:xfrm>
            <a:off x="16383000" y="504825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0" y="0"/>
                </a:moveTo>
                <a:lnTo>
                  <a:pt x="190500" y="190500"/>
                </a:lnTo>
                <a:moveTo>
                  <a:pt x="190500" y="0"/>
                </a:moveTo>
                <a:lnTo>
                  <a:pt x="0" y="190500"/>
                </a:lnTo>
              </a:path>
            </a:pathLst>
          </a:custGeom>
          <a:ln w="47625">
            <a:solidFill>
              <a:srgbClr val="FFFFFF"/>
            </a:solidFill>
            <a:prstDash val="solid"/>
          </a:ln>
        </p:spPr>
      </p:sp>
      <p:sp>
        <p:nvSpPr>
          <p:cNvPr id="35" name="Connector line-1792365331262-758394398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6" name="Shape 3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0" name="Shape 38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1" name="Shape 3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2" name="Shape 4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3" name="Shape 41"/>
          <p:cNvSpPr/>
          <p:nvPr/>
        </p:nvSpPr>
        <p:spPr>
          <a:xfrm>
            <a:off x="318611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47" name="Shape 4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8" name="Moda image moda-export-watermark-906eda05-242b-4c8b-a58e-19ac3f7b9cd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9334500" cy="11811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2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72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72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590800"/>
            <a:ext cx="9182100" cy="22479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Hướng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dẫn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bảo bạn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cài</a:t>
            </a:r>
            <a:r>
              <a:rPr lang="en-US" sz="255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“chứng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5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gốc”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5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</a:t>
            </a: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</a:t>
            </a:r>
            <a:r>
              <a:rPr lang="en-US" sz="255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để</a:t>
            </a:r>
            <a:r>
              <a:rPr lang="en-US" sz="2550" dirty="0" spc="-2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xem</a:t>
            </a:r>
            <a:r>
              <a:rPr lang="en-US" sz="2550" dirty="0" spc="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lưu</a:t>
            </a:r>
            <a:r>
              <a:rPr lang="en-US" sz="25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lượng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HTTPS. Sau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cài,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</a:t>
            </a:r>
            <a:r>
              <a:rPr lang="en-US" sz="25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25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</a:t>
            </a: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mà</a:t>
            </a:r>
            <a:r>
              <a:rPr lang="en-US" sz="25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5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đó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5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25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được? Chưa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cài</a:t>
            </a:r>
            <a:r>
              <a:rPr lang="en-US" sz="25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mà</a:t>
            </a:r>
            <a:r>
              <a:rPr lang="en-US" sz="2550" dirty="0" spc="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lưu</a:t>
            </a:r>
            <a:r>
              <a:rPr lang="en-US" sz="25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lượng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bị dẫn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 nó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 sao?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14400" y="4991100"/>
            <a:ext cx="9182100" cy="3867150"/>
          </a:xfrm>
          <a:prstGeom prst="roundRect">
            <a:avLst>
              <a:gd name="adj" fmla="val 591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7300" y="5257800"/>
            <a:ext cx="3048000" cy="571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1950" b="1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950" b="1" dirty="0" spc="-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r>
              <a:rPr lang="en-US" sz="195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4495800" y="5257800"/>
            <a:ext cx="5143500" cy="5715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lg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+</a:t>
            </a:r>
            <a:r>
              <a:rPr lang="en-US" sz="1800" b="1" dirty="0" spc="1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8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80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dirty="0" spc="-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80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180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lạ?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57300" y="6381750"/>
            <a:ext cx="2000250" cy="571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950" dirty="0"/>
          </a:p>
        </p:txBody>
      </p:sp>
      <p:sp>
        <p:nvSpPr>
          <p:cNvPr id="9" name="Connector line-1792383540009-91882978"/>
          <p:cNvSpPr/>
          <p:nvPr/>
        </p:nvSpPr>
        <p:spPr>
          <a:xfrm>
            <a:off x="3333750" y="6667500"/>
            <a:ext cx="11430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triangl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4552950" y="6381750"/>
            <a:ext cx="2190750" cy="571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19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195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</a:t>
            </a:r>
            <a:endParaRPr lang="en-US" sz="1950" dirty="0"/>
          </a:p>
        </p:txBody>
      </p:sp>
      <p:sp>
        <p:nvSpPr>
          <p:cNvPr id="11" name="Connector line-1792383540012-349463438"/>
          <p:cNvSpPr/>
          <p:nvPr/>
        </p:nvSpPr>
        <p:spPr>
          <a:xfrm>
            <a:off x="6819900" y="6667500"/>
            <a:ext cx="11430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triangl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8039100" y="6381750"/>
            <a:ext cx="1905000" cy="571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257300" y="7581900"/>
            <a:ext cx="4476750" cy="59055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cài:</a:t>
            </a:r>
            <a:r>
              <a:rPr lang="en-US" sz="19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 làm</a:t>
            </a:r>
            <a:r>
              <a:rPr lang="en-US" sz="19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5924550" y="7581900"/>
            <a:ext cx="3238500" cy="59055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 w="19050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sao?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0668000" y="1333500"/>
            <a:ext cx="6705600" cy="7524750"/>
          </a:xfrm>
          <a:prstGeom prst="roundRect">
            <a:avLst>
              <a:gd name="adj" fmla="val 3977"/>
            </a:avLst>
          </a:prstGeom>
          <a:solidFill>
            <a:srgbClr val="1F3FD1"/>
          </a:solidFill>
          <a:ln/>
        </p:spPr>
      </p:sp>
      <p:sp>
        <p:nvSpPr>
          <p:cNvPr id="16" name="Shape 14"/>
          <p:cNvSpPr/>
          <p:nvPr/>
        </p:nvSpPr>
        <p:spPr>
          <a:xfrm>
            <a:off x="11125200" y="1676400"/>
            <a:ext cx="609600" cy="609600"/>
          </a:xfrm>
          <a:prstGeom prst="ellips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277600" y="1857375"/>
            <a:ext cx="314325" cy="247650"/>
          </a:xfrm>
          <a:custGeom>
            <a:avLst/>
            <a:gdLst/>
            <a:ahLst/>
            <a:cxnLst/>
            <a:rect l="l" t="t" r="r" b="b"/>
            <a:pathLst>
              <a:path w="314325" h="247650">
                <a:moveTo>
                  <a:pt x="0" y="133350"/>
                </a:moveTo>
                <a:lnTo>
                  <a:pt x="114300" y="247650"/>
                </a:lnTo>
                <a:lnTo>
                  <a:pt x="314325" y="0"/>
                </a:lnTo>
              </a:path>
            </a:pathLst>
          </a:custGeom>
          <a:ln w="476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125200" y="253365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1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650" b="1" spc="224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1125200" y="2895600"/>
            <a:ext cx="57912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3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4800" dirty="0" spc="-60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4800" dirty="0" spc="0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chữ</a:t>
            </a:r>
            <a:r>
              <a:rPr lang="en-US" sz="4800" dirty="0" spc="-2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rõ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11125200" y="3848100"/>
            <a:ext cx="2000250" cy="3619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4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650" b="1" spc="1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650" b="1" spc="15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1125200" y="4286250"/>
            <a:ext cx="5791200" cy="8763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550" b="1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cài:</a:t>
            </a:r>
            <a:pPr algn="l" indent="0" marL="0">
              <a:lnSpc>
                <a:spcPts val="3315"/>
              </a:lnSpc>
              <a:buNone/>
            </a:pPr>
            <a:r>
              <a:rPr lang="en-US" sz="2550" dirty="0" spc="-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chấp nhận</a:t>
            </a:r>
            <a:r>
              <a:rPr lang="en-US" sz="2550" dirty="0" spc="1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1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relay.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11125200" y="5334000"/>
            <a:ext cx="2000250" cy="3619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4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650" b="1" spc="1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650" b="1" spc="15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1125200" y="5772150"/>
            <a:ext cx="5791200" cy="8763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1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5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cài:</a:t>
            </a:r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1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255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bại,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2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-1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relay.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11125200" y="6877050"/>
            <a:ext cx="57912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spcAft>
                <a:spcPts val="1050"/>
              </a:spcAft>
              <a:buNone/>
            </a:pPr>
            <a:r>
              <a:rPr lang="en-US" sz="25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kín</a:t>
            </a:r>
            <a:r>
              <a:rPr lang="en-US" sz="255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nhất:</a:t>
            </a:r>
            <a:pPr algn="l" indent="0" marL="0">
              <a:lnSpc>
                <a:spcPts val="3315"/>
              </a:lnSpc>
              <a:spcAft>
                <a:spcPts val="1050"/>
              </a:spcAft>
              <a:buNone/>
            </a:pP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3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550" dirty="0" spc="1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tin.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550" dirty="0" spc="-3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nó</a:t>
            </a:r>
            <a:r>
              <a:rPr lang="en-US" sz="2550" dirty="0" spc="-1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2550" dirty="0"/>
          </a:p>
        </p:txBody>
      </p:sp>
      <p:sp>
        <p:nvSpPr>
          <p:cNvPr id="25" name="Connector line-1792383540056-32351829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7" name="Shape 25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8" name="Shape 26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9" name="Shape 27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0" name="Shape 28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1" name="Shape 2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2" name="Shape 3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3" name="Shape 31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3514725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5" name="Shape 33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7e38f08b-a2a6-425a-9d07-abb3bcec7a5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14300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9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28900"/>
            <a:ext cx="3886200" cy="2247900"/>
          </a:xfrm>
          <a:prstGeom prst="roundRect">
            <a:avLst>
              <a:gd name="adj" fmla="val 9322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1100" y="2819400"/>
            <a:ext cx="335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endParaRPr lang="en-US" sz="3450" dirty="0"/>
          </a:p>
        </p:txBody>
      </p:sp>
      <p:sp>
        <p:nvSpPr>
          <p:cNvPr id="6" name="Text 4"/>
          <p:cNvSpPr/>
          <p:nvPr/>
        </p:nvSpPr>
        <p:spPr>
          <a:xfrm>
            <a:off x="1181100" y="3429000"/>
            <a:ext cx="3352800" cy="5905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3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650" dirty="0" spc="-2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Secure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181100" y="4095750"/>
            <a:ext cx="335280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</a:t>
            </a:r>
            <a:r>
              <a:rPr lang="en-US" sz="18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80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TLS,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8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05400" y="2628900"/>
            <a:ext cx="3886200" cy="2247900"/>
          </a:xfrm>
          <a:prstGeom prst="roundRect">
            <a:avLst>
              <a:gd name="adj" fmla="val 9322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72100" y="2819400"/>
            <a:ext cx="335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TLS</a:t>
            </a:r>
            <a:endParaRPr lang="en-US" sz="3450" dirty="0"/>
          </a:p>
        </p:txBody>
      </p:sp>
      <p:sp>
        <p:nvSpPr>
          <p:cNvPr id="10" name="Text 8"/>
          <p:cNvSpPr/>
          <p:nvPr/>
        </p:nvSpPr>
        <p:spPr>
          <a:xfrm>
            <a:off x="5372100" y="3429000"/>
            <a:ext cx="3352800" cy="5905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2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Transport</a:t>
            </a:r>
            <a:r>
              <a:rPr lang="en-US" sz="1650" dirty="0" spc="-2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Layer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5372100" y="4095750"/>
            <a:ext cx="335280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hóa giữ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kín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80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296400" y="2628900"/>
            <a:ext cx="3886200" cy="2247900"/>
          </a:xfrm>
          <a:prstGeom prst="roundRect">
            <a:avLst>
              <a:gd name="adj" fmla="val 9322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63100" y="2819400"/>
            <a:ext cx="335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SSL</a:t>
            </a:r>
            <a:endParaRPr lang="en-US" sz="3450" dirty="0"/>
          </a:p>
        </p:txBody>
      </p:sp>
      <p:sp>
        <p:nvSpPr>
          <p:cNvPr id="14" name="Text 12"/>
          <p:cNvSpPr/>
          <p:nvPr/>
        </p:nvSpPr>
        <p:spPr>
          <a:xfrm>
            <a:off x="9563100" y="3429000"/>
            <a:ext cx="3352800" cy="5905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Secure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Sockets</a:t>
            </a:r>
            <a:r>
              <a:rPr lang="en-US" sz="1650" dirty="0" spc="-2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Layer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9563100" y="4095750"/>
            <a:ext cx="335280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TLS,</a:t>
            </a:r>
            <a:r>
              <a:rPr lang="en-US" sz="18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nay</a:t>
            </a:r>
            <a:r>
              <a:rPr lang="en-US" sz="1800" dirty="0" spc="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3487400" y="2628900"/>
            <a:ext cx="3886200" cy="2247900"/>
          </a:xfrm>
          <a:prstGeom prst="roundRect">
            <a:avLst>
              <a:gd name="adj" fmla="val 9322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754100" y="2819400"/>
            <a:ext cx="335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</a:t>
            </a:r>
            <a:endParaRPr lang="en-US" sz="3450" dirty="0"/>
          </a:p>
        </p:txBody>
      </p:sp>
      <p:sp>
        <p:nvSpPr>
          <p:cNvPr id="18" name="Text 16"/>
          <p:cNvSpPr/>
          <p:nvPr/>
        </p:nvSpPr>
        <p:spPr>
          <a:xfrm>
            <a:off x="13754100" y="3429000"/>
            <a:ext cx="3352800" cy="5905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Certificate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Authority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3754100" y="4095750"/>
            <a:ext cx="335280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8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 công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18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14400" y="5105400"/>
            <a:ext cx="3886200" cy="2247900"/>
          </a:xfrm>
          <a:prstGeom prst="roundRect">
            <a:avLst>
              <a:gd name="adj" fmla="val 9322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81100" y="5295900"/>
            <a:ext cx="335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RSA</a:t>
            </a:r>
            <a:endParaRPr lang="en-US" sz="3450" dirty="0"/>
          </a:p>
        </p:txBody>
      </p:sp>
      <p:sp>
        <p:nvSpPr>
          <p:cNvPr id="22" name="Text 20"/>
          <p:cNvSpPr/>
          <p:nvPr/>
        </p:nvSpPr>
        <p:spPr>
          <a:xfrm>
            <a:off x="1181100" y="5905500"/>
            <a:ext cx="3352800" cy="5905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Rivest-Shamir-Adleman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181100" y="6572250"/>
            <a:ext cx="335280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 toán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 công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khai,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5105400" y="5105400"/>
            <a:ext cx="3886200" cy="2247900"/>
          </a:xfrm>
          <a:prstGeom prst="roundRect">
            <a:avLst>
              <a:gd name="adj" fmla="val 9322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72100" y="5295900"/>
            <a:ext cx="335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RFC</a:t>
            </a:r>
            <a:endParaRPr lang="en-US" sz="3450" dirty="0"/>
          </a:p>
        </p:txBody>
      </p:sp>
      <p:sp>
        <p:nvSpPr>
          <p:cNvPr id="26" name="Text 24"/>
          <p:cNvSpPr/>
          <p:nvPr/>
        </p:nvSpPr>
        <p:spPr>
          <a:xfrm>
            <a:off x="5372100" y="5905500"/>
            <a:ext cx="3352800" cy="5905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Request</a:t>
            </a:r>
            <a:r>
              <a:rPr lang="en-US" sz="165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Comments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5372100" y="6572250"/>
            <a:ext cx="335280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RFC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8446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đặc</a:t>
            </a:r>
            <a:r>
              <a:rPr lang="en-US" sz="18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1.3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296400" y="5105400"/>
            <a:ext cx="3886200" cy="2247900"/>
          </a:xfrm>
          <a:prstGeom prst="roundRect">
            <a:avLst>
              <a:gd name="adj" fmla="val 9322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563100" y="5295900"/>
            <a:ext cx="335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OWASP</a:t>
            </a:r>
            <a:endParaRPr lang="en-US" sz="3450" dirty="0"/>
          </a:p>
        </p:txBody>
      </p:sp>
      <p:sp>
        <p:nvSpPr>
          <p:cNvPr id="30" name="Text 28"/>
          <p:cNvSpPr/>
          <p:nvPr/>
        </p:nvSpPr>
        <p:spPr>
          <a:xfrm>
            <a:off x="9563100" y="5905500"/>
            <a:ext cx="3352800" cy="5905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Worldwide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Application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r>
              <a:rPr lang="en-US" sz="165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Project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9563100" y="6572250"/>
            <a:ext cx="335280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18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8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3487400" y="5105400"/>
            <a:ext cx="3886200" cy="2247900"/>
          </a:xfrm>
          <a:prstGeom prst="roundRect">
            <a:avLst>
              <a:gd name="adj" fmla="val 9322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3754100" y="5295900"/>
            <a:ext cx="335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MDN</a:t>
            </a:r>
            <a:endParaRPr lang="en-US" sz="3450" dirty="0"/>
          </a:p>
        </p:txBody>
      </p:sp>
      <p:sp>
        <p:nvSpPr>
          <p:cNvPr id="34" name="Text 32"/>
          <p:cNvSpPr/>
          <p:nvPr/>
        </p:nvSpPr>
        <p:spPr>
          <a:xfrm>
            <a:off x="13754100" y="5905500"/>
            <a:ext cx="3352800" cy="5905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Mozilla</a:t>
            </a: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13754100" y="6572250"/>
            <a:ext cx="335280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8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-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800" dirty="0" spc="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</a:t>
            </a:r>
            <a:r>
              <a:rPr lang="en-US" sz="18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14400" y="76962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914400" y="805815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(bài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nguồn)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(mô-đun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ssl)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OpenSSL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(s_client) ·</a:t>
            </a:r>
            <a:r>
              <a:rPr lang="en-US" sz="1800" dirty="0" spc="-2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pyca/cryptography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(x509)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914400" y="855345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39" name="Connector line-1792367682702-43995417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1" name="Shape 39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2" name="Shape 40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3" name="Shape 41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4" name="Shape 42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5" name="Shape 43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6" name="Shape 44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7" name="Shape 45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8" name="Shape 46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9" name="Shape 47"/>
          <p:cNvSpPr/>
          <p:nvPr/>
        </p:nvSpPr>
        <p:spPr>
          <a:xfrm>
            <a:off x="3843338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0" name="Text 48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51" name="Shape 4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2" name="Moda image moda-export-watermark-775c1219-a801-4c03-be97-048c2daff4c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2026-10-19T05:02:18Z</dcterms:created>
  <dcterms:modified xsi:type="dcterms:W3CDTF">2026-10-19T05:02:18Z</dcterms:modified>
</cp:coreProperties>
</file>