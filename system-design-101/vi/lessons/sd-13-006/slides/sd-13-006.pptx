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3238500"/>
          </a:xfrm>
          <a:prstGeom prst="rect">
            <a:avLst/>
          </a:prstGeom>
          <a:noFill/>
          <a:ln/>
        </p:spPr>
        <p:txBody>
          <a:bodyPr wrap="square" lIns="0" tIns="56007" rIns="0" bIns="-56007" rtlCol="0" anchor="t"/>
          <a:lstStyle/>
          <a:p>
            <a:pPr algn="l" indent="0" marL="0">
              <a:lnSpc>
                <a:spcPts val="6552"/>
              </a:lnSpc>
              <a:buNone/>
            </a:pP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Service</a:t>
            </a:r>
            <a:r>
              <a:rPr lang="en-US" sz="63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Kubernetes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3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traffic: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 cần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3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504825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Service là</a:t>
            </a:r>
            <a:r>
              <a:rPr lang="en-US" sz="3000" dirty="0" spc="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300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19125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096500" y="12382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96500" y="1714500"/>
            <a:ext cx="7429500" cy="12001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96500" y="1714500"/>
            <a:ext cx="171450" cy="12001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10572750" y="209550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0096500" y="3143250"/>
            <a:ext cx="7429500" cy="12001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6500" y="3143250"/>
            <a:ext cx="171450" cy="12001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72750" y="352425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096500" y="4572000"/>
            <a:ext cx="7429500" cy="12001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96500" y="4572000"/>
            <a:ext cx="171450" cy="12001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2750" y="495300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Endpoint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ready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0096500" y="6000750"/>
            <a:ext cx="7429500" cy="12001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96500" y="6000750"/>
            <a:ext cx="171450" cy="12001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10572750" y="638175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 có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0096500" y="7429500"/>
            <a:ext cx="7429500" cy="12001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96500" y="7429500"/>
            <a:ext cx="171450" cy="12001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10572750" y="781050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Có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endpoint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096500" y="88582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f4d14974-534e-4dca-b785-f0ec56df74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5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19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Service</a:t>
            </a: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traffic?</a:t>
            </a:r>
            <a:r>
              <a:rPr lang="en-US" sz="28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 lần</a:t>
            </a:r>
            <a:r>
              <a:rPr lang="en-US" sz="28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8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4476750"/>
            <a:ext cx="2857500" cy="1905000"/>
          </a:xfrm>
          <a:prstGeom prst="roundRect">
            <a:avLst>
              <a:gd name="adj" fmla="val 16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0150" y="47625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364" dirty="0"/>
          </a:p>
        </p:txBody>
      </p:sp>
      <p:sp>
        <p:nvSpPr>
          <p:cNvPr id="7" name="Text 5"/>
          <p:cNvSpPr/>
          <p:nvPr/>
        </p:nvSpPr>
        <p:spPr>
          <a:xfrm>
            <a:off x="1200150" y="56197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endParaRPr lang="en-US" sz="2700" dirty="0"/>
          </a:p>
        </p:txBody>
      </p:sp>
      <p:sp>
        <p:nvSpPr>
          <p:cNvPr id="8" name="Connector line-1792369960068-264152700"/>
          <p:cNvSpPr/>
          <p:nvPr/>
        </p:nvSpPr>
        <p:spPr>
          <a:xfrm>
            <a:off x="3829050" y="5429250"/>
            <a:ext cx="4191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9" name="Shape 7"/>
          <p:cNvSpPr/>
          <p:nvPr/>
        </p:nvSpPr>
        <p:spPr>
          <a:xfrm>
            <a:off x="4314825" y="4476750"/>
            <a:ext cx="2857500" cy="1905000"/>
          </a:xfrm>
          <a:prstGeom prst="roundRect">
            <a:avLst>
              <a:gd name="adj" fmla="val 16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0575" y="47625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64" dirty="0"/>
          </a:p>
        </p:txBody>
      </p:sp>
      <p:sp>
        <p:nvSpPr>
          <p:cNvPr id="11" name="Text 9"/>
          <p:cNvSpPr/>
          <p:nvPr/>
        </p:nvSpPr>
        <p:spPr>
          <a:xfrm>
            <a:off x="4600575" y="56197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endParaRPr lang="en-US" sz="2700" dirty="0"/>
          </a:p>
        </p:txBody>
      </p:sp>
      <p:sp>
        <p:nvSpPr>
          <p:cNvPr id="12" name="Connector line-1792369960076-336303180"/>
          <p:cNvSpPr/>
          <p:nvPr/>
        </p:nvSpPr>
        <p:spPr>
          <a:xfrm>
            <a:off x="7229475" y="5429250"/>
            <a:ext cx="4191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1"/>
          <p:cNvSpPr/>
          <p:nvPr/>
        </p:nvSpPr>
        <p:spPr>
          <a:xfrm>
            <a:off x="7715250" y="4476750"/>
            <a:ext cx="2857500" cy="1905000"/>
          </a:xfrm>
          <a:prstGeom prst="roundRect">
            <a:avLst>
              <a:gd name="adj" fmla="val 16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47625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364" dirty="0"/>
          </a:p>
        </p:txBody>
      </p:sp>
      <p:sp>
        <p:nvSpPr>
          <p:cNvPr id="15" name="Text 13"/>
          <p:cNvSpPr/>
          <p:nvPr/>
        </p:nvSpPr>
        <p:spPr>
          <a:xfrm>
            <a:off x="8001000" y="56197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Sẵn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700" dirty="0"/>
          </a:p>
        </p:txBody>
      </p:sp>
      <p:sp>
        <p:nvSpPr>
          <p:cNvPr id="16" name="Connector line-1792369960082-857602443"/>
          <p:cNvSpPr/>
          <p:nvPr/>
        </p:nvSpPr>
        <p:spPr>
          <a:xfrm>
            <a:off x="10629900" y="5429250"/>
            <a:ext cx="4191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7" name="Shape 15"/>
          <p:cNvSpPr/>
          <p:nvPr/>
        </p:nvSpPr>
        <p:spPr>
          <a:xfrm>
            <a:off x="11115675" y="4476750"/>
            <a:ext cx="2857500" cy="1905000"/>
          </a:xfrm>
          <a:prstGeom prst="roundRect">
            <a:avLst>
              <a:gd name="adj" fmla="val 16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01425" y="47625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364" dirty="0"/>
          </a:p>
        </p:txBody>
      </p:sp>
      <p:sp>
        <p:nvSpPr>
          <p:cNvPr id="19" name="Text 17"/>
          <p:cNvSpPr/>
          <p:nvPr/>
        </p:nvSpPr>
        <p:spPr>
          <a:xfrm>
            <a:off x="11401425" y="56197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endParaRPr lang="en-US" sz="2700" dirty="0"/>
          </a:p>
        </p:txBody>
      </p:sp>
      <p:sp>
        <p:nvSpPr>
          <p:cNvPr id="20" name="Connector line-1792369960089-777328455"/>
          <p:cNvSpPr/>
          <p:nvPr/>
        </p:nvSpPr>
        <p:spPr>
          <a:xfrm>
            <a:off x="14030325" y="5429250"/>
            <a:ext cx="4191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1" name="Shape 19"/>
          <p:cNvSpPr/>
          <p:nvPr/>
        </p:nvSpPr>
        <p:spPr>
          <a:xfrm>
            <a:off x="14516100" y="4476750"/>
            <a:ext cx="2857500" cy="1905000"/>
          </a:xfrm>
          <a:prstGeom prst="roundRect">
            <a:avLst>
              <a:gd name="adj" fmla="val 16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801850" y="47625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364" dirty="0"/>
          </a:p>
        </p:txBody>
      </p:sp>
      <p:sp>
        <p:nvSpPr>
          <p:cNvPr id="23" name="Text 21"/>
          <p:cNvSpPr/>
          <p:nvPr/>
        </p:nvSpPr>
        <p:spPr>
          <a:xfrm>
            <a:off x="14801850" y="56197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14400" y="68580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4516100" y="68580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14400" y="781050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04d63d34-9fcd-4fa3-8401-5a9943f0be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1950" b="1" spc="2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Endpoint</a:t>
            </a:r>
            <a:r>
              <a:rPr lang="en-US" sz="75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524250"/>
            <a:ext cx="1143000" cy="114300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89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89" dirty="0"/>
          </a:p>
        </p:txBody>
      </p:sp>
      <p:sp>
        <p:nvSpPr>
          <p:cNvPr id="6" name="Text 4"/>
          <p:cNvSpPr/>
          <p:nvPr/>
        </p:nvSpPr>
        <p:spPr>
          <a:xfrm>
            <a:off x="2952750" y="3467100"/>
            <a:ext cx="13906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endpoint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4200" dirty="0"/>
          </a:p>
        </p:txBody>
      </p:sp>
      <p:sp>
        <p:nvSpPr>
          <p:cNvPr id="7" name="Text richtext-1792369973520-77281639"/>
          <p:cNvSpPr/>
          <p:nvPr/>
        </p:nvSpPr>
        <p:spPr>
          <a:xfrm>
            <a:off x="2952750" y="4286250"/>
            <a:ext cx="13906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Selector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Service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 nhãn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EndpointSlice</a:t>
            </a: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trống: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selector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5905500"/>
            <a:ext cx="164592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6381750"/>
            <a:ext cx="1143000" cy="114300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89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89" dirty="0"/>
          </a:p>
        </p:txBody>
      </p:sp>
      <p:sp>
        <p:nvSpPr>
          <p:cNvPr id="10" name="Text 8"/>
          <p:cNvSpPr/>
          <p:nvPr/>
        </p:nvSpPr>
        <p:spPr>
          <a:xfrm>
            <a:off x="2952750" y="6324600"/>
            <a:ext cx="13906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2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4200" dirty="0"/>
          </a:p>
        </p:txBody>
      </p:sp>
      <p:sp>
        <p:nvSpPr>
          <p:cNvPr id="11" name="Text richtext-1792369973550-985806710"/>
          <p:cNvSpPr/>
          <p:nvPr/>
        </p:nvSpPr>
        <p:spPr>
          <a:xfrm>
            <a:off x="2952750" y="7143750"/>
            <a:ext cx="13906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port của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targetPort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84440ca-79c8-494a-a650-0f9918754b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1950" b="1" spc="28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950" b="1" spc="28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Endpoint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5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ready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14625"/>
            <a:ext cx="1619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ready:</a:t>
            </a:r>
            <a:r>
              <a:rPr lang="en-US" sz="28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false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serving</a:t>
            </a:r>
            <a:r>
              <a:rPr lang="en-US" sz="28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terminating</a:t>
            </a:r>
            <a:r>
              <a:rPr lang="en-US" sz="28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619500"/>
          <a:ext cx="13716000" cy="914400"/>
        </p:xfrm>
        <a:graphic>
          <a:graphicData uri="http://schemas.openxmlformats.org/drawingml/2006/table">
            <a:tbl>
              <a:tblPr/>
              <a:tblGrid>
                <a:gridCol w="7406640"/>
                <a:gridCol w="905256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Thấy</a:t>
                      </a:r>
                      <a:r>
                        <a:rPr lang="en-US" sz="2550" b="1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55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kiện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55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serving:</a:t>
                      </a:r>
                      <a:r>
                        <a:rPr lang="en-US" sz="255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false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Pod</a:t>
                      </a:r>
                      <a:r>
                        <a:rPr lang="en-US" sz="25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chưa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</a:t>
                      </a:r>
                      <a:r>
                        <a:rPr lang="en-US" sz="255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readiness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terminating:</a:t>
                      </a:r>
                      <a:r>
                        <a:rPr lang="en-US" sz="25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true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Pod</a:t>
                      </a:r>
                      <a:r>
                        <a:rPr lang="en-US" sz="255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đang</a:t>
                      </a:r>
                      <a:r>
                        <a:rPr lang="en-US" sz="25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bị</a:t>
                      </a:r>
                      <a:r>
                        <a:rPr lang="en-US" sz="25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xóa; ready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vẫn</a:t>
                      </a:r>
                      <a:r>
                        <a:rPr lang="en-US" sz="255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false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Service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đặt</a:t>
                      </a:r>
                      <a:r>
                        <a:rPr lang="en-US" sz="255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publishNotReadyAddresses:</a:t>
                      </a:r>
                      <a:r>
                        <a:rPr lang="en-US" sz="25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true</a:t>
                      </a:r>
                      <a:endParaRPr lang="en-US" sz="1200" dirty="0"/>
                    </a:p>
                  </a:txBody>
                  <a:tcPr marL="304800" marR="304800" marT="182880" marB="1828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Ngoại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lệ: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mọi</a:t>
                      </a:r>
                      <a:r>
                        <a:rPr lang="en-US" sz="255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endpoint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báo</a:t>
                      </a:r>
                      <a:r>
                        <a:rPr lang="en-US" sz="25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ready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177d3d2-f415-4912-a2ff-82c5075180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75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5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75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6667500" cy="45720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2900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100" b="1" spc="1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NAMESPACE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0650" y="4000500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đủ: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90650" y="4953000"/>
            <a:ext cx="1905000" cy="952500"/>
          </a:xfrm>
          <a:prstGeom prst="roundRect">
            <a:avLst>
              <a:gd name="adj" fmla="val 24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8039100" y="3048000"/>
            <a:ext cx="9334500" cy="4572000"/>
          </a:xfrm>
          <a:prstGeom prst="roundRect">
            <a:avLst>
              <a:gd name="adj" fmla="val 6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15350" y="3429000"/>
            <a:ext cx="838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3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2100" b="1" spc="1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NAMESPACE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515350" y="4000500"/>
            <a:ext cx="838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namespace: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515350" y="4762500"/>
            <a:ext cx="1428750" cy="857250"/>
          </a:xfrm>
          <a:prstGeom prst="roundRect">
            <a:avLst>
              <a:gd name="adj" fmla="val 24444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39350" y="4914900"/>
            <a:ext cx="19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.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10267950" y="4762500"/>
            <a:ext cx="3143250" cy="857250"/>
          </a:xfrm>
          <a:prstGeom prst="roundRect">
            <a:avLst>
              <a:gd name="adj" fmla="val 24444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ten-namespace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515350" y="5905500"/>
            <a:ext cx="838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phần: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515350" y="6572250"/>
            <a:ext cx="1238250" cy="7620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829800" y="6667500"/>
            <a:ext cx="19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4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.</a:t>
            </a:r>
            <a:endParaRPr lang="en-US" sz="2474" dirty="0"/>
          </a:p>
        </p:txBody>
      </p:sp>
      <p:sp>
        <p:nvSpPr>
          <p:cNvPr id="17" name="Text 15"/>
          <p:cNvSpPr/>
          <p:nvPr/>
        </p:nvSpPr>
        <p:spPr>
          <a:xfrm>
            <a:off x="10039350" y="6572250"/>
            <a:ext cx="2857500" cy="7620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ten-namespace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73050" y="6667500"/>
            <a:ext cx="19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4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.</a:t>
            </a:r>
            <a:endParaRPr lang="en-US" sz="2474" dirty="0"/>
          </a:p>
        </p:txBody>
      </p:sp>
      <p:sp>
        <p:nvSpPr>
          <p:cNvPr id="19" name="Text 17"/>
          <p:cNvSpPr/>
          <p:nvPr/>
        </p:nvSpPr>
        <p:spPr>
          <a:xfrm>
            <a:off x="13182600" y="6572250"/>
            <a:ext cx="1143000" cy="7620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svc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401800" y="6667500"/>
            <a:ext cx="19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4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.</a:t>
            </a:r>
            <a:endParaRPr lang="en-US" sz="2474" dirty="0"/>
          </a:p>
        </p:txBody>
      </p:sp>
      <p:sp>
        <p:nvSpPr>
          <p:cNvPr id="21" name="Text 19"/>
          <p:cNvSpPr/>
          <p:nvPr/>
        </p:nvSpPr>
        <p:spPr>
          <a:xfrm>
            <a:off x="14611350" y="6572250"/>
            <a:ext cx="2095500" cy="7620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miền</a:t>
            </a:r>
            <a:r>
              <a:rPr lang="en-US" sz="21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4400" y="8001000"/>
            <a:ext cx="16459200" cy="857250"/>
          </a:xfrm>
          <a:prstGeom prst="roundRect">
            <a:avLst>
              <a:gd name="adj" fmla="val 31111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namespace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 đủ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9d960084-f7b0-45e3-8617-793f2af79f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950" b="1" spc="24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b="1" spc="28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5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cụm</a:t>
            </a:r>
            <a:r>
              <a:rPr lang="en-US" sz="75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7500" dirty="0" spc="-9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762500"/>
            <a:ext cx="2857500" cy="133350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2382500" y="3048000"/>
            <a:ext cx="4991100" cy="5715000"/>
          </a:xfrm>
          <a:prstGeom prst="roundRect">
            <a:avLst>
              <a:gd name="adj" fmla="val 6107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lgDash"/>
          </a:ln>
        </p:spPr>
      </p:sp>
      <p:sp>
        <p:nvSpPr>
          <p:cNvPr id="6" name="Text 4"/>
          <p:cNvSpPr/>
          <p:nvPr/>
        </p:nvSpPr>
        <p:spPr>
          <a:xfrm>
            <a:off x="12763500" y="3286125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0" y="4857750"/>
            <a:ext cx="3848100" cy="1143000"/>
          </a:xfrm>
          <a:prstGeom prst="roundRect">
            <a:avLst>
              <a:gd name="adj" fmla="val 23333"/>
            </a:avLst>
          </a:prstGeom>
          <a:solidFill>
            <a:srgbClr val="2A2E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Service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3771900" y="3810000"/>
            <a:ext cx="1943100" cy="1333500"/>
          </a:xfrm>
          <a:custGeom>
            <a:avLst/>
            <a:gdLst/>
            <a:ahLst/>
            <a:cxnLst/>
            <a:rect l="l" t="t" r="r" b="b"/>
            <a:pathLst>
              <a:path w="1943100" h="1333500">
                <a:moveTo>
                  <a:pt x="0" y="1333500"/>
                </a:moveTo>
                <a:cubicBezTo>
                  <a:pt x="990600" y="1333500"/>
                  <a:pt x="990600" y="0"/>
                  <a:pt x="19431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3238500"/>
            <a:ext cx="2381250" cy="1143000"/>
          </a:xfrm>
          <a:prstGeom prst="roundRect">
            <a:avLst>
              <a:gd name="adj" fmla="val 2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Tường</a:t>
            </a:r>
            <a:r>
              <a:rPr lang="en-US" sz="24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endParaRPr lang="en-US" sz="2400" dirty="0"/>
          </a:p>
        </p:txBody>
      </p:sp>
      <p:sp>
        <p:nvSpPr>
          <p:cNvPr id="10" name="Connector line-1792370021700-757674039"/>
          <p:cNvSpPr/>
          <p:nvPr/>
        </p:nvSpPr>
        <p:spPr>
          <a:xfrm>
            <a:off x="8191500" y="3810000"/>
            <a:ext cx="11430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lgDash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9429750" y="352425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✕ NodePort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715000" y="4524375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NodePort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3771900" y="5715000"/>
            <a:ext cx="1943100" cy="1524000"/>
          </a:xfrm>
          <a:custGeom>
            <a:avLst/>
            <a:gdLst/>
            <a:ahLst/>
            <a:cxnLst/>
            <a:rect l="l" t="t" r="r" b="b"/>
            <a:pathLst>
              <a:path w="1943100" h="1524000">
                <a:moveTo>
                  <a:pt x="0" y="0"/>
                </a:moveTo>
                <a:cubicBezTo>
                  <a:pt x="990600" y="0"/>
                  <a:pt x="990600" y="1524000"/>
                  <a:pt x="1943100" y="152400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6667500"/>
            <a:ext cx="38100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LoadBalancer:</a:t>
            </a:r>
            <a:r>
              <a:rPr lang="en-US" sz="24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pending</a:t>
            </a:r>
            <a:endParaRPr lang="en-US" sz="2400" dirty="0"/>
          </a:p>
        </p:txBody>
      </p:sp>
      <p:sp>
        <p:nvSpPr>
          <p:cNvPr id="15" name="Connector line-1792370021712-637170381"/>
          <p:cNvSpPr/>
          <p:nvPr/>
        </p:nvSpPr>
        <p:spPr>
          <a:xfrm>
            <a:off x="9620250" y="7239000"/>
            <a:ext cx="9525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lgDash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715000" y="7953375"/>
            <a:ext cx="647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LB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(bộ cân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tải).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0873225-bb48-49ac-beb5-434c72b699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Service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selector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14625"/>
            <a:ext cx="1619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8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850" dirty="0" spc="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văn: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394335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8250" y="3905250"/>
            <a:ext cx="3295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38250" y="4762500"/>
            <a:ext cx="329565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Service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selector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086350" y="3619500"/>
            <a:ext cx="394335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0200" y="3905250"/>
            <a:ext cx="3295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10200" y="4762500"/>
            <a:ext cx="329565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Service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headless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258300" y="3619500"/>
            <a:ext cx="394335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82150" y="3905250"/>
            <a:ext cx="3295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582150" y="4762500"/>
            <a:ext cx="329565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ExternalName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3430250" y="3619500"/>
            <a:ext cx="394335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54100" y="3905250"/>
            <a:ext cx="3295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754100" y="4762500"/>
            <a:ext cx="329565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publishNotReady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Addresses: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true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695325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390650" y="7239000"/>
            <a:ext cx="1562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b="1" spc="14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b="1" spc="13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spc="13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90650" y="781050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8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miền: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Ingress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Gateway.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4f9e2fce-80f9-4582-95f1-76936cbd1c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EndpointSlice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Service</a:t>
            </a:r>
            <a:r>
              <a:rPr lang="en-US" sz="30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endpoint</a:t>
            </a:r>
            <a:r>
              <a:rPr lang="en-US" sz="30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190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Nghi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14400" y="3810000"/>
            <a:ext cx="16459200" cy="4191000"/>
          </a:xfrm>
          <a:prstGeom prst="roundRect">
            <a:avLst>
              <a:gd name="adj" fmla="val 8182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4286250"/>
            <a:ext cx="15240000" cy="1047750"/>
          </a:xfrm>
          <a:prstGeom prst="rect">
            <a:avLst/>
          </a:prstGeom>
          <a:noFill/>
          <a:ln/>
        </p:spPr>
        <p:txBody>
          <a:bodyPr wrap="square" lIns="0" tIns="38100" rIns="0" bIns="-3810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Selector</a:t>
            </a:r>
            <a:r>
              <a:rPr lang="en-US" sz="6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0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r>
              <a:rPr lang="en-US" sz="6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nhãn</a:t>
            </a:r>
            <a:r>
              <a:rPr lang="en-US" sz="60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Pod</a:t>
            </a:r>
            <a:r>
              <a:rPr lang="en-US" sz="60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nào.</a:t>
            </a:r>
            <a:endParaRPr lang="en-US" sz="6000" dirty="0"/>
          </a:p>
        </p:txBody>
      </p:sp>
      <p:sp>
        <p:nvSpPr>
          <p:cNvPr id="7" name="Text richtext-1792370057144-638321646"/>
          <p:cNvSpPr/>
          <p:nvPr/>
        </p:nvSpPr>
        <p:spPr>
          <a:xfrm>
            <a:off x="1485900" y="5524500"/>
            <a:ext cx="15430500" cy="2095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selector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 của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endpoint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ready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false: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selector.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9bfbca1c-820a-459a-a8f8-c2132cd233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endParaRPr lang="en-US" sz="6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4608576"/>
                <a:gridCol w="11850624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Chỗ</a:t>
                      </a:r>
                      <a:r>
                        <a:rPr lang="en-US" sz="24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r>
                        <a:rPr lang="en-US" sz="2400" b="1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Cần</a:t>
                      </a:r>
                      <a:r>
                        <a:rPr lang="en-US" sz="24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nhớ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Endpoint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Mặc</a:t>
                      </a:r>
                      <a:r>
                        <a:rPr lang="en-US" sz="240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r>
                        <a:rPr lang="en-US" sz="24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endpoint</a:t>
                      </a:r>
                      <a:r>
                        <a:rPr lang="en-US" sz="240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ready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r>
                        <a:rPr lang="en-US" sz="2400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traffic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targetPort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 thì bằng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port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Service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7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Tên</a:t>
                      </a: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DNS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Khác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namespace: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thêm</a:t>
                      </a:r>
                      <a:r>
                        <a:rPr lang="en-US" sz="24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namespace</a:t>
                      </a:r>
                      <a:r>
                        <a:rPr lang="en-US" sz="24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</a:t>
                      </a:r>
                      <a:r>
                        <a:rPr lang="en-US" sz="24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NodePort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Mặc</a:t>
                      </a:r>
                      <a:r>
                        <a:rPr lang="en-US" sz="240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dải</a:t>
                      </a:r>
                      <a:r>
                        <a:rPr lang="en-US" sz="2400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30000–32767</a:t>
                      </a:r>
                      <a:r>
                        <a:rPr lang="en-US" sz="240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trên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mọi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node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LoadBalancer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Cần nhà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cung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cấp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cloud</a:t>
                      </a: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thành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phần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như</a:t>
                      </a:r>
                      <a:r>
                        <a:rPr lang="en-US" sz="24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MetalLB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440a8ee1-812d-4dc0-8237-2e9e5ab296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9144000" cy="1762125"/>
          </a:xfrm>
          <a:prstGeom prst="roundRect">
            <a:avLst>
              <a:gd name="adj" fmla="val 1513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24200"/>
            <a:ext cx="838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96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endParaRPr lang="en-US" sz="3496" dirty="0"/>
          </a:p>
        </p:txBody>
      </p:sp>
      <p:sp>
        <p:nvSpPr>
          <p:cNvPr id="6" name="Text 4"/>
          <p:cNvSpPr/>
          <p:nvPr/>
        </p:nvSpPr>
        <p:spPr>
          <a:xfrm>
            <a:off x="1295400" y="3771900"/>
            <a:ext cx="8382000" cy="666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System: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810125"/>
            <a:ext cx="9144000" cy="1762125"/>
          </a:xfrm>
          <a:prstGeom prst="roundRect">
            <a:avLst>
              <a:gd name="adj" fmla="val 1513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076825"/>
            <a:ext cx="838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96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496" dirty="0"/>
          </a:p>
        </p:txBody>
      </p:sp>
      <p:sp>
        <p:nvSpPr>
          <p:cNvPr id="9" name="Text 7"/>
          <p:cNvSpPr/>
          <p:nvPr/>
        </p:nvSpPr>
        <p:spPr>
          <a:xfrm>
            <a:off x="1295400" y="5724525"/>
            <a:ext cx="8382000" cy="666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225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6762750"/>
            <a:ext cx="9144000" cy="1762125"/>
          </a:xfrm>
          <a:prstGeom prst="roundRect">
            <a:avLst>
              <a:gd name="adj" fmla="val 1513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029450"/>
            <a:ext cx="838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96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3496" dirty="0"/>
          </a:p>
        </p:txBody>
      </p:sp>
      <p:sp>
        <p:nvSpPr>
          <p:cNvPr id="12" name="Text 10"/>
          <p:cNvSpPr/>
          <p:nvPr/>
        </p:nvSpPr>
        <p:spPr>
          <a:xfrm>
            <a:off x="1295400" y="7677150"/>
            <a:ext cx="8382000" cy="666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Balancer: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477500" y="2857500"/>
            <a:ext cx="6896100" cy="5667375"/>
          </a:xfrm>
          <a:prstGeom prst="roundRect">
            <a:avLst>
              <a:gd name="adj" fmla="val 4706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58500" y="3190875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14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5" name="Text richtext-1792370089974-345260539"/>
          <p:cNvSpPr/>
          <p:nvPr/>
        </p:nvSpPr>
        <p:spPr>
          <a:xfrm>
            <a:off x="10858500" y="3810000"/>
            <a:ext cx="6191250" cy="44767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EndpointSlice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b8cc11b-03cd-4044-a3bf-a41b608a60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2026-10-19T00:35:12Z</dcterms:created>
  <dcterms:modified xsi:type="dcterms:W3CDTF">2026-10-19T00:35:12Z</dcterms:modified>
</cp:coreProperties>
</file>