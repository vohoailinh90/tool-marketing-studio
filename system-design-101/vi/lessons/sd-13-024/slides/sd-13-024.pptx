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bold r:id="rId20"/>
    </p:embeddedFont>
    <p:embeddedFont>
      <p:font typeface="JetBrains Mon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429000"/>
          </a:xfrm>
          <a:prstGeom prst="rect">
            <a:avLst/>
          </a:prstGeom>
          <a:noFill/>
          <a:ln/>
        </p:spPr>
        <p:txBody>
          <a:bodyPr wrap="square" lIns="0" tIns="53028" rIns="0" bIns="-53028" rtlCol="0" anchor="t"/>
          <a:lstStyle/>
          <a:p>
            <a:pPr algn="l" indent="0" marL="0">
              <a:lnSpc>
                <a:spcPts val="6201"/>
              </a:lnSpc>
              <a:buNone/>
            </a:pPr>
            <a:r>
              <a:rPr lang="en-US" sz="5963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Nginx</a:t>
            </a:r>
            <a:r>
              <a:rPr lang="en-US" sz="5963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963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reverse</a:t>
            </a:r>
            <a:r>
              <a:rPr lang="en-US" sz="5963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r>
              <a:rPr lang="en-US" sz="5963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963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963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5963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 chỗ</a:t>
            </a:r>
            <a:r>
              <a:rPr lang="en-US" sz="596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96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5963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Nginx</a:t>
            </a:r>
            <a:r>
              <a:rPr lang="en-US" sz="28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8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63100" y="161925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91700" y="18288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801350" y="1981200"/>
            <a:ext cx="638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63100" y="304800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325755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801350" y="3409950"/>
            <a:ext cx="638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63100" y="447675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1700" y="468630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801350" y="4838700"/>
            <a:ext cx="638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502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504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63100" y="590550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1700" y="611505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801350" y="6267450"/>
            <a:ext cx="638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63100" y="7334250"/>
            <a:ext cx="7810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91700" y="75438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801350" y="7696200"/>
            <a:ext cx="638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liều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db12446-992b-4681-9399-6abd7ad81c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621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riêng,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thứ</a:t>
            </a:r>
            <a:r>
              <a:rPr lang="en-US" sz="78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524000" y="5905500"/>
            <a:ext cx="238125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095750" y="5905500"/>
            <a:ext cx="276225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048500" y="5905500"/>
            <a:ext cx="209550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Timeout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334500" y="5905500"/>
            <a:ext cx="352425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49250" y="5905500"/>
            <a:ext cx="276225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1390724-3b16-4901-87c6-4a1ad9045f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b="1" spc="28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950" b="1" spc="26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Nginx</a:t>
            </a:r>
            <a:r>
              <a:rPr lang="en-US" sz="54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4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54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4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4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4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backend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571750"/>
            <a:ext cx="3238500" cy="723900"/>
          </a:xfrm>
          <a:prstGeom prst="roundRect">
            <a:avLst>
              <a:gd name="adj" fmla="val 26316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400" dirty="0"/>
          </a:p>
        </p:txBody>
      </p:sp>
      <p:sp>
        <p:nvSpPr>
          <p:cNvPr id="5" name="Connector line-1792373634970-606437575"/>
          <p:cNvSpPr/>
          <p:nvPr/>
        </p:nvSpPr>
        <p:spPr>
          <a:xfrm>
            <a:off x="2667000" y="3390900"/>
            <a:ext cx="0" cy="546735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524750" y="2571750"/>
            <a:ext cx="3238500" cy="723900"/>
          </a:xfrm>
          <a:prstGeom prst="roundRect">
            <a:avLst>
              <a:gd name="adj" fmla="val 26316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</a:t>
            </a:r>
            <a:endParaRPr lang="en-US" sz="2400" dirty="0"/>
          </a:p>
        </p:txBody>
      </p:sp>
      <p:sp>
        <p:nvSpPr>
          <p:cNvPr id="7" name="Connector line-1792373634975-310038354"/>
          <p:cNvSpPr/>
          <p:nvPr/>
        </p:nvSpPr>
        <p:spPr>
          <a:xfrm>
            <a:off x="9144000" y="3390900"/>
            <a:ext cx="0" cy="546735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4001750" y="2571750"/>
            <a:ext cx="3238500" cy="723900"/>
          </a:xfrm>
          <a:prstGeom prst="roundRect">
            <a:avLst>
              <a:gd name="adj" fmla="val 26316"/>
            </a:avLst>
          </a:prstGeom>
          <a:solidFill>
            <a:srgbClr val="2A2E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endParaRPr lang="en-US" sz="2400" dirty="0"/>
          </a:p>
        </p:txBody>
      </p:sp>
      <p:sp>
        <p:nvSpPr>
          <p:cNvPr id="9" name="Connector line-1792373634978-75081962"/>
          <p:cNvSpPr/>
          <p:nvPr/>
        </p:nvSpPr>
        <p:spPr>
          <a:xfrm>
            <a:off x="15621000" y="3390900"/>
            <a:ext cx="0" cy="5467350"/>
          </a:xfrm>
          <a:prstGeom prst="line">
            <a:avLst/>
          </a:prstGeom>
          <a:noFill/>
          <a:ln w="28575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10" name="Connector line-1792373634978-136312400"/>
          <p:cNvSpPr/>
          <p:nvPr/>
        </p:nvSpPr>
        <p:spPr>
          <a:xfrm>
            <a:off x="2762250" y="4095750"/>
            <a:ext cx="62865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2857500" y="361950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/api/users</a:t>
            </a:r>
            <a:endParaRPr lang="en-US" sz="2250" dirty="0"/>
          </a:p>
        </p:txBody>
      </p:sp>
      <p:sp>
        <p:nvSpPr>
          <p:cNvPr id="12" name="Connector line-1792373634990-544308384"/>
          <p:cNvSpPr/>
          <p:nvPr/>
        </p:nvSpPr>
        <p:spPr>
          <a:xfrm>
            <a:off x="9239250" y="5143500"/>
            <a:ext cx="6286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9334500" y="46672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/users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2762250" y="4667250"/>
            <a:ext cx="59055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9900" y="4762500"/>
            <a:ext cx="5524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proxy_pass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1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/api/</a:t>
            </a:r>
            <a:endParaRPr lang="en-US" sz="2100" dirty="0"/>
          </a:p>
        </p:txBody>
      </p:sp>
      <p:sp>
        <p:nvSpPr>
          <p:cNvPr id="16" name="Connector line-1792373634998-964495499"/>
          <p:cNvSpPr/>
          <p:nvPr/>
        </p:nvSpPr>
        <p:spPr>
          <a:xfrm>
            <a:off x="9239250" y="6858000"/>
            <a:ext cx="6286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9334500" y="63817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</a:t>
            </a:r>
            <a:r>
              <a:rPr lang="en-US" sz="2100" b="1" dirty="0" spc="-3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$host</a:t>
            </a:r>
            <a:endParaRPr lang="en-US" sz="2100" dirty="0"/>
          </a:p>
        </p:txBody>
      </p:sp>
      <p:sp>
        <p:nvSpPr>
          <p:cNvPr id="18" name="Connector line-1792373635001-859251890"/>
          <p:cNvSpPr/>
          <p:nvPr/>
        </p:nvSpPr>
        <p:spPr>
          <a:xfrm>
            <a:off x="9239250" y="8096250"/>
            <a:ext cx="62865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9334500" y="762000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X-Forwarded-For</a:t>
            </a:r>
            <a:r>
              <a:rPr lang="en-US" sz="2100" b="1" dirty="0" spc="-2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$remote_addr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2762250" y="6477000"/>
            <a:ext cx="5905500" cy="1905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1" name="Text richtext-1792373635004-595120856"/>
          <p:cNvSpPr/>
          <p:nvPr/>
        </p:nvSpPr>
        <p:spPr>
          <a:xfrm>
            <a:off x="3009900" y="6619875"/>
            <a:ext cx="552450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 ghi</a:t>
            </a:r>
            <a:r>
              <a:rPr lang="en-US" sz="21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100" dirty="0" spc="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509e036f-38fd-4d32-aefb-cd5694f575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 3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502</a:t>
            </a:r>
            <a:r>
              <a:rPr lang="en-US" sz="1950" b="1" spc="2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143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502</a:t>
            </a:r>
            <a:endParaRPr lang="en-US" sz="8117" dirty="0"/>
          </a:p>
        </p:txBody>
      </p:sp>
      <p:sp>
        <p:nvSpPr>
          <p:cNvPr id="6" name="Text richtext-1792373649236-671068425"/>
          <p:cNvSpPr/>
          <p:nvPr/>
        </p:nvSpPr>
        <p:spPr>
          <a:xfrm>
            <a:off x="1390650" y="4572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143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504</a:t>
            </a:r>
            <a:endParaRPr lang="en-US" sz="8117" dirty="0"/>
          </a:p>
        </p:txBody>
      </p:sp>
      <p:sp>
        <p:nvSpPr>
          <p:cNvPr id="9" name="Text richtext-1792373649250-162032281"/>
          <p:cNvSpPr/>
          <p:nvPr/>
        </p:nvSpPr>
        <p:spPr>
          <a:xfrm>
            <a:off x="9848850" y="4572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5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hạn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953250"/>
            <a:ext cx="16459200" cy="1809750"/>
          </a:xfrm>
          <a:prstGeom prst="roundRect">
            <a:avLst>
              <a:gd name="adj" fmla="val 16842"/>
            </a:avLst>
          </a:prstGeom>
          <a:solidFill>
            <a:srgbClr val="14161C"/>
          </a:solidFill>
          <a:ln/>
        </p:spPr>
      </p:sp>
      <p:sp>
        <p:nvSpPr>
          <p:cNvPr id="11" name="Text richtext-1792373649260-251411019"/>
          <p:cNvSpPr/>
          <p:nvPr/>
        </p:nvSpPr>
        <p:spPr>
          <a:xfrm>
            <a:off x="1390650" y="7191375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client,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lặng: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504.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proxy_read_timeout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c4783d1-a80f-4056-85a9-7264d790a5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b="1" spc="27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0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0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endParaRPr lang="en-US" sz="6000" dirty="0"/>
          </a:p>
        </p:txBody>
      </p:sp>
      <p:sp>
        <p:nvSpPr>
          <p:cNvPr id="4" name="Connector line-1792373670092-366557790"/>
          <p:cNvSpPr/>
          <p:nvPr/>
        </p:nvSpPr>
        <p:spPr>
          <a:xfrm>
            <a:off x="1333500" y="4000500"/>
            <a:ext cx="156210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858250" y="3714750"/>
            <a:ext cx="571500" cy="571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8191500" y="30480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1.29.7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32385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4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32385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 spc="-8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667250"/>
            <a:ext cx="78105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4953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 GHI</a:t>
            </a:r>
            <a:r>
              <a:rPr lang="en-US" sz="21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b="1" spc="1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33500" y="5619750"/>
            <a:ext cx="704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19250" y="5791200"/>
            <a:ext cx="6572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keepalive</a:t>
            </a:r>
            <a:r>
              <a:rPr lang="en-US" sz="210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(trong upstream)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33500" y="6572250"/>
            <a:ext cx="704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9250" y="6743700"/>
            <a:ext cx="6572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proxy_http_version</a:t>
            </a:r>
            <a:r>
              <a:rPr lang="en-US" sz="2100" b="1" dirty="0" spc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1.1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33500" y="7524750"/>
            <a:ext cx="704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19250" y="7696200"/>
            <a:ext cx="6572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proxy_set_header</a:t>
            </a:r>
            <a:r>
              <a:rPr lang="en-US" sz="210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Connection ""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63100" y="4667250"/>
            <a:ext cx="78105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2200" y="4953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0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spc="13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0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</p:txBody>
      </p:sp>
      <p:sp>
        <p:nvSpPr>
          <p:cNvPr id="19" name="Text richtext-1792373670116-6186368"/>
          <p:cNvSpPr/>
          <p:nvPr/>
        </p:nvSpPr>
        <p:spPr>
          <a:xfrm>
            <a:off x="9982200" y="561975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upstream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80868e2-3537-4e92-815f-62f3a43d13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72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2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reload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37719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5" name="Connector line-1792373691538-780189890"/>
          <p:cNvSpPr/>
          <p:nvPr/>
        </p:nvSpPr>
        <p:spPr>
          <a:xfrm>
            <a:off x="4762500" y="4000500"/>
            <a:ext cx="304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143500" y="3143250"/>
            <a:ext cx="3771900" cy="1714500"/>
          </a:xfrm>
          <a:prstGeom prst="roundRect">
            <a:avLst>
              <a:gd name="adj" fmla="val 15556"/>
            </a:avLst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nginx -t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143500" y="5048250"/>
            <a:ext cx="37719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8" name="Connector line-1792373691544-242308868"/>
          <p:cNvSpPr/>
          <p:nvPr/>
        </p:nvSpPr>
        <p:spPr>
          <a:xfrm>
            <a:off x="8991600" y="4000500"/>
            <a:ext cx="304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372600" y="3143250"/>
            <a:ext cx="37719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nginx -s reload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372600" y="5048250"/>
            <a:ext cx="37719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1" name="Connector line-1792373691550-246578220"/>
          <p:cNvSpPr/>
          <p:nvPr/>
        </p:nvSpPr>
        <p:spPr>
          <a:xfrm>
            <a:off x="13220700" y="4000500"/>
            <a:ext cx="304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601700" y="3143250"/>
            <a:ext cx="37719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601700" y="5048250"/>
            <a:ext cx="37719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nốt</a:t>
            </a:r>
            <a:r>
              <a:rPr lang="en-US" sz="225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390650" y="69532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90650" y="752475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nginx</a:t>
            </a:r>
            <a:r>
              <a:rPr lang="en-US" sz="360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-t &amp;&amp;</a:t>
            </a:r>
            <a:r>
              <a:rPr lang="en-US" sz="3600" b="1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nginx</a:t>
            </a:r>
            <a:r>
              <a:rPr lang="en-US" sz="3600" b="1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-s reload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baa5f77-9f3f-44a7-87f5-3f8d96ec78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6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nguyên</a:t>
            </a:r>
            <a:r>
              <a:rPr lang="en-US" sz="66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391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004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Chỉnh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6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timeout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giữ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0" y="2857500"/>
            <a:ext cx="80391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2004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Mặc</a:t>
            </a:r>
            <a:r>
              <a:rPr lang="en-US" sz="36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nhau</a:t>
            </a:r>
            <a:r>
              <a:rPr lang="en-US" sz="36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753600" y="4095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bạn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810250"/>
            <a:ext cx="80391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1531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6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3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36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33500" y="7048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năng.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0" y="5810250"/>
            <a:ext cx="80391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61531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36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753600" y="7048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 -t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reload;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901a3ed-19ed-41c2-9cfd-55d0c43a0e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location</a:t>
            </a:r>
            <a:r>
              <a:rPr lang="en-US" sz="2700" b="1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/api/,</a:t>
            </a:r>
            <a:r>
              <a:rPr lang="en-US" sz="2700" b="1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proxy_pass</a:t>
            </a:r>
            <a:r>
              <a:rPr lang="en-US" sz="27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cuối.</a:t>
            </a:r>
            <a:r>
              <a:rPr lang="en-US" sz="2700" b="1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7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/api/users</a:t>
            </a:r>
            <a:r>
              <a:rPr lang="en-US" sz="27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b="1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27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là: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191500" cy="3048000"/>
          </a:xfrm>
          <a:prstGeom prst="rect">
            <a:avLst/>
          </a:prstGeom>
          <a:noFill/>
          <a:ln/>
        </p:spPr>
        <p:txBody>
          <a:bodyPr wrap="square" lIns="0" tIns="209550" rIns="0" bIns="-20955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 kern="0">
                <a:solidFill>
                  <a:srgbClr val="14161C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/users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9563100" y="1428750"/>
            <a:ext cx="7810500" cy="7239000"/>
          </a:xfrm>
          <a:prstGeom prst="roundRect">
            <a:avLst>
              <a:gd name="adj" fmla="val 421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39350" y="18097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spc="11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100" dirty="0"/>
          </a:p>
        </p:txBody>
      </p:sp>
      <p:sp>
        <p:nvSpPr>
          <p:cNvPr id="7" name="Text richtext-1792373721372-304051933"/>
          <p:cNvSpPr/>
          <p:nvPr/>
        </p:nvSpPr>
        <p:spPr>
          <a:xfrm>
            <a:off x="10039350" y="2476500"/>
            <a:ext cx="6858000" cy="5905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proxy_pass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phần URI: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/api/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URI: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/api/users.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location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Location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regex,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tên: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proxy_pass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667500"/>
            <a:ext cx="81915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905625"/>
            <a:ext cx="74295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rewrite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...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proxy_pass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6545e7f-4772-44b7-9428-227c5cb844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670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9718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F3FD1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Host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620000" y="29718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$proxy_host;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$host.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9243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9243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2291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F3FD1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X-Forwarded-For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620000" y="42291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 ghi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$remote_addr.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1816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1816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4864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F3FD1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$proxy_add_x_forwarded_for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620000" y="54864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thêm;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4389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64389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67437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B45309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proxy_connect_timeout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620000" y="67437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nối;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75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6962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76962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E8472B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80010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E8472B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nginx -s reload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620000" y="80010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nốt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e22478f-626b-42d6-8330-d2bbeab377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2116455"/>
                <a:gridCol w="7503795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1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21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2100" b="1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endParaRPr lang="en-US" sz="1200" dirty="0"/>
                    </a:p>
                  </a:txBody>
                  <a:tcPr marL="228600" marR="228600" marT="203835" marB="203835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HTTP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HyperText</a:t>
                      </a:r>
                      <a:r>
                        <a:rPr lang="en-US" sz="2100" dirty="0" spc="-3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Transfer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truyền</a:t>
                      </a: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siêu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228600" marR="228600" marT="203835" marB="203835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URI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Uniform</a:t>
                      </a:r>
                      <a:r>
                        <a:rPr lang="en-US" sz="21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Resource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Identifier:</a:t>
                      </a:r>
                      <a:r>
                        <a:rPr lang="en-US" sz="210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nguyên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228600" marR="228600" marT="203835" marB="203835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15650" y="2762250"/>
            <a:ext cx="645795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96650" y="3048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3752742-337723159"/>
          <p:cNvSpPr/>
          <p:nvPr/>
        </p:nvSpPr>
        <p:spPr>
          <a:xfrm>
            <a:off x="11296650" y="3619500"/>
            <a:ext cx="5810250" cy="4857750"/>
          </a:xfrm>
          <a:prstGeom prst="rect">
            <a:avLst/>
          </a:prstGeom>
          <a:noFill/>
          <a:ln/>
        </p:spPr>
        <p:txBody>
          <a:bodyPr wrap="square" lIns="0" tIns="4501" rIns="0" bIns="-4501" rtlCol="0" anchor="t"/>
          <a:lstStyle/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025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0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ngx_http_proxy_module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025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ngx_http_upstream_module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0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025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0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025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0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025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0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025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upstream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025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025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1.29.7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a647b1c-abe0-4b51-b8f7-0d3abb852f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2026-10-19T01:36:10Z</dcterms:created>
  <dcterms:modified xsi:type="dcterms:W3CDTF">2026-10-19T01:36:10Z</dcterms:modified>
</cp:coreProperties>
</file>