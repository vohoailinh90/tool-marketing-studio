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33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62025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hằng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0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30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nào?</a:t>
            </a:r>
            <a:endParaRPr lang="en-US" sz="3000" dirty="0"/>
          </a:p>
        </p:txBody>
      </p:sp>
      <p:sp>
        <p:nvSpPr>
          <p:cNvPr id="5" name="Connector line-1792338238685-588196669"/>
          <p:cNvSpPr/>
          <p:nvPr/>
        </p:nvSpPr>
        <p:spPr>
          <a:xfrm>
            <a:off x="914400" y="6991350"/>
            <a:ext cx="91440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Connector line-1792338238686-755710270"/>
          <p:cNvSpPr/>
          <p:nvPr/>
        </p:nvSpPr>
        <p:spPr>
          <a:xfrm>
            <a:off x="3105150" y="7239000"/>
            <a:ext cx="0" cy="13335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7" name="Connector line-1792338238686-768585273"/>
          <p:cNvSpPr/>
          <p:nvPr/>
        </p:nvSpPr>
        <p:spPr>
          <a:xfrm>
            <a:off x="5391150" y="7239000"/>
            <a:ext cx="0" cy="13335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8" name="Connector line-1792338238687-307692562"/>
          <p:cNvSpPr/>
          <p:nvPr/>
        </p:nvSpPr>
        <p:spPr>
          <a:xfrm>
            <a:off x="7677150" y="7239000"/>
            <a:ext cx="0" cy="133350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14400" y="7200900"/>
            <a:ext cx="20478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914400" y="8001000"/>
            <a:ext cx="2047875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295650" y="7200900"/>
            <a:ext cx="1952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100" dirty="0"/>
          </a:p>
        </p:txBody>
      </p:sp>
      <p:sp>
        <p:nvSpPr>
          <p:cNvPr id="12" name="Text 10"/>
          <p:cNvSpPr/>
          <p:nvPr/>
        </p:nvSpPr>
        <p:spPr>
          <a:xfrm>
            <a:off x="3295650" y="8001000"/>
            <a:ext cx="1952625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581650" y="7200900"/>
            <a:ext cx="1952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5581650" y="8001000"/>
            <a:ext cx="1952625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867650" y="72009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10/11</a:t>
            </a:r>
            <a:endParaRPr lang="en-US" sz="5100" dirty="0"/>
          </a:p>
        </p:txBody>
      </p:sp>
      <p:sp>
        <p:nvSpPr>
          <p:cNvPr id="16" name="Text 14"/>
          <p:cNvSpPr/>
          <p:nvPr/>
        </p:nvSpPr>
        <p:spPr>
          <a:xfrm>
            <a:off x="7867650" y="80010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6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763250" y="914400"/>
            <a:ext cx="661035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1068050" y="1219200"/>
            <a:ext cx="2952750" cy="4000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4</a:t>
            </a:r>
            <a:r>
              <a:rPr lang="en-US" sz="16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068050" y="1809750"/>
            <a:ext cx="600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150" dirty="0" spc="-3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1068050" y="2438400"/>
            <a:ext cx="600075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763250" y="3600450"/>
            <a:ext cx="661035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068050" y="3905250"/>
            <a:ext cx="2952750" cy="4000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2</a:t>
            </a:r>
            <a:r>
              <a:rPr lang="en-US" sz="16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068050" y="4495800"/>
            <a:ext cx="600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31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3150" dirty="0" spc="-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1068050" y="5124450"/>
            <a:ext cx="600075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đống,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cây,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763250" y="6286500"/>
            <a:ext cx="6610350" cy="2495550"/>
          </a:xfrm>
          <a:prstGeom prst="roundRect">
            <a:avLst>
              <a:gd name="adj" fmla="val 10687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1068050" y="6591300"/>
            <a:ext cx="2952750" cy="4000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6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068050" y="7181850"/>
            <a:ext cx="600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30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hệ,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gian,</a:t>
            </a:r>
            <a:r>
              <a:rPr lang="en-US" sz="30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họa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1068050" y="7810500"/>
            <a:ext cx="6000750" cy="8001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R-tree,</a:t>
            </a:r>
            <a:r>
              <a:rPr lang="en-US" sz="21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vertex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e38f4b2-22b9-4bf4-939f-bbacfb68b7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28575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4191000"/>
            <a:ext cx="7905750" cy="1619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191250"/>
            <a:ext cx="7620000" cy="2476500"/>
          </a:xfrm>
          <a:prstGeom prst="roundRect">
            <a:avLst>
              <a:gd name="adj" fmla="val 10769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6477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8" name="Text richtext-1792338286078-914385542"/>
          <p:cNvSpPr/>
          <p:nvPr/>
        </p:nvSpPr>
        <p:spPr>
          <a:xfrm>
            <a:off x="1257300" y="69532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 có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180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48800" y="1866900"/>
            <a:ext cx="28575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Hoàn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endParaRPr lang="en-US" sz="2550" dirty="0"/>
          </a:p>
        </p:txBody>
      </p:sp>
      <p:sp>
        <p:nvSpPr>
          <p:cNvPr id="11" name="Connector line-1792338286106-732687462"/>
          <p:cNvSpPr/>
          <p:nvPr/>
        </p:nvSpPr>
        <p:spPr>
          <a:xfrm>
            <a:off x="12401550" y="2533650"/>
            <a:ext cx="8191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3335000" y="1866900"/>
            <a:ext cx="3733800" cy="13335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4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(Stack)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48800" y="3486150"/>
            <a:ext cx="28575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Lệnh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</a:t>
            </a:r>
            <a:endParaRPr lang="en-US" sz="2550" dirty="0"/>
          </a:p>
        </p:txBody>
      </p:sp>
      <p:sp>
        <p:nvSpPr>
          <p:cNvPr id="14" name="Connector line-1792338286111-952347542"/>
          <p:cNvSpPr/>
          <p:nvPr/>
        </p:nvSpPr>
        <p:spPr>
          <a:xfrm>
            <a:off x="12401550" y="4152900"/>
            <a:ext cx="8191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335000" y="3486150"/>
            <a:ext cx="3733800" cy="1333500"/>
          </a:xfrm>
          <a:prstGeom prst="roundRect">
            <a:avLst>
              <a:gd name="adj" fmla="val 2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(Queue)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48800" y="5105400"/>
            <a:ext cx="2857500" cy="1333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endParaRPr lang="en-US" sz="2550" dirty="0"/>
          </a:p>
        </p:txBody>
      </p:sp>
      <p:sp>
        <p:nvSpPr>
          <p:cNvPr id="17" name="Connector line-1792338286114-562947043"/>
          <p:cNvSpPr/>
          <p:nvPr/>
        </p:nvSpPr>
        <p:spPr>
          <a:xfrm>
            <a:off x="12401550" y="5772150"/>
            <a:ext cx="8191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335000" y="5105400"/>
            <a:ext cx="3733800" cy="13335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(Hash table)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48800" y="6724650"/>
            <a:ext cx="2857500" cy="1333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bè</a:t>
            </a:r>
            <a:endParaRPr lang="en-US" sz="2550" dirty="0"/>
          </a:p>
        </p:txBody>
      </p:sp>
      <p:sp>
        <p:nvSpPr>
          <p:cNvPr id="20" name="Connector line-1792338286118-139549488"/>
          <p:cNvSpPr/>
          <p:nvPr/>
        </p:nvSpPr>
        <p:spPr>
          <a:xfrm>
            <a:off x="12401550" y="7391400"/>
            <a:ext cx="8191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3335000" y="6724650"/>
            <a:ext cx="3733800" cy="13335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(Graph)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e58928d-3ed6-497d-8042-316193c9df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b="1" spc="2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List,</a:t>
            </a:r>
            <a:r>
              <a:rPr lang="en-US" sz="31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Array,</a:t>
            </a:r>
            <a:r>
              <a:rPr lang="en-US" sz="31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Stack,</a:t>
            </a:r>
            <a:r>
              <a:rPr lang="en-US" sz="31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trúc,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 thuộc: từ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572125"/>
            <a:ext cx="59055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xếp,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đợi: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6838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961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750"/>
              </a:spcAft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xếp: vào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(LIFO).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đợi: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448800" y="1295400"/>
            <a:ext cx="7620000" cy="1676400"/>
          </a:xfrm>
          <a:prstGeom prst="roundRect">
            <a:avLst>
              <a:gd name="adj" fmla="val 13636"/>
            </a:avLst>
          </a:prstGeom>
          <a:solidFill>
            <a:srgbClr val="2A2E3D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18097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629900" y="15240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 sách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(List)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629900" y="2133600"/>
            <a:ext cx="6191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48800" y="3124200"/>
            <a:ext cx="7620000" cy="1676400"/>
          </a:xfrm>
          <a:prstGeom prst="roundRect">
            <a:avLst>
              <a:gd name="adj" fmla="val 13636"/>
            </a:avLst>
          </a:prstGeom>
          <a:solidFill>
            <a:srgbClr val="2A2E3D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36385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29900" y="33528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(Array)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629900" y="3962400"/>
            <a:ext cx="6191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các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48800" y="4953000"/>
            <a:ext cx="7620000" cy="1676400"/>
          </a:xfrm>
          <a:prstGeom prst="roundRect">
            <a:avLst>
              <a:gd name="adj" fmla="val 13636"/>
            </a:avLst>
          </a:prstGeom>
          <a:solidFill>
            <a:srgbClr val="2A2E3D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54673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29900" y="51816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30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(Stack)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629900" y="5791200"/>
            <a:ext cx="6191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1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48800" y="6781800"/>
            <a:ext cx="7620000" cy="1676400"/>
          </a:xfrm>
          <a:prstGeom prst="roundRect">
            <a:avLst>
              <a:gd name="adj" fmla="val 13636"/>
            </a:avLst>
          </a:prstGeom>
          <a:solidFill>
            <a:srgbClr val="2A2E3D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72961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629900" y="70104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(Queue)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629900" y="7620000"/>
            <a:ext cx="6191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in,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2f688488-5dfe-4296-9562-0260baeaef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950" b="1" spc="1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195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r>
              <a:rPr lang="en-US" sz="30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table,</a:t>
            </a:r>
            <a:r>
              <a:rPr lang="en-US" sz="30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Heap,</a:t>
            </a:r>
            <a:r>
              <a:rPr lang="en-US" sz="3000" b="1" dirty="0" spc="-3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Tree,</a:t>
            </a:r>
            <a:r>
              <a:rPr lang="en-US" sz="300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Suffix</a:t>
            </a:r>
            <a:r>
              <a:rPr lang="en-US" sz="30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chuỗi: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572125"/>
            <a:ext cx="59055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đống: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838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961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448800" y="1219200"/>
            <a:ext cx="7620000" cy="1524000"/>
          </a:xfrm>
          <a:prstGeom prst="roundRect">
            <a:avLst>
              <a:gd name="adj" fmla="val 15000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16573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629900" y="14097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(Hash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629900" y="19812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(cache)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48800" y="2876550"/>
            <a:ext cx="7620000" cy="1524000"/>
          </a:xfrm>
          <a:prstGeom prst="roundRect">
            <a:avLst>
              <a:gd name="adj" fmla="val 15000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33147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29900" y="30670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(Heap)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629900" y="363855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48800" y="4533900"/>
            <a:ext cx="7620000" cy="1524000"/>
          </a:xfrm>
          <a:prstGeom prst="roundRect">
            <a:avLst>
              <a:gd name="adj" fmla="val 15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49720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29900" y="46482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30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(Tree)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629900" y="520065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HTML,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AI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48800" y="6191250"/>
            <a:ext cx="7620000" cy="1524000"/>
          </a:xfrm>
          <a:prstGeom prst="roundRect">
            <a:avLst>
              <a:gd name="adj" fmla="val 15000"/>
            </a:avLst>
          </a:prstGeom>
          <a:solidFill>
            <a:srgbClr val="F3DFB8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6629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629900" y="63817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(Suffix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tree)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629900" y="695325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525000" y="7962900"/>
            <a:ext cx="7429500" cy="66675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HTML: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6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siêu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AI:</a:t>
            </a:r>
            <a:r>
              <a:rPr lang="en-US" sz="16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6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8691c7c-824c-453d-8e39-27ef2c6cf9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GIAN,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b="1" spc="20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họa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Graph,</a:t>
            </a:r>
            <a:r>
              <a:rPr lang="en-US" sz="30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R-tree,</a:t>
            </a:r>
            <a:r>
              <a:rPr lang="en-US" sz="3000" b="1" dirty="0" spc="-3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Vertex</a:t>
            </a:r>
            <a:r>
              <a:rPr lang="en-US" sz="300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trúc,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 bè,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xóm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572125"/>
            <a:ext cx="59055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Vertex</a:t>
            </a:r>
            <a:r>
              <a:rPr lang="en-US" sz="21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r>
              <a:rPr lang="en-US" sz="21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6838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961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(Graphics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Unit):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448800" y="1219200"/>
            <a:ext cx="7620000" cy="2209800"/>
          </a:xfrm>
          <a:prstGeom prst="roundRect">
            <a:avLst>
              <a:gd name="adj" fmla="val 10345"/>
            </a:avLst>
          </a:prstGeom>
          <a:solidFill>
            <a:srgbClr val="2A2E3D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20002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629900" y="16383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33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(Graph)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629900" y="23241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bè, hoặc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448800" y="3619500"/>
            <a:ext cx="7620000" cy="2209800"/>
          </a:xfrm>
          <a:prstGeom prst="roundRect">
            <a:avLst>
              <a:gd name="adj" fmla="val 10345"/>
            </a:avLst>
          </a:prstGeom>
          <a:solidFill>
            <a:srgbClr val="2A2E3D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44005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629900" y="40386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R-tree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0629900" y="47244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xóm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448800" y="6019800"/>
            <a:ext cx="7620000" cy="2209800"/>
          </a:xfrm>
          <a:prstGeom prst="roundRect">
            <a:avLst>
              <a:gd name="adj" fmla="val 10345"/>
            </a:avLst>
          </a:prstGeom>
          <a:solidFill>
            <a:srgbClr val="2A2E3D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680085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29900" y="64389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Vertex</a:t>
            </a:r>
            <a:r>
              <a:rPr lang="en-US" sz="33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10629900" y="71247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nhằm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0006dc9-48ff-4af3-93ca-d1a15c3c1b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b="1" spc="21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6096000" cy="219075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Gặp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3571875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8625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JDK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Java;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572125"/>
            <a:ext cx="59055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20002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6838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9615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0" y="11811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1800" b="1" spc="1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endParaRPr lang="en-US" sz="1800" dirty="0"/>
          </a:p>
        </p:txBody>
      </p:sp>
      <p:sp>
        <p:nvSpPr>
          <p:cNvPr id="12" name="Connector line-1792338542686-782992093"/>
          <p:cNvSpPr/>
          <p:nvPr/>
        </p:nvSpPr>
        <p:spPr>
          <a:xfrm>
            <a:off x="12687300" y="2362200"/>
            <a:ext cx="6286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411200" y="1600200"/>
            <a:ext cx="3657600" cy="1524000"/>
          </a:xfrm>
          <a:prstGeom prst="roundRect">
            <a:avLst>
              <a:gd name="adj" fmla="val 15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39800" y="18097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Deque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639800" y="2362200"/>
            <a:ext cx="3238500" cy="6858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LIFO</a:t>
            </a:r>
            <a:endParaRPr lang="en-US" sz="1800" dirty="0"/>
          </a:p>
        </p:txBody>
      </p:sp>
      <p:sp>
        <p:nvSpPr>
          <p:cNvPr id="16" name="Connector line-1792338542693-103865905"/>
          <p:cNvSpPr/>
          <p:nvPr/>
        </p:nvSpPr>
        <p:spPr>
          <a:xfrm>
            <a:off x="12687300" y="4095750"/>
            <a:ext cx="6286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411200" y="3333750"/>
            <a:ext cx="3657600" cy="1524000"/>
          </a:xfrm>
          <a:prstGeom prst="roundRect">
            <a:avLst>
              <a:gd name="adj" fmla="val 15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39800" y="354330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3639800" y="4095750"/>
            <a:ext cx="3238500" cy="6858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8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thứ</a:t>
            </a:r>
            <a:r>
              <a:rPr lang="en-US" sz="18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800" dirty="0"/>
          </a:p>
        </p:txBody>
      </p:sp>
      <p:sp>
        <p:nvSpPr>
          <p:cNvPr id="20" name="Connector line-1792338542698-524543205"/>
          <p:cNvSpPr/>
          <p:nvPr/>
        </p:nvSpPr>
        <p:spPr>
          <a:xfrm>
            <a:off x="12687300" y="5829300"/>
            <a:ext cx="6286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411200" y="5067300"/>
            <a:ext cx="3657600" cy="1524000"/>
          </a:xfrm>
          <a:prstGeom prst="roundRect">
            <a:avLst>
              <a:gd name="adj" fmla="val 15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39800" y="527685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PriorityQueue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3639800" y="5829300"/>
            <a:ext cx="3238500" cy="6858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tiên,</a:t>
            </a:r>
            <a:r>
              <a:rPr lang="en-US" sz="18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8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đống</a:t>
            </a:r>
            <a:r>
              <a:rPr lang="en-US" sz="18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800" dirty="0"/>
          </a:p>
        </p:txBody>
      </p:sp>
      <p:sp>
        <p:nvSpPr>
          <p:cNvPr id="24" name="Connector line-1792338542704-293480118"/>
          <p:cNvSpPr/>
          <p:nvPr/>
        </p:nvSpPr>
        <p:spPr>
          <a:xfrm>
            <a:off x="12687300" y="7562850"/>
            <a:ext cx="6286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3411200" y="6800850"/>
            <a:ext cx="3657600" cy="1524000"/>
          </a:xfrm>
          <a:prstGeom prst="roundRect">
            <a:avLst>
              <a:gd name="adj" fmla="val 15000"/>
            </a:avLst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39800" y="7010400"/>
            <a:ext cx="323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HashSet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3639800" y="7562850"/>
            <a:ext cx="3238500" cy="6858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8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48800" y="1600200"/>
            <a:ext cx="3143250" cy="1524000"/>
          </a:xfrm>
          <a:prstGeom prst="roundRect">
            <a:avLst>
              <a:gd name="adj" fmla="val 1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24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(Stack)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448800" y="3333750"/>
            <a:ext cx="3143250" cy="1524000"/>
          </a:xfrm>
          <a:prstGeom prst="roundRect">
            <a:avLst>
              <a:gd name="adj" fmla="val 15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(Queue)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448800" y="5067300"/>
            <a:ext cx="3143250" cy="152400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(Heap)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448800" y="6800850"/>
            <a:ext cx="3143250" cy="152400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(Hash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table)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5854dc3e-1ed9-4591-9ee1-7f0926b503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1143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2714625"/>
            <a:ext cx="7905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315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150" b="1" dirty="0" spc="-2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3150" dirty="0"/>
          </a:p>
        </p:txBody>
      </p:sp>
      <p:sp>
        <p:nvSpPr>
          <p:cNvPr id="6" name="Text richtext-1792338688073-603336583"/>
          <p:cNvSpPr/>
          <p:nvPr/>
        </p:nvSpPr>
        <p:spPr>
          <a:xfrm>
            <a:off x="914400" y="3476625"/>
            <a:ext cx="7905750" cy="1809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các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59055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77000"/>
            <a:ext cx="7620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67437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7200900"/>
            <a:ext cx="7048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là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0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20250" y="1600200"/>
            <a:ext cx="228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9620250" y="29718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8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87250" y="2209800"/>
            <a:ext cx="142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001750" y="1600200"/>
            <a:ext cx="228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9000" dirty="0"/>
          </a:p>
        </p:txBody>
      </p:sp>
      <p:sp>
        <p:nvSpPr>
          <p:cNvPr id="16" name="Text 14"/>
          <p:cNvSpPr/>
          <p:nvPr/>
        </p:nvSpPr>
        <p:spPr>
          <a:xfrm>
            <a:off x="14001750" y="29718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800" dirty="0"/>
          </a:p>
        </p:txBody>
      </p:sp>
      <p:sp>
        <p:nvSpPr>
          <p:cNvPr id="17" name="Connector line-1792338688112-823717332"/>
          <p:cNvSpPr/>
          <p:nvPr/>
        </p:nvSpPr>
        <p:spPr>
          <a:xfrm>
            <a:off x="9448800" y="3486150"/>
            <a:ext cx="76200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448800" y="36957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650" b="1" spc="1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b="1" spc="1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6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b="1" spc="1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448800" y="40576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382375" y="40576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Array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315950" y="40576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249525" y="40576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448800" y="489585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1650" b="1" spc="17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650" b="1" spc="1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13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48800" y="525780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382375" y="525780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3315950" y="525780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Tree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249525" y="525780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Suffix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448800" y="60960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4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6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16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GIAN,</a:t>
            </a:r>
            <a:r>
              <a:rPr lang="en-US" sz="1650" b="1" spc="15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b="1" spc="13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b="1" spc="1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48800" y="64579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068175" y="64579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R-tree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687550" y="64579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Vertex</a:t>
            </a:r>
            <a:r>
              <a:rPr lang="en-US" sz="19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448800" y="7524750"/>
            <a:ext cx="7620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theo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sách: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33c8b54e-7128-49ee-97d9-06e262c816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333500"/>
            <a:ext cx="7905750" cy="200025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Hoàn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tác,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in:</a:t>
            </a:r>
            <a:endParaRPr lang="en-US" sz="6600" dirty="0"/>
          </a:p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66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35242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048250"/>
            <a:ext cx="7620000" cy="2952750"/>
          </a:xfrm>
          <a:prstGeom prst="roundRect">
            <a:avLst>
              <a:gd name="adj" fmla="val 9032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5334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581025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nào?</a:t>
            </a:r>
            <a:endParaRPr lang="en-US" sz="2400" dirty="0"/>
          </a:p>
          <a:p>
            <a:pPr algn="l" indent="0" marL="0">
              <a:lnSpc>
                <a:spcPts val="3240"/>
              </a:lnSpc>
              <a:spcAft>
                <a:spcPts val="1200"/>
              </a:spcAft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400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4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nó?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 Nhiều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nào?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0" y="12192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48800" y="180975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24384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629900" y="21526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Ngăn</a:t>
            </a:r>
            <a:r>
              <a:rPr lang="en-US" sz="3000" b="1" dirty="0" spc="-2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(Stack)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629900" y="2762250"/>
            <a:ext cx="6191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800" y="394335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45720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629900" y="42862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LIFO:</a:t>
            </a:r>
            <a:r>
              <a:rPr lang="en-US" sz="300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300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b="1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629900" y="4895850"/>
            <a:ext cx="6191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48800" y="607695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67056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629900" y="64198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b="1" dirty="0" spc="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(Queue)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629900" y="7029450"/>
            <a:ext cx="61912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76a652e-c4ee-4d5a-a34c-0b72390400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905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2382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0861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4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LIFO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219200" y="43053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Last</a:t>
            </a:r>
            <a:r>
              <a:rPr lang="en-US" sz="2100" b="1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In,</a:t>
            </a:r>
            <a:r>
              <a:rPr lang="en-US" sz="2100" b="1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First</a:t>
            </a:r>
            <a:r>
              <a:rPr lang="en-US" sz="2100" b="1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" y="48196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4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05575" y="285750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0375" y="30861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GPU</a:t>
            </a:r>
            <a:endParaRPr lang="en-US" sz="7500" dirty="0"/>
          </a:p>
        </p:txBody>
      </p:sp>
      <p:sp>
        <p:nvSpPr>
          <p:cNvPr id="10" name="Text 8"/>
          <p:cNvSpPr/>
          <p:nvPr/>
        </p:nvSpPr>
        <p:spPr>
          <a:xfrm>
            <a:off x="6810375" y="43053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Graphics</a:t>
            </a:r>
            <a:r>
              <a:rPr lang="en-US" sz="2100" b="1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2100" b="1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10375" y="48196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xử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chip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96750" y="2857500"/>
            <a:ext cx="52768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01550" y="3086100"/>
            <a:ext cx="466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JDK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12401550" y="43053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100" b="1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100" b="1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01550" y="4819650"/>
            <a:ext cx="466725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305550"/>
            <a:ext cx="16459200" cy="2552700"/>
          </a:xfrm>
          <a:prstGeom prst="roundRect">
            <a:avLst>
              <a:gd name="adj" fmla="val 10448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7300" y="65722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richtext-1792338749613-473797066"/>
          <p:cNvSpPr/>
          <p:nvPr/>
        </p:nvSpPr>
        <p:spPr>
          <a:xfrm>
            <a:off x="1257300" y="70294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OpenJDK: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Deque,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PriorityQueue,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HashSet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57300" y="8210550"/>
            <a:ext cx="1571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15d3b4f-f6e4-483e-99ca-e878b2011c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2026-10-18T15:58:54Z</dcterms:created>
  <dcterms:modified xsi:type="dcterms:W3CDTF">2026-10-18T15:58:54Z</dcterms:modified>
</cp:coreProperties>
</file>