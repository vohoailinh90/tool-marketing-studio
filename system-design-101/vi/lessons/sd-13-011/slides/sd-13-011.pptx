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Docker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build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8100" dirty="0" spc="-10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nặng: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 nguyên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 mất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cache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 lại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Thứ</a:t>
            </a:r>
            <a:r>
              <a:rPr lang="en-US" sz="240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40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lệnh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2672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339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339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Copy</a:t>
            </a:r>
            <a:r>
              <a:rPr lang="en-US" sz="240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400" dirty="0" spc="-1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rộng,</a:t>
            </a:r>
            <a:r>
              <a:rPr lang="en-US" sz="2400" dirty="0" spc="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quá</a:t>
            </a:r>
            <a:r>
              <a:rPr lang="en-US" sz="2400" dirty="0" spc="-1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sớm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6200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867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8867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Ngữ</a:t>
            </a:r>
            <a:r>
              <a:rPr lang="en-US" sz="240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cảnh</a:t>
            </a:r>
            <a:r>
              <a:rPr lang="en-US" sz="24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lẫn</a:t>
            </a:r>
            <a:r>
              <a:rPr lang="en-US" sz="2400" dirty="0" spc="-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tệp hay</a:t>
            </a:r>
            <a:r>
              <a:rPr lang="en-US" sz="24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9728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12395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</a:t>
            </a:r>
            <a:r>
              <a:rPr lang="en-US" sz="24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2400" dirty="0" spc="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2400" dirty="0" spc="1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nhưng</a:t>
            </a:r>
            <a:r>
              <a:rPr lang="en-US" sz="24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đã</a:t>
            </a:r>
            <a:r>
              <a:rPr lang="en-US" sz="24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14325600" y="5905500"/>
            <a:ext cx="30480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5923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592300" y="6572250"/>
            <a:ext cx="25146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Máy</a:t>
            </a:r>
            <a:r>
              <a:rPr lang="en-US" sz="240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4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không</a:t>
            </a:r>
            <a:r>
              <a:rPr lang="en-US" sz="2400" dirty="0" spc="-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có</a:t>
            </a:r>
            <a:r>
              <a:rPr lang="en-US" sz="24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cache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c86f0bb7-907c-458d-bc6a-df94552b32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Mất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cache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63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54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độc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9372600" y="3143250"/>
            <a:ext cx="8001000" cy="4476750"/>
          </a:xfrm>
          <a:prstGeom prst="roundRect">
            <a:avLst>
              <a:gd name="adj" fmla="val 595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100" b="1" spc="20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1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 KÈM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91700" y="419100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54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chữa</a:t>
            </a:r>
            <a:r>
              <a:rPr lang="en-US" sz="54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thể.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6bf868f-579e-4637-b4aa-9c9cbe9df1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133350" cy="21907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333500"/>
            <a:ext cx="15716250" cy="247650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75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5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75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 build</a:t>
            </a:r>
            <a:r>
              <a:rPr lang="en-US" sz="7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lại.</a:t>
            </a:r>
            <a:endParaRPr lang="en-US" sz="750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80010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5048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333500" y="581025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Đặt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ít</a:t>
            </a:r>
            <a:r>
              <a:rPr lang="en-US" sz="3000" dirty="0" spc="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30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lên</a:t>
            </a:r>
            <a:r>
              <a:rPr lang="en-US" sz="30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72600" y="4762500"/>
            <a:ext cx="80010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91700" y="50482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COPY</a:t>
            </a:r>
            <a:r>
              <a:rPr lang="en-US" sz="1950" b="1" spc="21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1950" b="1" spc="21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RỘNG,</a:t>
            </a:r>
            <a:r>
              <a:rPr lang="en-US" sz="1950" b="1" spc="21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1950" b="1" spc="23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1950" dirty="0"/>
          </a:p>
        </p:txBody>
      </p:sp>
      <p:sp>
        <p:nvSpPr>
          <p:cNvPr id="10" name="Text richtext-1792370839141-428729148"/>
          <p:cNvSpPr/>
          <p:nvPr/>
        </p:nvSpPr>
        <p:spPr>
          <a:xfrm>
            <a:off x="9791700" y="5810250"/>
            <a:ext cx="7239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85750" indent="-205921"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27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COPY</a:t>
            </a:r>
            <a:r>
              <a:rPr lang="en-US" sz="227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.</a:t>
            </a:r>
            <a:r>
              <a:rPr lang="en-US" sz="227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.</a:t>
            </a:r>
            <a:r>
              <a:rPr lang="en-US" sz="227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đưa</a:t>
            </a:r>
            <a:r>
              <a:rPr lang="en-US" sz="227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227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27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27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27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 cài</a:t>
            </a:r>
            <a:r>
              <a:rPr lang="en-US" sz="227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</a:t>
            </a:r>
            <a:r>
              <a:rPr lang="en-US" sz="227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endParaRPr lang="en-US" sz="2270" dirty="0"/>
          </a:p>
          <a:p>
            <a:pPr algn="l" marL="285750" indent="-205921">
              <a:buSzPct val="100000"/>
              <a:buFont typeface="Arial"/>
              <a:buChar char="•"/>
            </a:pPr>
            <a:r>
              <a:rPr lang="en-US" sz="227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Copy</a:t>
            </a:r>
            <a:r>
              <a:rPr lang="en-US" sz="227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tệp</a:t>
            </a:r>
            <a:r>
              <a:rPr lang="en-US" sz="227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khai</a:t>
            </a:r>
            <a:r>
              <a:rPr lang="en-US" sz="227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27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</a:t>
            </a:r>
            <a:r>
              <a:rPr lang="en-US" sz="227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thuộc,</a:t>
            </a:r>
            <a:r>
              <a:rPr lang="en-US" sz="227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cài,</a:t>
            </a:r>
            <a:r>
              <a:rPr lang="en-US" sz="227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27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227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copy</a:t>
            </a:r>
            <a:r>
              <a:rPr lang="en-US" sz="227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227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fcea3ed-bc18-49f9-88b0-d5068297b39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Ngữ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lẫn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COPY</a:t>
            </a:r>
            <a:r>
              <a:rPr lang="en-US" sz="2850" dirty="0" spc="-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rộng</a:t>
            </a:r>
            <a:r>
              <a:rPr lang="en-US" sz="28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hoặc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bind</a:t>
            </a:r>
            <a:r>
              <a:rPr lang="en-US" sz="28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mount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762750" y="3238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3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Lấy</a:t>
            </a:r>
            <a:r>
              <a:rPr lang="en-US" sz="28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 log,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thư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mục</a:t>
            </a:r>
            <a:r>
              <a:rPr lang="en-US" sz="28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tạm,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.git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611100" y="3238500"/>
            <a:ext cx="4762500" cy="1905000"/>
          </a:xfrm>
          <a:prstGeom prst="roundRect">
            <a:avLst>
              <a:gd name="adj" fmla="val 1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8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Checksum</a:t>
            </a:r>
            <a:r>
              <a:rPr lang="en-US" sz="28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đổi,</a:t>
            </a:r>
            <a:r>
              <a:rPr lang="en-US" sz="2850" dirty="0" spc="-1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mất</a:t>
            </a:r>
            <a:r>
              <a:rPr lang="en-US" sz="28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cache</a:t>
            </a:r>
            <a:endParaRPr lang="en-US" sz="2850" dirty="0"/>
          </a:p>
        </p:txBody>
      </p:sp>
      <p:sp>
        <p:nvSpPr>
          <p:cNvPr id="7" name="Connector line-1792370862493-639189814"/>
          <p:cNvSpPr/>
          <p:nvPr/>
        </p:nvSpPr>
        <p:spPr>
          <a:xfrm>
            <a:off x="5772150" y="4191000"/>
            <a:ext cx="8953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0862494-284497658"/>
          <p:cNvSpPr/>
          <p:nvPr/>
        </p:nvSpPr>
        <p:spPr>
          <a:xfrm>
            <a:off x="11620500" y="4191000"/>
            <a:ext cx="8953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096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Loại</a:t>
            </a:r>
            <a:r>
              <a:rPr lang="en-US" sz="3300" dirty="0" spc="-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chúng khỏi</a:t>
            </a:r>
            <a:r>
              <a:rPr lang="en-US" sz="3300" dirty="0" spc="-9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ngữ</a:t>
            </a:r>
            <a:r>
              <a:rPr lang="en-US" sz="330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cảnh</a:t>
            </a:r>
            <a:r>
              <a:rPr lang="en-US" sz="330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build.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914400" y="6858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lệnh nào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41f3365a-36a3-4d01-b9a4-0fdf895b91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Cache dùng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</a:t>
            </a:r>
            <a:r>
              <a:rPr lang="en-US" sz="30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lệnh,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30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30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0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BUILD</a:t>
            </a:r>
            <a:r>
              <a:rPr lang="en-US" sz="1950" b="1" spc="27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SẠCH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r>
              <a:rPr lang="en-US" sz="195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4381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4381500"/>
            <a:ext cx="133350" cy="14287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4381500"/>
            <a:ext cx="5334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9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--no-cache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239000" y="4381500"/>
            <a:ext cx="990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 qua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6096000"/>
            <a:ext cx="133350" cy="14287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6096000"/>
            <a:ext cx="5334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--pull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7239000" y="6096000"/>
            <a:ext cx="9906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Luôn</a:t>
            </a:r>
            <a:r>
              <a:rPr lang="en-US" sz="30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30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0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Text 2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a7cab76-96d2-47bf-8287-6eb1050ed3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cache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429000"/>
            <a:ext cx="5715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Nơi</a:t>
            </a:r>
            <a:r>
              <a:rPr lang="en-US" sz="28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khác</a:t>
            </a:r>
            <a:r>
              <a:rPr lang="en-US" sz="2850" dirty="0" spc="-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(registry,</a:t>
            </a:r>
            <a:r>
              <a:rPr lang="en-US" sz="28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thư</a:t>
            </a:r>
            <a:r>
              <a:rPr lang="en-US" sz="285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mục)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11658600" y="3429000"/>
            <a:ext cx="5715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3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Runner</a:t>
            </a:r>
            <a:r>
              <a:rPr lang="en-US" sz="28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CI</a:t>
            </a:r>
            <a:r>
              <a:rPr lang="en-US" sz="285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28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tinh:</a:t>
            </a:r>
            <a:r>
              <a:rPr lang="en-US" sz="2850" dirty="0" spc="-1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rỗng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6724650" y="3714750"/>
            <a:ext cx="4838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--cache-from</a:t>
            </a:r>
            <a:r>
              <a:rPr lang="en-US" sz="2100" b="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(nhập)</a:t>
            </a:r>
            <a:endParaRPr lang="en-US" sz="2100" dirty="0"/>
          </a:p>
        </p:txBody>
      </p:sp>
      <p:sp>
        <p:nvSpPr>
          <p:cNvPr id="7" name="Connector line-1792370866553-119838011"/>
          <p:cNvSpPr/>
          <p:nvPr/>
        </p:nvSpPr>
        <p:spPr>
          <a:xfrm>
            <a:off x="6762750" y="4286250"/>
            <a:ext cx="4762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0866553-828806210"/>
          <p:cNvSpPr/>
          <p:nvPr/>
        </p:nvSpPr>
        <p:spPr>
          <a:xfrm flipH="1">
            <a:off x="6762750" y="4953000"/>
            <a:ext cx="4762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724650" y="5095875"/>
            <a:ext cx="48387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--cache-to</a:t>
            </a:r>
            <a:r>
              <a:rPr lang="en-US" sz="210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(xuất)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6477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Kể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r>
              <a:rPr lang="en-US" sz="30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mount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cũng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3000" dirty="0" spc="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0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rỗng.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7143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Cache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mount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builder giữ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cache.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7905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ec269f5-e847-4840-a0bf-9c695897775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Cache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giúp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nhanh</a:t>
            </a:r>
            <a:r>
              <a:rPr lang="en-US" sz="285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nhưng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28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Cache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850" dirty="0" spc="-3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xa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tốn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băng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thông.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Cache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mount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 BuildKit,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thay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85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xa.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Bài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bàn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28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thước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image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hay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quét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hổng.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19487fb-c21c-497f-b1e2-7a9b8716fa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1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5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README: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5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cài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5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</a:t>
            </a:r>
            <a:r>
              <a:rPr lang="en-US" sz="5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thuộc</a:t>
            </a:r>
            <a:r>
              <a:rPr lang="en-US" sz="5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51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COPY</a:t>
            </a:r>
            <a:r>
              <a:rPr lang="en-US" sz="28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r>
              <a:rPr lang="en-US" sz="28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r>
              <a:rPr lang="en-US" sz="285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ci.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8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lời: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3429000"/>
            <a:ext cx="80010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37147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DOCKERFILE</a:t>
            </a:r>
            <a:r>
              <a:rPr lang="en-US" sz="21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333500" y="438150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50"/>
              </a:spcAft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COPY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333500" y="64770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COPY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cache, npm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3429000"/>
            <a:ext cx="8001000" cy="4286250"/>
          </a:xfrm>
          <a:prstGeom prst="roundRect">
            <a:avLst>
              <a:gd name="adj" fmla="val 622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71475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9791700" y="4381500"/>
            <a:ext cx="7239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COPY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package.json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package-lock.json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./</a:t>
            </a:r>
            <a:endParaRPr lang="en-US" sz="255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npm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endParaRPr lang="en-US" sz="2550" dirty="0"/>
          </a:p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COPY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9791700" y="64770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4ba335d-0aa2-4b22-b503-81582f1481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692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857500"/>
            <a:ext cx="133350" cy="1238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4286250"/>
            <a:ext cx="133350" cy="12382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5715000"/>
            <a:ext cx="133350" cy="12382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7143750"/>
            <a:ext cx="133350" cy="12382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285750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Quy</a:t>
            </a:r>
            <a:r>
              <a:rPr lang="en-US" sz="255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</a:t>
            </a:r>
            <a:r>
              <a:rPr lang="en-US" sz="2550" dirty="0" spc="-2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vô</a:t>
            </a:r>
            <a:r>
              <a:rPr lang="en-US" sz="255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hiệu</a:t>
            </a:r>
            <a:r>
              <a:rPr lang="en-US" sz="2550" dirty="0" spc="-9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6286500" y="2857500"/>
            <a:ext cx="1085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333500" y="428625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</a:t>
            </a:r>
            <a:r>
              <a:rPr lang="en-US" sz="255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6286500" y="4286250"/>
            <a:ext cx="1085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apt-get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update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install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1333500" y="571500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 từ</a:t>
            </a:r>
            <a:r>
              <a:rPr lang="en-US" sz="2550" dirty="0" spc="-3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xa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6286500" y="5715000"/>
            <a:ext cx="1085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--cache-to,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--cache-from: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registry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 mục cục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333500" y="7143750"/>
            <a:ext cx="476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</a:t>
            </a:r>
            <a:r>
              <a:rPr lang="en-US" sz="2550" dirty="0" spc="-6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mount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6286500" y="7143750"/>
            <a:ext cx="1085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--mount=type=cache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cache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 build.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Text 2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d55d4965-0f46-433d-9702-ae442730b3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1428750"/>
            <a:ext cx="157162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65151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Vô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hiệu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build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115800" y="44767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Tối</a:t>
            </a:r>
            <a:r>
              <a:rPr lang="en-US" sz="2100" dirty="0" spc="2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ưu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Backend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cache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100" dirty="0" spc="-2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xa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515100" y="5810250"/>
            <a:ext cx="5257800" cy="1047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docker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buildx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build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f195f38d-11d7-495e-af0b-cc14fa4818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2026-10-19T12:33:43Z</dcterms:created>
  <dcterms:modified xsi:type="dcterms:W3CDTF">2026-10-19T12:33:43Z</dcterms:modified>
</cp:coreProperties>
</file>