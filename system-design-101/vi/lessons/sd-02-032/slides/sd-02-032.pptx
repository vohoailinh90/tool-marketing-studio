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Netflix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460972-58901939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 của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của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</a:t>
            </a:r>
            <a:r>
              <a:rPr lang="en-US" sz="315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video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8b06a0-f290-4037-aa96-25858780a3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e83add-9fe2-453a-a924-08282637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Kotlin;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PHÍA</a:t>
            </a:r>
            <a:r>
              <a:rPr lang="en-US" sz="1950" b="1" spc="21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Eureka,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19bb5c-d69d-4b0b-9cf1-1f95ac874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3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CockroachDB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57b673-958c-4ece-b8a8-67a7e063c8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Flink,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Tableau,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Redshift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 kho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838fcc-577d-4512-a777-747a858378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 cho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1125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</a:t>
                      </a:r>
                      <a:r>
                        <a:rPr lang="en-US" sz="2400" b="1" dirty="0" spc="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-6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b="1" dirty="0" spc="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1–3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Jira,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Confluence,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PagerDuty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4–5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Jenkins,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Gradle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6–8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Chaos</a:t>
                      </a: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Monkey,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Spinnaker,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Atlas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mỗi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c9d3498-afbb-41ec-a019-043c1eeff9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Zuul,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c4b7b6-0ba9-45ca-a3cb-a81579efc4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tắt: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Hỏng</a:t>
            </a:r>
            <a:r>
              <a:rPr lang="en-US" sz="34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thấy,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4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b="1" spc="1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0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30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Zuul,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000" dirty="0"/>
          </a:p>
        </p:txBody>
      </p:sp>
      <p:sp>
        <p:nvSpPr>
          <p:cNvPr id="10" name="Connector line-1792384343066-907004715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nếu dữ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chịu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nổi</a:t>
            </a:r>
            <a:endParaRPr lang="en-US" sz="3000" dirty="0"/>
          </a:p>
        </p:txBody>
      </p:sp>
      <p:sp>
        <p:nvSpPr>
          <p:cNvPr id="14" name="Connector line-1792384343073-91942954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MUỘN,</a:t>
            </a:r>
            <a:r>
              <a:rPr lang="en-US" sz="180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Spark,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Jenkins</a:t>
            </a:r>
            <a:endParaRPr lang="en-US" sz="3000" dirty="0"/>
          </a:p>
        </p:txBody>
      </p:sp>
      <p:sp>
        <p:nvSpPr>
          <p:cNvPr id="18" name="Connector line-1792384343078-195329569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14400" y="7905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 của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3a203e-b81c-4b5c-ae28-df3029160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CockroachDB: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b1e843f-f860-4a20-abfe-9d8bfae350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Ephemeral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Volatile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tạm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dễ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EVCache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CockroachDB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c1ca62e-7aa9-4d9a-8200-4b79392e35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2026-10-19T06:00:49Z</dcterms:created>
  <dcterms:modified xsi:type="dcterms:W3CDTF">2026-10-19T06:00:49Z</dcterms:modified>
</cp:coreProperties>
</file>