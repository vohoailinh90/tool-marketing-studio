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1717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 môn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7719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CIA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 bản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672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6" name="Connector line-1792338490927-283651555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cần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38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CIA</a:t>
            </a:r>
            <a:endParaRPr lang="en-US" sz="1650" dirty="0"/>
          </a:p>
        </p:txBody>
      </p:sp>
      <p:sp>
        <p:nvSpPr>
          <p:cNvPr id="15" name="Connector line-1792338490950-407257348"/>
          <p:cNvSpPr/>
          <p:nvPr/>
        </p:nvSpPr>
        <p:spPr>
          <a:xfrm flipH="1">
            <a:off x="11811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490950-335348197"/>
          <p:cNvSpPr/>
          <p:nvPr/>
        </p:nvSpPr>
        <p:spPr>
          <a:xfrm>
            <a:off x="14097000" y="3619500"/>
            <a:ext cx="2286000" cy="257175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7" name="Connector line-1792338490951-887757285"/>
          <p:cNvSpPr/>
          <p:nvPr/>
        </p:nvSpPr>
        <p:spPr>
          <a:xfrm>
            <a:off x="11811000" y="6191250"/>
            <a:ext cx="4572000" cy="0"/>
          </a:xfrm>
          <a:prstGeom prst="line">
            <a:avLst/>
          </a:prstGeom>
          <a:noFill/>
          <a:ln w="47625">
            <a:solidFill>
              <a:srgbClr val="4A4E5C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3506450" y="302895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11220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15792450" y="5600700"/>
            <a:ext cx="1181100" cy="1181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4916150" y="329565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916150" y="37147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668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2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668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240000" y="6934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5240000" y="73533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0ede879-2bf9-4eea-8736-c097dc4f6b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81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8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 thủ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hai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619750"/>
            <a:ext cx="7239000" cy="2952750"/>
          </a:xfrm>
          <a:prstGeom prst="roundRect">
            <a:avLst>
              <a:gd name="adj" fmla="val 90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962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650" dirty="0"/>
          </a:p>
        </p:txBody>
      </p:sp>
      <p:sp>
        <p:nvSpPr>
          <p:cNvPr id="7" name="Text richtext-1792338520292-410382214"/>
          <p:cNvSpPr/>
          <p:nvPr/>
        </p:nvSpPr>
        <p:spPr>
          <a:xfrm>
            <a:off x="1333500" y="6438900"/>
            <a:ext cx="64770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lời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40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 nghiệm nhỏ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53500" y="1333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391650" y="1676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858500" y="1562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30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858500" y="2057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58500" y="2495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8953500" y="34290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391650" y="37719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0858500" y="36576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3000" b="1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1529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integrity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45910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8953500" y="5524500"/>
            <a:ext cx="8039100" cy="1905000"/>
          </a:xfrm>
          <a:prstGeom prst="roundRect">
            <a:avLst>
              <a:gd name="adj" fmla="val 13000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391650" y="5867400"/>
            <a:ext cx="1219200" cy="1219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10858500" y="5753100"/>
            <a:ext cx="5905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858500" y="6248400"/>
            <a:ext cx="590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availability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58500" y="66865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8953500" y="786765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CIA: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Confidentiality</a:t>
            </a:r>
            <a:r>
              <a:rPr lang="en-US" sz="18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Integrity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Availability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53500" y="8229600"/>
            <a:ext cx="8039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chữ viết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650" dirty="0"/>
          </a:p>
        </p:txBody>
      </p:sp>
      <p:sp>
        <p:nvSpPr>
          <p:cNvPr id="26" name="Connector line-1792338520348-4060692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9e8c0a2-3762-47fd-bfb6-700739ff7c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/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850" dirty="0" spc="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8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339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501015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3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3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33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lọt</a:t>
            </a:r>
            <a:r>
              <a:rPr lang="en-US" sz="33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300" dirty="0"/>
          </a:p>
        </p:txBody>
      </p:sp>
      <p:sp>
        <p:nvSpPr>
          <p:cNvPr id="8" name="Connector line-1792338798882-772877649"/>
          <p:cNvSpPr/>
          <p:nvPr/>
        </p:nvSpPr>
        <p:spPr>
          <a:xfrm>
            <a:off x="20955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Connector line-1792338798882-502924669"/>
          <p:cNvSpPr/>
          <p:nvPr/>
        </p:nvSpPr>
        <p:spPr>
          <a:xfrm>
            <a:off x="4953000" y="7620000"/>
            <a:ext cx="2019300" cy="0"/>
          </a:xfrm>
          <a:prstGeom prst="line">
            <a:avLst/>
          </a:prstGeom>
          <a:noFill/>
          <a:ln w="28575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57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1148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972300" y="72009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814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Toàn</a:t>
            </a:r>
            <a:r>
              <a:rPr lang="en-US" sz="180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vẹn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38900" y="81915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Sẵn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53500" y="12763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8953500" y="18097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8300" y="21336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72700" y="215265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4954250" y="21717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sd-14-002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172700" y="27622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8953500" y="403860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58300" y="436245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172700" y="4381500"/>
            <a:ext cx="4476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4954250" y="440055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 sd-14-004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72700" y="499110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8953500" y="6267450"/>
            <a:ext cx="8039100" cy="2000250"/>
          </a:xfrm>
          <a:prstGeom prst="roundRect">
            <a:avLst>
              <a:gd name="adj" fmla="val 1142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58300" y="65913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0172700" y="6610350"/>
            <a:ext cx="4572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4954250" y="6629400"/>
            <a:ext cx="180975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16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sd-14-003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72700" y="7219950"/>
            <a:ext cx="65722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250" dirty="0"/>
          </a:p>
        </p:txBody>
      </p:sp>
      <p:sp>
        <p:nvSpPr>
          <p:cNvPr id="33" name="Connector line-1792338798927-3163241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69c5aec-ca6d-460a-b8f9-cbd04e3153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4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2850" dirty="0" spc="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850" dirty="0" spc="15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85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850" dirty="0" spc="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64008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 USD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900 USD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8938116-62698842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sd-14-015)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16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163300" y="1695450"/>
            <a:ext cx="3619500" cy="800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700" dirty="0"/>
          </a:p>
        </p:txBody>
      </p:sp>
      <p:sp>
        <p:nvSpPr>
          <p:cNvPr id="14" name="Connector line-1792338938141-633901913"/>
          <p:cNvSpPr/>
          <p:nvPr/>
        </p:nvSpPr>
        <p:spPr>
          <a:xfrm>
            <a:off x="12973050" y="2495550"/>
            <a:ext cx="0" cy="7429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Connector line-1792338938141-664597140"/>
          <p:cNvSpPr/>
          <p:nvPr/>
        </p:nvSpPr>
        <p:spPr>
          <a:xfrm>
            <a:off x="10915650" y="3238500"/>
            <a:ext cx="411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Connector line-1792338938142-258790765"/>
          <p:cNvSpPr/>
          <p:nvPr/>
        </p:nvSpPr>
        <p:spPr>
          <a:xfrm>
            <a:off x="109156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938142-380032722"/>
          <p:cNvSpPr/>
          <p:nvPr/>
        </p:nvSpPr>
        <p:spPr>
          <a:xfrm>
            <a:off x="15030450" y="3238500"/>
            <a:ext cx="0" cy="476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182600" y="2533650"/>
            <a:ext cx="3810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80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80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80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lật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bit: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8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535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92202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AES-CTR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2202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2202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</a:t>
            </a:r>
            <a:r>
              <a:rPr lang="en-US" sz="25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900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2202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không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068300" y="3771900"/>
            <a:ext cx="3924300" cy="2362200"/>
          </a:xfrm>
          <a:prstGeom prst="roundRect">
            <a:avLst>
              <a:gd name="adj" fmla="val 9677"/>
            </a:avLst>
          </a:prstGeom>
          <a:solidFill>
            <a:srgbClr val="F3DFB8"/>
          </a:solidFill>
          <a:ln/>
        </p:spPr>
      </p:sp>
      <p:sp>
        <p:nvSpPr>
          <p:cNvPr id="25" name="Text 23"/>
          <p:cNvSpPr/>
          <p:nvPr/>
        </p:nvSpPr>
        <p:spPr>
          <a:xfrm>
            <a:off x="13335000" y="398145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AES-GCM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3335000" y="44196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335000" y="5048250"/>
            <a:ext cx="342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InvalidTag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3335000" y="5543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53500" y="6362700"/>
            <a:ext cx="8039100" cy="1390650"/>
          </a:xfrm>
          <a:prstGeom prst="roundRect">
            <a:avLst>
              <a:gd name="adj" fmla="val 16438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8300" y="6553200"/>
            <a:ext cx="742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HMAC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258300" y="6953250"/>
            <a:ext cx="742950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chối,</a:t>
            </a:r>
            <a:r>
              <a:rPr lang="en-US" sz="21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953500" y="794385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bí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8953500" y="83820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650" dirty="0"/>
          </a:p>
        </p:txBody>
      </p:sp>
      <p:sp>
        <p:nvSpPr>
          <p:cNvPr id="34" name="Connector line-1792338938170-9842486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e3e33226-546f-48ba-a844-c906eb0803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</a:t>
            </a: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sàng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 được</a:t>
            </a:r>
            <a:r>
              <a:rPr lang="en-US" sz="285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8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1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239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5148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33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14400" y="6419850"/>
            <a:ext cx="72390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743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0" name="Text richtext-1792339062036-937672270"/>
          <p:cNvSpPr/>
          <p:nvPr/>
        </p:nvSpPr>
        <p:spPr>
          <a:xfrm>
            <a:off x="1333500" y="7181850"/>
            <a:ext cx="64770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cho</a:t>
            </a:r>
            <a:r>
              <a:rPr lang="en-US" sz="24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53500" y="127635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165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953500" y="17145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treo”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lặng.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19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14" name="Connector line-1792339062058-667000683"/>
          <p:cNvSpPr/>
          <p:nvPr/>
        </p:nvSpPr>
        <p:spPr>
          <a:xfrm>
            <a:off x="8953500" y="40957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5" name="Connector line-1792339062058-39009613"/>
          <p:cNvSpPr/>
          <p:nvPr/>
        </p:nvSpPr>
        <p:spPr>
          <a:xfrm>
            <a:off x="8953500" y="5429250"/>
            <a:ext cx="80391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8953500" y="3048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20250" y="3067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92000" y="3162300"/>
            <a:ext cx="3810000" cy="533400"/>
          </a:xfrm>
          <a:prstGeom prst="roundRect">
            <a:avLst>
              <a:gd name="adj" fmla="val 25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0/5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953500" y="43815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620250" y="4343400"/>
            <a:ext cx="24955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192000" y="4495800"/>
            <a:ext cx="2057400" cy="533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4401800" y="4610100"/>
            <a:ext cx="2762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2,70</a:t>
            </a: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8953500" y="5715000"/>
            <a:ext cx="609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9620250" y="5734050"/>
            <a:ext cx="249555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192000" y="5829300"/>
            <a:ext cx="571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6" name="Text 24"/>
          <p:cNvSpPr/>
          <p:nvPr/>
        </p:nvSpPr>
        <p:spPr>
          <a:xfrm>
            <a:off x="12420600" y="5943600"/>
            <a:ext cx="419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5/5,</a:t>
            </a:r>
            <a:r>
              <a:rPr lang="en-US" sz="19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27" name="Connector line-1792339062074-677879592"/>
          <p:cNvSpPr/>
          <p:nvPr/>
        </p:nvSpPr>
        <p:spPr>
          <a:xfrm>
            <a:off x="12192000" y="6686550"/>
            <a:ext cx="3810000" cy="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9062074-520604342"/>
          <p:cNvSpPr/>
          <p:nvPr/>
        </p:nvSpPr>
        <p:spPr>
          <a:xfrm>
            <a:off x="1219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171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1650" dirty="0"/>
          </a:p>
        </p:txBody>
      </p:sp>
      <p:sp>
        <p:nvSpPr>
          <p:cNvPr id="30" name="Connector line-1792339062076-694349625"/>
          <p:cNvSpPr/>
          <p:nvPr/>
        </p:nvSpPr>
        <p:spPr>
          <a:xfrm>
            <a:off x="12954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477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32" name="Connector line-1792339062077-603071682"/>
          <p:cNvSpPr/>
          <p:nvPr/>
        </p:nvSpPr>
        <p:spPr>
          <a:xfrm>
            <a:off x="13716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3239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34" name="Connector line-1792339062079-837154462"/>
          <p:cNvSpPr/>
          <p:nvPr/>
        </p:nvSpPr>
        <p:spPr>
          <a:xfrm>
            <a:off x="14478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14001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36" name="Connector line-1792339062080-765012785"/>
          <p:cNvSpPr/>
          <p:nvPr/>
        </p:nvSpPr>
        <p:spPr>
          <a:xfrm>
            <a:off x="15240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4763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38" name="Connector line-1792339062082-131852184"/>
          <p:cNvSpPr/>
          <p:nvPr/>
        </p:nvSpPr>
        <p:spPr>
          <a:xfrm>
            <a:off x="16002000" y="6686550"/>
            <a:ext cx="0" cy="95250"/>
          </a:xfrm>
          <a:prstGeom prst="line">
            <a:avLst/>
          </a:prstGeom>
          <a:noFill/>
          <a:ln w="19050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15525750" y="6838950"/>
            <a:ext cx="95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8953500" y="7429500"/>
            <a:ext cx="8039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treo: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5/5,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8953500" y="79629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953500" y="83058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 không</a:t>
            </a:r>
            <a:r>
              <a:rPr lang="en-US" sz="180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800" dirty="0"/>
          </a:p>
        </p:txBody>
      </p:sp>
      <p:sp>
        <p:nvSpPr>
          <p:cNvPr id="43" name="Connector line-1792339062089-44050299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97bfb-b38c-469a-8231-64d1c95924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ĐE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74676" rIns="0" bIns="-74676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8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STRIDE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Mẹo</a:t>
            </a:r>
            <a:r>
              <a:rPr lang="en-US" sz="2850" dirty="0" spc="-5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8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8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8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mối</a:t>
            </a:r>
            <a:r>
              <a:rPr lang="en-US" sz="2850" dirty="0" spc="1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850" dirty="0" spc="-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6096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mỗi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tính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239000" cy="3105150"/>
          </a:xfrm>
          <a:prstGeom prst="roundRect">
            <a:avLst>
              <a:gd name="adj" fmla="val 8589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03885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LỪA</a:t>
            </a:r>
            <a:r>
              <a:rPr lang="en-US" sz="1650" b="1" spc="1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(PHISHING)</a:t>
            </a:r>
            <a:endParaRPr lang="en-US" sz="1650" dirty="0"/>
          </a:p>
        </p:txBody>
      </p:sp>
      <p:sp>
        <p:nvSpPr>
          <p:cNvPr id="8" name="Text richtext-1792339384718-545422849"/>
          <p:cNvSpPr/>
          <p:nvPr/>
        </p:nvSpPr>
        <p:spPr>
          <a:xfrm>
            <a:off x="1333500" y="6496050"/>
            <a:ext cx="6477000" cy="2381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 chỉ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passkey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Passkey: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sd-14-006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0" y="1219200"/>
            <a:ext cx="361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 ĐE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DỌA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001750" y="1219200"/>
            <a:ext cx="29908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953500" y="1619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24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400" dirty="0"/>
          </a:p>
        </p:txBody>
      </p:sp>
      <p:sp>
        <p:nvSpPr>
          <p:cNvPr id="13" name="Connector line-1792339384748-934802566"/>
          <p:cNvSpPr/>
          <p:nvPr/>
        </p:nvSpPr>
        <p:spPr>
          <a:xfrm>
            <a:off x="12744450" y="209550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4001750" y="1619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8953500" y="2762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4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400" dirty="0"/>
          </a:p>
        </p:txBody>
      </p:sp>
      <p:sp>
        <p:nvSpPr>
          <p:cNvPr id="16" name="Connector line-1792339384752-808213567"/>
          <p:cNvSpPr/>
          <p:nvPr/>
        </p:nvSpPr>
        <p:spPr>
          <a:xfrm>
            <a:off x="12744450" y="3238500"/>
            <a:ext cx="10858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4001750" y="2762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8953500" y="3905250"/>
            <a:ext cx="3619500" cy="952500"/>
          </a:xfrm>
          <a:prstGeom prst="roundRect">
            <a:avLst>
              <a:gd name="adj" fmla="val 26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19" name="Connector line-1792339384756-450408591"/>
          <p:cNvSpPr/>
          <p:nvPr/>
        </p:nvSpPr>
        <p:spPr>
          <a:xfrm>
            <a:off x="12744450" y="4381500"/>
            <a:ext cx="10858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001750" y="3905250"/>
            <a:ext cx="2990850" cy="952500"/>
          </a:xfrm>
          <a:prstGeom prst="roundRect">
            <a:avLst>
              <a:gd name="adj" fmla="val 26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21" name="Connector line-1792339384758-160722220"/>
          <p:cNvSpPr/>
          <p:nvPr/>
        </p:nvSpPr>
        <p:spPr>
          <a:xfrm>
            <a:off x="8953500" y="5238750"/>
            <a:ext cx="80391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8953500" y="5334000"/>
            <a:ext cx="8039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18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18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1800" dirty="0" spc="2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53500" y="57721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2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mạo</a:t>
            </a:r>
            <a:endParaRPr lang="en-US" sz="2250" dirty="0"/>
          </a:p>
        </p:txBody>
      </p:sp>
      <p:sp>
        <p:nvSpPr>
          <p:cNvPr id="24" name="Connector line-1792339384763-926568867"/>
          <p:cNvSpPr/>
          <p:nvPr/>
        </p:nvSpPr>
        <p:spPr>
          <a:xfrm>
            <a:off x="12744450" y="61722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4001750" y="57721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Xác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8953500" y="674370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Chối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250" dirty="0"/>
          </a:p>
        </p:txBody>
      </p:sp>
      <p:sp>
        <p:nvSpPr>
          <p:cNvPr id="27" name="Connector line-1792339384766-671389445"/>
          <p:cNvSpPr/>
          <p:nvPr/>
        </p:nvSpPr>
        <p:spPr>
          <a:xfrm>
            <a:off x="12744450" y="714375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001750" y="674370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vết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8953500" y="7715250"/>
            <a:ext cx="3619500" cy="800100"/>
          </a:xfrm>
          <a:prstGeom prst="roundRect">
            <a:avLst>
              <a:gd name="adj" fmla="val 28571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0" name="Connector line-1792339384770-79069164"/>
          <p:cNvSpPr/>
          <p:nvPr/>
        </p:nvSpPr>
        <p:spPr>
          <a:xfrm>
            <a:off x="12744450" y="8115300"/>
            <a:ext cx="10858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4001750" y="7715250"/>
            <a:ext cx="2990850" cy="80010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endParaRPr lang="en-US" sz="2250" dirty="0"/>
          </a:p>
        </p:txBody>
      </p:sp>
      <p:sp>
        <p:nvSpPr>
          <p:cNvPr id="32" name="Connector line-1792339384772-48531900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1c6b4ac9-aec2-4d79-a687-d80d1cc66a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PHÒNG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192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7" name="Text richtext-1792363417754-65093351"/>
          <p:cNvSpPr/>
          <p:nvPr/>
        </p:nvSpPr>
        <p:spPr>
          <a:xfrm>
            <a:off x="12192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8" name="Connector line-1792363417772-652974461"/>
          <p:cNvSpPr/>
          <p:nvPr/>
        </p:nvSpPr>
        <p:spPr>
          <a:xfrm>
            <a:off x="12192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192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0" name="Text richtext-1792363417775-500260979"/>
          <p:cNvSpPr/>
          <p:nvPr/>
        </p:nvSpPr>
        <p:spPr>
          <a:xfrm>
            <a:off x="12192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 nó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bị làm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5151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199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diệt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virus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199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14" name="Text richtext-1792363417785-14723152"/>
          <p:cNvSpPr/>
          <p:nvPr/>
        </p:nvSpPr>
        <p:spPr>
          <a:xfrm>
            <a:off x="68199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 phần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nên</a:t>
            </a:r>
            <a:r>
              <a:rPr lang="en-US" sz="25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5" name="Connector line-1792363417789-597340028"/>
          <p:cNvSpPr/>
          <p:nvPr/>
        </p:nvSpPr>
        <p:spPr>
          <a:xfrm>
            <a:off x="68199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8199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richtext-1792363417792-831381423"/>
          <p:cNvSpPr/>
          <p:nvPr/>
        </p:nvSpPr>
        <p:spPr>
          <a:xfrm>
            <a:off x="6819900" y="6800850"/>
            <a:ext cx="46482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hiệu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819900" y="7962900"/>
            <a:ext cx="46482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 lệ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115800" y="2762250"/>
            <a:ext cx="5257800" cy="6096000"/>
          </a:xfrm>
          <a:prstGeom prst="roundRect">
            <a:avLst>
              <a:gd name="adj" fmla="val 507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420600" y="3067050"/>
            <a:ext cx="46482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409575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2" name="Text richtext-1792363417804-97193159"/>
          <p:cNvSpPr/>
          <p:nvPr/>
        </p:nvSpPr>
        <p:spPr>
          <a:xfrm>
            <a:off x="12420600" y="44958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3" name="Connector line-1792363417807-203024248"/>
          <p:cNvSpPr/>
          <p:nvPr/>
        </p:nvSpPr>
        <p:spPr>
          <a:xfrm>
            <a:off x="12420600" y="6191250"/>
            <a:ext cx="4648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2420600" y="64008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25" name="Text richtext-1792363417809-709233773"/>
          <p:cNvSpPr/>
          <p:nvPr/>
        </p:nvSpPr>
        <p:spPr>
          <a:xfrm>
            <a:off x="12420600" y="6800850"/>
            <a:ext cx="46482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giúp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26" name="Connector line-1792363417813-85701071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1cdb295-c08a-4bb6-94ae-09378d59d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làm hại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7239000" cy="3676650"/>
          </a:xfrm>
          <a:prstGeom prst="roundRect">
            <a:avLst>
              <a:gd name="adj" fmla="val 725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546735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16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1650" b="1" spc="21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650" b="1" spc="23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0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7" name="Text richtext-1792363476549-523225304"/>
          <p:cNvSpPr/>
          <p:nvPr/>
        </p:nvSpPr>
        <p:spPr>
          <a:xfrm>
            <a:off x="1333500" y="5924550"/>
            <a:ext cx="6477000" cy="2667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 trọn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905750"/>
          </a:xfrm>
          <a:prstGeom prst="roundRect">
            <a:avLst>
              <a:gd name="adj" fmla="val 38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53500" y="1219200"/>
            <a:ext cx="8039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 ·</a:t>
            </a:r>
            <a:r>
              <a:rPr lang="en-US" sz="1650" b="1" spc="21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25000" y="16192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0" y="17907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BIỆN</a:t>
            </a:r>
            <a:r>
              <a:rPr lang="en-US" sz="16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829800" y="2133600"/>
            <a:ext cx="6286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829800" y="306705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1800" dirty="0"/>
          </a:p>
        </p:txBody>
      </p:sp>
      <p:sp>
        <p:nvSpPr>
          <p:cNvPr id="14" name="Connector line-1792363476583-895847311"/>
          <p:cNvSpPr/>
          <p:nvPr/>
        </p:nvSpPr>
        <p:spPr>
          <a:xfrm>
            <a:off x="12973050" y="3524250"/>
            <a:ext cx="0" cy="9906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277850" y="37719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Kẻ</a:t>
            </a:r>
            <a:r>
              <a:rPr lang="en-US" sz="1950" dirty="0" spc="-6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tấn</a:t>
            </a:r>
            <a:r>
              <a:rPr lang="en-US" sz="1950" dirty="0" spc="-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1950" dirty="0" spc="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195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195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525000" y="4591050"/>
            <a:ext cx="6896100" cy="1905000"/>
          </a:xfrm>
          <a:prstGeom prst="roundRect">
            <a:avLst>
              <a:gd name="adj" fmla="val 13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29800" y="47625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29800" y="5143500"/>
            <a:ext cx="6286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829800" y="5848350"/>
            <a:ext cx="219075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5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650" b="1" spc="138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650" b="1" spc="14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9525000" y="6896100"/>
            <a:ext cx="6896100" cy="1619250"/>
          </a:xfrm>
          <a:prstGeom prst="roundRect">
            <a:avLst>
              <a:gd name="adj" fmla="val 15294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7086600"/>
            <a:ext cx="628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16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829800" y="7486650"/>
            <a:ext cx="6286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STRIDE,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LINDDUN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(MDN)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khác.</a:t>
            </a:r>
            <a:endParaRPr lang="en-US" sz="2100" dirty="0"/>
          </a:p>
        </p:txBody>
      </p:sp>
      <p:sp>
        <p:nvSpPr>
          <p:cNvPr id="23" name="Connector line-1792363476601-54640163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6d7137a5-ff42-41bf-b6ee-e17474116f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2382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8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9334500" cy="18669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cửa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 mọi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hàng,</a:t>
            </a:r>
            <a:r>
              <a:rPr lang="en-US" sz="24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mãi</a:t>
            </a: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nào,</a:t>
            </a:r>
            <a:r>
              <a:rPr lang="en-US" sz="24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pháp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9277350" cy="3962400"/>
          </a:xfrm>
          <a:prstGeom prst="roundRect">
            <a:avLst>
              <a:gd name="adj" fmla="val 76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816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CỬA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650" b="1" spc="1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38125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7200" dirty="0"/>
          </a:p>
        </p:txBody>
      </p:sp>
      <p:sp>
        <p:nvSpPr>
          <p:cNvPr id="8" name="Shape 6"/>
          <p:cNvSpPr/>
          <p:nvPr/>
        </p:nvSpPr>
        <p:spPr>
          <a:xfrm>
            <a:off x="360045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33800" y="5695950"/>
            <a:ext cx="304800" cy="247650"/>
          </a:xfrm>
          <a:custGeom>
            <a:avLst/>
            <a:gdLst/>
            <a:ahLst/>
            <a:cxnLst/>
            <a:rect l="l" t="t" r="r" b="b"/>
            <a:pathLst>
              <a:path w="304800" h="247650">
                <a:moveTo>
                  <a:pt x="0" y="133350"/>
                </a:moveTo>
                <a:lnTo>
                  <a:pt x="114300" y="247650"/>
                </a:lnTo>
                <a:lnTo>
                  <a:pt x="304800" y="0"/>
                </a:lnTo>
              </a:path>
            </a:pathLst>
          </a:custGeom>
          <a:ln w="571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38250" y="78676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00900" y="5715000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8420100" y="5543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0"/>
                </a:moveTo>
                <a:lnTo>
                  <a:pt x="26670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72500" y="56959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266700" y="0"/>
                </a:moveTo>
                <a:lnTo>
                  <a:pt x="0" y="26670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7900" y="7448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57900" y="78676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chậm,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0" y="914400"/>
            <a:ext cx="6705600" cy="7905750"/>
          </a:xfrm>
          <a:prstGeom prst="roundRect">
            <a:avLst>
              <a:gd name="adj" fmla="val 454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25200" y="13716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96650" y="1562100"/>
            <a:ext cx="361950" cy="295275"/>
          </a:xfrm>
          <a:custGeom>
            <a:avLst/>
            <a:gdLst/>
            <a:ahLst/>
            <a:cxnLst/>
            <a:rect l="l" t="t" r="r" b="b"/>
            <a:pathLst>
              <a:path w="361950" h="295275">
                <a:moveTo>
                  <a:pt x="0" y="152400"/>
                </a:moveTo>
                <a:lnTo>
                  <a:pt x="142875" y="295275"/>
                </a:lnTo>
                <a:lnTo>
                  <a:pt x="3619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25200" y="23241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125200" y="2705100"/>
            <a:ext cx="59055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Sẵn sàng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đang</a:t>
            </a:r>
            <a:r>
              <a:rPr lang="en-US" sz="72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7200" dirty="0"/>
          </a:p>
        </p:txBody>
      </p:sp>
      <p:sp>
        <p:nvSpPr>
          <p:cNvPr id="23" name="Text richtext-1792363513035-141663266"/>
          <p:cNvSpPr/>
          <p:nvPr/>
        </p:nvSpPr>
        <p:spPr>
          <a:xfrm>
            <a:off x="11125200" y="5219700"/>
            <a:ext cx="5905500" cy="3238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bí</a:t>
            </a:r>
            <a:r>
              <a:rPr lang="en-US" sz="24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độ,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phòng.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40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công:</a:t>
            </a:r>
            <a:r>
              <a:rPr lang="en-US" sz="240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40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4" name="Connector line-1792363513046-688905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0f7f1c73-ea2b-4b88-8370-be0abd72f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336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7241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CIA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181100" y="33337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Confidentiality,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Integrity,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39814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05400" y="25336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5372100" y="27241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5372100" y="33337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39814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96400" y="25336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27241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563100" y="33337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39814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87400" y="25336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3754100" y="27241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CTR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3754100" y="33337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CounTeR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39814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bí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kiểm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625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81100" y="53530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181100" y="59626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6103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kiểm,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1625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5372100" y="53530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5372100" y="59626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6103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96400" y="51625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9563100" y="53530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ASVS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563100" y="5962650"/>
            <a:ext cx="35433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Verification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6103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an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ninh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87400" y="5162550"/>
            <a:ext cx="38862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/>
        </p:spPr>
      </p:sp>
      <p:sp>
        <p:nvSpPr>
          <p:cNvPr id="33" name="Text 31"/>
          <p:cNvSpPr/>
          <p:nvPr/>
        </p:nvSpPr>
        <p:spPr>
          <a:xfrm>
            <a:off x="13754100" y="5353050"/>
            <a:ext cx="33528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300" dirty="0"/>
          </a:p>
        </p:txBody>
      </p:sp>
      <p:sp>
        <p:nvSpPr>
          <p:cNvPr id="34" name="Text 32"/>
          <p:cNvSpPr/>
          <p:nvPr/>
        </p:nvSpPr>
        <p:spPr>
          <a:xfrm>
            <a:off x="13754100" y="59626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610350"/>
            <a:ext cx="3352800" cy="9144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79057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" y="82677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Series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ASVS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socketserver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868680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39" name="Connector line-1792363554473-54132894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9797e441-c75f-46c8-b5dc-4a8935712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2026-10-18T22:47:03Z</dcterms:created>
  <dcterms:modified xsi:type="dcterms:W3CDTF">2026-10-18T22:47:03Z</dcterms:modified>
</cp:coreProperties>
</file>