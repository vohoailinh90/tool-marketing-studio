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Visa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quẹt thẻ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300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la?</a:t>
            </a:r>
            <a:endParaRPr lang="en-US" sz="3000" dirty="0"/>
          </a:p>
        </p:txBody>
      </p:sp>
      <p:sp>
        <p:nvSpPr>
          <p:cNvPr id="5" name="Connector line-1792382690193-155070547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0" y="314325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2000250"/>
                </a:moveTo>
                <a:cubicBezTo>
                  <a:pt x="590550" y="20002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Connector line-1792382690213-866930100"/>
          <p:cNvSpPr/>
          <p:nvPr/>
        </p:nvSpPr>
        <p:spPr>
          <a:xfrm>
            <a:off x="12192000" y="5143500"/>
            <a:ext cx="1181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2192000" y="514350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0"/>
                </a:moveTo>
                <a:cubicBezTo>
                  <a:pt x="590550" y="0"/>
                  <a:pt x="590550" y="2000250"/>
                  <a:pt x="1181100" y="2000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7500" y="4191000"/>
            <a:ext cx="1714500" cy="1905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10525125" y="4810125"/>
            <a:ext cx="1619250" cy="6667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r>
              <a:rPr lang="en-US" sz="225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</a:t>
            </a:r>
            <a:r>
              <a:rPr lang="en-US" sz="22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373100" y="2781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thu: 0,25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19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3731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19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hành:</a:t>
            </a:r>
            <a:r>
              <a:rPr lang="en-US" sz="19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 đô</a:t>
            </a:r>
            <a:r>
              <a:rPr lang="en-US" sz="19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373100" y="6781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thẻ: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cfbe1029-af7f-40d3-9ba8-19379836fa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Visa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Mastercard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quẹt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1c9e748-b294-4673-aae7-d3f5641a95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6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chồng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950" b="1" spc="21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THẺ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505200"/>
            <a:ext cx="15697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 tháng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4345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5219700"/>
            <a:ext cx="15697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hành;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45795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1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934200"/>
            <a:ext cx="15697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thu;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d1de053-3399-47a1-b73d-4c25ff4f3c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180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Tiền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49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2100" dirty="0"/>
          </a:p>
        </p:txBody>
      </p:sp>
      <p:sp>
        <p:nvSpPr>
          <p:cNvPr id="6" name="Connector line-1792382692801-133331446"/>
          <p:cNvSpPr/>
          <p:nvPr/>
        </p:nvSpPr>
        <p:spPr>
          <a:xfrm>
            <a:off x="44386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50101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8" name="Shape 6"/>
          <p:cNvSpPr/>
          <p:nvPr/>
        </p:nvSpPr>
        <p:spPr>
          <a:xfrm>
            <a:off x="52578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483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đặt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endParaRPr lang="en-US" sz="2100" dirty="0"/>
          </a:p>
        </p:txBody>
      </p:sp>
      <p:sp>
        <p:nvSpPr>
          <p:cNvPr id="10" name="Connector line-1792382692805-103886867"/>
          <p:cNvSpPr/>
          <p:nvPr/>
        </p:nvSpPr>
        <p:spPr>
          <a:xfrm>
            <a:off x="87820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535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0,25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la;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 đô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 cho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14" name="Connector line-1792382692811-650251854"/>
          <p:cNvSpPr/>
          <p:nvPr/>
        </p:nvSpPr>
        <p:spPr>
          <a:xfrm>
            <a:off x="131254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36969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6" name="Shape 14"/>
          <p:cNvSpPr/>
          <p:nvPr/>
        </p:nvSpPr>
        <p:spPr>
          <a:xfrm>
            <a:off x="139446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6E3C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351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phí: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Visa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0,11%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0,0195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68580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685800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3a9f4f2-32a3-4ada-ae5f-f1c9c096a51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9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28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1,75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đô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0" y="30480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thu giữ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0,25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525000" y="43815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3815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đặt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0" y="57150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57150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aeb0df3-d606-481d-a5c3-cb9b64048c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80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b="1" spc="26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 chủ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chi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hành: tài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khoản,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kê,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6c2ee9a-6d6d-4948-9192-0843c7a23b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ví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khấu;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b="1" spc="2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0,25;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1,75;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0,11%;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0,0195.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cộng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22eafd1-89ef-40c4-830a-0e6cc7ad69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2100" dirty="0"/>
          </a:p>
        </p:txBody>
      </p:sp>
      <p:sp>
        <p:nvSpPr>
          <p:cNvPr id="7" name="Text richtext-1792382696131-634616337"/>
          <p:cNvSpPr/>
          <p:nvPr/>
        </p:nvSpPr>
        <p:spPr>
          <a:xfrm>
            <a:off x="12954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thẻ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spc="1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1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100" dirty="0"/>
          </a:p>
        </p:txBody>
      </p:sp>
      <p:sp>
        <p:nvSpPr>
          <p:cNvPr id="10" name="Text richtext-1792382696153-203592829"/>
          <p:cNvSpPr/>
          <p:nvPr/>
        </p:nvSpPr>
        <p:spPr>
          <a:xfrm>
            <a:off x="97536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 dù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trước;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8001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câu hỏi mở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2514413-3b28-48c2-8f45-398f86c214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2696999-813483686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Hình,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 lên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0,25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1,75;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"Visa".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c70af20-4347-4551-8b58-f31434d24f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giá,</a:t>
            </a:r>
            <a:r>
              <a:rPr lang="en-US" sz="19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1950" dirty="0"/>
          </a:p>
        </p:txBody>
      </p:sp>
      <p:sp>
        <p:nvSpPr>
          <p:cNvPr id="16" name="Connector line-1792382697888-942614498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2697890-147089060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f6fb7c6-e28a-42eb-9e0d-29f1d0241a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2026-10-19T04:28:33Z</dcterms:created>
  <dcterms:modified xsi:type="dcterms:W3CDTF">2026-10-19T04:28:33Z</dcterms:modified>
</cp:coreProperties>
</file>