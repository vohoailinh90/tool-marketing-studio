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3429000"/>
          </a:xfrm>
          <a:prstGeom prst="rect">
            <a:avLst/>
          </a:prstGeom>
          <a:noFill/>
          <a:ln/>
        </p:spPr>
        <p:txBody>
          <a:bodyPr wrap="square" lIns="0" tIns="64072" rIns="0" bIns="-64072" rtlCol="0" anchor="t"/>
          <a:lstStyle/>
          <a:p>
            <a:pPr algn="l" indent="0" marL="0">
              <a:lnSpc>
                <a:spcPts val="7849"/>
              </a:lnSpc>
              <a:buNone/>
            </a:pPr>
            <a:r>
              <a:rPr lang="en-US" sz="7475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AirTag:</a:t>
            </a:r>
            <a:r>
              <a:rPr lang="en-US" sz="7475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475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4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7475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7475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r>
              <a:rPr lang="en-US" sz="74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475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</a:t>
            </a:r>
            <a:r>
              <a:rPr lang="en-US" sz="7475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475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7475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009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cũ?</a:t>
            </a:r>
            <a:endParaRPr lang="en-US" sz="3000" dirty="0"/>
          </a:p>
        </p:txBody>
      </p:sp>
      <p:sp>
        <p:nvSpPr>
          <p:cNvPr id="5" name="Connector line-1792420270078-187565019"/>
          <p:cNvSpPr/>
          <p:nvPr/>
        </p:nvSpPr>
        <p:spPr>
          <a:xfrm>
            <a:off x="914400" y="7429500"/>
            <a:ext cx="95631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 của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810750" y="3714750"/>
            <a:ext cx="2857500" cy="2857500"/>
          </a:xfrm>
          <a:prstGeom prst="ellipse">
            <a:avLst/>
          </a:prstGeom>
          <a:noFill/>
          <a:ln w="28575">
            <a:solidFill>
              <a:srgbClr val="3DD6A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39375" y="4143375"/>
            <a:ext cx="2000250" cy="2000250"/>
          </a:xfrm>
          <a:prstGeom prst="ellipse">
            <a:avLst/>
          </a:prstGeom>
          <a:noFill/>
          <a:ln w="28575">
            <a:solidFill>
              <a:srgbClr val="3DD6A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48950" y="4552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48950" y="4933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AirTag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668250" y="3238500"/>
            <a:ext cx="1333500" cy="1714500"/>
          </a:xfrm>
          <a:custGeom>
            <a:avLst/>
            <a:gdLst/>
            <a:ahLst/>
            <a:cxnLst/>
            <a:rect l="l" t="t" r="r" b="b"/>
            <a:pathLst>
              <a:path w="1333500" h="1714500">
                <a:moveTo>
                  <a:pt x="0" y="1714500"/>
                </a:moveTo>
                <a:cubicBezTo>
                  <a:pt x="666750" y="1714500"/>
                  <a:pt x="666750" y="0"/>
                  <a:pt x="13335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82550" y="5143500"/>
            <a:ext cx="1219200" cy="9144"/>
          </a:xfrm>
          <a:custGeom>
            <a:avLst/>
            <a:gdLst/>
            <a:ahLst/>
            <a:cxnLst/>
            <a:rect l="l" t="t" r="r" b="b"/>
            <a:pathLst>
              <a:path w="1219200" h="9144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68250" y="5334000"/>
            <a:ext cx="1333500" cy="1714500"/>
          </a:xfrm>
          <a:custGeom>
            <a:avLst/>
            <a:gdLst/>
            <a:ahLst/>
            <a:cxnLst/>
            <a:rect l="l" t="t" r="r" b="b"/>
            <a:pathLst>
              <a:path w="1333500" h="1714500">
                <a:moveTo>
                  <a:pt x="0" y="0"/>
                </a:moveTo>
                <a:cubicBezTo>
                  <a:pt x="666750" y="0"/>
                  <a:pt x="666750" y="1714500"/>
                  <a:pt x="1333500" y="17145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01750" y="28765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01750" y="47815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1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871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1871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71" b="1" dirty="0" spc="2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71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1871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71" dirty="0"/>
          </a:p>
        </p:txBody>
      </p:sp>
      <p:sp>
        <p:nvSpPr>
          <p:cNvPr id="17" name="Text 15"/>
          <p:cNvSpPr/>
          <p:nvPr/>
        </p:nvSpPr>
        <p:spPr>
          <a:xfrm>
            <a:off x="14001750" y="66865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8cf0827-10cf-4ed0-8608-fd092088ec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2382500" y="381000"/>
            <a:ext cx="4953000" cy="4953000"/>
          </a:xfrm>
          <a:prstGeom prst="ellipse">
            <a:avLst/>
          </a:prstGeom>
          <a:noFill/>
          <a:ln w="28575">
            <a:solidFill>
              <a:srgbClr val="B4530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44500" y="1143000"/>
            <a:ext cx="3429000" cy="3429000"/>
          </a:xfrm>
          <a:prstGeom prst="ellipse">
            <a:avLst/>
          </a:prstGeom>
          <a:noFill/>
          <a:ln w="28575">
            <a:solidFill>
              <a:srgbClr val="B4530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06500" y="1905000"/>
            <a:ext cx="1905000" cy="1905000"/>
          </a:xfrm>
          <a:prstGeom prst="ellipse">
            <a:avLst/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97000" y="25717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AirTag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266700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Đông</a:t>
            </a:r>
            <a:r>
              <a:rPr lang="en-US" sz="78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8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78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vắng</a:t>
            </a:r>
            <a:r>
              <a:rPr lang="en-US" sz="78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kém.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Bluetooth;</a:t>
            </a:r>
            <a:r>
              <a:rPr lang="en-US" sz="3000" b="1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fbdc132-584c-4d87-aeba-bc2b599488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AirTag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Connector line-1792420322353-199434171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0322354-543341992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AirTag,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lại mã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d5a1bde-47f2-4372-be6a-264df4b392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NGƯỜI ĐI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1800" b="1" spc="2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3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Điện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</a:t>
            </a:r>
            <a:r>
              <a:rPr lang="en-US" sz="6900" dirty="0" spc="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86000" y="3048000"/>
            <a:ext cx="30480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AirTag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0" y="3048000"/>
            <a:ext cx="30480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0" y="3048000"/>
            <a:ext cx="30480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endParaRPr lang="en-US" sz="2250" dirty="0"/>
          </a:p>
        </p:txBody>
      </p:sp>
      <p:sp>
        <p:nvSpPr>
          <p:cNvPr id="7" name="Connector line-1792420323466-281727359"/>
          <p:cNvSpPr/>
          <p:nvPr/>
        </p:nvSpPr>
        <p:spPr>
          <a:xfrm>
            <a:off x="3810000" y="3905250"/>
            <a:ext cx="0" cy="37147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8" name="Connector line-1792420323466-932058670"/>
          <p:cNvSpPr/>
          <p:nvPr/>
        </p:nvSpPr>
        <p:spPr>
          <a:xfrm>
            <a:off x="9144000" y="3905250"/>
            <a:ext cx="0" cy="37147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9" name="Connector line-1792420323466-828254037"/>
          <p:cNvSpPr/>
          <p:nvPr/>
        </p:nvSpPr>
        <p:spPr>
          <a:xfrm>
            <a:off x="14478000" y="3905250"/>
            <a:ext cx="0" cy="37147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44767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BLE</a:t>
            </a: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11" name="Connector line-1792420323469-644882328"/>
          <p:cNvSpPr/>
          <p:nvPr/>
        </p:nvSpPr>
        <p:spPr>
          <a:xfrm>
            <a:off x="3848100" y="5143500"/>
            <a:ext cx="5257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34500" y="5905500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13" name="Connector line-1792420323472-918744398"/>
          <p:cNvSpPr/>
          <p:nvPr/>
        </p:nvSpPr>
        <p:spPr>
          <a:xfrm>
            <a:off x="9182100" y="6858000"/>
            <a:ext cx="5257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8286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của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04be783-4c69-4677-b9f1-fa77e98160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800" b="1" spc="25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2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809750"/>
          </a:xfrm>
          <a:prstGeom prst="roundRect">
            <a:avLst>
              <a:gd name="adj" fmla="val 16842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90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28612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809750"/>
          </a:xfrm>
          <a:prstGeom prst="roundRect">
            <a:avLst>
              <a:gd name="adj" fmla="val 168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381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47687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Find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và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809750"/>
          </a:xfrm>
          <a:prstGeom prst="roundRect">
            <a:avLst>
              <a:gd name="adj" fmla="val 168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75723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66762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"quanh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đây".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ddf7679-d55d-46fd-bc81-3843a78666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Sống nhờ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1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100" dirty="0"/>
          </a:p>
        </p:txBody>
      </p:sp>
      <p:sp>
        <p:nvSpPr>
          <p:cNvPr id="6" name="Text richtext-1792420376875-985632113"/>
          <p:cNvSpPr/>
          <p:nvPr/>
        </p:nvSpPr>
        <p:spPr>
          <a:xfrm>
            <a:off x="13335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28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100" b="1" spc="1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</a:t>
            </a:r>
            <a:endParaRPr lang="en-US" sz="2100" dirty="0"/>
          </a:p>
        </p:txBody>
      </p:sp>
      <p:sp>
        <p:nvSpPr>
          <p:cNvPr id="9" name="Text richtext-1792420376895-744204723"/>
          <p:cNvSpPr/>
          <p:nvPr/>
        </p:nvSpPr>
        <p:spPr>
          <a:xfrm>
            <a:off x="97917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fb53191-bd85-49df-b3bc-3203e7be7b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sau, bản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4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5257800" cy="4000500"/>
          </a:xfrm>
          <a:prstGeom prst="roundRect">
            <a:avLst>
              <a:gd name="adj" fmla="val 7619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81000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15100" y="3429000"/>
            <a:ext cx="52578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81000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2115800" y="3429000"/>
            <a:ext cx="52578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96800" y="381000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38b8175-10d9-4dc6-9554-7d8abd3499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5000" y="48577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57400" y="6381750"/>
            <a:ext cx="12382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6500" y="6572250"/>
            <a:ext cx="116205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Apple: không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83820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76a78b7-a7a3-4ba7-8827-c28845d01b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5242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2385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cầu;</a:t>
            </a:r>
            <a:r>
              <a:rPr lang="en-US" sz="225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AirTag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0668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5238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9530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Bluetooth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thấp,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pin.</a:t>
            </a:r>
            <a:endParaRPr lang="en-US" sz="2250" dirty="0"/>
          </a:p>
        </p:txBody>
      </p:sp>
      <p:sp>
        <p:nvSpPr>
          <p:cNvPr id="10" name="Connector line-1792420379747-487936591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2" name="Text richtext-1792420379750-344725934"/>
          <p:cNvSpPr/>
          <p:nvPr/>
        </p:nvSpPr>
        <p:spPr>
          <a:xfrm>
            <a:off x="12858750" y="361950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e154abc-cf3f-486e-8859-6039f98f51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2026-10-19T14:33:40Z</dcterms:created>
  <dcterms:modified xsi:type="dcterms:W3CDTF">2026-10-19T14:33:40Z</dcterms:modified>
</cp:coreProperties>
</file>