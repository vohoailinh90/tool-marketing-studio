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429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request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81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r>
              <a:rPr lang="en-US" sz="8100" dirty="0" spc="-10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 nối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4770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nhỏ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 bị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9944100" y="1619250"/>
            <a:ext cx="7429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72700" y="18288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9" name="Text 7"/>
          <p:cNvSpPr/>
          <p:nvPr/>
        </p:nvSpPr>
        <p:spPr>
          <a:xfrm>
            <a:off x="11182350" y="1981200"/>
            <a:ext cx="6000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944100" y="3048000"/>
            <a:ext cx="7429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172700" y="325755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12" name="Text 10"/>
          <p:cNvSpPr/>
          <p:nvPr/>
        </p:nvSpPr>
        <p:spPr>
          <a:xfrm>
            <a:off x="11182350" y="3409950"/>
            <a:ext cx="6000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trace_id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944100" y="4476750"/>
            <a:ext cx="7429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72700" y="46863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5" name="Text 13"/>
          <p:cNvSpPr/>
          <p:nvPr/>
        </p:nvSpPr>
        <p:spPr>
          <a:xfrm>
            <a:off x="11182350" y="4838700"/>
            <a:ext cx="6000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histogram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944100" y="5905500"/>
            <a:ext cx="7429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172700" y="611505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8" name="Text 16"/>
          <p:cNvSpPr/>
          <p:nvPr/>
        </p:nvSpPr>
        <p:spPr>
          <a:xfrm>
            <a:off x="11182350" y="6267450"/>
            <a:ext cx="6000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944100" y="7334250"/>
            <a:ext cx="7429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72700" y="75438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496" dirty="0"/>
          </a:p>
        </p:txBody>
      </p:sp>
      <p:sp>
        <p:nvSpPr>
          <p:cNvPr id="21" name="Text 19"/>
          <p:cNvSpPr/>
          <p:nvPr/>
        </p:nvSpPr>
        <p:spPr>
          <a:xfrm>
            <a:off x="11182350" y="7696200"/>
            <a:ext cx="6000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4caa8fe-322b-4ba7-a25b-3690a81874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bất</a:t>
            </a:r>
            <a:r>
              <a:rPr lang="en-US" sz="78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 tới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request.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30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30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</a:t>
            </a:r>
            <a:r>
              <a:rPr lang="en-US" sz="30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ab266b29-255d-495d-9e4b-98ba8f8cdf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VẾT</a:t>
            </a:r>
            <a:r>
              <a:rPr lang="en-US" sz="1950" b="1" spc="29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6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</a:t>
            </a:r>
            <a:endParaRPr lang="en-US" sz="6900" dirty="0"/>
          </a:p>
        </p:txBody>
      </p:sp>
      <p:sp>
        <p:nvSpPr>
          <p:cNvPr id="4" name="Connector line-1792373078417-419031014"/>
          <p:cNvSpPr/>
          <p:nvPr/>
        </p:nvSpPr>
        <p:spPr>
          <a:xfrm>
            <a:off x="1333500" y="3714750"/>
            <a:ext cx="156210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609850" y="34671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952500" y="2762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5250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traceparent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610350" y="34671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4953000" y="2762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495300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trace-id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0610850" y="34671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8953500" y="2762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5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895350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parent-id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4611350" y="34671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0" y="2762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6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b="1" dirty="0" spc="2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95400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55245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90650" y="59055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14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90650" y="65722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Vết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48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đứt.</a:t>
            </a:r>
            <a:endParaRPr lang="en-US" sz="4800" dirty="0"/>
          </a:p>
        </p:txBody>
      </p:sp>
      <p:sp>
        <p:nvSpPr>
          <p:cNvPr id="20" name="Shape 18"/>
          <p:cNvSpPr/>
          <p:nvPr/>
        </p:nvSpPr>
        <p:spPr>
          <a:xfrm>
            <a:off x="9372600" y="55245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48850" y="59055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100" b="1" spc="14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spc="1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b="1" spc="14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848850" y="6572250"/>
            <a:ext cx="7048500" cy="1714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trace_id: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nhảy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nhật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8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56e772d-aa4a-4b58-aa2e-30514c87e2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Histogram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Che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4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đuôi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4500" dirty="0"/>
          </a:p>
        </p:txBody>
      </p:sp>
      <p:sp>
        <p:nvSpPr>
          <p:cNvPr id="7" name="Text richtext-1792373105767-287835907"/>
          <p:cNvSpPr/>
          <p:nvPr/>
        </p:nvSpPr>
        <p:spPr>
          <a:xfrm>
            <a:off x="1390650" y="5905500"/>
            <a:ext cx="70485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 biến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3429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HISTOGRAM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40957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khoảng</a:t>
            </a:r>
            <a:endParaRPr lang="en-US" sz="4500" dirty="0"/>
          </a:p>
        </p:txBody>
      </p:sp>
      <p:sp>
        <p:nvSpPr>
          <p:cNvPr id="11" name="Text richtext-1792373105793-463903599"/>
          <p:cNvSpPr/>
          <p:nvPr/>
        </p:nvSpPr>
        <p:spPr>
          <a:xfrm>
            <a:off x="9848850" y="5905500"/>
            <a:ext cx="70485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xấp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p95,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p99.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02ea49d-903e-4b0b-bc8a-eb08cb50ff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950" b="1" spc="3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nhãn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4953000" cy="1524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ID</a:t>
            </a:r>
            <a:r>
              <a:rPr lang="en-US" sz="33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300" dirty="0"/>
          </a:p>
        </p:txBody>
      </p:sp>
      <p:sp>
        <p:nvSpPr>
          <p:cNvPr id="5" name="Connector line-1792373129826-533547381"/>
          <p:cNvSpPr/>
          <p:nvPr/>
        </p:nvSpPr>
        <p:spPr>
          <a:xfrm flipV="1">
            <a:off x="5962650" y="3429000"/>
            <a:ext cx="4419600" cy="104775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6" name="Connector line-1792373129827-53263778"/>
          <p:cNvSpPr/>
          <p:nvPr/>
        </p:nvSpPr>
        <p:spPr>
          <a:xfrm>
            <a:off x="5962650" y="5048250"/>
            <a:ext cx="4419600" cy="10477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0477500" y="2762250"/>
            <a:ext cx="68961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58500" y="295275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7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100" b="1" spc="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100" b="1" spc="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0858500" y="3429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0477500" y="5429250"/>
            <a:ext cx="68961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858500" y="561975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spc="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0858500" y="6096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Vết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14400" y="7334250"/>
            <a:ext cx="16459200" cy="1428750"/>
          </a:xfrm>
          <a:prstGeom prst="roundRect">
            <a:avLst>
              <a:gd name="adj" fmla="val 21333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90650" y="7572375"/>
            <a:ext cx="1562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riêng.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390650" y="8115300"/>
            <a:ext cx="1562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 giá</a:t>
            </a:r>
            <a:r>
              <a:rPr lang="en-US" sz="25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trị: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40215af-a38c-4dee-819b-5e42f99681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72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4191000" cy="19050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33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endParaRPr lang="en-US" sz="3300" dirty="0"/>
          </a:p>
        </p:txBody>
      </p:sp>
      <p:sp>
        <p:nvSpPr>
          <p:cNvPr id="5" name="Connector line-1792373153730-359149723"/>
          <p:cNvSpPr/>
          <p:nvPr/>
        </p:nvSpPr>
        <p:spPr>
          <a:xfrm>
            <a:off x="5200650" y="4000500"/>
            <a:ext cx="12763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6572250" y="3048000"/>
            <a:ext cx="4762500" cy="1905000"/>
          </a:xfrm>
          <a:prstGeom prst="roundRect">
            <a:avLst>
              <a:gd name="adj" fmla="val 16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</a:t>
            </a: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31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đích</a:t>
            </a:r>
            <a:endParaRPr lang="en-US" sz="3150" dirty="0"/>
          </a:p>
        </p:txBody>
      </p:sp>
      <p:sp>
        <p:nvSpPr>
          <p:cNvPr id="7" name="Connector line-1792373153733-941864098"/>
          <p:cNvSpPr/>
          <p:nvPr/>
        </p:nvSpPr>
        <p:spPr>
          <a:xfrm>
            <a:off x="11430000" y="4000500"/>
            <a:ext cx="12763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2801600" y="3048000"/>
            <a:ext cx="4572000" cy="190500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182600" y="3286125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ƯU</a:t>
            </a:r>
            <a:r>
              <a:rPr lang="en-US" sz="195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1950" b="1" spc="1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3182600" y="3762375"/>
            <a:ext cx="38100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6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Vết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914400" y="5715000"/>
            <a:ext cx="8001000" cy="2952750"/>
          </a:xfrm>
          <a:prstGeom prst="roundRect">
            <a:avLst>
              <a:gd name="adj" fmla="val 90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33500" y="60007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b="1" dirty="0" spc="-2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endParaRPr lang="en-US" sz="2550" dirty="0"/>
          </a:p>
        </p:txBody>
      </p:sp>
      <p:sp>
        <p:nvSpPr>
          <p:cNvPr id="13" name="Text richtext-1792373153742-761595052"/>
          <p:cNvSpPr/>
          <p:nvPr/>
        </p:nvSpPr>
        <p:spPr>
          <a:xfrm>
            <a:off x="1333500" y="666750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 giản,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lỡ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72600" y="5715000"/>
            <a:ext cx="8001000" cy="2952750"/>
          </a:xfrm>
          <a:prstGeom prst="roundRect">
            <a:avLst>
              <a:gd name="adj" fmla="val 90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91700" y="60007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đuôi</a:t>
            </a:r>
            <a:r>
              <a:rPr lang="en-US" sz="2550" b="1" dirty="0" spc="-2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endParaRPr lang="en-US" sz="2550" dirty="0"/>
          </a:p>
        </p:txBody>
      </p:sp>
      <p:sp>
        <p:nvSpPr>
          <p:cNvPr id="16" name="Text richtext-1792373153760-247607457"/>
          <p:cNvSpPr/>
          <p:nvPr/>
        </p:nvSpPr>
        <p:spPr>
          <a:xfrm>
            <a:off x="9791700" y="666750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chậm;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5a34c01-8e78-43b3-9ecd-0f56d32bbce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36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4770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4290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858000" y="42862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0396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4290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Nhật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420600" y="42862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8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Tốn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85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trữ.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3EEE3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73342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90650" y="78676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30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00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30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30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0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a421a43-6929-417d-b1a6-5f577e9af0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3619500"/>
          </a:xfrm>
          <a:prstGeom prst="rect">
            <a:avLst/>
          </a:prstGeom>
          <a:noFill/>
          <a:ln/>
        </p:spPr>
        <p:txBody>
          <a:bodyPr wrap="square" lIns="0" tIns="225511" rIns="0" bIns="-225511" rtlCol="0" anchor="t"/>
          <a:lstStyle/>
          <a:p>
            <a:pPr algn="l" indent="0" marL="0">
              <a:lnSpc>
                <a:spcPts val="22196"/>
              </a:lnSpc>
              <a:buNone/>
            </a:pPr>
            <a:r>
              <a:rPr lang="en-US" sz="22196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120</a:t>
            </a:r>
            <a:r>
              <a:rPr lang="en-US" sz="22196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22196" dirty="0"/>
          </a:p>
        </p:txBody>
      </p:sp>
      <p:sp>
        <p:nvSpPr>
          <p:cNvPr id="4" name="Text 2"/>
          <p:cNvSpPr/>
          <p:nvPr/>
        </p:nvSpPr>
        <p:spPr>
          <a:xfrm>
            <a:off x="914400" y="4762500"/>
            <a:ext cx="8191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300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3000" b="1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30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8191500" cy="133350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Vậy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42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42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</a:t>
            </a:r>
            <a:r>
              <a:rPr lang="en-US" sz="42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chậm?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9944100" y="1905000"/>
            <a:ext cx="7429500" cy="6762750"/>
          </a:xfrm>
          <a:prstGeom prst="roundRect">
            <a:avLst>
              <a:gd name="adj" fmla="val 450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420350" y="228600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1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100" dirty="0"/>
          </a:p>
        </p:txBody>
      </p:sp>
      <p:sp>
        <p:nvSpPr>
          <p:cNvPr id="8" name="Text richtext-1792373177218-919363385"/>
          <p:cNvSpPr/>
          <p:nvPr/>
        </p:nvSpPr>
        <p:spPr>
          <a:xfrm>
            <a:off x="10420350" y="2952750"/>
            <a:ext cx="64770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10420350" y="6286500"/>
            <a:ext cx="6477000" cy="19050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10801350" y="6524625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100" b="1" spc="149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801350" y="7048500"/>
            <a:ext cx="571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p95,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p99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histogram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391dbefa-b1b1-4782-9aee-5b2d5ce155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857500"/>
            <a:ext cx="152400" cy="1295400"/>
          </a:xfrm>
          <a:prstGeom prst="roundRect">
            <a:avLst>
              <a:gd name="adj" fmla="val 175000"/>
            </a:avLst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1428750" y="3257550"/>
            <a:ext cx="4953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2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Trace</a:t>
            </a:r>
            <a:r>
              <a:rPr lang="en-US" sz="315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Context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6667500" y="3276600"/>
            <a:ext cx="10382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traceparent: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00-trace-id-parent-id-cờ.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381500"/>
            <a:ext cx="152400" cy="1295400"/>
          </a:xfrm>
          <a:prstGeom prst="roundRect">
            <a:avLst>
              <a:gd name="adj" fmla="val 175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1428750" y="4781550"/>
            <a:ext cx="4953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Nhật</a:t>
            </a:r>
            <a:r>
              <a:rPr lang="en-US" sz="315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315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15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315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6667500" y="4800600"/>
            <a:ext cx="10382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trace_id.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905500"/>
            <a:ext cx="152400" cy="1295400"/>
          </a:xfrm>
          <a:prstGeom prst="roundRect">
            <a:avLst>
              <a:gd name="adj" fmla="val 175000"/>
            </a:avLst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1428750" y="6305550"/>
            <a:ext cx="4953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1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Histogram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6667500" y="6324600"/>
            <a:ext cx="10382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khoảng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7429500"/>
            <a:ext cx="152400" cy="1295400"/>
          </a:xfrm>
          <a:prstGeom prst="roundRect">
            <a:avLst>
              <a:gd name="adj" fmla="val 175000"/>
            </a:avLst>
          </a:prstGeom>
          <a:solidFill>
            <a:srgbClr val="E8472B"/>
          </a:solidFill>
          <a:ln/>
        </p:spPr>
      </p:sp>
      <p:sp>
        <p:nvSpPr>
          <p:cNvPr id="18" name="Text 16"/>
          <p:cNvSpPr/>
          <p:nvPr/>
        </p:nvSpPr>
        <p:spPr>
          <a:xfrm>
            <a:off x="1428750" y="7829550"/>
            <a:ext cx="4953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Nhãn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6667500" y="7848600"/>
            <a:ext cx="10382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giá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bf004c2-a272-4832-bd4a-495a4ae092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W3C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World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Wide</a:t>
                      </a:r>
                      <a:r>
                        <a:rPr lang="en-US" sz="2100" dirty="0" spc="-2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Consortium:</a:t>
                      </a:r>
                      <a:r>
                        <a:rPr lang="en-US" sz="21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tổ</a:t>
                      </a: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chức</a:t>
                      </a:r>
                      <a:r>
                        <a:rPr lang="en-US" sz="2100" dirty="0" spc="-2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xây</a:t>
                      </a:r>
                      <a:r>
                        <a:rPr lang="en-US" sz="2100" dirty="0" spc="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chuẩn</a:t>
                      </a:r>
                      <a:r>
                        <a:rPr lang="en-US" sz="21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JSON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JavaScript</a:t>
                      </a:r>
                      <a:r>
                        <a:rPr lang="en-US" sz="21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Object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Notation: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ký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hiệu</a:t>
                      </a:r>
                      <a:r>
                        <a:rPr lang="en-US" sz="2100" dirty="0" spc="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đối</a:t>
                      </a:r>
                      <a:r>
                        <a:rPr lang="en-US" sz="21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tượng</a:t>
                      </a:r>
                      <a:r>
                        <a:rPr lang="en-US" sz="21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JavaScript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71500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203274-51105015"/>
          <p:cNvSpPr/>
          <p:nvPr/>
        </p:nvSpPr>
        <p:spPr>
          <a:xfrm>
            <a:off x="11296650" y="3619500"/>
            <a:ext cx="5810250" cy="466725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W3C:</a:t>
            </a:r>
            <a:r>
              <a:rPr lang="en-US" sz="2025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</a:t>
            </a:r>
            <a:r>
              <a:rPr lang="en-US" sz="2025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Context,</a:t>
            </a:r>
            <a:r>
              <a:rPr lang="en-US" sz="2025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025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025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traceparent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OpenTelemetry:</a:t>
            </a:r>
            <a:r>
              <a:rPr lang="en-US" sz="2025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context</a:t>
            </a:r>
            <a:r>
              <a:rPr lang="en-US" sz="2025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propagation,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sampling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Prometheus:</a:t>
            </a:r>
            <a:r>
              <a:rPr lang="en-US" sz="2025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histograms và</a:t>
            </a:r>
            <a:r>
              <a:rPr lang="en-US" sz="20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summaries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Prometheus: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8f9e76ed-0f05-4a89-b88a-0460fd192d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2026-10-19T02:05:34Z</dcterms:created>
  <dcterms:modified xsi:type="dcterms:W3CDTF">2026-10-19T02:05:34Z</dcterms:modified>
</cp:coreProperties>
</file>