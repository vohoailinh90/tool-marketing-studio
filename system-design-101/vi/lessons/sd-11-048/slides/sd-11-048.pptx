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190750"/>
          </a:xfrm>
          <a:prstGeom prst="rect">
            <a:avLst/>
          </a:prstGeom>
          <a:noFill/>
          <a:ln/>
        </p:spPr>
        <p:txBody>
          <a:bodyPr wrap="square" lIns="0" tIns="61500" rIns="0" bIns="-61500" rtlCol="0" anchor="t"/>
          <a:lstStyle/>
          <a:p>
            <a:pPr algn="l" indent="0" marL="0">
              <a:lnSpc>
                <a:spcPts val="7534"/>
              </a:lnSpc>
              <a:buNone/>
            </a:pPr>
            <a:r>
              <a:rPr lang="en-US" sz="7175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7175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ống</a:t>
            </a:r>
            <a:r>
              <a:rPr lang="en-US" sz="7175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175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175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7175" dirty="0"/>
          </a:p>
          <a:p>
            <a:pPr algn="l" indent="0" marL="0">
              <a:lnSpc>
                <a:spcPts val="7534"/>
              </a:lnSpc>
              <a:buNone/>
            </a:pPr>
            <a:r>
              <a:rPr lang="en-US" sz="7175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trên</a:t>
            </a:r>
            <a:r>
              <a:rPr lang="en-US" sz="7175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175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7175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endParaRPr lang="en-US" sz="7175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8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chặng,</a:t>
            </a:r>
            <a:r>
              <a:rPr lang="en-US" sz="2850" dirty="0" spc="-16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5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dirty="0" spc="-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7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850" dirty="0" spc="-5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8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477000"/>
            <a:ext cx="2667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6858000"/>
            <a:ext cx="266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 thập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3581400" y="6905625"/>
            <a:ext cx="7810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62450" y="6477000"/>
            <a:ext cx="2667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2450" y="6858000"/>
            <a:ext cx="266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29450" y="6905625"/>
            <a:ext cx="7810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810500" y="6477000"/>
            <a:ext cx="2667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0500" y="6858000"/>
            <a:ext cx="266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477500" y="6905625"/>
            <a:ext cx="7810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1258550" y="6477000"/>
            <a:ext cx="2667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58550" y="6858000"/>
            <a:ext cx="266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3925550" y="6905625"/>
            <a:ext cx="7810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4706600" y="6477000"/>
            <a:ext cx="2667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06600" y="6858000"/>
            <a:ext cx="266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87604f68-7f36-4214-b313-5fd4aeb0a0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0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chặng,</a:t>
            </a:r>
            <a:r>
              <a:rPr lang="en-US" sz="6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60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dirty="0" spc="-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5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17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100" dirty="0" spc="-8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tảng,</a:t>
            </a:r>
            <a:r>
              <a:rPr lang="en-US" sz="210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dirty="0" spc="-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10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4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10000" y="314325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4" kern="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91500" y="3143250"/>
            <a:ext cx="419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0" y="314325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1800" b="1" spc="214" kern="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543300"/>
            <a:ext cx="16459200" cy="819150"/>
          </a:xfrm>
          <a:prstGeom prst="roundRect">
            <a:avLst>
              <a:gd name="adj" fmla="val 23256"/>
            </a:avLst>
          </a:prstGeom>
          <a:solidFill>
            <a:srgbClr val="FBF8F1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375285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Thu</a:t>
            </a:r>
            <a:r>
              <a:rPr lang="en-US" sz="21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thập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810000" y="37528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Kinesis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191500" y="37528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Event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Hubs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573000" y="375285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PubSub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4514850"/>
            <a:ext cx="16459200" cy="819150"/>
          </a:xfrm>
          <a:prstGeom prst="roundRect">
            <a:avLst>
              <a:gd name="adj" fmla="val 23256"/>
            </a:avLst>
          </a:prstGeom>
          <a:solidFill>
            <a:srgbClr val="FBF8F1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1100" y="472440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Hồ</a:t>
            </a:r>
            <a:r>
              <a:rPr lang="en-US" sz="2100" dirty="0" spc="-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1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810000" y="47244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191500" y="47244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Data</a:t>
            </a:r>
            <a:r>
              <a:rPr lang="en-US" sz="225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Lake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Store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573000" y="472440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Cloud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Storage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5486400"/>
            <a:ext cx="16459200" cy="819150"/>
          </a:xfrm>
          <a:prstGeom prst="roundRect">
            <a:avLst>
              <a:gd name="adj" fmla="val 23256"/>
            </a:avLst>
          </a:prstGeom>
          <a:solidFill>
            <a:srgbClr val="FBF8F1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1100" y="569595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Tính</a:t>
            </a: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toán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810000" y="56959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EMR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8191500" y="56959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Databricks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573000" y="569595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DataProc,</a:t>
            </a: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DataFlow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14400" y="6457950"/>
            <a:ext cx="16459200" cy="819150"/>
          </a:xfrm>
          <a:prstGeom prst="roundRect">
            <a:avLst>
              <a:gd name="adj" fmla="val 23256"/>
            </a:avLst>
          </a:prstGeom>
          <a:solidFill>
            <a:srgbClr val="FBF8F1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1100" y="666750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Kho</a:t>
            </a:r>
            <a:r>
              <a:rPr lang="en-US" sz="21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810000" y="66675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Redshift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8191500" y="66675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Cosmos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DB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573000" y="666750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BigQuery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14400" y="7429500"/>
            <a:ext cx="16459200" cy="819150"/>
          </a:xfrm>
          <a:prstGeom prst="roundRect">
            <a:avLst>
              <a:gd name="adj" fmla="val 23256"/>
            </a:avLst>
          </a:prstGeom>
          <a:solidFill>
            <a:srgbClr val="FBF8F1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1100" y="7639050"/>
            <a:ext cx="247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Trình</a:t>
            </a:r>
            <a:r>
              <a:rPr lang="en-US" sz="21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bày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3810000" y="76390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QuickSight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8191500" y="76390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Power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2573000" y="7639050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Data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Studio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55087da6-c3fd-40a6-a4db-59c63eb8ba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 DỮ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Gom</a:t>
            </a:r>
            <a:r>
              <a:rPr lang="en-US" sz="60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về,</a:t>
            </a:r>
            <a:r>
              <a:rPr lang="en-US" sz="60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524000" y="2857500"/>
            <a:ext cx="3810000" cy="857250"/>
          </a:xfrm>
          <a:prstGeom prst="roundRect">
            <a:avLst>
              <a:gd name="adj" fmla="val 22222"/>
            </a:avLst>
          </a:prstGeom>
          <a:solidFill>
            <a:srgbClr val="FBF8F1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31242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7239000" y="2857500"/>
            <a:ext cx="3810000" cy="857250"/>
          </a:xfrm>
          <a:prstGeom prst="roundRect">
            <a:avLst>
              <a:gd name="adj" fmla="val 22222"/>
            </a:avLst>
          </a:prstGeom>
          <a:solidFill>
            <a:srgbClr val="DDE2FB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9000" y="31242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2954000" y="2857500"/>
            <a:ext cx="38100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0" y="31242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3409950" y="3810000"/>
            <a:ext cx="38100" cy="4762500"/>
          </a:xfrm>
          <a:prstGeom prst="rect">
            <a:avLst/>
          </a:prstGeom>
          <a:solidFill>
            <a:srgbClr val="8A867C"/>
          </a:solidFill>
          <a:ln/>
        </p:spPr>
      </p:sp>
      <p:sp>
        <p:nvSpPr>
          <p:cNvPr id="11" name="Shape 9"/>
          <p:cNvSpPr/>
          <p:nvPr/>
        </p:nvSpPr>
        <p:spPr>
          <a:xfrm>
            <a:off x="9124950" y="3810000"/>
            <a:ext cx="38100" cy="47625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39950" y="3810000"/>
            <a:ext cx="38100" cy="47625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3543300" y="4572000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gom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3448050" y="5143500"/>
            <a:ext cx="5524500" cy="381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0" y="4933950"/>
            <a:ext cx="38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258300" y="6572250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63050" y="7143750"/>
            <a:ext cx="5524500" cy="381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4478000" y="6934200"/>
            <a:ext cx="38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38b6c0d-0305-4bd2-99fc-bfc76495b8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TÍNH</a:t>
            </a:r>
            <a:r>
              <a:rPr lang="en-US" sz="1800" b="1" spc="26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1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0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 tích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65760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572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EMR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6515100" y="32385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96100" y="365760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6100" y="4572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Databricks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12115800" y="32385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96800" y="3657600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180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96800" y="45720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30302" rIns="0" bIns="-30302" rtlCol="0" anchor="t"/>
          <a:lstStyle/>
          <a:p>
            <a:pPr algn="l" indent="0" marL="0">
              <a:lnSpc>
                <a:spcPts val="5248"/>
              </a:lnSpc>
              <a:buNone/>
            </a:pPr>
            <a:r>
              <a:rPr lang="en-US" sz="4771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DataProc,</a:t>
            </a:r>
            <a:endParaRPr lang="en-US" sz="4771" dirty="0"/>
          </a:p>
          <a:p>
            <a:pPr algn="l" indent="0" marL="0">
              <a:lnSpc>
                <a:spcPts val="5248"/>
              </a:lnSpc>
              <a:buNone/>
            </a:pPr>
            <a:r>
              <a:rPr lang="en-US" sz="4771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DataFlow</a:t>
            </a:r>
            <a:endParaRPr lang="en-US" sz="4771" dirty="0"/>
          </a:p>
        </p:txBody>
      </p:sp>
      <p:sp>
        <p:nvSpPr>
          <p:cNvPr id="13" name="Text 11"/>
          <p:cNvSpPr/>
          <p:nvPr/>
        </p:nvSpPr>
        <p:spPr>
          <a:xfrm>
            <a:off x="914400" y="7429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5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r>
              <a:rPr lang="en-US" sz="255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tảng</a:t>
            </a:r>
            <a:r>
              <a:rPr lang="en-US" sz="2550" dirty="0" spc="-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5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 dịch</a:t>
            </a:r>
            <a:r>
              <a:rPr lang="en-US" sz="25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5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5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chặng</a:t>
            </a:r>
            <a:r>
              <a:rPr lang="en-US" sz="2550" dirty="0" spc="-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aae1d65-d8d9-4e82-bdbb-a043d64744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6459200" cy="3238500"/>
          </a:xfrm>
          <a:prstGeom prst="roundRect">
            <a:avLst>
              <a:gd name="adj" fmla="val 10588"/>
            </a:avLst>
          </a:prstGeom>
          <a:solidFill>
            <a:srgbClr val="D8EFEA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8750" y="2381250"/>
            <a:ext cx="15430500" cy="2286000"/>
          </a:xfrm>
          <a:prstGeom prst="rect">
            <a:avLst/>
          </a:prstGeom>
          <a:noFill/>
          <a:ln/>
        </p:spPr>
        <p:txBody>
          <a:bodyPr wrap="square" lIns="0" tIns="41910" rIns="0" bIns="-4191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600" dirty="0"/>
          </a:p>
          <a:p>
            <a:pPr algn="l" indent="0" marL="0">
              <a:lnSpc>
                <a:spcPts val="7260"/>
              </a:lnSpc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 liệu có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6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trúc.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5905500"/>
            <a:ext cx="495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4" kern="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6286500"/>
            <a:ext cx="4953000" cy="1047750"/>
          </a:xfrm>
          <a:prstGeom prst="roundRect">
            <a:avLst>
              <a:gd name="adj" fmla="val 21818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6103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2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Redshift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667500" y="5905500"/>
            <a:ext cx="495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67500" y="6286500"/>
            <a:ext cx="4953000" cy="1047750"/>
          </a:xfrm>
          <a:prstGeom prst="roundRect">
            <a:avLst>
              <a:gd name="adj" fmla="val 21818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500" y="66103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Cosmos</a:t>
            </a:r>
            <a:r>
              <a:rPr lang="en-US" sz="28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DB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420600" y="5905500"/>
            <a:ext cx="495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1800" b="1" spc="214" kern="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420600" y="6286500"/>
            <a:ext cx="4953000" cy="1047750"/>
          </a:xfrm>
          <a:prstGeom prst="roundRect">
            <a:avLst>
              <a:gd name="adj" fmla="val 21818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20600" y="66103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BigQuery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b619c496-777a-4843-b239-15420dcddc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4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b="1" spc="2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1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Vẽ</a:t>
            </a:r>
            <a:r>
              <a:rPr lang="en-US" sz="60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biểu</a:t>
            </a:r>
            <a:r>
              <a:rPr lang="en-US" sz="60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0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238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364" dirty="0"/>
          </a:p>
        </p:txBody>
      </p:sp>
      <p:sp>
        <p:nvSpPr>
          <p:cNvPr id="6" name="Text 4"/>
          <p:cNvSpPr/>
          <p:nvPr/>
        </p:nvSpPr>
        <p:spPr>
          <a:xfrm>
            <a:off x="2381250" y="3543300"/>
            <a:ext cx="666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QuickSight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0" y="360045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65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667250"/>
            <a:ext cx="16459200" cy="123825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95300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364" dirty="0"/>
          </a:p>
        </p:txBody>
      </p:sp>
      <p:sp>
        <p:nvSpPr>
          <p:cNvPr id="10" name="Text 8"/>
          <p:cNvSpPr/>
          <p:nvPr/>
        </p:nvSpPr>
        <p:spPr>
          <a:xfrm>
            <a:off x="2381250" y="5067300"/>
            <a:ext cx="666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Power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430000" y="512445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6191250"/>
            <a:ext cx="16459200" cy="1238250"/>
          </a:xfrm>
          <a:prstGeom prst="roundRect">
            <a:avLst>
              <a:gd name="adj" fmla="val 20000"/>
            </a:avLst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477000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64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364" dirty="0"/>
          </a:p>
        </p:txBody>
      </p:sp>
      <p:sp>
        <p:nvSpPr>
          <p:cNvPr id="14" name="Text 12"/>
          <p:cNvSpPr/>
          <p:nvPr/>
        </p:nvSpPr>
        <p:spPr>
          <a:xfrm>
            <a:off x="2381250" y="6591300"/>
            <a:ext cx="666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Studio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430000" y="664845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GOOGLE</a:t>
            </a:r>
            <a:r>
              <a:rPr lang="en-US" sz="2100" b="1" spc="211" kern="0" dirty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973a7b5-ca3b-49c5-913e-061e96eba9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59055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457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22457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29500" y="1905000"/>
            <a:ext cx="9944100" cy="1428750"/>
          </a:xfrm>
          <a:prstGeom prst="roundRect">
            <a:avLst>
              <a:gd name="adj" fmla="val 17333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0500" y="22479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Thước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7429500" y="3714750"/>
            <a:ext cx="9944100" cy="1428750"/>
          </a:xfrm>
          <a:prstGeom prst="roundRect">
            <a:avLst>
              <a:gd name="adj" fmla="val 17333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0500" y="4057650"/>
            <a:ext cx="91440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2026,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7429500" y="5524500"/>
            <a:ext cx="9944100" cy="1428750"/>
          </a:xfrm>
          <a:prstGeom prst="roundRect">
            <a:avLst>
              <a:gd name="adj" fmla="val 17333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7810500" y="58674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1e40b35-b033-41d5-b0e5-2f151d6e30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Redshift: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0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Azure</a:t>
            </a:r>
            <a:r>
              <a:rPr lang="en-US" sz="60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Cosmos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DB</a:t>
            </a:r>
            <a:endParaRPr lang="en-US" sz="5100" dirty="0"/>
          </a:p>
        </p:txBody>
      </p:sp>
      <p:sp>
        <p:nvSpPr>
          <p:cNvPr id="7" name="Shape 5"/>
          <p:cNvSpPr/>
          <p:nvPr/>
        </p:nvSpPr>
        <p:spPr>
          <a:xfrm>
            <a:off x="9563100" y="3048000"/>
            <a:ext cx="7810500" cy="3429000"/>
          </a:xfrm>
          <a:prstGeom prst="roundRect">
            <a:avLst>
              <a:gd name="adj" fmla="val 7778"/>
            </a:avLst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9944100" y="342900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800" b="1" spc="21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44100" y="4286250"/>
            <a:ext cx="7048500" cy="171450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Fabric</a:t>
            </a:r>
            <a:r>
              <a:rPr lang="en-US" sz="42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Data</a:t>
            </a:r>
            <a:r>
              <a:rPr lang="en-US" sz="4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Warehouse</a:t>
            </a:r>
            <a:endParaRPr lang="en-US" sz="42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Azure</a:t>
            </a:r>
            <a:r>
              <a:rPr lang="en-US" sz="4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Databricks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SQL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7239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Dòng</a:t>
            </a:r>
            <a:r>
              <a:rPr lang="en-US" sz="270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7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27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 cần</a:t>
            </a:r>
            <a:r>
              <a:rPr lang="en-US" sz="27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 lại.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db73eca5-b536-4951-98d4-e2cb21cb01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51435" rIns="0" bIns="-51435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0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chặng,</a:t>
            </a:r>
            <a:r>
              <a:rPr lang="en-US" sz="6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41910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44767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105400" y="4791075"/>
            <a:ext cx="1562100" cy="381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6667500" y="4191000"/>
            <a:ext cx="41910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991350" y="44767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16248" rIns="0" bIns="-16248" rtlCol="0" anchor="t"/>
          <a:lstStyle/>
          <a:p>
            <a:pPr algn="l" indent="0" marL="0">
              <a:lnSpc>
                <a:spcPts val="2906"/>
              </a:lnSpc>
              <a:buNone/>
            </a:pPr>
            <a:r>
              <a:rPr lang="en-US" sz="2325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325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endParaRPr lang="en-US" sz="2325" dirty="0"/>
          </a:p>
          <a:p>
            <a:pPr algn="l" indent="0" marL="0">
              <a:lnSpc>
                <a:spcPts val="2906"/>
              </a:lnSpc>
              <a:buNone/>
            </a:pPr>
            <a:r>
              <a:rPr lang="en-US" sz="2325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325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325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325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325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10858500" y="4791075"/>
            <a:ext cx="666750" cy="381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06200" y="3352800"/>
            <a:ext cx="38100" cy="28765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5250" y="3333750"/>
            <a:ext cx="666750" cy="381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5250" y="6210300"/>
            <a:ext cx="666750" cy="381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92000" y="2762250"/>
            <a:ext cx="5181600" cy="1238250"/>
          </a:xfrm>
          <a:prstGeom prst="roundRect">
            <a:avLst>
              <a:gd name="adj" fmla="val 18462"/>
            </a:avLst>
          </a:prstGeom>
          <a:solidFill>
            <a:srgbClr val="DDE2FB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77750" y="30480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192000" y="5619750"/>
            <a:ext cx="5181600" cy="1238250"/>
          </a:xfrm>
          <a:prstGeom prst="roundRect">
            <a:avLst>
              <a:gd name="adj" fmla="val 18462"/>
            </a:avLst>
          </a:prstGeom>
          <a:solidFill>
            <a:srgbClr val="DDE2FB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77750" y="59055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ghép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75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5c3b94a-08b6-4b29-9c4c-701a4bde5b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AWS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238500" y="18859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7622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BI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238500" y="28384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tích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7147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DB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3238500" y="37909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6672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EMR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238500" y="47434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56197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GCP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238500" y="56959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715500" y="1714500"/>
            <a:ext cx="7658100" cy="342900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19050">
            <a:solidFill>
              <a:srgbClr val="3A3E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96500" y="20383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096500" y="2552700"/>
            <a:ext cx="7048500" cy="2381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Microsoft,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100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professionals: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Analytics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 Azure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comparison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1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00cfc57-dac6-4fb7-8180-6694b62ee3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2026-10-19T15:50:38Z</dcterms:created>
  <dcterms:modified xsi:type="dcterms:W3CDTF">2026-10-19T15:50:38Z</dcterms:modified>
</cp:coreProperties>
</file>