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9720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81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lực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bộ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096500" y="1524000"/>
            <a:ext cx="72771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0" y="18097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477500" y="238125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42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4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10096500" y="4000500"/>
            <a:ext cx="72771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42862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spc="14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0" y="485775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42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0096500" y="6477000"/>
            <a:ext cx="72771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77500" y="67627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477500" y="733425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d35283a9-5cc0-45e8-a785-037a7c85db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2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5334000" cy="5334000"/>
          </a:xfrm>
          <a:prstGeom prst="rect">
            <a:avLst/>
          </a:prstGeom>
          <a:noFill/>
          <a:ln/>
        </p:spPr>
        <p:txBody>
          <a:bodyPr wrap="square" lIns="0" tIns="396240" rIns="0" bIns="-396240" rtlCol="0" anchor="t"/>
          <a:lstStyle/>
          <a:p>
            <a:pPr algn="l" indent="0" marL="0">
              <a:lnSpc>
                <a:spcPts val="39000"/>
              </a:lnSpc>
              <a:buNone/>
            </a:pPr>
            <a:r>
              <a:rPr lang="en-US" sz="390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0" dirty="0"/>
          </a:p>
        </p:txBody>
      </p:sp>
      <p:sp>
        <p:nvSpPr>
          <p:cNvPr id="5" name="Text 3"/>
          <p:cNvSpPr/>
          <p:nvPr/>
        </p:nvSpPr>
        <p:spPr>
          <a:xfrm>
            <a:off x="6477000" y="3619500"/>
            <a:ext cx="10896600" cy="13335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năng</a:t>
            </a:r>
            <a:r>
              <a:rPr lang="en-US" sz="45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lực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6477000" y="5524500"/>
            <a:ext cx="108966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5810250"/>
            <a:ext cx="1009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1950" dirty="0"/>
          </a:p>
        </p:txBody>
      </p:sp>
      <p:sp>
        <p:nvSpPr>
          <p:cNvPr id="8" name="Text richtext-1792376662121-453373790"/>
          <p:cNvSpPr/>
          <p:nvPr/>
        </p:nvSpPr>
        <p:spPr>
          <a:xfrm>
            <a:off x="6896100" y="6381750"/>
            <a:ext cx="100965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của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thạo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53f14a4-dbf4-42cb-80df-8c35193d71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 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HỢP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Tham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772150" y="42862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762750" y="3238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3750" y="352425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143750" y="44767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36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620500" y="42862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→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2611100" y="3238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92100" y="352425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992100" y="44767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36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914400" y="676275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7000875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3500" y="7477125"/>
            <a:ext cx="15621000" cy="1000125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spcAft>
                <a:spcPts val="450"/>
              </a:spcAft>
              <a:buNone/>
            </a:pPr>
            <a:r>
              <a:rPr lang="en-US" sz="25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OpenAPI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HTTP.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960278a-bcf5-4728-b13d-ccba33fd93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KIỂM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Hủy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19375"/>
            <a:ext cx="16459200" cy="571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nhập.</a:t>
            </a:r>
            <a:r>
              <a:rPr lang="en-US" sz="2550" dirty="0" spc="-2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000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CÔNG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667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4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4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42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372600" y="36195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4000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0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46672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 cạnh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791700" y="61912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ca thành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905750"/>
            <a:ext cx="16459200" cy="85725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811530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2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Xác</a:t>
            </a:r>
            <a:r>
              <a:rPr lang="en-US" sz="2550" dirty="0" spc="10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550" dirty="0" spc="1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550" dirty="0" spc="0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550" dirty="0" spc="-3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9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-16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 trên</a:t>
            </a:r>
            <a:r>
              <a:rPr lang="en-US" sz="2550" dirty="0" spc="8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550" dirty="0" spc="5" kern="0">
                <a:solidFill>
                  <a:srgbClr val="FBF8F2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2c85557-c4db-4a2a-a1a9-c07a68e1f7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800" b="1" spc="20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endParaRPr lang="en-US" sz="6900" dirty="0"/>
          </a:p>
        </p:txBody>
      </p:sp>
      <p:sp>
        <p:nvSpPr>
          <p:cNvPr id="4" name="Connector line-1792376717435-619980904"/>
          <p:cNvSpPr/>
          <p:nvPr/>
        </p:nvSpPr>
        <p:spPr>
          <a:xfrm>
            <a:off x="1428750" y="4000500"/>
            <a:ext cx="154305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200150" y="3771900"/>
            <a:ext cx="457200" cy="457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6343650" y="3771900"/>
            <a:ext cx="457200" cy="457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" name="Shape 5"/>
          <p:cNvSpPr/>
          <p:nvPr/>
        </p:nvSpPr>
        <p:spPr>
          <a:xfrm>
            <a:off x="11487150" y="3771900"/>
            <a:ext cx="457200" cy="457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Shape 6"/>
          <p:cNvSpPr/>
          <p:nvPr/>
        </p:nvSpPr>
        <p:spPr>
          <a:xfrm>
            <a:off x="16630650" y="37719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572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50482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33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057900" y="4572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1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057900" y="50482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201400" y="4572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201400" y="50482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33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vô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4516100" y="45720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4516100" y="504825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r" indent="0" marL="0">
              <a:lnSpc>
                <a:spcPts val="3795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r>
              <a:rPr lang="en-US" sz="33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914400" y="685800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F8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7096125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7572375"/>
            <a:ext cx="15621000" cy="1000125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spcAft>
                <a:spcPts val="450"/>
              </a:spcAft>
              <a:buNone/>
            </a:pPr>
            <a:r>
              <a:rPr lang="en-US" sz="2550" dirty="0" spc="-8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 dụng.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hiểu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5deee2f-2b1d-44e1-bdea-466708b99e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14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HỢP</a:t>
            </a: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3000" dirty="0" spc="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24625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spc="14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15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05625" y="3905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30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134850" y="2952750"/>
            <a:ext cx="523875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286125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b="1" spc="14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b="1" spc="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b="1" spc="1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15850" y="39052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30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6667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6953250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3500" y="752475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OpenAPI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4b5500de-bd6b-413e-8dec-8a55719458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dirty="0" spc="-1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-1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300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145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3000" dirty="0" spc="2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3000" dirty="0" spc="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3000" dirty="0" spc="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00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dirty="0" spc="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33350" cy="21907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3238500"/>
            <a:ext cx="15811500" cy="238125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Chưa.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2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72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72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914400" y="6477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6762750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95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950" b="1" spc="1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1950" b="1" spc="1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14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6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" y="7381875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30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69f3c46-af0c-4305-bf4b-94e87ac006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tập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950" b="1" spc="14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0" y="3048000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THÌ</a:t>
            </a:r>
            <a:r>
              <a:rPr lang="en-US" sz="19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714750"/>
            <a:ext cx="16459200" cy="104775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0005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0" y="40005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857750"/>
            <a:ext cx="16459200" cy="104775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1435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0" y="51435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000750"/>
            <a:ext cx="16459200" cy="1047750"/>
          </a:xfrm>
          <a:prstGeom prst="roundRect">
            <a:avLst>
              <a:gd name="adj" fmla="val 1454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2865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0" y="62865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55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524750"/>
            <a:ext cx="114300" cy="11430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524750"/>
            <a:ext cx="160782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spcAft>
                <a:spcPts val="300"/>
              </a:spcAft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tiên.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7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</a:t>
            </a:r>
            <a:r>
              <a:rPr lang="en-US" sz="25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 đã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5965da0-ecc4-4891-a608-88b48aa11c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1346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00375"/>
            <a:ext cx="933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33500" y="3762375"/>
            <a:ext cx="93345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381500"/>
            <a:ext cx="9334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101346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143625"/>
            <a:ext cx="933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333500" y="69056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9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33500" y="7524750"/>
            <a:ext cx="93345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277600" y="2762250"/>
            <a:ext cx="6096000" cy="6096000"/>
          </a:xfrm>
          <a:prstGeom prst="roundRect">
            <a:avLst>
              <a:gd name="adj" fmla="val 375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620500" y="304800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Text richtext-1792376782446-899021669"/>
          <p:cNvSpPr/>
          <p:nvPr/>
        </p:nvSpPr>
        <p:spPr>
          <a:xfrm>
            <a:off x="11620500" y="3667125"/>
            <a:ext cx="5524500" cy="4953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OpenAPI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3.1.1,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Operation</a:t>
            </a:r>
            <a:r>
              <a:rPr lang="en-US" sz="21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4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HTTP,</a:t>
            </a: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§9.2.2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00a26b1-e45c-4b81-9298-92da6e6765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2026-10-19T02:37:08Z</dcterms:created>
  <dcterms:modified xsi:type="dcterms:W3CDTF">2026-10-19T02:37:08Z</dcterms:modified>
</cp:coreProperties>
</file>