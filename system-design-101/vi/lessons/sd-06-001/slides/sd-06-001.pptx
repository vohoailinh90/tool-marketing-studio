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 SemiBold"/>
      <p:regular r:id="rId17"/>
    </p:embeddedFont>
    <p:embeddedFont>
      <p:font typeface="Bricolage Grotesque ExtraBold"/>
      <p:regular r:id="rId18"/>
    </p:embeddedFont>
    <p:embeddedFont>
      <p:font typeface="Be Vietnam Pro"/>
      <p:regular r:id="rId19"/>
      <p:bold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9525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Stack: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thập,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810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162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Beats,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 ·</a:t>
            </a:r>
            <a:r>
              <a:rPr lang="en-US" sz="30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163300" y="1809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763250" y="3009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009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3257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1163300" y="3905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763250" y="5105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5105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5353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Kibana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1163300" y="6000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763250" y="7200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763250" y="7200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163300" y="7448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0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r>
              <a:rPr lang="en-US" sz="30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3000" dirty="0" spc="-3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163300" y="8096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e11f54-7209-40a8-8a42-0dd37a098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9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bỏ,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Beats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9149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534400" y="7391400"/>
            <a:ext cx="4191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Elasticsearch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106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Kibana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Text 1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f31a5f-f7a0-4fe0-b2d0-2eea5107d1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7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BEATS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18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 thập</a:t>
            </a:r>
            <a:r>
              <a:rPr lang="en-US" sz="78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Beats</a:t>
            </a:r>
            <a:endParaRPr lang="en-US" sz="6000" dirty="0"/>
          </a:p>
        </p:txBody>
      </p:sp>
      <p:sp>
        <p:nvSpPr>
          <p:cNvPr id="8" name="Text richtext-1792370576866-940646331"/>
          <p:cNvSpPr/>
          <p:nvPr/>
        </p:nvSpPr>
        <p:spPr>
          <a:xfrm>
            <a:off x="12954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 trình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Packetbeat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</p:txBody>
      </p:sp>
      <p:sp>
        <p:nvSpPr>
          <p:cNvPr id="9" name="Connector line-1792370576888-484155465"/>
          <p:cNvSpPr/>
          <p:nvPr/>
        </p:nvSpPr>
        <p:spPr>
          <a:xfrm>
            <a:off x="8382000" y="5429250"/>
            <a:ext cx="15240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1346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1346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156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Logstash</a:t>
            </a:r>
            <a:endParaRPr lang="en-US" sz="6000" dirty="0"/>
          </a:p>
        </p:txBody>
      </p:sp>
      <p:sp>
        <p:nvSpPr>
          <p:cNvPr id="14" name="Text richtext-1792370576892-565681131"/>
          <p:cNvSpPr/>
          <p:nvPr/>
        </p:nvSpPr>
        <p:spPr>
          <a:xfrm>
            <a:off x="105156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trường: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gian,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60de7f8-765f-49e9-8bbe-c76097fb7b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1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</a:t>
            </a:r>
            <a:r>
              <a:rPr lang="en-US" sz="1950" spc="24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1950" spc="17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0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mục,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4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chữ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Lọc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536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772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7334" rIns="0" bIns="-7334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 kiếm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xây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Lucene.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33109b2-cea8-4649-9455-17c08899a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KIBANA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HIỂN THỊ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78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cố</a:t>
            </a:r>
            <a:r>
              <a:rPr lang="en-US" sz="78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8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Kibana</a:t>
            </a:r>
            <a:endParaRPr lang="en-US" sz="5400" dirty="0"/>
          </a:p>
        </p:txBody>
      </p:sp>
      <p:sp>
        <p:nvSpPr>
          <p:cNvPr id="6" name="Text richtext-1792370597575-240525346"/>
          <p:cNvSpPr/>
          <p:nvPr/>
        </p:nvSpPr>
        <p:spPr>
          <a:xfrm>
            <a:off x="1295400" y="4000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6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850" dirty="0"/>
          </a:p>
        </p:txBody>
      </p:sp>
      <p:sp>
        <p:nvSpPr>
          <p:cNvPr id="7" name="Connector line-1792370597591-231549230"/>
          <p:cNvSpPr/>
          <p:nvPr/>
        </p:nvSpPr>
        <p:spPr>
          <a:xfrm>
            <a:off x="9144000" y="6057900"/>
            <a:ext cx="0" cy="5143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triangl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67627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010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Elasticsearch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8001000"/>
            <a:ext cx="15697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32daa59-ecc6-4a77-b7e3-828762e259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0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1950" spc="21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đệm,</a:t>
            </a:r>
            <a:r>
              <a:rPr lang="en-US" sz="78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Beats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0485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Kafka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1826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Logstash</a:t>
            </a:r>
            <a:endParaRPr lang="en-US" sz="3900" dirty="0"/>
          </a:p>
        </p:txBody>
      </p:sp>
      <p:sp>
        <p:nvSpPr>
          <p:cNvPr id="7" name="Connector line-1792370611907-220159041"/>
          <p:cNvSpPr/>
          <p:nvPr/>
        </p:nvSpPr>
        <p:spPr>
          <a:xfrm>
            <a:off x="51435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1435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9" name="Connector line-1792370611910-865749920"/>
          <p:cNvSpPr/>
          <p:nvPr/>
        </p:nvSpPr>
        <p:spPr>
          <a:xfrm flipH="1">
            <a:off x="112776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12776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151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68389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21158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396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Text 25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a5630d-c1f2-4a28-95a7-07e16a71bd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Logstash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buộc:</a:t>
            </a:r>
            <a:r>
              <a:rPr lang="en-US" sz="34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Beats</a:t>
            </a:r>
            <a:r>
              <a:rPr lang="en-US" sz="3450" dirty="0" spc="6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 tới</a:t>
            </a:r>
            <a:r>
              <a:rPr lang="en-US" sz="34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Elasticsearch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chặng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4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4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4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</a:t>
            </a:r>
            <a:r>
              <a:rPr lang="en-US" sz="34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 nếu</a:t>
            </a:r>
            <a:r>
              <a:rPr lang="en-US" sz="3450" dirty="0" spc="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a66a2e3-7d60-4208-b1b9-c07cd04346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máy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11239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 là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nào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Kafka?</a:t>
            </a:r>
            <a:endParaRPr lang="en-US" sz="3600" dirty="0"/>
          </a:p>
        </p:txBody>
      </p:sp>
      <p:sp>
        <p:nvSpPr>
          <p:cNvPr id="6" name="Connector line-1792370639630-49011748"/>
          <p:cNvSpPr/>
          <p:nvPr/>
        </p:nvSpPr>
        <p:spPr>
          <a:xfrm>
            <a:off x="3486150" y="4953000"/>
            <a:ext cx="113157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105150" y="4572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8763000" y="4572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14420850" y="4572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7225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9610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90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89610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theo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2301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5539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6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25539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b7fdf1-eb1e-43d5-ae93-0b50a9194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Beats</a:t>
                      </a:r>
                      <a:r>
                        <a:rPr lang="en-US" sz="3000" dirty="0" spc="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Elasticsearch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nhờ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30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Giá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giấy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phép: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6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Không</a:t>
                      </a:r>
                      <a:r>
                        <a:rPr lang="en-US" sz="3000" dirty="0" spc="-2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 ELK;</a:t>
                      </a:r>
                      <a:r>
                        <a:rPr lang="en-US" sz="30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 README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 mã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8a4d84a-6c1a-4333-b08e-f0ae9a20ef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3845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endParaRPr lang="en-US" sz="6241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1569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Elasticsearch,</a:t>
            </a:r>
            <a:r>
              <a:rPr lang="en-US" sz="195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Logstash,</a:t>
            </a:r>
            <a:r>
              <a:rPr lang="en-US" sz="195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Kibana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1529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1816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658600" y="51816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1" name="Text richtext-1792370665362-867980197"/>
          <p:cNvSpPr/>
          <p:nvPr/>
        </p:nvSpPr>
        <p:spPr>
          <a:xfrm>
            <a:off x="1295400" y="5715000"/>
            <a:ext cx="15697200" cy="3238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Beats,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Filebeat,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Logstash,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Kafka: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92f65c9-4f39-437c-9eaa-3a3801bec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2026-10-19T00:45:23Z</dcterms:created>
  <dcterms:modified xsi:type="dcterms:W3CDTF">2026-10-19T00:45:23Z</dcterms:modified>
</cp:coreProperties>
</file>