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952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2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2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715500" cy="3810000"/>
          </a:xfrm>
          <a:prstGeom prst="rect">
            <a:avLst/>
          </a:prstGeom>
          <a:noFill/>
          <a:ln/>
        </p:spPr>
        <p:txBody>
          <a:bodyPr wrap="square" lIns="0" tIns="69437" rIns="0" bIns="-69437" rtlCol="0" anchor="t"/>
          <a:lstStyle/>
          <a:p>
            <a:pPr algn="l" indent="0" marL="0">
              <a:lnSpc>
                <a:spcPts val="8505"/>
              </a:lnSpc>
              <a:buNone/>
            </a:pPr>
            <a:r>
              <a:rPr lang="en-US" sz="8100" dirty="0" spc="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Bộ</a:t>
            </a:r>
            <a:r>
              <a:rPr lang="en-US" sz="8100" dirty="0" spc="-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lọc</a:t>
            </a:r>
            <a:r>
              <a:rPr lang="en-US" sz="8100" dirty="0" spc="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Bloom:</a:t>
            </a:r>
            <a:endParaRPr lang="en-US" sz="8100" dirty="0"/>
          </a:p>
          <a:p>
            <a:pPr algn="l" indent="0" marL="0">
              <a:lnSpc>
                <a:spcPts val="8505"/>
              </a:lnSpc>
              <a:buNone/>
            </a:pPr>
            <a:r>
              <a:rPr lang="en-US" sz="8100" dirty="0" spc="-2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tránh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cào</a:t>
            </a:r>
            <a:r>
              <a:rPr lang="en-US" sz="81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trùng</a:t>
            </a:r>
            <a:endParaRPr lang="en-US" sz="8100" dirty="0"/>
          </a:p>
          <a:p>
            <a:pPr algn="l" indent="0" marL="0">
              <a:lnSpc>
                <a:spcPts val="8505"/>
              </a:lnSpc>
              <a:buNone/>
            </a:pPr>
            <a:r>
              <a:rPr lang="en-US" sz="8100" dirty="0" spc="4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địa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r>
              <a:rPr lang="en-US" sz="8100" dirty="0" spc="-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trang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048250"/>
            <a:ext cx="9715500" cy="11430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Ở</a:t>
            </a:r>
            <a:r>
              <a:rPr lang="en-US" sz="30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r>
              <a:rPr lang="en-US" sz="300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30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lớn,</a:t>
            </a:r>
            <a:r>
              <a:rPr lang="en-US" sz="30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30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30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30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3000" dirty="0" spc="3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30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3000" dirty="0" spc="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30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gặp</a:t>
            </a:r>
            <a:r>
              <a:rPr lang="en-US" sz="30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 không</a:t>
            </a:r>
            <a:r>
              <a:rPr lang="en-US" sz="30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30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 danh</a:t>
            </a:r>
            <a:r>
              <a:rPr lang="en-US" sz="30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6667500"/>
            <a:ext cx="2247900" cy="1809750"/>
          </a:xfrm>
          <a:prstGeom prst="roundRect">
            <a:avLst>
              <a:gd name="adj" fmla="val 12632"/>
            </a:avLst>
          </a:prstGeom>
          <a:solidFill>
            <a:srgbClr val="1E212B"/>
          </a:solidFill>
          <a:ln/>
        </p:spPr>
      </p:sp>
      <p:sp>
        <p:nvSpPr>
          <p:cNvPr id="6" name="Shape 4"/>
          <p:cNvSpPr/>
          <p:nvPr/>
        </p:nvSpPr>
        <p:spPr>
          <a:xfrm>
            <a:off x="3352800" y="6667500"/>
            <a:ext cx="2247900" cy="1809750"/>
          </a:xfrm>
          <a:prstGeom prst="roundRect">
            <a:avLst>
              <a:gd name="adj" fmla="val 12632"/>
            </a:avLst>
          </a:prstGeom>
          <a:solidFill>
            <a:srgbClr val="1E212B"/>
          </a:solidFill>
          <a:ln/>
        </p:spPr>
      </p:sp>
      <p:sp>
        <p:nvSpPr>
          <p:cNvPr id="7" name="Shape 5"/>
          <p:cNvSpPr/>
          <p:nvPr/>
        </p:nvSpPr>
        <p:spPr>
          <a:xfrm>
            <a:off x="5791200" y="6667500"/>
            <a:ext cx="2247900" cy="1809750"/>
          </a:xfrm>
          <a:prstGeom prst="roundRect">
            <a:avLst>
              <a:gd name="adj" fmla="val 12632"/>
            </a:avLst>
          </a:prstGeom>
          <a:solidFill>
            <a:srgbClr val="1E212B"/>
          </a:solidFill>
          <a:ln/>
        </p:spPr>
      </p:sp>
      <p:sp>
        <p:nvSpPr>
          <p:cNvPr id="8" name="Shape 6"/>
          <p:cNvSpPr/>
          <p:nvPr/>
        </p:nvSpPr>
        <p:spPr>
          <a:xfrm>
            <a:off x="8229600" y="6667500"/>
            <a:ext cx="2247900" cy="1809750"/>
          </a:xfrm>
          <a:prstGeom prst="roundRect">
            <a:avLst>
              <a:gd name="adj" fmla="val 12632"/>
            </a:avLst>
          </a:prstGeom>
          <a:solidFill>
            <a:srgbClr val="1E212B"/>
          </a:solidFill>
          <a:ln/>
        </p:spPr>
      </p:sp>
      <p:sp>
        <p:nvSpPr>
          <p:cNvPr id="9" name="Shape 7"/>
          <p:cNvSpPr/>
          <p:nvPr/>
        </p:nvSpPr>
        <p:spPr>
          <a:xfrm>
            <a:off x="11239500" y="914400"/>
            <a:ext cx="6134100" cy="2381250"/>
          </a:xfrm>
          <a:prstGeom prst="roundRect">
            <a:avLst>
              <a:gd name="adj" fmla="val 11200"/>
            </a:avLst>
          </a:prstGeom>
          <a:solidFill>
            <a:srgbClr val="1E212B"/>
          </a:solidFill>
          <a:ln/>
        </p:spPr>
      </p:sp>
      <p:sp>
        <p:nvSpPr>
          <p:cNvPr id="10" name="Shape 8"/>
          <p:cNvSpPr/>
          <p:nvPr/>
        </p:nvSpPr>
        <p:spPr>
          <a:xfrm>
            <a:off x="11620500" y="1276350"/>
            <a:ext cx="609600" cy="762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1" name="Text 9"/>
          <p:cNvSpPr/>
          <p:nvPr/>
        </p:nvSpPr>
        <p:spPr>
          <a:xfrm>
            <a:off x="11620500" y="1524000"/>
            <a:ext cx="53721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1800" b="1" spc="20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LỌC</a:t>
            </a:r>
            <a:r>
              <a:rPr lang="en-US" sz="1800" b="1" spc="21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BLOOM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620500" y="1962150"/>
            <a:ext cx="5372100" cy="104775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indent="0" marL="0">
              <a:lnSpc>
                <a:spcPts val="3705"/>
              </a:lnSpc>
              <a:buNone/>
            </a:pP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Chắc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chắn</a:t>
            </a:r>
            <a:r>
              <a:rPr lang="en-US" sz="285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8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có,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8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85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8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endParaRPr lang="en-US" sz="2850" dirty="0"/>
          </a:p>
        </p:txBody>
      </p:sp>
      <p:sp>
        <p:nvSpPr>
          <p:cNvPr id="13" name="Shape 11"/>
          <p:cNvSpPr/>
          <p:nvPr/>
        </p:nvSpPr>
        <p:spPr>
          <a:xfrm>
            <a:off x="11239500" y="3505200"/>
            <a:ext cx="6134100" cy="2381250"/>
          </a:xfrm>
          <a:prstGeom prst="roundRect">
            <a:avLst>
              <a:gd name="adj" fmla="val 11200"/>
            </a:avLst>
          </a:prstGeom>
          <a:solidFill>
            <a:srgbClr val="1E212B"/>
          </a:solidFill>
          <a:ln/>
        </p:spPr>
      </p:sp>
      <p:sp>
        <p:nvSpPr>
          <p:cNvPr id="14" name="Shape 12"/>
          <p:cNvSpPr/>
          <p:nvPr/>
        </p:nvSpPr>
        <p:spPr>
          <a:xfrm>
            <a:off x="11620500" y="3867150"/>
            <a:ext cx="609600" cy="762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5" name="Text 13"/>
          <p:cNvSpPr/>
          <p:nvPr/>
        </p:nvSpPr>
        <p:spPr>
          <a:xfrm>
            <a:off x="11620500" y="4114800"/>
            <a:ext cx="53721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1800" b="1" spc="20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1800" b="1" spc="22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620500" y="4552950"/>
            <a:ext cx="5372100" cy="104775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indent="0" marL="0">
              <a:lnSpc>
                <a:spcPts val="3705"/>
              </a:lnSpc>
              <a:buNone/>
            </a:pPr>
            <a:r>
              <a:rPr lang="en-US" sz="28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bit</a:t>
            </a:r>
            <a:r>
              <a:rPr lang="en-US" sz="28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8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8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dãy</a:t>
            </a: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bit</a:t>
            </a:r>
            <a:endParaRPr lang="en-US" sz="2850" dirty="0"/>
          </a:p>
        </p:txBody>
      </p:sp>
      <p:sp>
        <p:nvSpPr>
          <p:cNvPr id="17" name="Shape 15"/>
          <p:cNvSpPr/>
          <p:nvPr/>
        </p:nvSpPr>
        <p:spPr>
          <a:xfrm>
            <a:off x="11239500" y="6096000"/>
            <a:ext cx="6134100" cy="2381250"/>
          </a:xfrm>
          <a:prstGeom prst="roundRect">
            <a:avLst>
              <a:gd name="adj" fmla="val 11200"/>
            </a:avLst>
          </a:prstGeom>
          <a:solidFill>
            <a:srgbClr val="1E212B"/>
          </a:solidFill>
          <a:ln/>
        </p:spPr>
      </p:sp>
      <p:sp>
        <p:nvSpPr>
          <p:cNvPr id="18" name="Shape 16"/>
          <p:cNvSpPr/>
          <p:nvPr/>
        </p:nvSpPr>
        <p:spPr>
          <a:xfrm>
            <a:off x="11620500" y="6457950"/>
            <a:ext cx="609600" cy="762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9" name="Text 17"/>
          <p:cNvSpPr/>
          <p:nvPr/>
        </p:nvSpPr>
        <p:spPr>
          <a:xfrm>
            <a:off x="11620500" y="6705600"/>
            <a:ext cx="53721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1800" b="1" spc="22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800" b="1" spc="20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1800" b="1" spc="22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1620500" y="7143750"/>
            <a:ext cx="5372100" cy="104775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indent="0" marL="0">
              <a:lnSpc>
                <a:spcPts val="3705"/>
              </a:lnSpc>
              <a:buNone/>
            </a:pP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8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bit</a:t>
            </a:r>
            <a:r>
              <a:rPr lang="en-US" sz="28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chắc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chắn</a:t>
            </a:r>
            <a:r>
              <a:rPr lang="en-US" sz="285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8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endParaRPr lang="en-US" sz="2850" dirty="0"/>
          </a:p>
        </p:txBody>
      </p:sp>
      <p:sp>
        <p:nvSpPr>
          <p:cNvPr id="21" name="Text 19"/>
          <p:cNvSpPr/>
          <p:nvPr/>
        </p:nvSpPr>
        <p:spPr>
          <a:xfrm>
            <a:off x="914400" y="9429750"/>
            <a:ext cx="952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8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mềm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14400" y="6743700"/>
            <a:ext cx="22479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0" dirty="0" spc="-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5700" dirty="0"/>
          </a:p>
        </p:txBody>
      </p:sp>
      <p:sp>
        <p:nvSpPr>
          <p:cNvPr id="23" name="Text 21"/>
          <p:cNvSpPr/>
          <p:nvPr/>
        </p:nvSpPr>
        <p:spPr>
          <a:xfrm>
            <a:off x="990600" y="7696200"/>
            <a:ext cx="2095500" cy="6667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ctr" indent="0" marL="0">
              <a:lnSpc>
                <a:spcPts val="2340"/>
              </a:lnSpc>
              <a:buNone/>
            </a:pPr>
            <a:r>
              <a:rPr lang="en-US" sz="18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80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endParaRPr lang="en-US" sz="1800" dirty="0"/>
          </a:p>
          <a:p>
            <a:pPr algn="ctr" indent="0" marL="0">
              <a:lnSpc>
                <a:spcPts val="2340"/>
              </a:lnSpc>
              <a:buNone/>
            </a:pP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trùng</a:t>
            </a:r>
            <a:r>
              <a:rPr lang="en-US" sz="1800" dirty="0" spc="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18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3352800" y="6743700"/>
            <a:ext cx="22479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0" dirty="0" spc="-5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5700" dirty="0"/>
          </a:p>
        </p:txBody>
      </p:sp>
      <p:sp>
        <p:nvSpPr>
          <p:cNvPr id="25" name="Text 23"/>
          <p:cNvSpPr/>
          <p:nvPr/>
        </p:nvSpPr>
        <p:spPr>
          <a:xfrm>
            <a:off x="3429000" y="7696200"/>
            <a:ext cx="2095500" cy="6667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ctr" indent="0" marL="0">
              <a:lnSpc>
                <a:spcPts val="2340"/>
              </a:lnSpc>
              <a:buNone/>
            </a:pP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hàm</a:t>
            </a: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endParaRPr lang="en-US" sz="1800" dirty="0"/>
          </a:p>
          <a:p>
            <a:pPr algn="ctr" indent="0" marL="0">
              <a:lnSpc>
                <a:spcPts val="2340"/>
              </a:lnSpc>
              <a:buNone/>
            </a:pP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A,</a:t>
            </a:r>
            <a:r>
              <a:rPr lang="en-US" sz="18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B,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5791200" y="6743700"/>
            <a:ext cx="22479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0" dirty="0" spc="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5700" dirty="0"/>
          </a:p>
        </p:txBody>
      </p:sp>
      <p:sp>
        <p:nvSpPr>
          <p:cNvPr id="27" name="Text 25"/>
          <p:cNvSpPr/>
          <p:nvPr/>
        </p:nvSpPr>
        <p:spPr>
          <a:xfrm>
            <a:off x="5867400" y="7696200"/>
            <a:ext cx="2095500" cy="6667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ctr" indent="0" marL="0">
              <a:lnSpc>
                <a:spcPts val="2340"/>
              </a:lnSpc>
              <a:buNone/>
            </a:pPr>
            <a:r>
              <a:rPr lang="en-US" sz="18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phía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sai</a:t>
            </a:r>
            <a:endParaRPr lang="en-US" sz="1800" dirty="0"/>
          </a:p>
          <a:p>
            <a:pPr algn="ctr" indent="0" marL="0">
              <a:lnSpc>
                <a:spcPts val="2340"/>
              </a:lnSpc>
              <a:buNone/>
            </a:pP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duy</a:t>
            </a:r>
            <a:r>
              <a:rPr lang="en-US" sz="18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8229600" y="6743700"/>
            <a:ext cx="22479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0" dirty="0" spc="-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</a:t>
            </a:r>
            <a:endParaRPr lang="en-US" sz="5700" dirty="0"/>
          </a:p>
        </p:txBody>
      </p:sp>
      <p:sp>
        <p:nvSpPr>
          <p:cNvPr id="29" name="Text 27"/>
          <p:cNvSpPr/>
          <p:nvPr/>
        </p:nvSpPr>
        <p:spPr>
          <a:xfrm>
            <a:off x="8305800" y="7696200"/>
            <a:ext cx="2095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âm</a:t>
            </a: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8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5bb257e8-7b8c-4e90-8fa8-28591964554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8575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t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Cào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trùng</a:t>
            </a:r>
            <a:endParaRPr lang="en-US" sz="6900" dirty="0"/>
          </a:p>
          <a:p>
            <a:pPr algn="l" indent="0" marL="0">
              <a:lnSpc>
                <a:spcPts val="7245"/>
              </a:lnSpc>
              <a:buNone/>
            </a:pPr>
            <a:r>
              <a:rPr lang="en-US" sz="6900" dirty="0" spc="3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địa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r>
              <a:rPr lang="en-US" sz="6900" dirty="0" spc="-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trang</a:t>
            </a:r>
            <a:endParaRPr lang="en-US" sz="6900" dirty="0"/>
          </a:p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ở</a:t>
            </a:r>
            <a:r>
              <a:rPr lang="en-US" sz="6900" dirty="0" spc="0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</a:t>
            </a:r>
            <a:r>
              <a:rPr lang="en-US" sz="6900" dirty="0" spc="-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mô</a:t>
            </a:r>
            <a:r>
              <a:rPr lang="en-US" sz="6900" dirty="0" spc="-42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6286500"/>
            <a:ext cx="7810500" cy="2476500"/>
          </a:xfrm>
          <a:prstGeom prst="roundRect">
            <a:avLst>
              <a:gd name="adj" fmla="val 10769"/>
            </a:avLst>
          </a:prstGeom>
          <a:solidFill>
            <a:srgbClr val="DDE3FA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6534150"/>
            <a:ext cx="7048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6" name="Text richtext-1792338371181-522836501"/>
          <p:cNvSpPr/>
          <p:nvPr/>
        </p:nvSpPr>
        <p:spPr>
          <a:xfrm>
            <a:off x="1295400" y="6991350"/>
            <a:ext cx="7086600" cy="1619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Phân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biệt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 kiểm</a:t>
            </a:r>
            <a:r>
              <a:rPr lang="en-US" sz="255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trùng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Hiểu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550" dirty="0" spc="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 hạn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lọc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Bloom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0" y="1371600"/>
            <a:ext cx="7315200" cy="990600"/>
          </a:xfrm>
          <a:prstGeom prst="roundRect">
            <a:avLst>
              <a:gd name="adj" fmla="val 23077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Địa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(URL)</a:t>
            </a:r>
            <a:r>
              <a:rPr lang="en-US" sz="285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endParaRPr lang="en-US" sz="2850" dirty="0"/>
          </a:p>
        </p:txBody>
      </p:sp>
      <p:sp>
        <p:nvSpPr>
          <p:cNvPr id="9" name="Connector line-1792338371207-935334214"/>
          <p:cNvSpPr/>
          <p:nvPr/>
        </p:nvSpPr>
        <p:spPr>
          <a:xfrm>
            <a:off x="13258800" y="2400300"/>
            <a:ext cx="0" cy="66675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9601200" y="3143250"/>
            <a:ext cx="7315200" cy="1143000"/>
          </a:xfrm>
          <a:prstGeom prst="roundRect">
            <a:avLst>
              <a:gd name="adj" fmla="val 2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30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lọc</a:t>
            </a:r>
            <a:r>
              <a:rPr lang="en-US" sz="30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Bloom:</a:t>
            </a:r>
            <a:r>
              <a:rPr lang="en-US" sz="300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30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cào</a:t>
            </a:r>
            <a:r>
              <a:rPr lang="en-US" sz="300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chưa?</a:t>
            </a:r>
            <a:endParaRPr lang="en-US" sz="3000" dirty="0"/>
          </a:p>
        </p:txBody>
      </p:sp>
      <p:sp>
        <p:nvSpPr>
          <p:cNvPr id="11" name="Connector line-1792338371210-304727434"/>
          <p:cNvSpPr/>
          <p:nvPr/>
        </p:nvSpPr>
        <p:spPr>
          <a:xfrm flipH="1">
            <a:off x="11430000" y="4324350"/>
            <a:ext cx="476250" cy="81915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2" name="Connector line-1792338371210-774672966"/>
          <p:cNvSpPr/>
          <p:nvPr/>
        </p:nvSpPr>
        <p:spPr>
          <a:xfrm>
            <a:off x="14611350" y="4324350"/>
            <a:ext cx="476250" cy="81915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601200" y="5219700"/>
            <a:ext cx="3505200" cy="2552700"/>
          </a:xfrm>
          <a:prstGeom prst="roundRect">
            <a:avLst>
              <a:gd name="adj" fmla="val 8955"/>
            </a:avLst>
          </a:prstGeom>
          <a:solidFill>
            <a:srgbClr val="E8E0CF"/>
          </a:solidFill>
          <a:ln/>
        </p:spPr>
      </p:sp>
      <p:sp>
        <p:nvSpPr>
          <p:cNvPr id="14" name="Text 12"/>
          <p:cNvSpPr/>
          <p:nvPr/>
        </p:nvSpPr>
        <p:spPr>
          <a:xfrm>
            <a:off x="10210800" y="6819900"/>
            <a:ext cx="2286000" cy="6096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Cào</a:t>
            </a:r>
            <a:r>
              <a:rPr lang="en-US" sz="22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endParaRPr lang="en-US" sz="2250" dirty="0"/>
          </a:p>
        </p:txBody>
      </p:sp>
      <p:sp>
        <p:nvSpPr>
          <p:cNvPr id="15" name="Shape 13"/>
          <p:cNvSpPr/>
          <p:nvPr/>
        </p:nvSpPr>
        <p:spPr>
          <a:xfrm>
            <a:off x="13411200" y="5219700"/>
            <a:ext cx="3505200" cy="2552700"/>
          </a:xfrm>
          <a:prstGeom prst="roundRect">
            <a:avLst>
              <a:gd name="adj" fmla="val 8955"/>
            </a:avLst>
          </a:prstGeom>
          <a:solidFill>
            <a:srgbClr val="DDE3FA"/>
          </a:solidFill>
          <a:ln/>
        </p:spPr>
      </p:sp>
      <p:sp>
        <p:nvSpPr>
          <p:cNvPr id="16" name="Text 14"/>
          <p:cNvSpPr/>
          <p:nvPr/>
        </p:nvSpPr>
        <p:spPr>
          <a:xfrm>
            <a:off x="14020800" y="6819900"/>
            <a:ext cx="2286000" cy="6096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Bỏ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9601200" y="8058150"/>
            <a:ext cx="7315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 danh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100" dirty="0" spc="2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28" name="Text 26"/>
          <p:cNvSpPr/>
          <p:nvPr/>
        </p:nvSpPr>
        <p:spPr>
          <a:xfrm>
            <a:off x="914400" y="4438650"/>
            <a:ext cx="7810500" cy="1143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cào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8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850" dirty="0" spc="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(URL)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8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cào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chưa.</a:t>
            </a:r>
            <a:endParaRPr lang="en-US" sz="2850" dirty="0"/>
          </a:p>
        </p:txBody>
      </p:sp>
      <p:sp>
        <p:nvSpPr>
          <p:cNvPr id="29" name="Text 27"/>
          <p:cNvSpPr/>
          <p:nvPr/>
        </p:nvSpPr>
        <p:spPr>
          <a:xfrm>
            <a:off x="9829800" y="5562600"/>
            <a:ext cx="3048000" cy="952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ctr" indent="0" marL="0">
              <a:lnSpc>
                <a:spcPts val="3375"/>
              </a:lnSpc>
              <a:buNone/>
            </a:pPr>
            <a:r>
              <a:rPr lang="en-US" sz="27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Chắc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chắn</a:t>
            </a:r>
            <a:endParaRPr lang="en-US" sz="2700" dirty="0"/>
          </a:p>
          <a:p>
            <a:pPr algn="ctr" indent="0" marL="0">
              <a:lnSpc>
                <a:spcPts val="3375"/>
              </a:lnSpc>
              <a:buNone/>
            </a:pPr>
            <a:r>
              <a:rPr lang="en-US" sz="2700" b="1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27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endParaRPr lang="en-US" sz="2700" dirty="0"/>
          </a:p>
        </p:txBody>
      </p:sp>
      <p:sp>
        <p:nvSpPr>
          <p:cNvPr id="30" name="Text 28"/>
          <p:cNvSpPr/>
          <p:nvPr/>
        </p:nvSpPr>
        <p:spPr>
          <a:xfrm>
            <a:off x="13639800" y="5562600"/>
            <a:ext cx="3048000" cy="952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ctr" indent="0" marL="0">
              <a:lnSpc>
                <a:spcPts val="3375"/>
              </a:lnSpc>
              <a:buNone/>
            </a:pPr>
            <a:r>
              <a:rPr lang="en-US" sz="2700" b="1" dirty="0" spc="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700" b="1" dirty="0" spc="-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endParaRPr lang="en-US" sz="2700" dirty="0"/>
          </a:p>
          <a:p>
            <a:pPr algn="ctr" indent="0" marL="0">
              <a:lnSpc>
                <a:spcPts val="3375"/>
              </a:lnSpc>
              <a:buNone/>
            </a:pPr>
            <a:r>
              <a:rPr lang="en-US" sz="2700" b="1" dirty="0" spc="1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2700" b="1" dirty="0" spc="-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endParaRPr lang="en-US" sz="270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c02fdeb6-751b-4518-89e4-375e22ead87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1950" b="1" spc="19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1950" b="1" spc="22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95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950" b="1" spc="21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TRÙNG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000250"/>
          </a:xfrm>
          <a:prstGeom prst="rect">
            <a:avLst/>
          </a:prstGeom>
          <a:noFill/>
          <a:ln/>
        </p:spPr>
        <p:txBody>
          <a:bodyPr wrap="square" lIns="0" tIns="64294" rIns="0" bIns="-64294" rtlCol="0" anchor="t"/>
          <a:lstStyle/>
          <a:p>
            <a:pPr algn="l" indent="0" marL="0">
              <a:lnSpc>
                <a:spcPts val="7875"/>
              </a:lnSpc>
              <a:buNone/>
            </a:pPr>
            <a:r>
              <a:rPr lang="en-US" sz="75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7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endParaRPr lang="en-US" sz="7500" dirty="0"/>
          </a:p>
          <a:p>
            <a:pPr algn="l" indent="0" marL="0">
              <a:lnSpc>
                <a:spcPts val="7875"/>
              </a:lnSpc>
              <a:buNone/>
            </a:pPr>
            <a:r>
              <a:rPr lang="en-US" sz="75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kiểm</a:t>
            </a:r>
            <a:r>
              <a:rPr lang="en-US" sz="7500" dirty="0" spc="-3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</a:t>
            </a:r>
            <a:r>
              <a:rPr lang="en-US" sz="75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trùng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543300"/>
            <a:ext cx="7810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3300" b="1" dirty="0" spc="-1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30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330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hỏi,</a:t>
            </a:r>
            <a:r>
              <a:rPr lang="en-US" sz="3300" b="1" dirty="0" spc="-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330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305300"/>
            <a:ext cx="7810500" cy="1571625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cào</a:t>
            </a:r>
            <a:r>
              <a:rPr lang="en-US" sz="28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hỏi:</a:t>
            </a:r>
            <a:r>
              <a:rPr lang="en-US" sz="2850" dirty="0" spc="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endParaRPr lang="en-US" sz="2850" dirty="0"/>
          </a:p>
          <a:p>
            <a:pPr algn="l" indent="0" marL="0">
              <a:lnSpc>
                <a:spcPts val="3990"/>
              </a:lnSpc>
              <a:buNone/>
            </a:pPr>
            <a:r>
              <a:rPr lang="en-US" sz="2850" dirty="0" spc="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28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cào</a:t>
            </a:r>
            <a:r>
              <a:rPr lang="en-US" sz="28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chưa?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6000750"/>
            <a:ext cx="533400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Chủ</a:t>
            </a:r>
            <a:r>
              <a:rPr lang="en-US" sz="225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bài:</a:t>
            </a: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2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914400" y="6953250"/>
            <a:ext cx="7620000" cy="1809750"/>
          </a:xfrm>
          <a:prstGeom prst="roundRect">
            <a:avLst>
              <a:gd name="adj" fmla="val 14737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7219950"/>
            <a:ext cx="685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95400" y="7658100"/>
            <a:ext cx="6858000" cy="952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lọc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Bloom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endParaRPr lang="en-US" sz="2550" dirty="0"/>
          </a:p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xác</a:t>
            </a:r>
            <a:r>
              <a:rPr lang="en-US" sz="25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suất,</a:t>
            </a:r>
            <a:r>
              <a:rPr lang="en-US" sz="25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dựa</a:t>
            </a:r>
            <a:r>
              <a:rPr lang="en-US" sz="255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dãy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bit.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0" y="1257300"/>
            <a:ext cx="7315200" cy="2209800"/>
          </a:xfrm>
          <a:prstGeom prst="roundRect">
            <a:avLst>
              <a:gd name="adj" fmla="val 10345"/>
            </a:avLst>
          </a:prstGeom>
          <a:solidFill>
            <a:srgbClr val="14161C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906000" y="1981200"/>
            <a:ext cx="762000" cy="762000"/>
          </a:xfrm>
          <a:prstGeom prst="roundRect">
            <a:avLst>
              <a:gd name="adj" fmla="val 50000"/>
            </a:avLst>
          </a:prstGeom>
          <a:solidFill>
            <a:srgbClr val="C4C8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10972800" y="1600200"/>
            <a:ext cx="56197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b="1" dirty="0" spc="-10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Tập</a:t>
            </a:r>
            <a:r>
              <a:rPr lang="en-US" sz="31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 (Set)</a:t>
            </a:r>
            <a:endParaRPr lang="en-US" sz="3150" dirty="0"/>
          </a:p>
        </p:txBody>
      </p:sp>
      <p:sp>
        <p:nvSpPr>
          <p:cNvPr id="14" name="Text 12"/>
          <p:cNvSpPr/>
          <p:nvPr/>
        </p:nvSpPr>
        <p:spPr>
          <a:xfrm>
            <a:off x="10972800" y="2247900"/>
            <a:ext cx="5619750" cy="9525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40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4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400" dirty="0" spc="2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chỉ,</a:t>
            </a:r>
            <a:endParaRPr lang="en-US" sz="2400" dirty="0"/>
          </a:p>
          <a:p>
            <a:pPr algn="l" indent="0" marL="0">
              <a:lnSpc>
                <a:spcPts val="3240"/>
              </a:lnSpc>
              <a:buNone/>
            </a:pP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nên</a:t>
            </a:r>
            <a:r>
              <a:rPr lang="en-US" sz="24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tốn</a:t>
            </a:r>
            <a:r>
              <a:rPr lang="en-US" sz="24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nhớ.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9601200" y="3733800"/>
            <a:ext cx="7315200" cy="2209800"/>
          </a:xfrm>
          <a:prstGeom prst="roundRect">
            <a:avLst>
              <a:gd name="adj" fmla="val 10345"/>
            </a:avLst>
          </a:prstGeom>
          <a:solidFill>
            <a:srgbClr val="14161C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906000" y="4457700"/>
            <a:ext cx="762000" cy="762000"/>
          </a:xfrm>
          <a:prstGeom prst="roundRect">
            <a:avLst>
              <a:gd name="adj" fmla="val 50000"/>
            </a:avLst>
          </a:prstGeom>
          <a:solidFill>
            <a:srgbClr val="C4C8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10972800" y="4076700"/>
            <a:ext cx="56197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Cơ</a:t>
            </a:r>
            <a:r>
              <a:rPr lang="en-US" sz="31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31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31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3150" dirty="0"/>
          </a:p>
        </p:txBody>
      </p:sp>
      <p:sp>
        <p:nvSpPr>
          <p:cNvPr id="18" name="Text 16"/>
          <p:cNvSpPr/>
          <p:nvPr/>
        </p:nvSpPr>
        <p:spPr>
          <a:xfrm>
            <a:off x="10972800" y="4724400"/>
            <a:ext cx="5619750" cy="9525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24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endParaRPr lang="en-US" sz="2400" dirty="0"/>
          </a:p>
          <a:p>
            <a:pPr algn="l" indent="0" marL="0">
              <a:lnSpc>
                <a:spcPts val="3240"/>
              </a:lnSpc>
              <a:buNone/>
            </a:pPr>
            <a:r>
              <a:rPr lang="en-US" sz="24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40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400" dirty="0" spc="-2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4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ngoài.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9601200" y="6210300"/>
            <a:ext cx="7315200" cy="2209800"/>
          </a:xfrm>
          <a:prstGeom prst="roundRect">
            <a:avLst>
              <a:gd name="adj" fmla="val 10345"/>
            </a:avLst>
          </a:prstGeom>
          <a:solidFill>
            <a:srgbClr val="7C93FF"/>
          </a:solidFill>
          <a:ln/>
        </p:spPr>
      </p:sp>
      <p:sp>
        <p:nvSpPr>
          <p:cNvPr id="20" name="Text 18"/>
          <p:cNvSpPr/>
          <p:nvPr/>
        </p:nvSpPr>
        <p:spPr>
          <a:xfrm>
            <a:off x="9906000" y="6934200"/>
            <a:ext cx="762000" cy="7620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10972800" y="6553200"/>
            <a:ext cx="56197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31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lọc Bloom</a:t>
            </a:r>
            <a:endParaRPr lang="en-US" sz="3150" dirty="0"/>
          </a:p>
        </p:txBody>
      </p:sp>
      <p:sp>
        <p:nvSpPr>
          <p:cNvPr id="22" name="Text 20"/>
          <p:cNvSpPr/>
          <p:nvPr/>
        </p:nvSpPr>
        <p:spPr>
          <a:xfrm>
            <a:off x="10972800" y="7200900"/>
            <a:ext cx="5619750" cy="9525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Dãy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bit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nhỏ: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thể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có,</a:t>
            </a:r>
            <a:endParaRPr lang="en-US" sz="2400" dirty="0"/>
          </a:p>
          <a:p>
            <a:pPr algn="l" indent="0" marL="0">
              <a:lnSpc>
                <a:spcPts val="3240"/>
              </a:lnSpc>
              <a:buNone/>
            </a:pP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hoặc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chắc chắn</a:t>
            </a:r>
            <a:r>
              <a:rPr lang="en-US" sz="24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chưa.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88f6d54f-517d-4473-8b7a-fc17a1d4d46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1950" b="1" spc="20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LỌC</a:t>
            </a:r>
            <a:r>
              <a:rPr lang="en-US" sz="1950" b="1" spc="20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BLOOM</a:t>
            </a:r>
            <a:r>
              <a:rPr lang="en-US" sz="195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0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1950" b="1" spc="22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000250"/>
          </a:xfrm>
          <a:prstGeom prst="rect">
            <a:avLst/>
          </a:prstGeom>
          <a:noFill/>
          <a:ln/>
        </p:spPr>
        <p:txBody>
          <a:bodyPr wrap="square" lIns="0" tIns="64294" rIns="0" bIns="-64294" rtlCol="0" anchor="t"/>
          <a:lstStyle/>
          <a:p>
            <a:pPr algn="l" indent="0" marL="0">
              <a:lnSpc>
                <a:spcPts val="7875"/>
              </a:lnSpc>
              <a:buNone/>
            </a:pP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Bộ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lọc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Bloom</a:t>
            </a:r>
            <a:endParaRPr lang="en-US" sz="7500" dirty="0"/>
          </a:p>
          <a:p>
            <a:pPr algn="l" indent="0" marL="0">
              <a:lnSpc>
                <a:spcPts val="7875"/>
              </a:lnSpc>
              <a:buNone/>
            </a:pPr>
            <a:r>
              <a:rPr lang="en-US" sz="7500" dirty="0" spc="-4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trả</a:t>
            </a:r>
            <a:r>
              <a:rPr lang="en-US" sz="7500" dirty="0" spc="-3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r>
              <a:rPr lang="en-US" sz="75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gì?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543300"/>
            <a:ext cx="7810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Cấu</a:t>
            </a:r>
            <a:r>
              <a:rPr lang="en-US" sz="3300" b="1" dirty="0" spc="-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r>
              <a:rPr lang="en-US" sz="330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330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3300" b="1" dirty="0" spc="-2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3300" b="1" dirty="0" spc="-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suất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305300"/>
            <a:ext cx="7810500" cy="1571625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285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"có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chứa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không"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đúng,</a:t>
            </a:r>
            <a:endParaRPr lang="en-US" sz="2850" dirty="0"/>
          </a:p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tiết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kiệm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nhớ,</a:t>
            </a:r>
            <a:endParaRPr lang="en-US" sz="2850" dirty="0"/>
          </a:p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sai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8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phía.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6057900"/>
            <a:ext cx="3810000" cy="6858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Dương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 giả: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4914900" y="6057900"/>
            <a:ext cx="3810000" cy="6858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Âm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 giả:</a:t>
            </a:r>
            <a:r>
              <a:rPr lang="en-US" sz="22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953250"/>
            <a:ext cx="7810500" cy="1809750"/>
          </a:xfrm>
          <a:prstGeom prst="roundRect">
            <a:avLst>
              <a:gd name="adj" fmla="val 14737"/>
            </a:avLst>
          </a:prstGeom>
          <a:solidFill>
            <a:srgbClr val="DDE3FA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7219950"/>
            <a:ext cx="7048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5400" y="7658100"/>
            <a:ext cx="7048500" cy="952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 thể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nhầm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có.</a:t>
            </a:r>
            <a:endParaRPr lang="en-US" sz="2550" dirty="0"/>
          </a:p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nhầm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0" y="1371600"/>
            <a:ext cx="7315200" cy="1028700"/>
          </a:xfrm>
          <a:prstGeom prst="roundRect">
            <a:avLst>
              <a:gd name="adj" fmla="val 22222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34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lọc</a:t>
            </a:r>
            <a:r>
              <a:rPr lang="en-US" sz="34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Bloom</a:t>
            </a:r>
            <a:endParaRPr lang="en-US" sz="3450" dirty="0"/>
          </a:p>
        </p:txBody>
      </p:sp>
      <p:sp>
        <p:nvSpPr>
          <p:cNvPr id="13" name="Connector line-1792338606667-297842672"/>
          <p:cNvSpPr/>
          <p:nvPr/>
        </p:nvSpPr>
        <p:spPr>
          <a:xfrm flipH="1">
            <a:off x="11430000" y="2438400"/>
            <a:ext cx="476250" cy="102870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4" name="Connector line-1792338606668-690622372"/>
          <p:cNvSpPr/>
          <p:nvPr/>
        </p:nvSpPr>
        <p:spPr>
          <a:xfrm>
            <a:off x="14611350" y="2438400"/>
            <a:ext cx="476250" cy="102870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9601200" y="3543300"/>
            <a:ext cx="3505200" cy="4191000"/>
          </a:xfrm>
          <a:prstGeom prst="roundRect">
            <a:avLst>
              <a:gd name="adj" fmla="val 6522"/>
            </a:avLst>
          </a:prstGeom>
          <a:solidFill>
            <a:srgbClr val="E8E0CF"/>
          </a:solidFill>
          <a:ln/>
        </p:spPr>
      </p:sp>
      <p:sp>
        <p:nvSpPr>
          <p:cNvPr id="16" name="Text 14"/>
          <p:cNvSpPr/>
          <p:nvPr/>
        </p:nvSpPr>
        <p:spPr>
          <a:xfrm>
            <a:off x="9601200" y="3848100"/>
            <a:ext cx="3505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false</a:t>
            </a:r>
            <a:endParaRPr lang="en-US" sz="6300" dirty="0"/>
          </a:p>
        </p:txBody>
      </p:sp>
      <p:sp>
        <p:nvSpPr>
          <p:cNvPr id="17" name="Text 15"/>
          <p:cNvSpPr/>
          <p:nvPr/>
        </p:nvSpPr>
        <p:spPr>
          <a:xfrm>
            <a:off x="9791700" y="5086350"/>
            <a:ext cx="3124200" cy="952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ctr" indent="0" marL="0">
              <a:lnSpc>
                <a:spcPts val="3375"/>
              </a:lnSpc>
              <a:buNone/>
            </a:pPr>
            <a:r>
              <a:rPr lang="en-US" sz="27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Chắc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chắn</a:t>
            </a:r>
            <a:endParaRPr lang="en-US" sz="2700" dirty="0"/>
          </a:p>
          <a:p>
            <a:pPr algn="ctr" indent="0" marL="0">
              <a:lnSpc>
                <a:spcPts val="3375"/>
              </a:lnSpc>
              <a:buNone/>
            </a:pPr>
            <a:r>
              <a:rPr lang="en-US" sz="2700" b="1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27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endParaRPr lang="en-US" sz="2700" dirty="0"/>
          </a:p>
        </p:txBody>
      </p:sp>
      <p:sp>
        <p:nvSpPr>
          <p:cNvPr id="18" name="Connector line-1792338606672-946302455"/>
          <p:cNvSpPr/>
          <p:nvPr/>
        </p:nvSpPr>
        <p:spPr>
          <a:xfrm>
            <a:off x="9982200" y="6324600"/>
            <a:ext cx="2743200" cy="0"/>
          </a:xfrm>
          <a:prstGeom prst="line">
            <a:avLst/>
          </a:prstGeom>
          <a:noFill/>
          <a:ln w="19050">
            <a:solidFill>
              <a:srgbClr val="B8AE96"/>
            </a:solidFill>
            <a:prstDash val="lgDash"/>
            <a:headEnd type="none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9791700" y="6572250"/>
            <a:ext cx="3124200" cy="952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ctr" indent="0" marL="0">
              <a:lnSpc>
                <a:spcPts val="2925"/>
              </a:lnSpc>
              <a:buNone/>
            </a:pP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Âm tính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giả:</a:t>
            </a:r>
            <a:endParaRPr lang="en-US" sz="2250" dirty="0"/>
          </a:p>
          <a:p>
            <a:pPr algn="ctr" indent="0" marL="0">
              <a:lnSpc>
                <a:spcPts val="2925"/>
              </a:lnSpc>
              <a:buNone/>
            </a:pP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xảy</a:t>
            </a:r>
            <a:r>
              <a:rPr lang="en-US" sz="2250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endParaRPr lang="en-US" sz="2250" dirty="0"/>
          </a:p>
        </p:txBody>
      </p:sp>
      <p:sp>
        <p:nvSpPr>
          <p:cNvPr id="20" name="Shape 18"/>
          <p:cNvSpPr/>
          <p:nvPr/>
        </p:nvSpPr>
        <p:spPr>
          <a:xfrm>
            <a:off x="13411200" y="3543300"/>
            <a:ext cx="3505200" cy="4191000"/>
          </a:xfrm>
          <a:prstGeom prst="roundRect">
            <a:avLst>
              <a:gd name="adj" fmla="val 6522"/>
            </a:avLst>
          </a:prstGeom>
          <a:solidFill>
            <a:srgbClr val="DDE3FA"/>
          </a:solidFill>
          <a:ln/>
        </p:spPr>
      </p:sp>
      <p:sp>
        <p:nvSpPr>
          <p:cNvPr id="21" name="Text 19"/>
          <p:cNvSpPr/>
          <p:nvPr/>
        </p:nvSpPr>
        <p:spPr>
          <a:xfrm>
            <a:off x="13411200" y="3848100"/>
            <a:ext cx="3505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0" dirty="0" spc="6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true</a:t>
            </a:r>
            <a:endParaRPr lang="en-US" sz="6300" dirty="0"/>
          </a:p>
        </p:txBody>
      </p:sp>
      <p:sp>
        <p:nvSpPr>
          <p:cNvPr id="22" name="Text 20"/>
          <p:cNvSpPr/>
          <p:nvPr/>
        </p:nvSpPr>
        <p:spPr>
          <a:xfrm>
            <a:off x="13601700" y="5086350"/>
            <a:ext cx="3124200" cy="952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ctr" indent="0" marL="0">
              <a:lnSpc>
                <a:spcPts val="3375"/>
              </a:lnSpc>
              <a:buNone/>
            </a:pPr>
            <a:r>
              <a:rPr lang="en-US" sz="2700" b="1" dirty="0" spc="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700" b="1" dirty="0" spc="-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endParaRPr lang="en-US" sz="2700" dirty="0"/>
          </a:p>
          <a:p>
            <a:pPr algn="ctr" indent="0" marL="0">
              <a:lnSpc>
                <a:spcPts val="3375"/>
              </a:lnSpc>
              <a:buNone/>
            </a:pPr>
            <a:r>
              <a:rPr lang="en-US" sz="2700" b="1" dirty="0" spc="1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2700" b="1" dirty="0" spc="-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endParaRPr lang="en-US" sz="2700" dirty="0"/>
          </a:p>
        </p:txBody>
      </p:sp>
      <p:sp>
        <p:nvSpPr>
          <p:cNvPr id="23" name="Connector line-1792338606679-888207953"/>
          <p:cNvSpPr/>
          <p:nvPr/>
        </p:nvSpPr>
        <p:spPr>
          <a:xfrm>
            <a:off x="13792200" y="6324600"/>
            <a:ext cx="2743200" cy="0"/>
          </a:xfrm>
          <a:prstGeom prst="line">
            <a:avLst/>
          </a:prstGeom>
          <a:noFill/>
          <a:ln w="19050">
            <a:solidFill>
              <a:srgbClr val="9FAEE8"/>
            </a:solidFill>
            <a:prstDash val="lgDash"/>
            <a:headEnd type="none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13601700" y="6572250"/>
            <a:ext cx="3124200" cy="952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ctr" indent="0" marL="0">
              <a:lnSpc>
                <a:spcPts val="2925"/>
              </a:lnSpc>
              <a:buNone/>
            </a:pP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Dương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giả:</a:t>
            </a:r>
            <a:endParaRPr lang="en-US" sz="2250" dirty="0"/>
          </a:p>
          <a:p>
            <a:pPr algn="ctr" indent="0" marL="0">
              <a:lnSpc>
                <a:spcPts val="2925"/>
              </a:lnSpc>
              <a:buNone/>
            </a:pPr>
            <a:r>
              <a:rPr lang="en-US" sz="2250" dirty="0" spc="-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xảy</a:t>
            </a:r>
            <a:r>
              <a:rPr lang="en-US" sz="2250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2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2250" dirty="0"/>
          </a:p>
        </p:txBody>
      </p:sp>
      <p:sp>
        <p:nvSpPr>
          <p:cNvPr id="25" name="Text 23"/>
          <p:cNvSpPr/>
          <p:nvPr/>
        </p:nvSpPr>
        <p:spPr>
          <a:xfrm>
            <a:off x="9601200" y="8039100"/>
            <a:ext cx="7315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false và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true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 câu</a:t>
            </a:r>
            <a:r>
              <a:rPr lang="en-US" sz="2100" dirty="0" spc="-2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2100" dirty="0"/>
          </a:p>
        </p:txBody>
      </p:sp>
      <p:sp>
        <p:nvSpPr>
          <p:cNvPr id="26" name="Shape 24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650" dirty="0"/>
          </a:p>
        </p:txBody>
      </p:sp>
      <p:sp>
        <p:nvSpPr>
          <p:cNvPr id="36" name="Shape 3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7" name="Moda image moda-export-watermark-4ad28c2f-1225-496f-9c65-6b8d5f41179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1950" b="1" spc="2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b="1" spc="22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195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000250"/>
          </a:xfrm>
          <a:prstGeom prst="rect">
            <a:avLst/>
          </a:prstGeom>
          <a:noFill/>
          <a:ln/>
        </p:spPr>
        <p:txBody>
          <a:bodyPr wrap="square" lIns="0" tIns="64294" rIns="0" bIns="-64294" rtlCol="0" anchor="t"/>
          <a:lstStyle/>
          <a:p>
            <a:pPr algn="l" indent="0" marL="0">
              <a:lnSpc>
                <a:spcPts val="7875"/>
              </a:lnSpc>
              <a:buNone/>
            </a:pPr>
            <a:r>
              <a:rPr lang="en-US" sz="75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hàm</a:t>
            </a:r>
            <a:r>
              <a:rPr lang="en-US" sz="75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băm</a:t>
            </a:r>
            <a:endParaRPr lang="en-US" sz="7500" dirty="0"/>
          </a:p>
          <a:p>
            <a:pPr algn="l" indent="0" marL="0">
              <a:lnSpc>
                <a:spcPts val="7875"/>
              </a:lnSpc>
              <a:buNone/>
            </a:pPr>
            <a:r>
              <a:rPr lang="en-US" sz="75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đặt</a:t>
            </a:r>
            <a:r>
              <a:rPr lang="en-US" sz="75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75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bit</a:t>
            </a:r>
            <a:r>
              <a:rPr lang="en-US" sz="75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543300"/>
            <a:ext cx="7810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1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Nền</a:t>
            </a:r>
            <a:r>
              <a:rPr lang="en-US" sz="3300" b="1" dirty="0" spc="-8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3300" b="1" dirty="0" spc="-1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300" b="1" dirty="0" spc="-1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dãy</a:t>
            </a:r>
            <a:r>
              <a:rPr lang="en-US" sz="3300" b="1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bit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305300"/>
            <a:ext cx="7810500" cy="1571625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Tính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</a:t>
            </a:r>
            <a:r>
              <a:rPr lang="en-US" sz="285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850" dirty="0" spc="3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chỉ,</a:t>
            </a:r>
            <a:endParaRPr lang="en-US" sz="2850" dirty="0"/>
          </a:p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3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rồi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bit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8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8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</a:t>
            </a:r>
            <a:r>
              <a:rPr lang="en-US" sz="285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6057900"/>
            <a:ext cx="5334000" cy="6858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250" b="1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 chung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bit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914400" y="6953250"/>
            <a:ext cx="7620000" cy="1809750"/>
          </a:xfrm>
          <a:prstGeom prst="roundRect">
            <a:avLst>
              <a:gd name="adj" fmla="val 14737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7219950"/>
            <a:ext cx="685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95400" y="7658100"/>
            <a:ext cx="6858000" cy="952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bit có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550" dirty="0" spc="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khác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đặt.</a:t>
            </a:r>
            <a:endParaRPr lang="en-US" sz="2550" dirty="0"/>
          </a:p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Đó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 có</a:t>
            </a:r>
            <a:r>
              <a:rPr lang="en-US" sz="25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dương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 giả.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906000" y="1295400"/>
            <a:ext cx="2857500" cy="800100"/>
          </a:xfrm>
          <a:prstGeom prst="roundRect">
            <a:avLst>
              <a:gd name="adj" fmla="val 2381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Địa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13773150" y="1295400"/>
            <a:ext cx="2857500" cy="800100"/>
          </a:xfrm>
          <a:prstGeom prst="roundRect">
            <a:avLst>
              <a:gd name="adj" fmla="val 2381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Địa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2550" dirty="0"/>
          </a:p>
        </p:txBody>
      </p:sp>
      <p:sp>
        <p:nvSpPr>
          <p:cNvPr id="13" name="Connector line-1792338668422-582159251"/>
          <p:cNvSpPr/>
          <p:nvPr/>
        </p:nvSpPr>
        <p:spPr>
          <a:xfrm flipH="1">
            <a:off x="10515600" y="2133600"/>
            <a:ext cx="819150" cy="2609850"/>
          </a:xfrm>
          <a:prstGeom prst="line">
            <a:avLst/>
          </a:prstGeom>
          <a:noFill/>
          <a:ln w="38100">
            <a:solidFill>
              <a:srgbClr val="3DD6A0"/>
            </a:solidFill>
            <a:prstDash val="solid"/>
            <a:headEnd type="none"/>
            <a:tailEnd type="triangle" w="lg" len="lg"/>
          </a:ln>
        </p:spPr>
      </p:sp>
      <p:sp>
        <p:nvSpPr>
          <p:cNvPr id="14" name="Connector line-1792338668422-376510762"/>
          <p:cNvSpPr/>
          <p:nvPr/>
        </p:nvSpPr>
        <p:spPr>
          <a:xfrm>
            <a:off x="11334750" y="2133600"/>
            <a:ext cx="400050" cy="2609850"/>
          </a:xfrm>
          <a:prstGeom prst="line">
            <a:avLst/>
          </a:prstGeom>
          <a:noFill/>
          <a:ln w="38100">
            <a:solidFill>
              <a:srgbClr val="3DD6A0"/>
            </a:solidFill>
            <a:prstDash val="solid"/>
            <a:headEnd type="none"/>
            <a:tailEnd type="triangle" w="lg" len="lg"/>
          </a:ln>
        </p:spPr>
      </p:sp>
      <p:sp>
        <p:nvSpPr>
          <p:cNvPr id="15" name="Connector line-1792338668422-593742297"/>
          <p:cNvSpPr/>
          <p:nvPr/>
        </p:nvSpPr>
        <p:spPr>
          <a:xfrm>
            <a:off x="11334750" y="2133600"/>
            <a:ext cx="1619250" cy="2609850"/>
          </a:xfrm>
          <a:prstGeom prst="line">
            <a:avLst/>
          </a:prstGeom>
          <a:noFill/>
          <a:ln w="38100">
            <a:solidFill>
              <a:srgbClr val="3DD6A0"/>
            </a:solidFill>
            <a:prstDash val="solid"/>
            <a:headEnd type="none"/>
            <a:tailEnd type="triangle" w="lg" len="lg"/>
          </a:ln>
        </p:spPr>
      </p:sp>
      <p:sp>
        <p:nvSpPr>
          <p:cNvPr id="16" name="Connector line-1792338668422-2167816"/>
          <p:cNvSpPr/>
          <p:nvPr/>
        </p:nvSpPr>
        <p:spPr>
          <a:xfrm flipH="1">
            <a:off x="12954000" y="2133600"/>
            <a:ext cx="2247900" cy="2609850"/>
          </a:xfrm>
          <a:prstGeom prst="line">
            <a:avLst/>
          </a:prstGeom>
          <a:noFill/>
          <a:ln w="38100">
            <a:solidFill>
              <a:srgbClr val="3DD6A0"/>
            </a:solidFill>
            <a:prstDash val="solid"/>
            <a:headEnd type="none"/>
            <a:tailEnd type="triangle" w="lg" len="lg"/>
          </a:ln>
        </p:spPr>
      </p:sp>
      <p:sp>
        <p:nvSpPr>
          <p:cNvPr id="17" name="Connector line-1792338668423-139136398"/>
          <p:cNvSpPr/>
          <p:nvPr/>
        </p:nvSpPr>
        <p:spPr>
          <a:xfrm flipH="1">
            <a:off x="14782800" y="2133600"/>
            <a:ext cx="419100" cy="2609850"/>
          </a:xfrm>
          <a:prstGeom prst="line">
            <a:avLst/>
          </a:prstGeom>
          <a:noFill/>
          <a:ln w="38100">
            <a:solidFill>
              <a:srgbClr val="3DD6A0"/>
            </a:solidFill>
            <a:prstDash val="solid"/>
            <a:headEnd type="none"/>
            <a:tailEnd type="triangle" w="lg" len="lg"/>
          </a:ln>
        </p:spPr>
      </p:sp>
      <p:sp>
        <p:nvSpPr>
          <p:cNvPr id="18" name="Connector line-1792338668423-996078356"/>
          <p:cNvSpPr/>
          <p:nvPr/>
        </p:nvSpPr>
        <p:spPr>
          <a:xfrm>
            <a:off x="15201900" y="2133600"/>
            <a:ext cx="800100" cy="2609850"/>
          </a:xfrm>
          <a:prstGeom prst="line">
            <a:avLst/>
          </a:prstGeom>
          <a:noFill/>
          <a:ln w="38100">
            <a:solidFill>
              <a:srgbClr val="3DD6A0"/>
            </a:solidFill>
            <a:prstDash val="solid"/>
            <a:headEnd type="none"/>
            <a:tailEnd type="triangle" w="lg" len="lg"/>
          </a:ln>
        </p:spPr>
      </p:sp>
      <p:sp>
        <p:nvSpPr>
          <p:cNvPr id="19" name="Text 17"/>
          <p:cNvSpPr/>
          <p:nvPr/>
        </p:nvSpPr>
        <p:spPr>
          <a:xfrm>
            <a:off x="10534650" y="3819525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1410950" y="3819525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2287250" y="3819525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3373100" y="3819525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4687550" y="3819525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5563850" y="3819525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620250" y="4857750"/>
            <a:ext cx="571500" cy="7239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</a:t>
            </a:r>
            <a:endParaRPr lang="en-US" sz="2550" dirty="0"/>
          </a:p>
        </p:txBody>
      </p:sp>
      <p:sp>
        <p:nvSpPr>
          <p:cNvPr id="26" name="Text 24"/>
          <p:cNvSpPr/>
          <p:nvPr/>
        </p:nvSpPr>
        <p:spPr>
          <a:xfrm>
            <a:off x="10229850" y="4857750"/>
            <a:ext cx="571500" cy="723900"/>
          </a:xfrm>
          <a:prstGeom prst="roundRect">
            <a:avLst>
              <a:gd name="adj" fmla="val 2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550" dirty="0"/>
          </a:p>
        </p:txBody>
      </p:sp>
      <p:sp>
        <p:nvSpPr>
          <p:cNvPr id="27" name="Text 25"/>
          <p:cNvSpPr/>
          <p:nvPr/>
        </p:nvSpPr>
        <p:spPr>
          <a:xfrm>
            <a:off x="10839450" y="4857750"/>
            <a:ext cx="571500" cy="7239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</a:t>
            </a:r>
            <a:endParaRPr lang="en-US" sz="2550" dirty="0"/>
          </a:p>
        </p:txBody>
      </p:sp>
      <p:sp>
        <p:nvSpPr>
          <p:cNvPr id="28" name="Text 26"/>
          <p:cNvSpPr/>
          <p:nvPr/>
        </p:nvSpPr>
        <p:spPr>
          <a:xfrm>
            <a:off x="11449050" y="4857750"/>
            <a:ext cx="571500" cy="723900"/>
          </a:xfrm>
          <a:prstGeom prst="roundRect">
            <a:avLst>
              <a:gd name="adj" fmla="val 2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550" dirty="0"/>
          </a:p>
        </p:txBody>
      </p:sp>
      <p:sp>
        <p:nvSpPr>
          <p:cNvPr id="29" name="Text 27"/>
          <p:cNvSpPr/>
          <p:nvPr/>
        </p:nvSpPr>
        <p:spPr>
          <a:xfrm>
            <a:off x="12058650" y="4857750"/>
            <a:ext cx="571500" cy="7239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</a:t>
            </a:r>
            <a:endParaRPr lang="en-US" sz="2550" dirty="0"/>
          </a:p>
        </p:txBody>
      </p:sp>
      <p:sp>
        <p:nvSpPr>
          <p:cNvPr id="30" name="Text 28"/>
          <p:cNvSpPr/>
          <p:nvPr/>
        </p:nvSpPr>
        <p:spPr>
          <a:xfrm>
            <a:off x="12668250" y="4857750"/>
            <a:ext cx="571500" cy="723900"/>
          </a:xfrm>
          <a:prstGeom prst="roundRect">
            <a:avLst>
              <a:gd name="adj" fmla="val 20000"/>
            </a:avLst>
          </a:prstGeom>
          <a:solidFill>
            <a:srgbClr val="3DD6A0"/>
          </a:solidFill>
          <a:ln w="57150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550" dirty="0"/>
          </a:p>
        </p:txBody>
      </p:sp>
      <p:sp>
        <p:nvSpPr>
          <p:cNvPr id="31" name="Text 29"/>
          <p:cNvSpPr/>
          <p:nvPr/>
        </p:nvSpPr>
        <p:spPr>
          <a:xfrm>
            <a:off x="13277850" y="4857750"/>
            <a:ext cx="571500" cy="7239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</a:t>
            </a:r>
            <a:endParaRPr lang="en-US" sz="2550" dirty="0"/>
          </a:p>
        </p:txBody>
      </p:sp>
      <p:sp>
        <p:nvSpPr>
          <p:cNvPr id="32" name="Text 30"/>
          <p:cNvSpPr/>
          <p:nvPr/>
        </p:nvSpPr>
        <p:spPr>
          <a:xfrm>
            <a:off x="13887450" y="4857750"/>
            <a:ext cx="571500" cy="7239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</a:t>
            </a:r>
            <a:endParaRPr lang="en-US" sz="2550" dirty="0"/>
          </a:p>
        </p:txBody>
      </p:sp>
      <p:sp>
        <p:nvSpPr>
          <p:cNvPr id="33" name="Text 31"/>
          <p:cNvSpPr/>
          <p:nvPr/>
        </p:nvSpPr>
        <p:spPr>
          <a:xfrm>
            <a:off x="14497050" y="4857750"/>
            <a:ext cx="571500" cy="723900"/>
          </a:xfrm>
          <a:prstGeom prst="roundRect">
            <a:avLst>
              <a:gd name="adj" fmla="val 2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550" dirty="0"/>
          </a:p>
        </p:txBody>
      </p:sp>
      <p:sp>
        <p:nvSpPr>
          <p:cNvPr id="34" name="Text 32"/>
          <p:cNvSpPr/>
          <p:nvPr/>
        </p:nvSpPr>
        <p:spPr>
          <a:xfrm>
            <a:off x="15106650" y="4857750"/>
            <a:ext cx="571500" cy="7239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</a:t>
            </a:r>
            <a:endParaRPr lang="en-US" sz="2550" dirty="0"/>
          </a:p>
        </p:txBody>
      </p:sp>
      <p:sp>
        <p:nvSpPr>
          <p:cNvPr id="35" name="Text 33"/>
          <p:cNvSpPr/>
          <p:nvPr/>
        </p:nvSpPr>
        <p:spPr>
          <a:xfrm>
            <a:off x="15716250" y="4857750"/>
            <a:ext cx="571500" cy="723900"/>
          </a:xfrm>
          <a:prstGeom prst="roundRect">
            <a:avLst>
              <a:gd name="adj" fmla="val 2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550" dirty="0"/>
          </a:p>
        </p:txBody>
      </p:sp>
      <p:sp>
        <p:nvSpPr>
          <p:cNvPr id="36" name="Text 34"/>
          <p:cNvSpPr/>
          <p:nvPr/>
        </p:nvSpPr>
        <p:spPr>
          <a:xfrm>
            <a:off x="16325850" y="4857750"/>
            <a:ext cx="571500" cy="7239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</a:t>
            </a:r>
            <a:endParaRPr lang="en-US" sz="2550" dirty="0"/>
          </a:p>
        </p:txBody>
      </p:sp>
      <p:sp>
        <p:nvSpPr>
          <p:cNvPr id="37" name="Text 35"/>
          <p:cNvSpPr/>
          <p:nvPr/>
        </p:nvSpPr>
        <p:spPr>
          <a:xfrm>
            <a:off x="9620250" y="5676900"/>
            <a:ext cx="571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10229850" y="5676900"/>
            <a:ext cx="571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1650" dirty="0"/>
          </a:p>
        </p:txBody>
      </p:sp>
      <p:sp>
        <p:nvSpPr>
          <p:cNvPr id="39" name="Text 37"/>
          <p:cNvSpPr/>
          <p:nvPr/>
        </p:nvSpPr>
        <p:spPr>
          <a:xfrm>
            <a:off x="10839450" y="5676900"/>
            <a:ext cx="571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1650" dirty="0"/>
          </a:p>
        </p:txBody>
      </p:sp>
      <p:sp>
        <p:nvSpPr>
          <p:cNvPr id="40" name="Text 38"/>
          <p:cNvSpPr/>
          <p:nvPr/>
        </p:nvSpPr>
        <p:spPr>
          <a:xfrm>
            <a:off x="11449050" y="5676900"/>
            <a:ext cx="571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1650" dirty="0"/>
          </a:p>
        </p:txBody>
      </p:sp>
      <p:sp>
        <p:nvSpPr>
          <p:cNvPr id="41" name="Text 39"/>
          <p:cNvSpPr/>
          <p:nvPr/>
        </p:nvSpPr>
        <p:spPr>
          <a:xfrm>
            <a:off x="12058650" y="5676900"/>
            <a:ext cx="571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endParaRPr lang="en-US" sz="1650" dirty="0"/>
          </a:p>
        </p:txBody>
      </p:sp>
      <p:sp>
        <p:nvSpPr>
          <p:cNvPr id="42" name="Text 40"/>
          <p:cNvSpPr/>
          <p:nvPr/>
        </p:nvSpPr>
        <p:spPr>
          <a:xfrm>
            <a:off x="12668250" y="5676900"/>
            <a:ext cx="571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5</a:t>
            </a:r>
            <a:endParaRPr lang="en-US" sz="1650" dirty="0"/>
          </a:p>
        </p:txBody>
      </p:sp>
      <p:sp>
        <p:nvSpPr>
          <p:cNvPr id="43" name="Text 41"/>
          <p:cNvSpPr/>
          <p:nvPr/>
        </p:nvSpPr>
        <p:spPr>
          <a:xfrm>
            <a:off x="13277850" y="5676900"/>
            <a:ext cx="571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6</a:t>
            </a:r>
            <a:endParaRPr lang="en-US" sz="1650" dirty="0"/>
          </a:p>
        </p:txBody>
      </p:sp>
      <p:sp>
        <p:nvSpPr>
          <p:cNvPr id="44" name="Text 42"/>
          <p:cNvSpPr/>
          <p:nvPr/>
        </p:nvSpPr>
        <p:spPr>
          <a:xfrm>
            <a:off x="13887450" y="5676900"/>
            <a:ext cx="571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7</a:t>
            </a:r>
            <a:endParaRPr lang="en-US" sz="1650" dirty="0"/>
          </a:p>
        </p:txBody>
      </p:sp>
      <p:sp>
        <p:nvSpPr>
          <p:cNvPr id="45" name="Text 43"/>
          <p:cNvSpPr/>
          <p:nvPr/>
        </p:nvSpPr>
        <p:spPr>
          <a:xfrm>
            <a:off x="14497050" y="5676900"/>
            <a:ext cx="571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8</a:t>
            </a:r>
            <a:endParaRPr lang="en-US" sz="1650" dirty="0"/>
          </a:p>
        </p:txBody>
      </p:sp>
      <p:sp>
        <p:nvSpPr>
          <p:cNvPr id="46" name="Text 44"/>
          <p:cNvSpPr/>
          <p:nvPr/>
        </p:nvSpPr>
        <p:spPr>
          <a:xfrm>
            <a:off x="15106650" y="5676900"/>
            <a:ext cx="571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9</a:t>
            </a:r>
            <a:endParaRPr lang="en-US" sz="1650" dirty="0"/>
          </a:p>
        </p:txBody>
      </p:sp>
      <p:sp>
        <p:nvSpPr>
          <p:cNvPr id="47" name="Text 45"/>
          <p:cNvSpPr/>
          <p:nvPr/>
        </p:nvSpPr>
        <p:spPr>
          <a:xfrm>
            <a:off x="15716250" y="5676900"/>
            <a:ext cx="571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10</a:t>
            </a:r>
            <a:endParaRPr lang="en-US" sz="1650" dirty="0"/>
          </a:p>
        </p:txBody>
      </p:sp>
      <p:sp>
        <p:nvSpPr>
          <p:cNvPr id="48" name="Text 46"/>
          <p:cNvSpPr/>
          <p:nvPr/>
        </p:nvSpPr>
        <p:spPr>
          <a:xfrm>
            <a:off x="16325850" y="5676900"/>
            <a:ext cx="571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11</a:t>
            </a:r>
            <a:endParaRPr lang="en-US" sz="1650" dirty="0"/>
          </a:p>
        </p:txBody>
      </p:sp>
      <p:sp>
        <p:nvSpPr>
          <p:cNvPr id="49" name="Text 47"/>
          <p:cNvSpPr/>
          <p:nvPr/>
        </p:nvSpPr>
        <p:spPr>
          <a:xfrm>
            <a:off x="11049000" y="6153150"/>
            <a:ext cx="381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Bit</a:t>
            </a:r>
            <a:r>
              <a:rPr lang="en-US" sz="225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250" b="1" dirty="0" spc="-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endParaRPr lang="en-US" sz="2250" dirty="0"/>
          </a:p>
        </p:txBody>
      </p:sp>
      <p:sp>
        <p:nvSpPr>
          <p:cNvPr id="50" name="Text 48"/>
          <p:cNvSpPr/>
          <p:nvPr/>
        </p:nvSpPr>
        <p:spPr>
          <a:xfrm>
            <a:off x="10096500" y="6572250"/>
            <a:ext cx="571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9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bit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1950" dirty="0" spc="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đặt</a:t>
            </a:r>
            <a:endParaRPr lang="en-US" sz="1950" dirty="0"/>
          </a:p>
        </p:txBody>
      </p:sp>
      <p:sp>
        <p:nvSpPr>
          <p:cNvPr id="51" name="Text 49"/>
          <p:cNvSpPr/>
          <p:nvPr/>
        </p:nvSpPr>
        <p:spPr>
          <a:xfrm>
            <a:off x="9601200" y="7239000"/>
            <a:ext cx="7315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Dãy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bit (bit</a:t>
            </a:r>
            <a:r>
              <a:rPr lang="en-US" sz="210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vector)</a:t>
            </a:r>
            <a:endParaRPr lang="en-US" sz="2100" dirty="0"/>
          </a:p>
        </p:txBody>
      </p:sp>
      <p:sp>
        <p:nvSpPr>
          <p:cNvPr id="52" name="Text 50"/>
          <p:cNvSpPr/>
          <p:nvPr/>
        </p:nvSpPr>
        <p:spPr>
          <a:xfrm>
            <a:off x="9601200" y="7772400"/>
            <a:ext cx="7315200" cy="723900"/>
          </a:xfrm>
          <a:prstGeom prst="roundRect">
            <a:avLst>
              <a:gd name="adj" fmla="val 26316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A,</a:t>
            </a:r>
            <a:r>
              <a:rPr lang="en-US" sz="2250" b="1" dirty="0" spc="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B,</a:t>
            </a:r>
            <a:r>
              <a:rPr lang="en-US" sz="2250" b="1" dirty="0" spc="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C:</a:t>
            </a:r>
            <a:r>
              <a:rPr lang="en-US" sz="2250" b="1" dirty="0" spc="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250" b="1" dirty="0" spc="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</a:t>
            </a:r>
            <a:r>
              <a:rPr lang="en-US" sz="2250" b="1" dirty="0" spc="9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trí,</a:t>
            </a:r>
            <a:r>
              <a:rPr lang="en-US" sz="2250" b="1" dirty="0" spc="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b="1" dirty="0" spc="9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250" b="1" dirty="0" spc="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2250" b="1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endParaRPr lang="en-US" sz="2250" dirty="0"/>
          </a:p>
        </p:txBody>
      </p:sp>
      <p:sp>
        <p:nvSpPr>
          <p:cNvPr id="53" name="Shape 51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63" name="Shape 6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4" name="Moda image moda-export-watermark-17b801af-6265-4135-ab9c-20757192e35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195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950" b="1" spc="2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000250"/>
          </a:xfrm>
          <a:prstGeom prst="rect">
            <a:avLst/>
          </a:prstGeom>
          <a:noFill/>
          <a:ln/>
        </p:spPr>
        <p:txBody>
          <a:bodyPr wrap="square" lIns="0" tIns="64294" rIns="0" bIns="-64294" rtlCol="0" anchor="t"/>
          <a:lstStyle/>
          <a:p>
            <a:pPr algn="l" indent="0" marL="0">
              <a:lnSpc>
                <a:spcPts val="7875"/>
              </a:lnSpc>
              <a:buNone/>
            </a:pPr>
            <a:r>
              <a:rPr lang="en-US" sz="75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Áp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endParaRPr lang="en-US" sz="7500" dirty="0"/>
          </a:p>
          <a:p>
            <a:pPr algn="l" indent="0" marL="0">
              <a:lnSpc>
                <a:spcPts val="7875"/>
              </a:lnSpc>
              <a:buNone/>
            </a:pPr>
            <a:r>
              <a:rPr lang="en-US" sz="75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hàm</a:t>
            </a:r>
            <a:r>
              <a:rPr lang="en-US" sz="75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băm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543300"/>
            <a:ext cx="7810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56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Rồi</a:t>
            </a:r>
            <a:r>
              <a:rPr lang="en-US" sz="3300" b="1" dirty="0" spc="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3300" b="1" dirty="0" spc="-7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3300" b="1" dirty="0" spc="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bit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305300"/>
            <a:ext cx="7810500" cy="1571625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Tính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</a:t>
            </a:r>
            <a:r>
              <a:rPr lang="en-US" sz="285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endParaRPr lang="en-US" sz="2850" dirty="0"/>
          </a:p>
          <a:p>
            <a:pPr algn="l" indent="0" marL="0">
              <a:lnSpc>
                <a:spcPts val="3990"/>
              </a:lnSpc>
              <a:buNone/>
            </a:pPr>
            <a:r>
              <a:rPr lang="en-US" sz="2850" dirty="0" spc="3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địa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hỏi,</a:t>
            </a:r>
            <a:r>
              <a:rPr lang="en-US" sz="285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8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bit.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6057900"/>
            <a:ext cx="381000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Cả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bit</a:t>
            </a: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4914900" y="6057900"/>
            <a:ext cx="3810000" cy="6858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bit</a:t>
            </a:r>
            <a:r>
              <a:rPr lang="en-US" sz="22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953250"/>
            <a:ext cx="7810500" cy="1809750"/>
          </a:xfrm>
          <a:prstGeom prst="roundRect">
            <a:avLst>
              <a:gd name="adj" fmla="val 14737"/>
            </a:avLst>
          </a:prstGeom>
          <a:solidFill>
            <a:srgbClr val="F3DFB8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7219950"/>
            <a:ext cx="7048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5400" y="7658100"/>
            <a:ext cx="7048500" cy="952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0: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chắc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chắn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có.</a:t>
            </a:r>
            <a:endParaRPr lang="en-US" sz="2550" dirty="0"/>
          </a:p>
          <a:p>
            <a:pPr algn="l" indent="0" marL="0">
              <a:lnSpc>
                <a:spcPts val="3443"/>
              </a:lnSpc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Cả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1: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có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0" y="1333500"/>
            <a:ext cx="7315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spc="18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CẢ</a:t>
            </a:r>
            <a:r>
              <a:rPr lang="en-US" sz="2100" b="1" spc="21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10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BIT LÀ</a:t>
            </a:r>
            <a:r>
              <a:rPr lang="en-US" sz="2100" b="1" spc="22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9601200" y="2381250"/>
            <a:ext cx="1809750" cy="800100"/>
          </a:xfrm>
          <a:prstGeom prst="roundRect">
            <a:avLst>
              <a:gd name="adj" fmla="val 2381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Địa chỉ</a:t>
            </a:r>
            <a:endParaRPr lang="en-US" sz="2400" dirty="0"/>
          </a:p>
        </p:txBody>
      </p:sp>
      <p:sp>
        <p:nvSpPr>
          <p:cNvPr id="14" name="Connector line-1792338715953-539623635"/>
          <p:cNvSpPr/>
          <p:nvPr/>
        </p:nvSpPr>
        <p:spPr>
          <a:xfrm>
            <a:off x="11449050" y="2781300"/>
            <a:ext cx="38100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11906250" y="1962150"/>
            <a:ext cx="8001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2820650" y="1962150"/>
            <a:ext cx="8001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13735050" y="1962150"/>
            <a:ext cx="8001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1906250" y="2324100"/>
            <a:ext cx="800100" cy="914400"/>
          </a:xfrm>
          <a:prstGeom prst="roundRect">
            <a:avLst>
              <a:gd name="adj" fmla="val 16667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3300" dirty="0"/>
          </a:p>
        </p:txBody>
      </p:sp>
      <p:sp>
        <p:nvSpPr>
          <p:cNvPr id="19" name="Text 17"/>
          <p:cNvSpPr/>
          <p:nvPr/>
        </p:nvSpPr>
        <p:spPr>
          <a:xfrm>
            <a:off x="12820650" y="2324100"/>
            <a:ext cx="800100" cy="914400"/>
          </a:xfrm>
          <a:prstGeom prst="roundRect">
            <a:avLst>
              <a:gd name="adj" fmla="val 16667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3300" dirty="0"/>
          </a:p>
        </p:txBody>
      </p:sp>
      <p:sp>
        <p:nvSpPr>
          <p:cNvPr id="20" name="Text 18"/>
          <p:cNvSpPr/>
          <p:nvPr/>
        </p:nvSpPr>
        <p:spPr>
          <a:xfrm>
            <a:off x="13735050" y="2324100"/>
            <a:ext cx="800100" cy="914400"/>
          </a:xfrm>
          <a:prstGeom prst="roundRect">
            <a:avLst>
              <a:gd name="adj" fmla="val 16667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3300" dirty="0"/>
          </a:p>
        </p:txBody>
      </p:sp>
      <p:sp>
        <p:nvSpPr>
          <p:cNvPr id="21" name="Connector line-1792338715964-464859072"/>
          <p:cNvSpPr/>
          <p:nvPr/>
        </p:nvSpPr>
        <p:spPr>
          <a:xfrm>
            <a:off x="14611350" y="2781300"/>
            <a:ext cx="40005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15087600" y="2066925"/>
            <a:ext cx="1828800" cy="1428750"/>
          </a:xfrm>
          <a:prstGeom prst="roundRect">
            <a:avLst>
              <a:gd name="adj" fmla="val 13333"/>
            </a:avLst>
          </a:prstGeom>
          <a:solidFill>
            <a:srgbClr val="DDE3FA"/>
          </a:solidFill>
          <a:ln/>
        </p:spPr>
      </p:sp>
      <p:sp>
        <p:nvSpPr>
          <p:cNvPr id="23" name="Text 21"/>
          <p:cNvSpPr/>
          <p:nvPr/>
        </p:nvSpPr>
        <p:spPr>
          <a:xfrm>
            <a:off x="15163800" y="2362200"/>
            <a:ext cx="1676400" cy="857250"/>
          </a:xfrm>
          <a:prstGeom prst="rect">
            <a:avLst/>
          </a:prstGeom>
          <a:noFill/>
          <a:ln/>
        </p:spPr>
        <p:txBody>
          <a:bodyPr wrap="square" lIns="0" tIns="15700" rIns="0" bIns="-15700" rtlCol="0" anchor="t"/>
          <a:lstStyle/>
          <a:p>
            <a:pPr algn="ctr" indent="0" marL="0">
              <a:lnSpc>
                <a:spcPts val="2813"/>
              </a:lnSpc>
              <a:buNone/>
            </a:pPr>
            <a:r>
              <a:rPr lang="en-US" sz="2250" b="1" dirty="0" spc="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250" b="1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endParaRPr lang="en-US" sz="2250" dirty="0"/>
          </a:p>
          <a:p>
            <a:pPr algn="ctr" indent="0" marL="0">
              <a:lnSpc>
                <a:spcPts val="2813"/>
              </a:lnSpc>
              <a:buNone/>
            </a:pPr>
            <a:r>
              <a:rPr lang="en-US" sz="2250" b="1" dirty="0" spc="1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2250" b="1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endParaRPr lang="en-US" sz="2250" dirty="0"/>
          </a:p>
        </p:txBody>
      </p:sp>
      <p:sp>
        <p:nvSpPr>
          <p:cNvPr id="24" name="Connector line-1792338715966-928694895"/>
          <p:cNvSpPr/>
          <p:nvPr/>
        </p:nvSpPr>
        <p:spPr>
          <a:xfrm>
            <a:off x="9601200" y="4381500"/>
            <a:ext cx="73152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25" name="Text 23"/>
          <p:cNvSpPr/>
          <p:nvPr/>
        </p:nvSpPr>
        <p:spPr>
          <a:xfrm>
            <a:off x="9601200" y="5143500"/>
            <a:ext cx="7315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spc="22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100" b="1" spc="2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BIT</a:t>
            </a:r>
            <a:r>
              <a:rPr lang="en-US" sz="21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b="1" spc="22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9601200" y="6191250"/>
            <a:ext cx="1809750" cy="800100"/>
          </a:xfrm>
          <a:prstGeom prst="roundRect">
            <a:avLst>
              <a:gd name="adj" fmla="val 2381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Địa chỉ</a:t>
            </a:r>
            <a:endParaRPr lang="en-US" sz="2400" dirty="0"/>
          </a:p>
        </p:txBody>
      </p:sp>
      <p:sp>
        <p:nvSpPr>
          <p:cNvPr id="27" name="Connector line-1792338715970-95199147"/>
          <p:cNvSpPr/>
          <p:nvPr/>
        </p:nvSpPr>
        <p:spPr>
          <a:xfrm>
            <a:off x="11449050" y="6591300"/>
            <a:ext cx="38100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11906250" y="5772150"/>
            <a:ext cx="8001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</a:t>
            </a:r>
            <a:endParaRPr lang="en-US" sz="1950" dirty="0"/>
          </a:p>
        </p:txBody>
      </p:sp>
      <p:sp>
        <p:nvSpPr>
          <p:cNvPr id="29" name="Text 27"/>
          <p:cNvSpPr/>
          <p:nvPr/>
        </p:nvSpPr>
        <p:spPr>
          <a:xfrm>
            <a:off x="12820650" y="5772150"/>
            <a:ext cx="8001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</a:t>
            </a:r>
            <a:endParaRPr lang="en-US" sz="1950" dirty="0"/>
          </a:p>
        </p:txBody>
      </p:sp>
      <p:sp>
        <p:nvSpPr>
          <p:cNvPr id="30" name="Text 28"/>
          <p:cNvSpPr/>
          <p:nvPr/>
        </p:nvSpPr>
        <p:spPr>
          <a:xfrm>
            <a:off x="13735050" y="5772150"/>
            <a:ext cx="8001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</a:t>
            </a:r>
            <a:endParaRPr lang="en-US" sz="1950" dirty="0"/>
          </a:p>
        </p:txBody>
      </p:sp>
      <p:sp>
        <p:nvSpPr>
          <p:cNvPr id="31" name="Text 29"/>
          <p:cNvSpPr/>
          <p:nvPr/>
        </p:nvSpPr>
        <p:spPr>
          <a:xfrm>
            <a:off x="11906250" y="6134100"/>
            <a:ext cx="800100" cy="914400"/>
          </a:xfrm>
          <a:prstGeom prst="roundRect">
            <a:avLst>
              <a:gd name="adj" fmla="val 16667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3300" dirty="0"/>
          </a:p>
        </p:txBody>
      </p:sp>
      <p:sp>
        <p:nvSpPr>
          <p:cNvPr id="32" name="Text 30"/>
          <p:cNvSpPr/>
          <p:nvPr/>
        </p:nvSpPr>
        <p:spPr>
          <a:xfrm>
            <a:off x="12820650" y="6134100"/>
            <a:ext cx="800100" cy="914400"/>
          </a:xfrm>
          <a:prstGeom prst="roundRect">
            <a:avLst>
              <a:gd name="adj" fmla="val 16667"/>
            </a:avLst>
          </a:prstGeom>
          <a:solidFill>
            <a:srgbClr val="FBF8F2"/>
          </a:solidFill>
          <a:ln w="57150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</a:t>
            </a:r>
            <a:endParaRPr lang="en-US" sz="3300" dirty="0"/>
          </a:p>
        </p:txBody>
      </p:sp>
      <p:sp>
        <p:nvSpPr>
          <p:cNvPr id="33" name="Text 31"/>
          <p:cNvSpPr/>
          <p:nvPr/>
        </p:nvSpPr>
        <p:spPr>
          <a:xfrm>
            <a:off x="13735050" y="6134100"/>
            <a:ext cx="800100" cy="914400"/>
          </a:xfrm>
          <a:prstGeom prst="roundRect">
            <a:avLst>
              <a:gd name="adj" fmla="val 16667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3300" dirty="0"/>
          </a:p>
        </p:txBody>
      </p:sp>
      <p:sp>
        <p:nvSpPr>
          <p:cNvPr id="34" name="Connector line-1792338715978-498624409"/>
          <p:cNvSpPr/>
          <p:nvPr/>
        </p:nvSpPr>
        <p:spPr>
          <a:xfrm>
            <a:off x="14611350" y="6591300"/>
            <a:ext cx="40005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15087600" y="5876925"/>
            <a:ext cx="1828800" cy="1428750"/>
          </a:xfrm>
          <a:prstGeom prst="roundRect">
            <a:avLst>
              <a:gd name="adj" fmla="val 13333"/>
            </a:avLst>
          </a:prstGeom>
          <a:solidFill>
            <a:srgbClr val="E8E0CF"/>
          </a:solidFill>
          <a:ln/>
        </p:spPr>
      </p:sp>
      <p:sp>
        <p:nvSpPr>
          <p:cNvPr id="36" name="Text 34"/>
          <p:cNvSpPr/>
          <p:nvPr/>
        </p:nvSpPr>
        <p:spPr>
          <a:xfrm>
            <a:off x="15163800" y="6172200"/>
            <a:ext cx="1676400" cy="857250"/>
          </a:xfrm>
          <a:prstGeom prst="rect">
            <a:avLst/>
          </a:prstGeom>
          <a:noFill/>
          <a:ln/>
        </p:spPr>
        <p:txBody>
          <a:bodyPr wrap="square" lIns="0" tIns="15700" rIns="0" bIns="-15700" rtlCol="0" anchor="t"/>
          <a:lstStyle/>
          <a:p>
            <a:pPr algn="ctr" indent="0" marL="0">
              <a:lnSpc>
                <a:spcPts val="2813"/>
              </a:lnSpc>
              <a:buNone/>
            </a:pP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Chắc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chắn</a:t>
            </a:r>
            <a:endParaRPr lang="en-US" sz="2250" dirty="0"/>
          </a:p>
          <a:p>
            <a:pPr algn="ctr" indent="0" marL="0">
              <a:lnSpc>
                <a:spcPts val="2813"/>
              </a:lnSpc>
              <a:buNone/>
            </a:pPr>
            <a:r>
              <a:rPr lang="en-US" sz="2250" b="1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endParaRPr lang="en-US" sz="2250" dirty="0"/>
          </a:p>
        </p:txBody>
      </p:sp>
      <p:sp>
        <p:nvSpPr>
          <p:cNvPr id="37" name="Text 35"/>
          <p:cNvSpPr/>
          <p:nvPr/>
        </p:nvSpPr>
        <p:spPr>
          <a:xfrm>
            <a:off x="9601200" y="7962900"/>
            <a:ext cx="7315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Cả</a:t>
            </a:r>
            <a:r>
              <a:rPr lang="en-US" sz="21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bit phải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100" dirty="0" spc="-2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lời: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endParaRPr lang="en-US" sz="2100" dirty="0"/>
          </a:p>
        </p:txBody>
      </p:sp>
      <p:sp>
        <p:nvSpPr>
          <p:cNvPr id="38" name="Shape 36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650" dirty="0"/>
          </a:p>
        </p:txBody>
      </p:sp>
      <p:sp>
        <p:nvSpPr>
          <p:cNvPr id="48" name="Shape 4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9" name="Moda image moda-export-watermark-29b96ecb-23ed-4884-bc62-f56d8f01db0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HÀM</a:t>
            </a:r>
            <a:r>
              <a:rPr lang="en-US" sz="1950" b="1" spc="21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r>
              <a:rPr lang="en-US" sz="1950" b="1" spc="17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195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000250"/>
          </a:xfrm>
          <a:prstGeom prst="rect">
            <a:avLst/>
          </a:prstGeom>
          <a:noFill/>
          <a:ln/>
        </p:spPr>
        <p:txBody>
          <a:bodyPr wrap="square" lIns="0" tIns="64294" rIns="0" bIns="-64294" rtlCol="0" anchor="t"/>
          <a:lstStyle/>
          <a:p>
            <a:pPr algn="l" indent="0" marL="0">
              <a:lnSpc>
                <a:spcPts val="7875"/>
              </a:lnSpc>
              <a:buNone/>
            </a:pP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Hàm</a:t>
            </a:r>
            <a:r>
              <a:rPr lang="en-US" sz="75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băm</a:t>
            </a:r>
            <a:endParaRPr lang="en-US" sz="7500" dirty="0"/>
          </a:p>
          <a:p>
            <a:pPr algn="l" indent="0" marL="0">
              <a:lnSpc>
                <a:spcPts val="7875"/>
              </a:lnSpc>
              <a:buNone/>
            </a:pPr>
            <a:r>
              <a:rPr lang="en-US" sz="7500" dirty="0" spc="-1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</a:t>
            </a:r>
            <a:r>
              <a:rPr lang="en-US" sz="7500" dirty="0" spc="-2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giới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543300"/>
            <a:ext cx="7810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Phân</a:t>
            </a:r>
            <a:r>
              <a:rPr lang="en-US" sz="3300" b="1" dirty="0" spc="-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</a:t>
            </a:r>
            <a:r>
              <a:rPr lang="en-US" sz="3300" b="1" dirty="0" spc="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</a:t>
            </a:r>
            <a:r>
              <a:rPr lang="en-US" sz="3300" b="1" dirty="0" spc="-3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30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305300"/>
            <a:ext cx="7810500" cy="1571625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Spark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8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 băm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Murmur3</a:t>
            </a:r>
            <a:endParaRPr lang="en-US" sz="2850" dirty="0"/>
          </a:p>
          <a:p>
            <a:pPr algn="l" indent="0" marL="0">
              <a:lnSpc>
                <a:spcPts val="3990"/>
              </a:lnSpc>
              <a:buNone/>
            </a:pPr>
            <a:r>
              <a:rPr lang="en-US" sz="28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32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bit,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6057900"/>
            <a:ext cx="4953000" cy="6858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Spark: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h1</a:t>
            </a: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+</a:t>
            </a:r>
            <a:r>
              <a:rPr lang="en-US" sz="22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× h2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914400" y="6953250"/>
            <a:ext cx="7620000" cy="1809750"/>
          </a:xfrm>
          <a:prstGeom prst="roundRect">
            <a:avLst>
              <a:gd name="adj" fmla="val 14737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7219950"/>
            <a:ext cx="685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95400" y="7658100"/>
            <a:ext cx="6858000" cy="952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r>
              <a:rPr lang="en-US" sz="25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2550" dirty="0"/>
          </a:p>
          <a:p>
            <a:pPr algn="l" indent="0" marL="0">
              <a:lnSpc>
                <a:spcPts val="3443"/>
              </a:lnSpc>
              <a:buNone/>
            </a:pP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 là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 dụ.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0" y="1257300"/>
            <a:ext cx="7315200" cy="3219450"/>
          </a:xfrm>
          <a:prstGeom prst="roundRect">
            <a:avLst>
              <a:gd name="adj" fmla="val 7101"/>
            </a:avLst>
          </a:prstGeom>
          <a:solidFill>
            <a:srgbClr val="14161C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944100" y="15240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1800" b="1" spc="19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APACHE</a:t>
            </a:r>
            <a:r>
              <a:rPr lang="en-US" sz="1800" b="1" spc="2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SPARK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944100" y="1981200"/>
            <a:ext cx="66675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50" dirty="0" spc="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vị</a:t>
            </a:r>
            <a:r>
              <a:rPr lang="en-US" sz="4650" dirty="0" spc="-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trí</a:t>
            </a:r>
            <a:r>
              <a:rPr lang="en-US" sz="4650" dirty="0" spc="-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i</a:t>
            </a:r>
            <a:r>
              <a:rPr lang="en-US" sz="4650" dirty="0" spc="-4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=</a:t>
            </a:r>
            <a:r>
              <a:rPr lang="en-US" sz="4650" dirty="0" spc="-3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h1</a:t>
            </a:r>
            <a:r>
              <a:rPr lang="en-US" sz="4650" dirty="0" spc="-5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+</a:t>
            </a:r>
            <a:r>
              <a:rPr lang="en-US" sz="4650" dirty="0" spc="-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i</a:t>
            </a:r>
            <a:r>
              <a:rPr lang="en-US" sz="4650" dirty="0" spc="-5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×</a:t>
            </a:r>
            <a:r>
              <a:rPr lang="en-US" sz="4650" dirty="0" spc="-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h2</a:t>
            </a:r>
            <a:endParaRPr lang="en-US" sz="4650" dirty="0"/>
          </a:p>
        </p:txBody>
      </p:sp>
      <p:sp>
        <p:nvSpPr>
          <p:cNvPr id="14" name="Text 12"/>
          <p:cNvSpPr/>
          <p:nvPr/>
        </p:nvSpPr>
        <p:spPr>
          <a:xfrm>
            <a:off x="9944100" y="2933700"/>
            <a:ext cx="6667500" cy="8572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2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h1,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h2</a:t>
            </a:r>
            <a:r>
              <a:rPr lang="en-US" sz="22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endParaRPr lang="en-US" sz="2250" dirty="0"/>
          </a:p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cho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r>
              <a:rPr lang="en-US" sz="22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riêng.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9944100" y="3848100"/>
            <a:ext cx="6667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mightContain: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bit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601200" y="4724400"/>
            <a:ext cx="7315200" cy="3695700"/>
          </a:xfrm>
          <a:prstGeom prst="roundRect">
            <a:avLst>
              <a:gd name="adj" fmla="val 6186"/>
            </a:avLst>
          </a:prstGeom>
          <a:solidFill>
            <a:srgbClr val="14161C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944100" y="49911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0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9944100" y="5410200"/>
            <a:ext cx="6667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31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1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31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endParaRPr lang="en-US" sz="3150" dirty="0"/>
          </a:p>
        </p:txBody>
      </p:sp>
      <p:sp>
        <p:nvSpPr>
          <p:cNvPr id="19" name="Text 17"/>
          <p:cNvSpPr/>
          <p:nvPr/>
        </p:nvSpPr>
        <p:spPr>
          <a:xfrm>
            <a:off x="9944100" y="5962650"/>
            <a:ext cx="666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bit,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băm,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tỉ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</a:t>
            </a:r>
            <a:r>
              <a:rPr lang="en-US" sz="21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dương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endParaRPr lang="en-US" sz="2100" dirty="0"/>
          </a:p>
        </p:txBody>
      </p:sp>
      <p:sp>
        <p:nvSpPr>
          <p:cNvPr id="20" name="Text richtext-1792338828637-635876377"/>
          <p:cNvSpPr/>
          <p:nvPr/>
        </p:nvSpPr>
        <p:spPr>
          <a:xfrm>
            <a:off x="9944100" y="6610350"/>
            <a:ext cx="6667500" cy="16192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marL="304800" indent="-217761">
              <a:lnSpc>
                <a:spcPts val="312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4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4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lọc</a:t>
            </a:r>
            <a:r>
              <a:rPr lang="en-US" sz="24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đầy:</a:t>
            </a:r>
            <a:r>
              <a:rPr lang="en-US" sz="24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dương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4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24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vọt</a:t>
            </a:r>
            <a:endParaRPr lang="en-US" sz="2400" dirty="0"/>
          </a:p>
          <a:p>
            <a:pPr algn="l" marL="304800" indent="-217761">
              <a:lnSpc>
                <a:spcPts val="312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nhầm</a:t>
            </a:r>
            <a:r>
              <a:rPr lang="en-US" sz="2400" dirty="0" spc="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4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cào</a:t>
            </a:r>
            <a:endParaRPr lang="en-US" sz="2400" dirty="0"/>
          </a:p>
          <a:p>
            <a:pPr algn="l" marL="304800" indent="-217761">
              <a:lnSpc>
                <a:spcPts val="3120"/>
              </a:lnSpc>
              <a:buSzPct val="100000"/>
              <a:buFont typeface="Arial"/>
              <a:buChar char="•"/>
            </a:pP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4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400" dirty="0" spc="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4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400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a5109fbe-356c-4364-80b1-638619de6a1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0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000250"/>
          </a:xfrm>
          <a:prstGeom prst="rect">
            <a:avLst/>
          </a:prstGeom>
          <a:noFill/>
          <a:ln/>
        </p:spPr>
        <p:txBody>
          <a:bodyPr wrap="square" lIns="0" tIns="64294" rIns="0" bIns="-64294" rtlCol="0" anchor="t"/>
          <a:lstStyle/>
          <a:p>
            <a:pPr algn="l" indent="0" marL="0">
              <a:lnSpc>
                <a:spcPts val="7875"/>
              </a:lnSpc>
              <a:buNone/>
            </a:pPr>
            <a:r>
              <a:rPr lang="en-US" sz="75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Nhìn</a:t>
            </a:r>
            <a:r>
              <a:rPr lang="en-US" sz="75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hình,</a:t>
            </a:r>
            <a:endParaRPr lang="en-US" sz="7500" dirty="0"/>
          </a:p>
          <a:p>
            <a:pPr algn="l" indent="0" marL="0">
              <a:lnSpc>
                <a:spcPts val="7875"/>
              </a:lnSpc>
              <a:buNone/>
            </a:pPr>
            <a:r>
              <a:rPr lang="en-US" sz="7500" dirty="0" spc="-44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trả</a:t>
            </a:r>
            <a:r>
              <a:rPr lang="en-US" sz="7500" dirty="0" spc="-33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543300"/>
            <a:ext cx="7810500" cy="1571625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850" dirty="0" spc="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mới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hỏi: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2850" dirty="0"/>
          </a:p>
          <a:p>
            <a:pPr algn="l" indent="0" marL="0">
              <a:lnSpc>
                <a:spcPts val="3990"/>
              </a:lnSpc>
              <a:buNone/>
            </a:pP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cho bit</a:t>
            </a:r>
            <a:r>
              <a:rPr lang="en-US" sz="28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1,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bit</a:t>
            </a:r>
            <a:endParaRPr lang="en-US" sz="2850" dirty="0"/>
          </a:p>
          <a:p>
            <a:pPr algn="l" indent="0" marL="0">
              <a:lnSpc>
                <a:spcPts val="3990"/>
              </a:lnSpc>
              <a:buNone/>
            </a:pPr>
            <a:r>
              <a:rPr lang="en-US" sz="28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đang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0.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285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gì?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5391150"/>
            <a:ext cx="7810500" cy="1905000"/>
          </a:xfrm>
          <a:prstGeom prst="roundRect">
            <a:avLst>
              <a:gd name="adj" fmla="val 14000"/>
            </a:avLst>
          </a:prstGeom>
          <a:solidFill>
            <a:srgbClr val="F8D9D0"/>
          </a:solidFill>
          <a:ln/>
        </p:spPr>
      </p:sp>
      <p:sp>
        <p:nvSpPr>
          <p:cNvPr id="6" name="Text 4"/>
          <p:cNvSpPr/>
          <p:nvPr/>
        </p:nvSpPr>
        <p:spPr>
          <a:xfrm>
            <a:off x="1333500" y="5524500"/>
            <a:ext cx="800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2247900" y="5524500"/>
            <a:ext cx="800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3162300" y="5524500"/>
            <a:ext cx="800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1333500" y="5905500"/>
            <a:ext cx="800100" cy="914400"/>
          </a:xfrm>
          <a:prstGeom prst="roundRect">
            <a:avLst>
              <a:gd name="adj" fmla="val 16667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3300" dirty="0"/>
          </a:p>
        </p:txBody>
      </p:sp>
      <p:sp>
        <p:nvSpPr>
          <p:cNvPr id="10" name="Text 8"/>
          <p:cNvSpPr/>
          <p:nvPr/>
        </p:nvSpPr>
        <p:spPr>
          <a:xfrm>
            <a:off x="2247900" y="5905500"/>
            <a:ext cx="800100" cy="914400"/>
          </a:xfrm>
          <a:prstGeom prst="roundRect">
            <a:avLst>
              <a:gd name="adj" fmla="val 16667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3162300" y="5905500"/>
            <a:ext cx="800100" cy="914400"/>
          </a:xfrm>
          <a:prstGeom prst="roundRect">
            <a:avLst>
              <a:gd name="adj" fmla="val 16667"/>
            </a:avLst>
          </a:prstGeom>
          <a:solidFill>
            <a:srgbClr val="FBF8F2"/>
          </a:solidFill>
          <a:ln w="57150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</a:t>
            </a:r>
            <a:endParaRPr lang="en-US" sz="3300" dirty="0"/>
          </a:p>
        </p:txBody>
      </p:sp>
      <p:sp>
        <p:nvSpPr>
          <p:cNvPr id="12" name="Connector line-1792339140552-907178387"/>
          <p:cNvSpPr/>
          <p:nvPr/>
        </p:nvSpPr>
        <p:spPr>
          <a:xfrm>
            <a:off x="4152900" y="6362700"/>
            <a:ext cx="6858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4953000" y="5905500"/>
            <a:ext cx="3429000" cy="914400"/>
          </a:xfrm>
          <a:prstGeom prst="roundRect">
            <a:avLst>
              <a:gd name="adj" fmla="val 20833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285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lời?</a:t>
            </a:r>
            <a:endParaRPr lang="en-US" sz="2850" dirty="0"/>
          </a:p>
        </p:txBody>
      </p:sp>
      <p:sp>
        <p:nvSpPr>
          <p:cNvPr id="14" name="Text 12"/>
          <p:cNvSpPr/>
          <p:nvPr/>
        </p:nvSpPr>
        <p:spPr>
          <a:xfrm>
            <a:off x="914400" y="7581900"/>
            <a:ext cx="7810500" cy="10477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Nếu</a:t>
            </a:r>
            <a:r>
              <a:rPr lang="en-US" sz="27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bit</a:t>
            </a:r>
            <a:r>
              <a:rPr lang="en-US" sz="27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1,</a:t>
            </a:r>
            <a:r>
              <a:rPr lang="en-US" sz="27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chắc</a:t>
            </a:r>
            <a:endParaRPr lang="en-US" sz="2700" dirty="0"/>
          </a:p>
          <a:p>
            <a:pPr algn="l" indent="0" marL="0">
              <a:lnSpc>
                <a:spcPts val="3645"/>
              </a:lnSpc>
              <a:buNone/>
            </a:pPr>
            <a:r>
              <a:rPr lang="en-US" sz="2700" b="1" dirty="0" spc="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địa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70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cào</a:t>
            </a:r>
            <a:r>
              <a:rPr lang="en-US" sz="270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chưa?</a:t>
            </a:r>
            <a:endParaRPr lang="en-US" sz="2700" dirty="0"/>
          </a:p>
        </p:txBody>
      </p:sp>
      <p:sp>
        <p:nvSpPr>
          <p:cNvPr id="15" name="Shape 13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601200" y="1257300"/>
            <a:ext cx="7315200" cy="2209800"/>
          </a:xfrm>
          <a:prstGeom prst="roundRect">
            <a:avLst>
              <a:gd name="adj" fmla="val 10345"/>
            </a:avLst>
          </a:prstGeom>
          <a:solidFill>
            <a:srgbClr val="F3DFB8"/>
          </a:solidFill>
          <a:ln/>
        </p:spPr>
      </p:sp>
      <p:sp>
        <p:nvSpPr>
          <p:cNvPr id="17" name="Text 15"/>
          <p:cNvSpPr/>
          <p:nvPr/>
        </p:nvSpPr>
        <p:spPr>
          <a:xfrm>
            <a:off x="9906000" y="1447800"/>
            <a:ext cx="723900" cy="7239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10858500" y="1447800"/>
            <a:ext cx="5810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8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bit</a:t>
            </a:r>
            <a:r>
              <a:rPr lang="en-US" sz="28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</a:t>
            </a:r>
            <a:endParaRPr lang="en-US" sz="2850" dirty="0"/>
          </a:p>
        </p:txBody>
      </p:sp>
      <p:sp>
        <p:nvSpPr>
          <p:cNvPr id="19" name="Text 17"/>
          <p:cNvSpPr/>
          <p:nvPr/>
        </p:nvSpPr>
        <p:spPr>
          <a:xfrm>
            <a:off x="10858500" y="2095500"/>
            <a:ext cx="5810250" cy="12382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Chắc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chắn</a:t>
            </a:r>
            <a:r>
              <a:rPr lang="en-US" sz="24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lọc.</a:t>
            </a:r>
            <a:endParaRPr lang="en-US" sz="2400" dirty="0"/>
          </a:p>
          <a:p>
            <a:pPr algn="l" indent="0" marL="0">
              <a:lnSpc>
                <a:spcPts val="3240"/>
              </a:lnSpc>
              <a:buNone/>
            </a:pP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cào có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cào</a:t>
            </a:r>
            <a:r>
              <a:rPr lang="en-US" sz="2400" dirty="0" spc="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này.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9601200" y="3695700"/>
            <a:ext cx="7315200" cy="2209800"/>
          </a:xfrm>
          <a:prstGeom prst="roundRect">
            <a:avLst>
              <a:gd name="adj" fmla="val 10345"/>
            </a:avLst>
          </a:prstGeom>
          <a:solidFill>
            <a:srgbClr val="DDE3FA"/>
          </a:solidFill>
          <a:ln/>
        </p:spPr>
      </p:sp>
      <p:sp>
        <p:nvSpPr>
          <p:cNvPr id="21" name="Text 19"/>
          <p:cNvSpPr/>
          <p:nvPr/>
        </p:nvSpPr>
        <p:spPr>
          <a:xfrm>
            <a:off x="9906000" y="3886200"/>
            <a:ext cx="723900" cy="7239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10858500" y="3886200"/>
            <a:ext cx="5810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Nếu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bit</a:t>
            </a:r>
            <a:r>
              <a:rPr lang="en-US" sz="28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2850" dirty="0"/>
          </a:p>
        </p:txBody>
      </p:sp>
      <p:sp>
        <p:nvSpPr>
          <p:cNvPr id="23" name="Text 21"/>
          <p:cNvSpPr/>
          <p:nvPr/>
        </p:nvSpPr>
        <p:spPr>
          <a:xfrm>
            <a:off x="10858500" y="4533900"/>
            <a:ext cx="5810250" cy="12382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4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được: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40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có.</a:t>
            </a:r>
            <a:endParaRPr lang="en-US" sz="2400" dirty="0"/>
          </a:p>
          <a:p>
            <a:pPr algn="l" indent="0" marL="0">
              <a:lnSpc>
                <a:spcPts val="3240"/>
              </a:lnSpc>
              <a:buNone/>
            </a:pPr>
            <a:r>
              <a:rPr lang="en-US" sz="24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40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luận chắc chắn.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9601200" y="6134100"/>
            <a:ext cx="7315200" cy="2209800"/>
          </a:xfrm>
          <a:prstGeom prst="roundRect">
            <a:avLst>
              <a:gd name="adj" fmla="val 10345"/>
            </a:avLst>
          </a:prstGeom>
          <a:solidFill>
            <a:srgbClr val="CFE8E2"/>
          </a:solidFill>
          <a:ln/>
        </p:spPr>
      </p:sp>
      <p:sp>
        <p:nvSpPr>
          <p:cNvPr id="25" name="Text 23"/>
          <p:cNvSpPr/>
          <p:nvPr/>
        </p:nvSpPr>
        <p:spPr>
          <a:xfrm>
            <a:off x="9906000" y="6324600"/>
            <a:ext cx="723900" cy="7239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10858500" y="6324600"/>
            <a:ext cx="5810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5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Vì</a:t>
            </a: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850" b="1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chắc?</a:t>
            </a:r>
            <a:endParaRPr lang="en-US" sz="2850" dirty="0"/>
          </a:p>
        </p:txBody>
      </p:sp>
      <p:sp>
        <p:nvSpPr>
          <p:cNvPr id="27" name="Text 25"/>
          <p:cNvSpPr/>
          <p:nvPr/>
        </p:nvSpPr>
        <p:spPr>
          <a:xfrm>
            <a:off x="10858500" y="6972300"/>
            <a:ext cx="5810250" cy="12382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bit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400" dirty="0" spc="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khác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đặt:</a:t>
            </a:r>
            <a:endParaRPr lang="en-US" sz="240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dương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khả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dĩ,</a:t>
            </a:r>
            <a:endParaRPr lang="en-US" sz="240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 bằng</a:t>
            </a:r>
            <a:r>
              <a:rPr lang="en-US" sz="24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chứng.</a:t>
            </a:r>
            <a:endParaRPr lang="en-US" sz="2400" dirty="0"/>
          </a:p>
        </p:txBody>
      </p:sp>
      <p:sp>
        <p:nvSpPr>
          <p:cNvPr id="28" name="Shape 26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650" dirty="0"/>
          </a:p>
        </p:txBody>
      </p:sp>
      <p:sp>
        <p:nvSpPr>
          <p:cNvPr id="38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305d1b92-11dc-4336-95d6-7ee24c49c85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952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1430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0" dirty="0" spc="-6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78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7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 nhớ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2819400"/>
            <a:ext cx="8115300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048000"/>
            <a:ext cx="7353300" cy="1104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URL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1295400" y="4191000"/>
            <a:ext cx="73533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Uniform</a:t>
            </a:r>
            <a:r>
              <a:rPr lang="en-US" sz="2100" dirty="0" spc="-2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Resource</a:t>
            </a:r>
            <a:r>
              <a:rPr lang="en-US" sz="2100" dirty="0" spc="-2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Locator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295400" y="4686300"/>
            <a:ext cx="7353300" cy="8572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Định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</a:t>
            </a:r>
            <a:r>
              <a:rPr lang="en-US" sz="24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4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24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nhất:</a:t>
            </a:r>
            <a:endParaRPr lang="en-US" sz="2400" dirty="0"/>
          </a:p>
          <a:p>
            <a:pPr algn="l" indent="0" marL="0">
              <a:lnSpc>
                <a:spcPts val="3240"/>
              </a:lnSpc>
              <a:buNone/>
            </a:pPr>
            <a:r>
              <a:rPr lang="en-US" sz="2400" dirty="0" spc="3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địa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4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4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web.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9258300" y="2819400"/>
            <a:ext cx="8115300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9639300" y="3048000"/>
            <a:ext cx="7353300" cy="1104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 spc="-49" kern="0">
                <a:solidFill>
                  <a:srgbClr val="C4C8D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Dương</a:t>
            </a:r>
            <a:r>
              <a:rPr lang="en-US" sz="4200" dirty="0" spc="-2" kern="0">
                <a:solidFill>
                  <a:srgbClr val="C4C8D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tính</a:t>
            </a:r>
            <a:r>
              <a:rPr lang="en-US" sz="4200" dirty="0" spc="2" kern="0">
                <a:solidFill>
                  <a:srgbClr val="C4C8D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giả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9639300" y="4191000"/>
            <a:ext cx="73533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false</a:t>
            </a:r>
            <a:r>
              <a:rPr lang="en-US" sz="21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positive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9639300" y="4686300"/>
            <a:ext cx="7353300" cy="8572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Báo</a:t>
            </a:r>
            <a:r>
              <a:rPr lang="en-US" sz="24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nhầm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có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endParaRPr lang="en-US" sz="2400" dirty="0"/>
          </a:p>
          <a:p>
            <a:pPr algn="l" indent="0" marL="0">
              <a:lnSpc>
                <a:spcPts val="3240"/>
              </a:lnSpc>
              <a:buNone/>
            </a:pP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4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</a:t>
            </a:r>
            <a:r>
              <a:rPr lang="en-US" sz="24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400" dirty="0" spc="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thêm.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914400" y="5905500"/>
            <a:ext cx="16459200" cy="2095500"/>
          </a:xfrm>
          <a:prstGeom prst="roundRect">
            <a:avLst>
              <a:gd name="adj" fmla="val 12727"/>
            </a:avLst>
          </a:prstGeom>
          <a:solidFill>
            <a:srgbClr val="1E212B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95400" y="6153150"/>
            <a:ext cx="15697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4" name="Text richtext-1792339172275-303778855"/>
          <p:cNvSpPr/>
          <p:nvPr/>
        </p:nvSpPr>
        <p:spPr>
          <a:xfrm>
            <a:off x="1295400" y="6629400"/>
            <a:ext cx="15697200" cy="1238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ByteByteGo: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hỏi,</a:t>
            </a: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cách, năm</a:t>
            </a:r>
            <a:r>
              <a:rPr lang="en-US" sz="25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1970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Apache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Spark: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BloomFilter, BloomFilterImpl,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Murmur3_x86_32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914400" y="8267700"/>
            <a:ext cx="164592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21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10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 Hình minh</a:t>
            </a: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100" dirty="0" spc="-3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1dd38f4b-7db5-4b68-96c8-ee850d28f48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2026-10-19T13:55:59Z</dcterms:created>
  <dcterms:modified xsi:type="dcterms:W3CDTF">2026-10-19T13:55:59Z</dcterms:modified>
</cp:coreProperties>
</file>