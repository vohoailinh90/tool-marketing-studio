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40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525000" cy="2505075"/>
          </a:xfrm>
          <a:prstGeom prst="rect">
            <a:avLst/>
          </a:prstGeom>
          <a:noFill/>
          <a:ln/>
        </p:spPr>
        <p:txBody>
          <a:bodyPr wrap="square" lIns="0" tIns="69437" rIns="0" bIns="-69437" rtlCol="0" anchor="t"/>
          <a:lstStyle/>
          <a:p>
            <a:pPr algn="l" indent="0" marL="0">
              <a:lnSpc>
                <a:spcPts val="8505"/>
              </a:lnSpc>
              <a:buNone/>
            </a:pP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</a:t>
            </a:r>
            <a:r>
              <a:rPr lang="en-US" sz="81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loại</a:t>
            </a:r>
            <a:endParaRPr lang="en-US" sz="8100" dirty="0"/>
          </a:p>
          <a:p>
            <a:pPr algn="l" indent="0" marL="0">
              <a:lnSpc>
                <a:spcPts val="8505"/>
              </a:lnSpc>
              <a:buNone/>
            </a:pP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cơ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sở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191000"/>
            <a:ext cx="8572500" cy="1143000"/>
          </a:xfrm>
          <a:prstGeom prst="rect">
            <a:avLst/>
          </a:prstGeom>
          <a:noFill/>
          <a:ln/>
        </p:spPr>
        <p:txBody>
          <a:bodyPr wrap="square" lIns="0" tIns="17002" rIns="0" bIns="-17002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1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 nhóm</a:t>
            </a:r>
            <a:r>
              <a:rPr lang="en-US" sz="315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NoSQL</a:t>
            </a:r>
            <a:r>
              <a:rPr lang="en-US" sz="3150" dirty="0" spc="-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1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31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</a:t>
            </a:r>
            <a:r>
              <a:rPr lang="en-US" sz="31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chữ</a:t>
            </a:r>
            <a:r>
              <a:rPr lang="en-US" sz="31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"cột"</a:t>
            </a:r>
            <a:endParaRPr lang="en-US" sz="3150" dirty="0"/>
          </a:p>
        </p:txBody>
      </p:sp>
      <p:sp>
        <p:nvSpPr>
          <p:cNvPr id="5" name="Text 3"/>
          <p:cNvSpPr/>
          <p:nvPr/>
        </p:nvSpPr>
        <p:spPr>
          <a:xfrm>
            <a:off x="914400" y="5715000"/>
            <a:ext cx="8382000" cy="9525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6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22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ích</a:t>
            </a:r>
            <a:r>
              <a:rPr lang="en-US" sz="22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2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2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22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sắp</a:t>
            </a:r>
            <a:r>
              <a:rPr lang="en-US" sz="225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914400" y="952500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sd-04-040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10477500" y="914400"/>
            <a:ext cx="3333750" cy="2381250"/>
          </a:xfrm>
          <a:prstGeom prst="roundRect">
            <a:avLst>
              <a:gd name="adj" fmla="val 112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820400" y="1295400"/>
            <a:ext cx="27622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1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BẢNG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10820400" y="1809750"/>
            <a:ext cx="2762250" cy="11430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Quan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14039850" y="914400"/>
            <a:ext cx="3333750" cy="2381250"/>
          </a:xfrm>
          <a:prstGeom prst="roundRect">
            <a:avLst>
              <a:gd name="adj" fmla="val 112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4382750" y="1295400"/>
            <a:ext cx="27622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0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TỔNG</a:t>
            </a:r>
            <a:r>
              <a:rPr lang="en-US" sz="165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14382750" y="1809750"/>
            <a:ext cx="2762250" cy="11430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Phân tích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(OLAP)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10477500" y="3648075"/>
            <a:ext cx="3333750" cy="2381250"/>
          </a:xfrm>
          <a:prstGeom prst="roundRect">
            <a:avLst>
              <a:gd name="adj" fmla="val 112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820400" y="4029075"/>
            <a:ext cx="27622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NOSQL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10820400" y="4543425"/>
            <a:ext cx="2762250" cy="11430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Đồ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thị</a:t>
            </a:r>
            <a:endParaRPr lang="en-US" sz="2700" dirty="0"/>
          </a:p>
        </p:txBody>
      </p:sp>
      <p:sp>
        <p:nvSpPr>
          <p:cNvPr id="16" name="Shape 14"/>
          <p:cNvSpPr/>
          <p:nvPr/>
        </p:nvSpPr>
        <p:spPr>
          <a:xfrm>
            <a:off x="14039850" y="3648075"/>
            <a:ext cx="3333750" cy="2381250"/>
          </a:xfrm>
          <a:prstGeom prst="roundRect">
            <a:avLst>
              <a:gd name="adj" fmla="val 112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4382750" y="4029075"/>
            <a:ext cx="27622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NOSQL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14382750" y="4543425"/>
            <a:ext cx="2762250" cy="11430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Khóa–giá</a:t>
            </a:r>
            <a:r>
              <a:rPr lang="en-US" sz="270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endParaRPr lang="en-US" sz="2700" dirty="0"/>
          </a:p>
        </p:txBody>
      </p:sp>
      <p:sp>
        <p:nvSpPr>
          <p:cNvPr id="19" name="Shape 17"/>
          <p:cNvSpPr/>
          <p:nvPr/>
        </p:nvSpPr>
        <p:spPr>
          <a:xfrm>
            <a:off x="10477500" y="6381750"/>
            <a:ext cx="3333750" cy="2381250"/>
          </a:xfrm>
          <a:prstGeom prst="roundRect">
            <a:avLst>
              <a:gd name="adj" fmla="val 112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820400" y="6762750"/>
            <a:ext cx="27622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NOSQL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10820400" y="7277100"/>
            <a:ext cx="2762250" cy="11430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-8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700" dirty="0"/>
          </a:p>
        </p:txBody>
      </p:sp>
      <p:sp>
        <p:nvSpPr>
          <p:cNvPr id="22" name="Shape 20"/>
          <p:cNvSpPr/>
          <p:nvPr/>
        </p:nvSpPr>
        <p:spPr>
          <a:xfrm>
            <a:off x="14039850" y="6381750"/>
            <a:ext cx="3333750" cy="2381250"/>
          </a:xfrm>
          <a:prstGeom prst="roundRect">
            <a:avLst>
              <a:gd name="adj" fmla="val 11200"/>
            </a:avLst>
          </a:prstGeom>
          <a:solidFill>
            <a:srgbClr val="2A1E1A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4382750" y="6762750"/>
            <a:ext cx="27622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NOSQL ·</a:t>
            </a:r>
            <a:r>
              <a:rPr lang="en-US" sz="16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16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14382750" y="7277100"/>
            <a:ext cx="2762250" cy="11430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Cột</a:t>
            </a:r>
            <a:endParaRPr lang="en-US" sz="270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69d58439-f26f-4ddb-a80c-2ece8a0195c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17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Nguồn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chia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sáu</a:t>
            </a:r>
            <a:r>
              <a:rPr lang="en-US" sz="69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loại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14300" cy="285750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5" name="Text 3"/>
          <p:cNvSpPr/>
          <p:nvPr/>
        </p:nvSpPr>
        <p:spPr>
          <a:xfrm>
            <a:off x="1428750" y="2857500"/>
            <a:ext cx="15240000" cy="2857500"/>
          </a:xfrm>
          <a:prstGeom prst="rect">
            <a:avLst/>
          </a:prstGeom>
          <a:noFill/>
          <a:ln/>
        </p:spPr>
        <p:txBody>
          <a:bodyPr wrap="square" lIns="0" tIns="49530" rIns="0" bIns="-49530" rtlCol="0" anchor="t"/>
          <a:lstStyle/>
          <a:p>
            <a:pPr algn="l" indent="0" marL="0">
              <a:lnSpc>
                <a:spcPts val="8580"/>
              </a:lnSpc>
              <a:buNone/>
            </a:pPr>
            <a:r>
              <a:rPr lang="en-US" sz="78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78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chữ</a:t>
            </a:r>
            <a:r>
              <a:rPr lang="en-US" sz="7800" dirty="0" spc="-1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"cột",</a:t>
            </a: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thứ</a:t>
            </a:r>
            <a:r>
              <a:rPr lang="en-US" sz="7800" dirty="0" spc="-3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rất</a:t>
            </a: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nhau</a:t>
            </a:r>
            <a:endParaRPr lang="en-US" sz="7800" dirty="0"/>
          </a:p>
        </p:txBody>
      </p:sp>
      <p:sp>
        <p:nvSpPr>
          <p:cNvPr id="6" name="Shape 4"/>
          <p:cNvSpPr/>
          <p:nvPr/>
        </p:nvSpPr>
        <p:spPr>
          <a:xfrm>
            <a:off x="914400" y="6286500"/>
            <a:ext cx="8001000" cy="2476500"/>
          </a:xfrm>
          <a:prstGeom prst="roundRect">
            <a:avLst>
              <a:gd name="adj" fmla="val 1076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95400" y="6591300"/>
            <a:ext cx="7239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NGHĨA</a:t>
            </a:r>
            <a:r>
              <a:rPr lang="en-US" sz="1800" b="1" spc="20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95400" y="7067550"/>
            <a:ext cx="7239000" cy="133350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indent="0" marL="0">
              <a:lnSpc>
                <a:spcPts val="3705"/>
              </a:lnSpc>
              <a:buNone/>
            </a:pPr>
            <a:r>
              <a:rPr lang="en-US" sz="28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Hệ</a:t>
            </a:r>
            <a:r>
              <a:rPr lang="en-US" sz="2850" b="1" dirty="0" spc="3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8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8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cột</a:t>
            </a:r>
            <a:r>
              <a:rPr lang="en-US" sz="2850" b="1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9372600" y="6286500"/>
            <a:ext cx="8001000" cy="2476500"/>
          </a:xfrm>
          <a:prstGeom prst="roundRect">
            <a:avLst>
              <a:gd name="adj" fmla="val 1076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53600" y="6591300"/>
            <a:ext cx="7239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NGHĨA</a:t>
            </a: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753600" y="7067550"/>
            <a:ext cx="7239000" cy="133350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indent="0" marL="0">
              <a:lnSpc>
                <a:spcPts val="3705"/>
              </a:lnSpc>
              <a:buNone/>
            </a:pPr>
            <a:r>
              <a:rPr lang="en-US" sz="28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Cột</a:t>
            </a:r>
            <a:r>
              <a:rPr lang="en-US" sz="285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8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Cassandra:</a:t>
            </a:r>
            <a:r>
              <a:rPr lang="en-US" sz="28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NoSQL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8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 khóa</a:t>
            </a:r>
            <a:endParaRPr lang="en-US" sz="2850" dirty="0"/>
          </a:p>
        </p:txBody>
      </p:sp>
      <p:sp>
        <p:nvSpPr>
          <p:cNvPr id="12" name="Shape 1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40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086da593-3ff9-4563-b14c-862929910fd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2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95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2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1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1950" b="1" spc="22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950" b="1" spc="17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195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69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loại,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sắp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16459200" cy="800100"/>
          </a:xfrm>
          <a:prstGeom prst="roundRect">
            <a:avLst>
              <a:gd name="adj" fmla="val 23810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162300"/>
            <a:ext cx="4000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1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LOẠI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5905500" y="3162300"/>
            <a:ext cx="5334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1950" b="1" spc="15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950" b="1" spc="14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1950" b="1" spc="1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1950" b="1" spc="13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1811000" y="3162300"/>
            <a:ext cx="5334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1950" b="1" spc="15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914400" y="3905250"/>
            <a:ext cx="16459200" cy="2095500"/>
          </a:xfrm>
          <a:prstGeom prst="roundRect">
            <a:avLst>
              <a:gd name="adj" fmla="val 10909"/>
            </a:avLst>
          </a:prstGeom>
          <a:solidFill>
            <a:srgbClr val="FBF8F2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95400" y="4191000"/>
            <a:ext cx="4191000" cy="1524000"/>
          </a:xfrm>
          <a:prstGeom prst="rect">
            <a:avLst/>
          </a:prstGeom>
          <a:noFill/>
          <a:ln/>
        </p:spPr>
        <p:txBody>
          <a:bodyPr wrap="square" lIns="0" tIns="26670" rIns="0" bIns="-26670" rtlCol="0" anchor="t"/>
          <a:lstStyle/>
          <a:p>
            <a:pPr algn="l" indent="0" marL="0">
              <a:lnSpc>
                <a:spcPts val="4620"/>
              </a:lnSpc>
              <a:buNone/>
            </a:pPr>
            <a:r>
              <a:rPr lang="en-US" sz="4200" dirty="0" spc="7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Quan</a:t>
            </a:r>
            <a:r>
              <a:rPr lang="en-US" sz="4200" dirty="0" spc="2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hệ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5905500" y="4191000"/>
            <a:ext cx="5334000" cy="1524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Bảng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7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11811000" y="4191000"/>
            <a:ext cx="5334000" cy="1524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914400" y="6191250"/>
            <a:ext cx="16459200" cy="2095500"/>
          </a:xfrm>
          <a:prstGeom prst="roundRect">
            <a:avLst>
              <a:gd name="adj" fmla="val 1090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95400" y="6477000"/>
            <a:ext cx="4191000" cy="1524000"/>
          </a:xfrm>
          <a:prstGeom prst="rect">
            <a:avLst/>
          </a:prstGeom>
          <a:noFill/>
          <a:ln/>
        </p:spPr>
        <p:txBody>
          <a:bodyPr wrap="square" lIns="0" tIns="26670" rIns="0" bIns="-26670" rtlCol="0" anchor="t"/>
          <a:lstStyle/>
          <a:p>
            <a:pPr algn="l" indent="0" marL="0">
              <a:lnSpc>
                <a:spcPts val="4620"/>
              </a:lnSpc>
              <a:buNone/>
            </a:pPr>
            <a:r>
              <a:rPr lang="en-US" sz="4200" dirty="0" spc="0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Phân</a:t>
            </a:r>
            <a:r>
              <a:rPr lang="en-US" sz="4200" dirty="0" spc="-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tích</a:t>
            </a:r>
            <a:r>
              <a:rPr lang="en-US" sz="4200" dirty="0" spc="-50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(OLAP)</a:t>
            </a:r>
            <a:endParaRPr lang="en-US" sz="4200" dirty="0"/>
          </a:p>
        </p:txBody>
      </p:sp>
      <p:sp>
        <p:nvSpPr>
          <p:cNvPr id="14" name="Text 12"/>
          <p:cNvSpPr/>
          <p:nvPr/>
        </p:nvSpPr>
        <p:spPr>
          <a:xfrm>
            <a:off x="5905500" y="6477000"/>
            <a:ext cx="5334000" cy="1524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b="1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Thường</a:t>
            </a:r>
            <a:r>
              <a:rPr lang="en-US" sz="2700" b="1" dirty="0" spc="3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cột,</a:t>
            </a:r>
            <a:r>
              <a:rPr lang="en-US" sz="270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7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11811000" y="6477000"/>
            <a:ext cx="5334000" cy="1524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27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tổng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70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700" dirty="0" spc="-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rất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 dòng</a:t>
            </a:r>
            <a:endParaRPr lang="en-US" sz="2700" dirty="0"/>
          </a:p>
        </p:txBody>
      </p:sp>
      <p:sp>
        <p:nvSpPr>
          <p:cNvPr id="16" name="Shape 14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40 ·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5260e16a-4466-447c-9d87-d40f4013617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2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 2</a:t>
            </a:r>
            <a:r>
              <a:rPr lang="en-US" sz="1950" b="1" spc="22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1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195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950" b="1" spc="22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NOSQL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 nhóm</a:t>
            </a:r>
            <a:r>
              <a:rPr lang="en-US" sz="6900" dirty="0" spc="-4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hợp</a:t>
            </a:r>
            <a:r>
              <a:rPr lang="en-US" sz="69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8115300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19050">
            <a:solidFill>
              <a:srgbClr val="FFB45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181350"/>
            <a:ext cx="73533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ĐỒ THỊ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5400" y="3733800"/>
            <a:ext cx="7353300" cy="161925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indent="0" marL="0">
              <a:lnSpc>
                <a:spcPts val="3705"/>
              </a:lnSpc>
              <a:buNone/>
            </a:pP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Khi</a:t>
            </a:r>
            <a:r>
              <a:rPr lang="en-US" sz="28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8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850" b="1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8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8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 tượng</a:t>
            </a:r>
            <a:r>
              <a:rPr lang="en-US" sz="28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85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r>
              <a:rPr lang="en-US" sz="28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9258300" y="2857500"/>
            <a:ext cx="8115300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19050">
            <a:solidFill>
              <a:srgbClr val="FFB45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39300" y="3181350"/>
            <a:ext cx="73533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KHÓA–GIÁ</a:t>
            </a:r>
            <a:r>
              <a:rPr lang="en-US" sz="1800" b="1" spc="22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639300" y="3733800"/>
            <a:ext cx="7353300" cy="161925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indent="0" marL="0">
              <a:lnSpc>
                <a:spcPts val="3705"/>
              </a:lnSpc>
              <a:buNone/>
            </a:pPr>
            <a:r>
              <a:rPr lang="en-US" sz="2850" b="1" dirty="0" spc="-3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Lấy</a:t>
            </a: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8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8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8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endParaRPr lang="en-US" sz="2850" dirty="0"/>
          </a:p>
        </p:txBody>
      </p:sp>
      <p:sp>
        <p:nvSpPr>
          <p:cNvPr id="10" name="Shape 8"/>
          <p:cNvSpPr/>
          <p:nvPr/>
        </p:nvSpPr>
        <p:spPr>
          <a:xfrm>
            <a:off x="914400" y="5943600"/>
            <a:ext cx="8115300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19050">
            <a:solidFill>
              <a:srgbClr val="FFB45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95400" y="6267450"/>
            <a:ext cx="73533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6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180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295400" y="6819900"/>
            <a:ext cx="7353300" cy="161925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indent="0" marL="0">
              <a:lnSpc>
                <a:spcPts val="3705"/>
              </a:lnSpc>
              <a:buNone/>
            </a:pPr>
            <a:r>
              <a:rPr lang="en-US" sz="28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dạng</a:t>
            </a:r>
            <a:r>
              <a:rPr lang="en-US" sz="28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JSON,</a:t>
            </a: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8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endParaRPr lang="en-US" sz="2850" dirty="0"/>
          </a:p>
        </p:txBody>
      </p:sp>
      <p:sp>
        <p:nvSpPr>
          <p:cNvPr id="13" name="Shape 11"/>
          <p:cNvSpPr/>
          <p:nvPr/>
        </p:nvSpPr>
        <p:spPr>
          <a:xfrm>
            <a:off x="9258300" y="5943600"/>
            <a:ext cx="8115300" cy="2857500"/>
          </a:xfrm>
          <a:prstGeom prst="roundRect">
            <a:avLst>
              <a:gd name="adj" fmla="val 9333"/>
            </a:avLst>
          </a:prstGeom>
          <a:solidFill>
            <a:srgbClr val="FFB454"/>
          </a:solidFill>
          <a:ln/>
        </p:spPr>
      </p:sp>
      <p:sp>
        <p:nvSpPr>
          <p:cNvPr id="14" name="Text 12"/>
          <p:cNvSpPr/>
          <p:nvPr/>
        </p:nvSpPr>
        <p:spPr>
          <a:xfrm>
            <a:off x="9639300" y="6267450"/>
            <a:ext cx="73533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9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CỘT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639300" y="6819900"/>
            <a:ext cx="7353300" cy="1619250"/>
          </a:xfrm>
          <a:prstGeom prst="rect">
            <a:avLst/>
          </a:prstGeom>
          <a:noFill/>
          <a:ln/>
        </p:spPr>
        <p:txBody>
          <a:bodyPr wrap="square" lIns="0" tIns="24765" rIns="0" bIns="-24765" rtlCol="0" anchor="t"/>
          <a:lstStyle/>
          <a:p>
            <a:pPr algn="l" indent="0" marL="0">
              <a:lnSpc>
                <a:spcPts val="4290"/>
              </a:lnSpc>
              <a:buNone/>
            </a:pPr>
            <a:r>
              <a:rPr lang="en-US" sz="3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Nhóm</a:t>
            </a:r>
            <a:r>
              <a:rPr lang="en-US" sz="3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thứ</a:t>
            </a:r>
            <a:r>
              <a:rPr lang="en-US" sz="3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tư</a:t>
            </a:r>
            <a:r>
              <a:rPr lang="en-US" sz="3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3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tách</a:t>
            </a:r>
            <a:r>
              <a:rPr lang="en-US" sz="3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 hai</a:t>
            </a:r>
            <a:endParaRPr lang="en-US" sz="3900" dirty="0"/>
          </a:p>
        </p:txBody>
      </p:sp>
      <p:sp>
        <p:nvSpPr>
          <p:cNvPr id="16" name="Shape 14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40 · 04/10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b58a9ce6-590e-408a-a06d-c35507554ae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2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95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2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 NGHĨA</a:t>
            </a:r>
            <a:r>
              <a:rPr lang="en-US" sz="1950" b="1" spc="21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</a:t>
            </a:r>
            <a:r>
              <a:rPr lang="en-US" sz="1950" b="1" spc="20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"CỘT"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Cùng</a:t>
            </a:r>
            <a:r>
              <a:rPr lang="en-US" sz="6900" dirty="0" spc="-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tên,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hẳn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sắp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8001000" cy="5905500"/>
          </a:xfrm>
          <a:prstGeom prst="roundRect">
            <a:avLst>
              <a:gd name="adj" fmla="val 4516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200400"/>
            <a:ext cx="7239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LƯU</a:t>
            </a:r>
            <a:r>
              <a:rPr lang="en-US" sz="1800" b="1" spc="22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800" b="1" spc="20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CỘT</a:t>
            </a:r>
            <a:r>
              <a:rPr lang="en-US" sz="180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2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180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DUCKDB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5400" y="3771900"/>
            <a:ext cx="7239000" cy="1238250"/>
          </a:xfrm>
          <a:prstGeom prst="rect">
            <a:avLst/>
          </a:prstGeom>
          <a:noFill/>
          <a:ln/>
        </p:spPr>
        <p:txBody>
          <a:bodyPr wrap="square" lIns="0" tIns="24765" rIns="0" bIns="-24765" rtlCol="0" anchor="t"/>
          <a:lstStyle/>
          <a:p>
            <a:pPr algn="l" indent="0" marL="0">
              <a:lnSpc>
                <a:spcPts val="4290"/>
              </a:lnSpc>
              <a:buNone/>
            </a:pPr>
            <a:r>
              <a:rPr lang="en-US" sz="3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Mọi</a:t>
            </a:r>
            <a:r>
              <a:rPr lang="en-US" sz="3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giá</a:t>
            </a:r>
            <a:r>
              <a:rPr lang="en-US" sz="3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trị</a:t>
            </a:r>
            <a:r>
              <a:rPr lang="en-US" sz="39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 cột</a:t>
            </a:r>
            <a:r>
              <a:rPr lang="en-US" sz="3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nằm</a:t>
            </a:r>
            <a:r>
              <a:rPr lang="en-US" sz="3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liền</a:t>
            </a:r>
            <a:r>
              <a:rPr lang="en-US" sz="3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nhau</a:t>
            </a:r>
            <a:endParaRPr lang="en-US" sz="3900" dirty="0"/>
          </a:p>
        </p:txBody>
      </p:sp>
      <p:sp>
        <p:nvSpPr>
          <p:cNvPr id="7" name="Text 5"/>
          <p:cNvSpPr/>
          <p:nvPr/>
        </p:nvSpPr>
        <p:spPr>
          <a:xfrm>
            <a:off x="1295400" y="5334000"/>
            <a:ext cx="723900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Hỏi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 cột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 chỉ</a:t>
            </a: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cột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1295400" y="6477000"/>
            <a:ext cx="723900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Cột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55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lặp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nén</a:t>
            </a:r>
            <a:r>
              <a:rPr lang="en-US" sz="2550" dirty="0" spc="-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rất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tốt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1295400" y="7620000"/>
            <a:ext cx="7239000" cy="8572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2550" b="1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b="1" dirty="0" spc="-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55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550" b="1" dirty="0" spc="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372600" y="2857500"/>
            <a:ext cx="8001000" cy="5905500"/>
          </a:xfrm>
          <a:prstGeom prst="roundRect">
            <a:avLst>
              <a:gd name="adj" fmla="val 4516"/>
            </a:avLst>
          </a:prstGeom>
          <a:solidFill>
            <a:srgbClr val="14161C"/>
          </a:solidFill>
          <a:ln/>
        </p:spPr>
      </p:sp>
      <p:sp>
        <p:nvSpPr>
          <p:cNvPr id="11" name="Text 9"/>
          <p:cNvSpPr/>
          <p:nvPr/>
        </p:nvSpPr>
        <p:spPr>
          <a:xfrm>
            <a:off x="9753600" y="3200400"/>
            <a:ext cx="7239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CỘT</a:t>
            </a:r>
            <a:r>
              <a:rPr lang="en-US" sz="1800" b="1" spc="21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r>
              <a:rPr lang="en-US" sz="180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2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1800" b="1" spc="21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CASSANDRA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753600" y="3771900"/>
            <a:ext cx="7239000" cy="1238250"/>
          </a:xfrm>
          <a:prstGeom prst="rect">
            <a:avLst/>
          </a:prstGeom>
          <a:noFill/>
          <a:ln/>
        </p:spPr>
        <p:txBody>
          <a:bodyPr wrap="square" lIns="0" tIns="24765" rIns="0" bIns="-24765" rtlCol="0" anchor="t"/>
          <a:lstStyle/>
          <a:p>
            <a:pPr algn="l" indent="0" marL="0">
              <a:lnSpc>
                <a:spcPts val="4290"/>
              </a:lnSpc>
              <a:buNone/>
            </a:pPr>
            <a:r>
              <a:rPr lang="en-US" sz="3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Dữ liệu</a:t>
            </a:r>
            <a:r>
              <a:rPr lang="en-US" sz="3900" dirty="0" spc="-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gom</a:t>
            </a:r>
            <a:r>
              <a:rPr lang="en-US" sz="3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3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39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phân</a:t>
            </a:r>
            <a:r>
              <a:rPr lang="en-US" sz="3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vùng</a:t>
            </a:r>
            <a:endParaRPr lang="en-US" sz="3900" dirty="0"/>
          </a:p>
        </p:txBody>
      </p:sp>
      <p:sp>
        <p:nvSpPr>
          <p:cNvPr id="13" name="Text 11"/>
          <p:cNvSpPr/>
          <p:nvPr/>
        </p:nvSpPr>
        <p:spPr>
          <a:xfrm>
            <a:off x="9753600" y="5334000"/>
            <a:ext cx="723900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5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5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cột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9753600" y="6477000"/>
            <a:ext cx="723900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Nhất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quán</a:t>
            </a:r>
            <a:r>
              <a:rPr lang="en-US" sz="25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9753600" y="7620000"/>
            <a:ext cx="7239000" cy="8572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b="1" dirty="0" spc="-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550" b="1" dirty="0" spc="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550" b="1" dirty="0" spc="-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 khóa,</a:t>
            </a:r>
            <a:r>
              <a:rPr lang="en-US" sz="2550" b="1" dirty="0" spc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r>
              <a:rPr lang="en-US" sz="2550" b="1" dirty="0" spc="-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550" b="1" dirty="0" spc="-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40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f7b37da2-343d-4138-bd14-6aa4558921c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19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1950" b="1" spc="21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BÁN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Cùng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liệu,</a:t>
            </a:r>
            <a:r>
              <a:rPr lang="en-US" sz="6900" dirty="0" spc="-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tệp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nhỏ</a:t>
            </a:r>
            <a:r>
              <a:rPr lang="en-US" sz="6900" dirty="0" spc="-4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hơn</a:t>
            </a: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hẳn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DUCKDB</a:t>
            </a:r>
            <a:r>
              <a:rPr lang="en-US" sz="180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4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180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800" b="1" spc="20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3238500"/>
            <a:ext cx="9525000" cy="285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0" dirty="0" spc="-177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2,1</a:t>
            </a:r>
            <a:r>
              <a:rPr lang="en-US" sz="18000" dirty="0" spc="-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MB</a:t>
            </a:r>
            <a:endParaRPr lang="en-US" sz="18000" dirty="0"/>
          </a:p>
        </p:txBody>
      </p:sp>
      <p:sp>
        <p:nvSpPr>
          <p:cNvPr id="6" name="Text 4"/>
          <p:cNvSpPr/>
          <p:nvPr/>
        </p:nvSpPr>
        <p:spPr>
          <a:xfrm>
            <a:off x="914400" y="6286500"/>
            <a:ext cx="9144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SQLite,</a:t>
            </a:r>
            <a:r>
              <a:rPr lang="en-US" sz="3000" b="1" dirty="0" spc="4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30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30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dòng:</a:t>
            </a:r>
            <a:r>
              <a:rPr lang="en-US" sz="30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25,4 MB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914400" y="7048500"/>
            <a:ext cx="9144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24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tổng</a:t>
            </a:r>
            <a:r>
              <a:rPr lang="en-US" sz="24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4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24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 cả</a:t>
            </a:r>
            <a:r>
              <a:rPr lang="en-US" sz="24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4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10953750" y="2857500"/>
            <a:ext cx="6419850" cy="5905500"/>
          </a:xfrm>
          <a:prstGeom prst="roundRect">
            <a:avLst>
              <a:gd name="adj" fmla="val 4516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1334750" y="3200400"/>
            <a:ext cx="5715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NÉN</a:t>
            </a:r>
            <a:r>
              <a:rPr lang="en-US" sz="1800" b="1" spc="24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1800" b="1" spc="20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CỘT</a:t>
            </a:r>
            <a:r>
              <a:rPr lang="en-US" sz="1800" b="1" spc="20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1334750" y="3810000"/>
            <a:ext cx="5715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THÀNH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PHỐ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1334750" y="4191000"/>
            <a:ext cx="5715000" cy="9525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1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240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điển:</a:t>
            </a:r>
            <a:r>
              <a:rPr lang="en-US" sz="240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24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tên,</a:t>
            </a:r>
            <a:r>
              <a:rPr lang="en-US" sz="24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4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40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1334750" y="5524500"/>
            <a:ext cx="5715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CỘT</a:t>
            </a:r>
            <a:r>
              <a:rPr lang="en-US" sz="1800" b="1" spc="23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1334750" y="5905500"/>
            <a:ext cx="5715000" cy="5715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Dồn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bit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1334750" y="6858000"/>
            <a:ext cx="5715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1334750" y="7239000"/>
            <a:ext cx="5715000" cy="9525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40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</a:t>
            </a:r>
            <a:r>
              <a:rPr lang="en-US" sz="24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nhất:</a:t>
            </a:r>
            <a:r>
              <a:rPr lang="en-US" sz="24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hằng</a:t>
            </a:r>
            <a:r>
              <a:rPr lang="en-US" sz="24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40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f069105b-93ec-4593-949e-25311c22ea6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0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Đọc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con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6900" dirty="0" spc="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đúng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19400"/>
            <a:ext cx="16459200" cy="1333500"/>
          </a:xfrm>
          <a:prstGeom prst="roundRect">
            <a:avLst>
              <a:gd name="adj" fmla="val 171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028950"/>
            <a:ext cx="1143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2667000" y="3162300"/>
            <a:ext cx="14287500" cy="762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sinh lặp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nhiều: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nén</a:t>
            </a:r>
            <a:r>
              <a:rPr lang="en-US" sz="27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2700" b="1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kém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4305300"/>
            <a:ext cx="16459200" cy="1333500"/>
          </a:xfrm>
          <a:prstGeom prst="roundRect">
            <a:avLst>
              <a:gd name="adj" fmla="val 171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4514850"/>
            <a:ext cx="1143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2667000" y="4648200"/>
            <a:ext cx="14287500" cy="762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b="1" dirty="0" spc="-9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Tệp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DuckDB</a:t>
            </a:r>
            <a:r>
              <a:rPr lang="en-US" sz="27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dành sẵn: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5791200"/>
            <a:ext cx="16459200" cy="1333500"/>
          </a:xfrm>
          <a:prstGeom prst="roundRect">
            <a:avLst>
              <a:gd name="adj" fmla="val 171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95400" y="6000750"/>
            <a:ext cx="1143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5400" dirty="0"/>
          </a:p>
        </p:txBody>
      </p:sp>
      <p:sp>
        <p:nvSpPr>
          <p:cNvPr id="12" name="Text 10"/>
          <p:cNvSpPr/>
          <p:nvPr/>
        </p:nvSpPr>
        <p:spPr>
          <a:xfrm>
            <a:off x="2667000" y="6134100"/>
            <a:ext cx="14287500" cy="762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Thêm,</a:t>
            </a:r>
            <a:r>
              <a:rPr lang="en-US" sz="2700" b="1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2700" b="1" dirty="0" spc="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7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đắt hơn:</a:t>
            </a:r>
            <a:r>
              <a:rPr lang="en-US" sz="27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7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rải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70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cột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914400" y="7277100"/>
            <a:ext cx="16459200" cy="1333500"/>
          </a:xfrm>
          <a:prstGeom prst="roundRect">
            <a:avLst>
              <a:gd name="adj" fmla="val 171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95400" y="7486650"/>
            <a:ext cx="1143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3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5400" dirty="0"/>
          </a:p>
        </p:txBody>
      </p:sp>
      <p:sp>
        <p:nvSpPr>
          <p:cNvPr id="15" name="Text 13"/>
          <p:cNvSpPr/>
          <p:nvPr/>
        </p:nvSpPr>
        <p:spPr>
          <a:xfrm>
            <a:off x="2667000" y="7620000"/>
            <a:ext cx="14287500" cy="762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7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Cassandra,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đọc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700" dirty="0"/>
          </a:p>
        </p:txBody>
      </p:sp>
      <p:sp>
        <p:nvSpPr>
          <p:cNvPr id="16" name="Shape 14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40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59da7667-201e-4c2d-919a-567fbdceba4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9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19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LẪN CHỖ</a:t>
            </a:r>
            <a:r>
              <a:rPr lang="en-US" sz="1950" b="1" spc="21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Báo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cáo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chậm:</a:t>
            </a: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chuyển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sang</a:t>
            </a:r>
            <a:r>
              <a:rPr lang="en-US" sz="6900" dirty="0" spc="-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Cassandra?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4953000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181350"/>
            <a:ext cx="4191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9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BÁO</a:t>
            </a:r>
            <a:r>
              <a:rPr lang="en-US" sz="1800" b="1" spc="19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CÁO</a:t>
            </a:r>
            <a:r>
              <a:rPr lang="en-US" sz="1800" b="1" spc="21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DOANH</a:t>
            </a:r>
            <a:r>
              <a:rPr lang="en-US" sz="180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5400" y="3733800"/>
            <a:ext cx="4191000" cy="1714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b="1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27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tổng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70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7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6000750" y="3810000"/>
            <a:ext cx="762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2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→</a:t>
            </a:r>
            <a:endParaRPr lang="en-US" sz="5400" dirty="0"/>
          </a:p>
        </p:txBody>
      </p:sp>
      <p:sp>
        <p:nvSpPr>
          <p:cNvPr id="8" name="Shape 6"/>
          <p:cNvSpPr/>
          <p:nvPr/>
        </p:nvSpPr>
        <p:spPr>
          <a:xfrm>
            <a:off x="6858000" y="2857500"/>
            <a:ext cx="4953000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239000" y="3181350"/>
            <a:ext cx="4191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239000" y="3733800"/>
            <a:ext cx="4191000" cy="1714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b="1" dirty="0" spc="3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Lưu</a:t>
            </a: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cột: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70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27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cột,</a:t>
            </a:r>
            <a:r>
              <a:rPr lang="en-US" sz="27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nén</a:t>
            </a:r>
            <a:r>
              <a:rPr lang="en-US" sz="270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tốt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11944350" y="3810000"/>
            <a:ext cx="762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≠</a:t>
            </a:r>
            <a:endParaRPr lang="en-US" sz="5400" dirty="0"/>
          </a:p>
        </p:txBody>
      </p:sp>
      <p:sp>
        <p:nvSpPr>
          <p:cNvPr id="12" name="Shape 10"/>
          <p:cNvSpPr/>
          <p:nvPr/>
        </p:nvSpPr>
        <p:spPr>
          <a:xfrm>
            <a:off x="12801600" y="2857500"/>
            <a:ext cx="4572000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182600" y="3181350"/>
            <a:ext cx="3810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CASSANDRA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3182600" y="3733800"/>
            <a:ext cx="3810000" cy="1714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Cột</a:t>
            </a:r>
            <a:r>
              <a:rPr lang="en-US" sz="270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rộng: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 ghi</a:t>
            </a:r>
            <a:r>
              <a:rPr lang="en-US" sz="27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endParaRPr lang="en-US" sz="2700" dirty="0"/>
          </a:p>
        </p:txBody>
      </p:sp>
      <p:sp>
        <p:nvSpPr>
          <p:cNvPr id="15" name="Shape 13"/>
          <p:cNvSpPr/>
          <p:nvPr/>
        </p:nvSpPr>
        <p:spPr>
          <a:xfrm>
            <a:off x="914400" y="6096000"/>
            <a:ext cx="16459200" cy="2667000"/>
          </a:xfrm>
          <a:prstGeom prst="roundRect">
            <a:avLst>
              <a:gd name="adj" fmla="val 10000"/>
            </a:avLst>
          </a:prstGeom>
          <a:solidFill>
            <a:srgbClr val="F3EEE3"/>
          </a:solidFill>
          <a:ln/>
        </p:spPr>
      </p:sp>
      <p:sp>
        <p:nvSpPr>
          <p:cNvPr id="16" name="Text 14"/>
          <p:cNvSpPr/>
          <p:nvPr/>
        </p:nvSpPr>
        <p:spPr>
          <a:xfrm>
            <a:off x="1295400" y="6438900"/>
            <a:ext cx="15240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TRẢ</a:t>
            </a:r>
            <a:r>
              <a:rPr lang="en-US" sz="1800" b="1" spc="2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295400" y="6915150"/>
            <a:ext cx="157162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Lẫn hai</a:t>
            </a:r>
            <a:r>
              <a:rPr lang="en-US" sz="4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nghĩa</a:t>
            </a:r>
            <a:r>
              <a:rPr lang="en-US" sz="4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4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chữ</a:t>
            </a:r>
            <a:r>
              <a:rPr lang="en-US" sz="42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"cột"</a:t>
            </a:r>
            <a:endParaRPr lang="en-US" sz="4200" dirty="0"/>
          </a:p>
        </p:txBody>
      </p:sp>
      <p:sp>
        <p:nvSpPr>
          <p:cNvPr id="18" name="Text 16"/>
          <p:cNvSpPr/>
          <p:nvPr/>
        </p:nvSpPr>
        <p:spPr>
          <a:xfrm>
            <a:off x="1295400" y="7867650"/>
            <a:ext cx="157162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55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cột,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 bảng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endParaRPr lang="en-US" sz="2550" dirty="0"/>
          </a:p>
        </p:txBody>
      </p:sp>
      <p:sp>
        <p:nvSpPr>
          <p:cNvPr id="19" name="Shape 17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40 · 08/10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319279bd-61b4-4383-b331-e5beb1eb338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7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ĐÀO</a:t>
            </a:r>
            <a:r>
              <a:rPr lang="en-US" sz="1950" b="1" spc="21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22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0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PRAGMA_STORAGE_INFO</a:t>
            </a:r>
            <a:r>
              <a:rPr lang="en-US" sz="1950" b="1" spc="21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DUCKDB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69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cột</a:t>
            </a:r>
            <a:r>
              <a:rPr lang="en-US" sz="69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nén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5257800" cy="3619500"/>
          </a:xfrm>
          <a:prstGeom prst="roundRect">
            <a:avLst>
              <a:gd name="adj" fmla="val 736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200400"/>
            <a:ext cx="44958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CITY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5400" y="3810000"/>
            <a:ext cx="44958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Dictionary</a:t>
            </a:r>
            <a:endParaRPr lang="en-US" sz="4500" dirty="0"/>
          </a:p>
        </p:txBody>
      </p:sp>
      <p:sp>
        <p:nvSpPr>
          <p:cNvPr id="7" name="Text 5"/>
          <p:cNvSpPr/>
          <p:nvPr/>
        </p:nvSpPr>
        <p:spPr>
          <a:xfrm>
            <a:off x="1295400" y="4857750"/>
            <a:ext cx="4495800" cy="123825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24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tên,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4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6515100" y="2857500"/>
            <a:ext cx="5257800" cy="3619500"/>
          </a:xfrm>
          <a:prstGeom prst="roundRect">
            <a:avLst>
              <a:gd name="adj" fmla="val 736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96100" y="3200400"/>
            <a:ext cx="44958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ID</a:t>
            </a: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QTY</a:t>
            </a: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SHOP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896100" y="3810000"/>
            <a:ext cx="44958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BitPacking</a:t>
            </a:r>
            <a:endParaRPr lang="en-US" sz="4500" dirty="0"/>
          </a:p>
        </p:txBody>
      </p:sp>
      <p:sp>
        <p:nvSpPr>
          <p:cNvPr id="11" name="Text 9"/>
          <p:cNvSpPr/>
          <p:nvPr/>
        </p:nvSpPr>
        <p:spPr>
          <a:xfrm>
            <a:off x="6896100" y="4857750"/>
            <a:ext cx="4495800" cy="123825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24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cột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số: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dồn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bit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12115800" y="2857500"/>
            <a:ext cx="5257800" cy="3619500"/>
          </a:xfrm>
          <a:prstGeom prst="roundRect">
            <a:avLst>
              <a:gd name="adj" fmla="val 7368"/>
            </a:avLst>
          </a:prstGeom>
          <a:solidFill>
            <a:srgbClr val="14161C"/>
          </a:solidFill>
          <a:ln/>
        </p:spPr>
      </p:sp>
      <p:sp>
        <p:nvSpPr>
          <p:cNvPr id="13" name="Text 11"/>
          <p:cNvSpPr/>
          <p:nvPr/>
        </p:nvSpPr>
        <p:spPr>
          <a:xfrm>
            <a:off x="12496800" y="3200400"/>
            <a:ext cx="44958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YEAR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2496800" y="3810000"/>
            <a:ext cx="44958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Constant</a:t>
            </a:r>
            <a:endParaRPr lang="en-US" sz="4500" dirty="0"/>
          </a:p>
        </p:txBody>
      </p:sp>
      <p:sp>
        <p:nvSpPr>
          <p:cNvPr id="15" name="Text 13"/>
          <p:cNvSpPr/>
          <p:nvPr/>
        </p:nvSpPr>
        <p:spPr>
          <a:xfrm>
            <a:off x="12496800" y="4857750"/>
            <a:ext cx="4495800" cy="123825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4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trị:</a:t>
            </a:r>
            <a:r>
              <a:rPr lang="en-US" sz="240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4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hằng</a:t>
            </a:r>
            <a:r>
              <a:rPr lang="en-US" sz="24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14400" y="6819900"/>
            <a:ext cx="16459200" cy="1943100"/>
          </a:xfrm>
          <a:prstGeom prst="roundRect">
            <a:avLst>
              <a:gd name="adj" fmla="val 13725"/>
            </a:avLst>
          </a:prstGeom>
          <a:solidFill>
            <a:srgbClr val="E8E0CF"/>
          </a:solidFill>
          <a:ln/>
        </p:spPr>
      </p:sp>
      <p:sp>
        <p:nvSpPr>
          <p:cNvPr id="17" name="Text 15"/>
          <p:cNvSpPr/>
          <p:nvPr/>
        </p:nvSpPr>
        <p:spPr>
          <a:xfrm>
            <a:off x="1295400" y="7124700"/>
            <a:ext cx="9525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1800" b="1" spc="21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295400" y="7620000"/>
            <a:ext cx="5334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Cùng</a:t>
            </a:r>
            <a:r>
              <a:rPr lang="en-US" sz="42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tổng:</a:t>
            </a:r>
            <a:r>
              <a:rPr lang="en-US" sz="42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True</a:t>
            </a:r>
            <a:endParaRPr lang="en-US" sz="4200" dirty="0"/>
          </a:p>
        </p:txBody>
      </p:sp>
      <p:sp>
        <p:nvSpPr>
          <p:cNvPr id="19" name="Text 17"/>
          <p:cNvSpPr/>
          <p:nvPr/>
        </p:nvSpPr>
        <p:spPr>
          <a:xfrm>
            <a:off x="6858000" y="7620000"/>
            <a:ext cx="4953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5" kern="0">
                <a:solidFill>
                  <a:srgbClr val="6B6A6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SQLite</a:t>
            </a:r>
            <a:r>
              <a:rPr lang="en-US" sz="4200" dirty="0" spc="-4" kern="0">
                <a:solidFill>
                  <a:srgbClr val="6B6A6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25,4</a:t>
            </a:r>
            <a:r>
              <a:rPr lang="en-US" sz="4200" dirty="0" spc="3" kern="0">
                <a:solidFill>
                  <a:srgbClr val="6B6A6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MB</a:t>
            </a:r>
            <a:endParaRPr lang="en-US" sz="4200" dirty="0"/>
          </a:p>
        </p:txBody>
      </p:sp>
      <p:sp>
        <p:nvSpPr>
          <p:cNvPr id="20" name="Text 18"/>
          <p:cNvSpPr/>
          <p:nvPr/>
        </p:nvSpPr>
        <p:spPr>
          <a:xfrm>
            <a:off x="12287250" y="7620000"/>
            <a:ext cx="4953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DuckDB</a:t>
            </a:r>
            <a:r>
              <a:rPr lang="en-US" sz="4200" dirty="0" spc="-30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2,1</a:t>
            </a:r>
            <a:r>
              <a:rPr lang="en-US" sz="4200" dirty="0" spc="3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MB</a:t>
            </a:r>
            <a:endParaRPr lang="en-US" sz="4200" dirty="0"/>
          </a:p>
        </p:txBody>
      </p:sp>
      <p:sp>
        <p:nvSpPr>
          <p:cNvPr id="21" name="Shape 19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40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7ca7e778-3a9b-4cef-9c50-0d1dec479a1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7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b="1" spc="17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5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6900" dirty="0" spc="-7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r>
              <a:rPr lang="en-US" sz="69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đối</a:t>
            </a:r>
            <a:r>
              <a:rPr lang="en-US" sz="69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chiếu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647700"/>
          </a:xfrm>
          <a:prstGeom prst="roundRect">
            <a:avLst>
              <a:gd name="adj" fmla="val 23529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3524250"/>
            <a:ext cx="16459200" cy="647700"/>
          </a:xfrm>
          <a:prstGeom prst="roundRect">
            <a:avLst>
              <a:gd name="adj" fmla="val 23529"/>
            </a:avLst>
          </a:prstGeom>
          <a:solidFill>
            <a:srgbClr val="1E212B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286250"/>
            <a:ext cx="16459200" cy="647700"/>
          </a:xfrm>
          <a:prstGeom prst="roundRect">
            <a:avLst>
              <a:gd name="adj" fmla="val 23529"/>
            </a:avLst>
          </a:prstGeom>
          <a:solidFill>
            <a:srgbClr val="1E212B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5048250"/>
            <a:ext cx="16459200" cy="647700"/>
          </a:xfrm>
          <a:prstGeom prst="roundRect">
            <a:avLst>
              <a:gd name="adj" fmla="val 23529"/>
            </a:avLst>
          </a:prstGeom>
          <a:solidFill>
            <a:srgbClr val="1E212B"/>
          </a:solidFill>
          <a:ln/>
        </p:spPr>
      </p:sp>
      <p:sp>
        <p:nvSpPr>
          <p:cNvPr id="8" name="Shape 6"/>
          <p:cNvSpPr/>
          <p:nvPr/>
        </p:nvSpPr>
        <p:spPr>
          <a:xfrm>
            <a:off x="914400" y="5810250"/>
            <a:ext cx="16459200" cy="647700"/>
          </a:xfrm>
          <a:prstGeom prst="roundRect">
            <a:avLst>
              <a:gd name="adj" fmla="val 23529"/>
            </a:avLst>
          </a:prstGeom>
          <a:solidFill>
            <a:srgbClr val="1E212B"/>
          </a:solidFill>
          <a:ln/>
        </p:spPr>
      </p:sp>
      <p:sp>
        <p:nvSpPr>
          <p:cNvPr id="9" name="Shape 7"/>
          <p:cNvSpPr/>
          <p:nvPr/>
        </p:nvSpPr>
        <p:spPr>
          <a:xfrm>
            <a:off x="914400" y="6572250"/>
            <a:ext cx="16459200" cy="647700"/>
          </a:xfrm>
          <a:prstGeom prst="roundRect">
            <a:avLst>
              <a:gd name="adj" fmla="val 23529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1295400" y="2857500"/>
            <a:ext cx="24765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1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OLAP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000500" y="2914650"/>
            <a:ext cx="609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OnLine</a:t>
            </a:r>
            <a:r>
              <a:rPr lang="en-US" sz="21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Analytical</a:t>
            </a:r>
            <a:r>
              <a:rPr lang="en-US" sz="21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Processing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0477500" y="2914650"/>
            <a:ext cx="6667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3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Xử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 phân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21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trực</a:t>
            </a:r>
            <a:r>
              <a:rPr lang="en-US" sz="21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tuyến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1295400" y="3619500"/>
            <a:ext cx="24765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NoSQL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4000500" y="3676650"/>
            <a:ext cx="609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Not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only</a:t>
            </a:r>
            <a:r>
              <a:rPr lang="en-US" sz="210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SQL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10477500" y="3676650"/>
            <a:ext cx="6667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Cơ</a:t>
            </a:r>
            <a:r>
              <a:rPr lang="en-US" sz="21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 hệ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295400" y="4381500"/>
            <a:ext cx="24765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SQL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4000500" y="4438650"/>
            <a:ext cx="609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Structured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Query</a:t>
            </a:r>
            <a:r>
              <a:rPr lang="en-US" sz="21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Language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0477500" y="4438650"/>
            <a:ext cx="6667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Ngôn</a:t>
            </a: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1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1295400" y="5143500"/>
            <a:ext cx="24765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JSON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4000500" y="5200650"/>
            <a:ext cx="609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JavaScript</a:t>
            </a:r>
            <a:r>
              <a:rPr lang="en-US" sz="21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Object</a:t>
            </a:r>
            <a:r>
              <a:rPr lang="en-US" sz="21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Notation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10477500" y="5200650"/>
            <a:ext cx="6667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7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Ký</a:t>
            </a: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21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10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r>
              <a:rPr lang="en-US" sz="21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1295400" y="5905500"/>
            <a:ext cx="24765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MB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4000500" y="5962650"/>
            <a:ext cx="609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MegaByte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10477500" y="5962650"/>
            <a:ext cx="6667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Megabyte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1295400" y="6667500"/>
            <a:ext cx="24765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DB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4000500" y="6724650"/>
            <a:ext cx="609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DataBase</a:t>
            </a:r>
            <a:endParaRPr lang="en-US" sz="2100" dirty="0"/>
          </a:p>
        </p:txBody>
      </p:sp>
      <p:sp>
        <p:nvSpPr>
          <p:cNvPr id="27" name="Text 25"/>
          <p:cNvSpPr/>
          <p:nvPr/>
        </p:nvSpPr>
        <p:spPr>
          <a:xfrm>
            <a:off x="10477500" y="6724650"/>
            <a:ext cx="6667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Cơ</a:t>
            </a:r>
            <a:r>
              <a:rPr lang="en-US" sz="21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100" dirty="0"/>
          </a:p>
        </p:txBody>
      </p:sp>
      <p:sp>
        <p:nvSpPr>
          <p:cNvPr id="28" name="Shape 26"/>
          <p:cNvSpPr/>
          <p:nvPr/>
        </p:nvSpPr>
        <p:spPr>
          <a:xfrm>
            <a:off x="914400" y="7524750"/>
            <a:ext cx="81153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/>
        </p:spPr>
      </p:sp>
      <p:sp>
        <p:nvSpPr>
          <p:cNvPr id="29" name="Text 27"/>
          <p:cNvSpPr/>
          <p:nvPr/>
        </p:nvSpPr>
        <p:spPr>
          <a:xfrm>
            <a:off x="1295400" y="7772400"/>
            <a:ext cx="73533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1295400" y="8210550"/>
            <a:ext cx="73533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2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2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25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250" dirty="0"/>
          </a:p>
        </p:txBody>
      </p:sp>
      <p:sp>
        <p:nvSpPr>
          <p:cNvPr id="31" name="Shape 29"/>
          <p:cNvSpPr/>
          <p:nvPr/>
        </p:nvSpPr>
        <p:spPr>
          <a:xfrm>
            <a:off x="9258300" y="7524750"/>
            <a:ext cx="81153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/>
        </p:spPr>
      </p:sp>
      <p:sp>
        <p:nvSpPr>
          <p:cNvPr id="32" name="Text 30"/>
          <p:cNvSpPr/>
          <p:nvPr/>
        </p:nvSpPr>
        <p:spPr>
          <a:xfrm>
            <a:off x="9639300" y="7772400"/>
            <a:ext cx="73533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9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APACHE</a:t>
            </a:r>
            <a:r>
              <a:rPr lang="en-US" sz="1800" b="1" spc="21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CASSANDRA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9639300" y="8210550"/>
            <a:ext cx="73533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Overview;</a:t>
            </a:r>
            <a:r>
              <a:rPr lang="en-US" sz="225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Data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Definition</a:t>
            </a:r>
            <a:endParaRPr lang="en-US" sz="2250" dirty="0"/>
          </a:p>
        </p:txBody>
      </p:sp>
      <p:sp>
        <p:nvSpPr>
          <p:cNvPr id="34" name="Shape 32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40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45" name="Shape 4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6" name="Moda image moda-export-watermark-541757ea-5295-4f46-8dfa-5219cf9fc81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2026-10-19T02:11:47Z</dcterms:created>
  <dcterms:modified xsi:type="dcterms:W3CDTF">2026-10-19T02:11:47Z</dcterms:modified>
</cp:coreProperties>
</file>