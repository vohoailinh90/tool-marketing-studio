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192500" cy="2381250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-1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Vòng</a:t>
            </a:r>
            <a:r>
              <a:rPr lang="en-US" sz="81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đời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 năng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81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cờ: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81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81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dọn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1428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300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30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dừng,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3000" dirty="0"/>
          </a:p>
        </p:txBody>
      </p:sp>
      <p:sp>
        <p:nvSpPr>
          <p:cNvPr id="5" name="Connector line-1792371506365-687257546"/>
          <p:cNvSpPr/>
          <p:nvPr/>
        </p:nvSpPr>
        <p:spPr>
          <a:xfrm>
            <a:off x="2571750" y="6477000"/>
            <a:ext cx="13144500" cy="0"/>
          </a:xfrm>
          <a:prstGeom prst="line">
            <a:avLst/>
          </a:prstGeom>
          <a:noFill/>
          <a:ln w="38100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2190750" y="6096000"/>
            <a:ext cx="762000" cy="7620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496" dirty="0"/>
          </a:p>
        </p:txBody>
      </p:sp>
      <p:sp>
        <p:nvSpPr>
          <p:cNvPr id="7" name="Text 5"/>
          <p:cNvSpPr/>
          <p:nvPr/>
        </p:nvSpPr>
        <p:spPr>
          <a:xfrm>
            <a:off x="1047750" y="71437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lên,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76875" y="6096000"/>
            <a:ext cx="762000" cy="7620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496" dirty="0"/>
          </a:p>
        </p:txBody>
      </p:sp>
      <p:sp>
        <p:nvSpPr>
          <p:cNvPr id="9" name="Text 7"/>
          <p:cNvSpPr/>
          <p:nvPr/>
        </p:nvSpPr>
        <p:spPr>
          <a:xfrm>
            <a:off x="4333875" y="71437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763000" y="6096000"/>
            <a:ext cx="762000" cy="7620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496" dirty="0"/>
          </a:p>
        </p:txBody>
      </p:sp>
      <p:sp>
        <p:nvSpPr>
          <p:cNvPr id="11" name="Text 9"/>
          <p:cNvSpPr/>
          <p:nvPr/>
        </p:nvSpPr>
        <p:spPr>
          <a:xfrm>
            <a:off x="7620000" y="71437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2049125" y="6096000"/>
            <a:ext cx="762000" cy="7620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496" dirty="0"/>
          </a:p>
        </p:txBody>
      </p:sp>
      <p:sp>
        <p:nvSpPr>
          <p:cNvPr id="13" name="Text 11"/>
          <p:cNvSpPr/>
          <p:nvPr/>
        </p:nvSpPr>
        <p:spPr>
          <a:xfrm>
            <a:off x="10906125" y="71437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335250" y="6096000"/>
            <a:ext cx="762000" cy="762000"/>
          </a:xfrm>
          <a:prstGeom prst="ellipse">
            <a:avLst/>
          </a:prstGeom>
          <a:solidFill>
            <a:srgbClr val="14161C"/>
          </a:solidFill>
          <a:ln w="4762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2496" dirty="0"/>
          </a:p>
        </p:txBody>
      </p:sp>
      <p:sp>
        <p:nvSpPr>
          <p:cNvPr id="15" name="Text 13"/>
          <p:cNvSpPr/>
          <p:nvPr/>
        </p:nvSpPr>
        <p:spPr>
          <a:xfrm>
            <a:off x="14192250" y="71437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7e290512-6d98-4a9a-9f02-cce9333c12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000250"/>
            <a:ext cx="152400" cy="1905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1866900"/>
            <a:ext cx="15621000" cy="2286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Tách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 việc</a:t>
            </a:r>
            <a:r>
              <a:rPr lang="en-US" sz="69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950" b="1" spc="14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91700" y="56769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1950" b="1" spc="15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6286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ff50b655-ef9e-497e-9225-0c4cebdb934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950" b="1" spc="3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6900" dirty="0" spc="-8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 nhánh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000500" y="2590800"/>
            <a:ext cx="6572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100" b="1" spc="4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801350" y="2590800"/>
            <a:ext cx="6572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100" b="1" spc="9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3810000"/>
            <a:ext cx="28575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6477000"/>
            <a:ext cx="28575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Nhân viên,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khoản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4000500" y="3143250"/>
            <a:ext cx="6572250" cy="2438400"/>
          </a:xfrm>
          <a:prstGeom prst="roundRect">
            <a:avLst>
              <a:gd name="adj" fmla="val 10938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1500" y="348615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8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4381500" y="4248150"/>
            <a:ext cx="581025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Hành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cờ;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4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0801350" y="3143250"/>
            <a:ext cx="6572250" cy="2438400"/>
          </a:xfrm>
          <a:prstGeom prst="roundRect">
            <a:avLst>
              <a:gd name="adj" fmla="val 109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82350" y="348615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850" b="1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11182350" y="4248150"/>
            <a:ext cx="581025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000500" y="5810250"/>
            <a:ext cx="6572250" cy="2438400"/>
          </a:xfrm>
          <a:prstGeom prst="roundRect">
            <a:avLst>
              <a:gd name="adj" fmla="val 10938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1500" y="615315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8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85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4381500" y="6915150"/>
            <a:ext cx="581025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0801350" y="5810250"/>
            <a:ext cx="6572250" cy="2438400"/>
          </a:xfrm>
          <a:prstGeom prst="roundRect">
            <a:avLst>
              <a:gd name="adj" fmla="val 10938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182350" y="615315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8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850" b="1" dirty="0" spc="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11182350" y="6915150"/>
            <a:ext cx="581025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bật.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9f688db7-4d2b-4722-855d-c831c06147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950" b="1" spc="3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950" b="1" spc="28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Mở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dần,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 đặt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371475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19200" y="3486150"/>
            <a:ext cx="76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19200" y="4286250"/>
            <a:ext cx="3105150" cy="1619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 cho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400" dirty="0"/>
          </a:p>
        </p:txBody>
      </p:sp>
      <p:sp>
        <p:nvSpPr>
          <p:cNvPr id="7" name="Connector line-1792371558697-334098335"/>
          <p:cNvSpPr/>
          <p:nvPr/>
        </p:nvSpPr>
        <p:spPr>
          <a:xfrm>
            <a:off x="4705350" y="4667250"/>
            <a:ext cx="3810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162550" y="3238500"/>
            <a:ext cx="371475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67350" y="3486150"/>
            <a:ext cx="76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5467350" y="4286250"/>
            <a:ext cx="3105150" cy="1619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endParaRPr lang="en-US" sz="2400" dirty="0"/>
          </a:p>
        </p:txBody>
      </p:sp>
      <p:sp>
        <p:nvSpPr>
          <p:cNvPr id="11" name="Connector line-1792371558703-114695731"/>
          <p:cNvSpPr/>
          <p:nvPr/>
        </p:nvSpPr>
        <p:spPr>
          <a:xfrm>
            <a:off x="8953500" y="4667250"/>
            <a:ext cx="3810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410700" y="3238500"/>
            <a:ext cx="371475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15500" y="3486150"/>
            <a:ext cx="76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9715500" y="4286250"/>
            <a:ext cx="3105150" cy="1619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 đã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400" dirty="0"/>
          </a:p>
        </p:txBody>
      </p:sp>
      <p:sp>
        <p:nvSpPr>
          <p:cNvPr id="15" name="Connector line-1792371558707-314842328"/>
          <p:cNvSpPr/>
          <p:nvPr/>
        </p:nvSpPr>
        <p:spPr>
          <a:xfrm>
            <a:off x="13201650" y="4667250"/>
            <a:ext cx="3810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3658850" y="3238500"/>
            <a:ext cx="3714750" cy="2857500"/>
          </a:xfrm>
          <a:prstGeom prst="roundRect">
            <a:avLst>
              <a:gd name="adj" fmla="val 9333"/>
            </a:avLst>
          </a:prstGeom>
          <a:solidFill>
            <a:srgbClr val="2A2E3A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963650" y="3486150"/>
            <a:ext cx="76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13963650" y="4286250"/>
            <a:ext cx="3105150" cy="1619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Chạm</a:t>
            </a:r>
            <a:r>
              <a:rPr lang="en-US" sz="24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400" b="1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b="1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14400" y="67627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33500" y="7191375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tải.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42cf270d-f1d8-46f5-ba30-732dce15a62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950" b="1" spc="3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Mở</a:t>
            </a:r>
            <a:r>
              <a:rPr lang="en-US" sz="69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hết,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-9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6900" dirty="0"/>
          </a:p>
        </p:txBody>
      </p:sp>
      <p:sp>
        <p:nvSpPr>
          <p:cNvPr id="4" name="Connector line-1792371573406-866177003"/>
          <p:cNvSpPr/>
          <p:nvPr/>
        </p:nvSpPr>
        <p:spPr>
          <a:xfrm>
            <a:off x="3486150" y="4476750"/>
            <a:ext cx="1232535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3162300" y="4152900"/>
            <a:ext cx="647700" cy="647700"/>
          </a:xfrm>
          <a:prstGeom prst="ellipse">
            <a:avLst/>
          </a:prstGeom>
          <a:solidFill>
            <a:srgbClr val="B45309"/>
          </a:solidFill>
          <a:ln w="47625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334000"/>
            <a:ext cx="5143500" cy="2667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5676900"/>
            <a:ext cx="4381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85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1295400" y="6438900"/>
            <a:ext cx="4381500" cy="1333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820150" y="4152900"/>
            <a:ext cx="647700" cy="647700"/>
          </a:xfrm>
          <a:prstGeom prst="ellipse">
            <a:avLst/>
          </a:prstGeom>
          <a:solidFill>
            <a:srgbClr val="B45309"/>
          </a:solidFill>
          <a:ln w="47625">
            <a:solidFill>
              <a:srgbClr val="B4530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72250" y="5334000"/>
            <a:ext cx="5143500" cy="2667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53250" y="5676900"/>
            <a:ext cx="4381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850" b="1" dirty="0" spc="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6953250" y="6438900"/>
            <a:ext cx="4381500" cy="1333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4478000" y="4152900"/>
            <a:ext cx="647700" cy="647700"/>
          </a:xfrm>
          <a:prstGeom prst="ellipse">
            <a:avLst/>
          </a:prstGeom>
          <a:solidFill>
            <a:srgbClr val="F3EEE3"/>
          </a:solidFill>
          <a:ln w="47625">
            <a:solidFill>
              <a:srgbClr val="B4530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230100" y="5334000"/>
            <a:ext cx="5143500" cy="2667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611100" y="5676900"/>
            <a:ext cx="4381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2850" b="1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12611100" y="6438900"/>
            <a:ext cx="4381500" cy="1333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Sang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40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5: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3bf2bed0-3eb3-478d-a306-3634c066b4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1950" b="1" spc="3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Xóa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nhánh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 khỏi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048000"/>
          </a:xfrm>
          <a:prstGeom prst="roundRect">
            <a:avLst>
              <a:gd name="adj" fmla="val 875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051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85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8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850" dirty="0"/>
          </a:p>
        </p:txBody>
      </p:sp>
      <p:sp>
        <p:nvSpPr>
          <p:cNvPr id="6" name="Text richtext-1792371598504-781912434"/>
          <p:cNvSpPr/>
          <p:nvPr/>
        </p:nvSpPr>
        <p:spPr>
          <a:xfrm>
            <a:off x="1333500" y="3905250"/>
            <a:ext cx="7239000" cy="1714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372600" y="2762250"/>
            <a:ext cx="8001000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1051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850" dirty="0"/>
          </a:p>
        </p:txBody>
      </p:sp>
      <p:sp>
        <p:nvSpPr>
          <p:cNvPr id="9" name="Text richtext-1792371598528-559393118"/>
          <p:cNvSpPr/>
          <p:nvPr/>
        </p:nvSpPr>
        <p:spPr>
          <a:xfrm>
            <a:off x="9791700" y="3905250"/>
            <a:ext cx="7239000" cy="1714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628650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6553200"/>
            <a:ext cx="1562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1950" b="1" spc="8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9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333500" y="7048500"/>
            <a:ext cx="15621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4ad11367-0061-43c7-b194-d75a1471da8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Cờ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miễn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phí, không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phủ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952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381250" y="3048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 cần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476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381250" y="4572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 khó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715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000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2381250" y="6096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viện: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7239000"/>
            <a:ext cx="16459200" cy="1295400"/>
          </a:xfrm>
          <a:prstGeom prst="roundRect">
            <a:avLst>
              <a:gd name="adj" fmla="val 20588"/>
            </a:avLst>
          </a:prstGeom>
          <a:solidFill>
            <a:srgbClr val="2A2E3A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7524750"/>
            <a:ext cx="857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2381250" y="7620000"/>
            <a:ext cx="1466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0889e10-9a97-45ec-9bc8-d3012722be0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Tắt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 có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</a:t>
            </a:r>
            <a:r>
              <a:rPr lang="en-US" sz="6900" dirty="0" spc="-8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2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b="1" spc="14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b="1" spc="14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 GỒM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14400" y="3143250"/>
            <a:ext cx="11430000" cy="990600"/>
          </a:xfrm>
          <a:prstGeom prst="roundRect">
            <a:avLst>
              <a:gd name="adj" fmla="val 21154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409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5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5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7810500" y="34099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8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r>
              <a:rPr lang="en-US" sz="2400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cờ:</a:t>
            </a:r>
            <a:r>
              <a:rPr lang="en-US" sz="2400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2400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4286250"/>
            <a:ext cx="114300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4552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7810500" y="45529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14400" y="5429250"/>
            <a:ext cx="114300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95400" y="5695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7810500" y="56959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14400" y="6572250"/>
            <a:ext cx="114300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6838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Migration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7810500" y="68389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2801600" y="3143250"/>
            <a:ext cx="4572000" cy="4419600"/>
          </a:xfrm>
          <a:prstGeom prst="roundRect">
            <a:avLst>
              <a:gd name="adj" fmla="val 6034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239750" y="3524250"/>
            <a:ext cx="381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endParaRPr lang="en-US" sz="7200" dirty="0"/>
          </a:p>
        </p:txBody>
      </p:sp>
      <p:sp>
        <p:nvSpPr>
          <p:cNvPr id="19" name="Text 17"/>
          <p:cNvSpPr/>
          <p:nvPr/>
        </p:nvSpPr>
        <p:spPr>
          <a:xfrm>
            <a:off x="13239750" y="495300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4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cả</a:t>
            </a:r>
            <a:r>
              <a:rPr lang="en-US" sz="24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1b80bc50-11cb-4a3d-86ea-bdde1c91ad0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thói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quen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55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5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b="1" dirty="0" spc="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9540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6524625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b="1" dirty="0" spc="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905625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băm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2134850" y="2667000"/>
            <a:ext cx="5229225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009900"/>
            <a:ext cx="446722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515850" y="3695700"/>
            <a:ext cx="4467225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5810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95400" y="6153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95400" y="68389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hạn;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72600" y="58102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53600" y="61531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 cờ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753600" y="68389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2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6809c8df-2f78-4d1b-9200-b687197c76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95400"/>
            <a:ext cx="161925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3621024"/>
                <a:gridCol w="12838176"/>
              </a:tblGrid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Thuật</a:t>
                      </a:r>
                      <a:r>
                        <a:rPr lang="en-US" sz="24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Bài</a:t>
                      </a:r>
                      <a:r>
                        <a:rPr lang="en-US" sz="240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này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4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từ</a:t>
                      </a:r>
                      <a:r>
                        <a:rPr lang="en-US" sz="24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viết</a:t>
                      </a:r>
                      <a:r>
                        <a:rPr lang="en-US" sz="2400" dirty="0" spc="-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 giải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thích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4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40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Feature</a:t>
                      </a:r>
                      <a:r>
                        <a:rPr lang="en-US" sz="2400" dirty="0" spc="-3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Toggles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995461e8-bb43-48cd-8d16-84d5ffec47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2026-10-19T02:09:02Z</dcterms:created>
  <dcterms:modified xsi:type="dcterms:W3CDTF">2026-10-19T02:09:02Z</dcterms:modified>
</cp:coreProperties>
</file>