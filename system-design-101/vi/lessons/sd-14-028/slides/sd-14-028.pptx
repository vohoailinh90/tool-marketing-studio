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0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Tấm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endParaRPr lang="en-US" sz="4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48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 không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667250"/>
            <a:ext cx="895350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Quán</a:t>
            </a:r>
            <a:r>
              <a:rPr lang="en-US" sz="28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thích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von</a:t>
            </a:r>
            <a:r>
              <a:rPr lang="en-US" sz="28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8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850" dirty="0"/>
          </a:p>
        </p:txBody>
      </p:sp>
      <p:sp>
        <p:nvSpPr>
          <p:cNvPr id="6" name="Connector line-1792338005304-642284350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 mẩu chữ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hộ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dirty="0" spc="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858500" y="257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650" dirty="0"/>
          </a:p>
        </p:txBody>
      </p:sp>
      <p:sp>
        <p:nvSpPr>
          <p:cNvPr id="15" name="Connector line-1792338005327-88313719"/>
          <p:cNvSpPr/>
          <p:nvPr/>
        </p:nvSpPr>
        <p:spPr>
          <a:xfrm>
            <a:off x="10858500" y="3810000"/>
            <a:ext cx="6096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68705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78305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63625" y="3667125"/>
            <a:ext cx="285750" cy="2857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2001500" y="32766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mang</a:t>
            </a:r>
            <a:r>
              <a:rPr lang="en-US" sz="18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8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77750" y="40386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1" name="Connector line-1792338005334-776418973"/>
          <p:cNvSpPr/>
          <p:nvPr/>
        </p:nvSpPr>
        <p:spPr>
          <a:xfrm>
            <a:off x="10858500" y="5334000"/>
            <a:ext cx="6096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687050" y="5162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783050" y="5162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63625" y="51911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001500" y="48006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mang</a:t>
            </a:r>
            <a:r>
              <a:rPr lang="en-US" sz="18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8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ngẫu</a:t>
            </a: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77750" y="55626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7" name="Connector line-1792338005338-295244312"/>
          <p:cNvSpPr/>
          <p:nvPr/>
        </p:nvSpPr>
        <p:spPr>
          <a:xfrm>
            <a:off x="10858500" y="6858000"/>
            <a:ext cx="6096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687050" y="6686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6783050" y="6686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63625" y="671512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11715750" y="6324600"/>
            <a:ext cx="438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8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1800" dirty="0" spc="-2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18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80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800" dirty="0" spc="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77750" y="70866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906000" y="73152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6002000" y="73152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3e1ecf03-0973-4e1e-829d-14a231f958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Tấm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khách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2481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thích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819900"/>
            <a:ext cx="7239000" cy="2133600"/>
          </a:xfrm>
          <a:prstGeom prst="roundRect">
            <a:avLst>
              <a:gd name="adj" fmla="val 11607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70866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richtext-1792338802938-311239409"/>
          <p:cNvSpPr/>
          <p:nvPr/>
        </p:nvSpPr>
        <p:spPr>
          <a:xfrm>
            <a:off x="1257300" y="7524750"/>
            <a:ext cx="6572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ở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572500" y="952500"/>
            <a:ext cx="8801100" cy="8001000"/>
          </a:xfrm>
          <a:prstGeom prst="roundRect">
            <a:avLst>
              <a:gd name="adj" fmla="val 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2954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QUÁN</a:t>
            </a:r>
            <a:r>
              <a:rPr lang="en-US" sz="1800" b="1" spc="2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11200" y="12954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915400" y="18669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9182100" y="19621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Phát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thẻ,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11200" y="18669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677900" y="19621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Set-Cookie: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tên=giá</a:t>
            </a:r>
            <a:r>
              <a:rPr lang="en-US" sz="22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endParaRPr lang="en-US" sz="2250" dirty="0"/>
          </a:p>
        </p:txBody>
      </p:sp>
      <p:sp>
        <p:nvSpPr>
          <p:cNvPr id="15" name="Connector line-1792338802969-167519634"/>
          <p:cNvSpPr/>
          <p:nvPr/>
        </p:nvSpPr>
        <p:spPr>
          <a:xfrm>
            <a:off x="12706350" y="2724150"/>
            <a:ext cx="5334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8915400" y="39624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182100" y="40576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tấm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411200" y="39624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3677900" y="40576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250" dirty="0" spc="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250" dirty="0"/>
          </a:p>
        </p:txBody>
      </p:sp>
      <p:sp>
        <p:nvSpPr>
          <p:cNvPr id="20" name="Connector line-1792338802975-793393963"/>
          <p:cNvSpPr/>
          <p:nvPr/>
        </p:nvSpPr>
        <p:spPr>
          <a:xfrm>
            <a:off x="12706350" y="4819650"/>
            <a:ext cx="5334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1" name="Shape 19"/>
          <p:cNvSpPr/>
          <p:nvPr/>
        </p:nvSpPr>
        <p:spPr>
          <a:xfrm>
            <a:off x="8915400" y="60579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182100" y="61531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 thẻ tới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3411200" y="6057900"/>
            <a:ext cx="36195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3677900" y="6153150"/>
            <a:ext cx="3086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tên=giá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endParaRPr lang="en-US" sz="2250" dirty="0"/>
          </a:p>
        </p:txBody>
      </p:sp>
      <p:sp>
        <p:nvSpPr>
          <p:cNvPr id="25" name="Connector line-1792338802980-182217893"/>
          <p:cNvSpPr/>
          <p:nvPr/>
        </p:nvSpPr>
        <p:spPr>
          <a:xfrm>
            <a:off x="12706350" y="6915150"/>
            <a:ext cx="5334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338802981-960236541"/>
          <p:cNvSpPr/>
          <p:nvPr/>
        </p:nvSpPr>
        <p:spPr>
          <a:xfrm>
            <a:off x="10725150" y="3619500"/>
            <a:ext cx="0" cy="3048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338802981-804183493"/>
          <p:cNvSpPr/>
          <p:nvPr/>
        </p:nvSpPr>
        <p:spPr>
          <a:xfrm>
            <a:off x="15220950" y="3619500"/>
            <a:ext cx="0" cy="3048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8" name="Connector line-1792338802981-222282052"/>
          <p:cNvSpPr/>
          <p:nvPr/>
        </p:nvSpPr>
        <p:spPr>
          <a:xfrm>
            <a:off x="10725150" y="5715000"/>
            <a:ext cx="0" cy="3048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9" name="Connector line-1792338802981-380201766"/>
          <p:cNvSpPr/>
          <p:nvPr/>
        </p:nvSpPr>
        <p:spPr>
          <a:xfrm>
            <a:off x="15220950" y="5715000"/>
            <a:ext cx="0" cy="3048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0" name="Text 28"/>
          <p:cNvSpPr/>
          <p:nvPr/>
        </p:nvSpPr>
        <p:spPr>
          <a:xfrm>
            <a:off x="8915400" y="8191500"/>
            <a:ext cx="811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16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650" dirty="0"/>
          </a:p>
        </p:txBody>
      </p:sp>
      <p:sp>
        <p:nvSpPr>
          <p:cNvPr id="31" name="Connector line-1792338802984-60699845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58bcbba1-f56f-4c8b-a3ee-97e25376d3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Mẩu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2481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7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r>
              <a:rPr lang="en-US" sz="27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4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667500"/>
            <a:ext cx="7239000" cy="2286000"/>
          </a:xfrm>
          <a:prstGeom prst="roundRect">
            <a:avLst>
              <a:gd name="adj" fmla="val 108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69342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7" name="Text richtext-1792338951354-190204632"/>
          <p:cNvSpPr/>
          <p:nvPr/>
        </p:nvSpPr>
        <p:spPr>
          <a:xfrm>
            <a:off x="1257300" y="737235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tự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cả.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572500" y="952500"/>
            <a:ext cx="8801100" cy="8001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9" name="Connector line-1792338951365-723139078"/>
          <p:cNvSpPr/>
          <p:nvPr/>
        </p:nvSpPr>
        <p:spPr>
          <a:xfrm>
            <a:off x="10477500" y="1905000"/>
            <a:ext cx="0" cy="5715000"/>
          </a:xfrm>
          <a:prstGeom prst="line">
            <a:avLst/>
          </a:prstGeom>
          <a:noFill/>
          <a:ln w="28575">
            <a:solidFill>
              <a:srgbClr val="4A4D5A"/>
            </a:solidFill>
            <a:prstDash val="lgDash"/>
            <a:headEnd type="none"/>
            <a:tailEnd type="none"/>
          </a:ln>
        </p:spPr>
      </p:sp>
      <p:sp>
        <p:nvSpPr>
          <p:cNvPr id="10" name="Connector line-1792338951365-76649353"/>
          <p:cNvSpPr/>
          <p:nvPr/>
        </p:nvSpPr>
        <p:spPr>
          <a:xfrm>
            <a:off x="15430500" y="1905000"/>
            <a:ext cx="0" cy="5715000"/>
          </a:xfrm>
          <a:prstGeom prst="line">
            <a:avLst/>
          </a:prstGeom>
          <a:noFill/>
          <a:ln w="28575">
            <a:solidFill>
              <a:srgbClr val="4A4D5A"/>
            </a:solidFill>
            <a:prstDash val="lg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0" y="133350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500" y="1333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287500" y="133350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0" y="1333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572750" y="21717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Set-Cookie: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theme=dark</a:t>
            </a:r>
            <a:endParaRPr lang="en-US" sz="2100" dirty="0"/>
          </a:p>
        </p:txBody>
      </p:sp>
      <p:sp>
        <p:nvSpPr>
          <p:cNvPr id="16" name="Connector line-1792338951373-52679783"/>
          <p:cNvSpPr/>
          <p:nvPr/>
        </p:nvSpPr>
        <p:spPr>
          <a:xfrm flipH="1">
            <a:off x="10553700" y="2686050"/>
            <a:ext cx="4800600" cy="0"/>
          </a:xfrm>
          <a:prstGeom prst="line">
            <a:avLst/>
          </a:prstGeom>
          <a:noFill/>
          <a:ln w="47625">
            <a:solidFill>
              <a:srgbClr val="9A98A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72750" y="28194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 chỉ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048750" y="3352800"/>
            <a:ext cx="2857500" cy="49530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/>
        </p:spPr>
      </p:sp>
      <p:sp>
        <p:nvSpPr>
          <p:cNvPr id="19" name="Text 17"/>
          <p:cNvSpPr/>
          <p:nvPr/>
        </p:nvSpPr>
        <p:spPr>
          <a:xfrm>
            <a:off x="9048750" y="3352800"/>
            <a:ext cx="285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18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18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18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72750" y="42481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 theme=dark</a:t>
            </a:r>
            <a:endParaRPr lang="en-US" sz="2100" dirty="0"/>
          </a:p>
        </p:txBody>
      </p:sp>
      <p:sp>
        <p:nvSpPr>
          <p:cNvPr id="21" name="Connector line-1792338951382-576736933"/>
          <p:cNvSpPr/>
          <p:nvPr/>
        </p:nvSpPr>
        <p:spPr>
          <a:xfrm>
            <a:off x="10553700" y="4762500"/>
            <a:ext cx="4800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572750" y="48958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/page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572750" y="53911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 theme=dark</a:t>
            </a:r>
            <a:endParaRPr lang="en-US" sz="2100" dirty="0"/>
          </a:p>
        </p:txBody>
      </p:sp>
      <p:sp>
        <p:nvSpPr>
          <p:cNvPr id="24" name="Connector line-1792338951387-269988356"/>
          <p:cNvSpPr/>
          <p:nvPr/>
        </p:nvSpPr>
        <p:spPr>
          <a:xfrm>
            <a:off x="10553700" y="5905500"/>
            <a:ext cx="4800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572750" y="60388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/page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572750" y="65341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 theme=dark</a:t>
            </a:r>
            <a:endParaRPr lang="en-US" sz="2100" dirty="0"/>
          </a:p>
        </p:txBody>
      </p:sp>
      <p:sp>
        <p:nvSpPr>
          <p:cNvPr id="27" name="Connector line-1792338951392-151179407"/>
          <p:cNvSpPr/>
          <p:nvPr/>
        </p:nvSpPr>
        <p:spPr>
          <a:xfrm>
            <a:off x="10553700" y="7048500"/>
            <a:ext cx="48006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572750" y="71818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/other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915400" y="7658100"/>
            <a:ext cx="81153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cookie,</a:t>
            </a:r>
            <a:r>
              <a:rPr lang="en-US" sz="21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915400" y="8591550"/>
            <a:ext cx="811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1650" dirty="0"/>
          </a:p>
        </p:txBody>
      </p:sp>
      <p:sp>
        <p:nvSpPr>
          <p:cNvPr id="31" name="Connector line-1792338951400-7420606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c33208b6-02ce-4177-9adf-a3d9b99b14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2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23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75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von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7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0706100" y="2019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3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3337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381250" y="2933700"/>
            <a:ext cx="838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850" dirty="0"/>
          </a:p>
        </p:txBody>
      </p:sp>
      <p:sp>
        <p:nvSpPr>
          <p:cNvPr id="9" name="Text richtext-1792339382720-563168184"/>
          <p:cNvSpPr/>
          <p:nvPr/>
        </p:nvSpPr>
        <p:spPr>
          <a:xfrm>
            <a:off x="2381250" y="3486150"/>
            <a:ext cx="8382000" cy="10287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cookie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1334750" y="3009900"/>
            <a:ext cx="1809750" cy="57150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334750" y="30099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127.0.0.1</a:t>
            </a:r>
            <a:endParaRPr lang="en-US" sz="1950" dirty="0"/>
          </a:p>
        </p:txBody>
      </p:sp>
      <p:sp>
        <p:nvSpPr>
          <p:cNvPr id="12" name="Connector line-1792339382744-831900922"/>
          <p:cNvSpPr/>
          <p:nvPr/>
        </p:nvSpPr>
        <p:spPr>
          <a:xfrm>
            <a:off x="13258800" y="3295650"/>
            <a:ext cx="5715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3944600" y="3009900"/>
            <a:ext cx="3143250" cy="57150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944600" y="30099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Cookie: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theme=dark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334750" y="3848100"/>
            <a:ext cx="1809750" cy="57150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4750" y="38481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localhost</a:t>
            </a:r>
            <a:endParaRPr lang="en-US" sz="1950" dirty="0"/>
          </a:p>
        </p:txBody>
      </p:sp>
      <p:sp>
        <p:nvSpPr>
          <p:cNvPr id="17" name="Connector line-1792339382750-547771736"/>
          <p:cNvSpPr/>
          <p:nvPr/>
        </p:nvSpPr>
        <p:spPr>
          <a:xfrm>
            <a:off x="13258800" y="4133850"/>
            <a:ext cx="5715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8" name="Shape 16"/>
          <p:cNvSpPr/>
          <p:nvPr/>
        </p:nvSpPr>
        <p:spPr>
          <a:xfrm>
            <a:off x="13944600" y="3848100"/>
            <a:ext cx="3143250" cy="571500"/>
          </a:xfrm>
          <a:prstGeom prst="roundRect">
            <a:avLst>
              <a:gd name="adj" fmla="val 26667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944600" y="38481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4857750"/>
            <a:ext cx="16459200" cy="1905000"/>
          </a:xfrm>
          <a:prstGeom prst="roundRect">
            <a:avLst>
              <a:gd name="adj" fmla="val 13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8250" y="54292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54292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381250" y="5029200"/>
            <a:ext cx="838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tấm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850" dirty="0"/>
          </a:p>
        </p:txBody>
      </p:sp>
      <p:sp>
        <p:nvSpPr>
          <p:cNvPr id="24" name="Text richtext-1792339382758-364697597"/>
          <p:cNvSpPr/>
          <p:nvPr/>
        </p:nvSpPr>
        <p:spPr>
          <a:xfrm>
            <a:off x="2381250" y="5581650"/>
            <a:ext cx="8382000" cy="10287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dặn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theme=dark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1334750" y="5219700"/>
            <a:ext cx="2762250" cy="800100"/>
          </a:xfrm>
          <a:prstGeom prst="roundRect">
            <a:avLst>
              <a:gd name="adj" fmla="val 26190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4750" y="5219700"/>
            <a:ext cx="2762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theme=dark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4249400" y="5219700"/>
            <a:ext cx="2838450" cy="800100"/>
          </a:xfrm>
          <a:prstGeom prst="roundRect">
            <a:avLst>
              <a:gd name="adj" fmla="val 26190"/>
            </a:avLst>
          </a:prstGeom>
          <a:solidFill>
            <a:srgbClr val="F3EEE3"/>
          </a:solidFill>
          <a:ln w="28575">
            <a:solidFill>
              <a:srgbClr val="6B6A66"/>
            </a:solidFill>
            <a:prstDash val="lgDash"/>
          </a:ln>
        </p:spPr>
      </p:sp>
      <p:sp>
        <p:nvSpPr>
          <p:cNvPr id="28" name="Text 26"/>
          <p:cNvSpPr/>
          <p:nvPr/>
        </p:nvSpPr>
        <p:spPr>
          <a:xfrm>
            <a:off x="14249400" y="5219700"/>
            <a:ext cx="2838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thuộc</a:t>
            </a:r>
            <a:r>
              <a:rPr lang="en-US" sz="22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334750" y="61722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249400" y="6172200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6953250"/>
            <a:ext cx="16459200" cy="1905000"/>
          </a:xfrm>
          <a:prstGeom prst="roundRect">
            <a:avLst>
              <a:gd name="adj" fmla="val 13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8250" y="75247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8250" y="75247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2381250" y="7124700"/>
            <a:ext cx="838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“Không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liệu”</a:t>
            </a:r>
            <a:endParaRPr lang="en-US" sz="2850" dirty="0"/>
          </a:p>
        </p:txBody>
      </p:sp>
      <p:sp>
        <p:nvSpPr>
          <p:cNvPr id="35" name="Text richtext-1792339382780-924612028"/>
          <p:cNvSpPr/>
          <p:nvPr/>
        </p:nvSpPr>
        <p:spPr>
          <a:xfrm>
            <a:off x="2381250" y="7677150"/>
            <a:ext cx="8382000" cy="10287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11677650" y="71628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11677650" y="716280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13868400" y="71628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8400" y="716280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6059150" y="716280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16059150" y="716280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1049000" y="79629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858750" y="796290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5430500" y="79629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16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45" name="Connector line-1792339382808-43024915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c75c915e-1a4e-41b4-9c62-827747e1f9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Mang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241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theme=dark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4671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7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257800"/>
            <a:ext cx="438150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257800"/>
            <a:ext cx="438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400800"/>
            <a:ext cx="7239000" cy="2552700"/>
          </a:xfrm>
          <a:prstGeom prst="roundRect">
            <a:avLst>
              <a:gd name="adj" fmla="val 970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6865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10" name="Text richtext-1792363417618-541442509"/>
          <p:cNvSpPr/>
          <p:nvPr/>
        </p:nvSpPr>
        <p:spPr>
          <a:xfrm>
            <a:off x="1257300" y="714375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user=alice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user=admin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user=admin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cái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572500" y="952500"/>
            <a:ext cx="8801100" cy="8001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2" name="Connector line-1792363417638-540030670"/>
          <p:cNvSpPr/>
          <p:nvPr/>
        </p:nvSpPr>
        <p:spPr>
          <a:xfrm>
            <a:off x="10477500" y="1905000"/>
            <a:ext cx="0" cy="5715000"/>
          </a:xfrm>
          <a:prstGeom prst="line">
            <a:avLst/>
          </a:prstGeom>
          <a:noFill/>
          <a:ln w="28575">
            <a:solidFill>
              <a:srgbClr val="4A4D5A"/>
            </a:solidFill>
            <a:prstDash val="lgDash"/>
            <a:headEnd type="none"/>
            <a:tailEnd type="none"/>
          </a:ln>
        </p:spPr>
      </p:sp>
      <p:sp>
        <p:nvSpPr>
          <p:cNvPr id="13" name="Connector line-1792363417639-935006379"/>
          <p:cNvSpPr/>
          <p:nvPr/>
        </p:nvSpPr>
        <p:spPr>
          <a:xfrm>
            <a:off x="15430500" y="1905000"/>
            <a:ext cx="0" cy="5715000"/>
          </a:xfrm>
          <a:prstGeom prst="line">
            <a:avLst/>
          </a:prstGeom>
          <a:noFill/>
          <a:ln w="28575">
            <a:solidFill>
              <a:srgbClr val="4A4D5A"/>
            </a:solidFill>
            <a:prstDash val="lg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0" y="133350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1333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4287500" y="133350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0" y="1333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572750" y="21145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theme=hotpink</a:t>
            </a:r>
            <a:endParaRPr lang="en-US" sz="2100" dirty="0"/>
          </a:p>
        </p:txBody>
      </p:sp>
      <p:sp>
        <p:nvSpPr>
          <p:cNvPr id="19" name="Connector line-1792363417646-388882396"/>
          <p:cNvSpPr/>
          <p:nvPr/>
        </p:nvSpPr>
        <p:spPr>
          <a:xfrm>
            <a:off x="10553700" y="2609850"/>
            <a:ext cx="4800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572750" y="2857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b="1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100" b="1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100" dirty="0"/>
          </a:p>
        </p:txBody>
      </p:sp>
      <p:sp>
        <p:nvSpPr>
          <p:cNvPr id="21" name="Connector line-1792363417648-971640008"/>
          <p:cNvSpPr/>
          <p:nvPr/>
        </p:nvSpPr>
        <p:spPr>
          <a:xfrm flipH="1">
            <a:off x="10553700" y="3352800"/>
            <a:ext cx="4800600" cy="0"/>
          </a:xfrm>
          <a:prstGeom prst="line">
            <a:avLst/>
          </a:prstGeom>
          <a:noFill/>
          <a:ln w="47625">
            <a:solidFill>
              <a:srgbClr val="D8D3C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25000" y="3714750"/>
            <a:ext cx="4953000" cy="53340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0" y="37147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màu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8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diện: không</a:t>
            </a: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1800" dirty="0"/>
          </a:p>
        </p:txBody>
      </p:sp>
      <p:sp>
        <p:nvSpPr>
          <p:cNvPr id="24" name="Connector line-1792363417651-275880247"/>
          <p:cNvSpPr/>
          <p:nvPr/>
        </p:nvSpPr>
        <p:spPr>
          <a:xfrm>
            <a:off x="8915400" y="4629150"/>
            <a:ext cx="81153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0572750" y="48958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user=admin</a:t>
            </a:r>
            <a:endParaRPr lang="en-US" sz="2100" dirty="0"/>
          </a:p>
        </p:txBody>
      </p:sp>
      <p:sp>
        <p:nvSpPr>
          <p:cNvPr id="26" name="Connector line-1792363417653-668186703"/>
          <p:cNvSpPr/>
          <p:nvPr/>
        </p:nvSpPr>
        <p:spPr>
          <a:xfrm>
            <a:off x="10553700" y="5391150"/>
            <a:ext cx="48006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572750" y="55245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user=alice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572750" y="60960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user=admin</a:t>
            </a:r>
            <a:endParaRPr lang="en-US" sz="2100" dirty="0"/>
          </a:p>
        </p:txBody>
      </p:sp>
      <p:sp>
        <p:nvSpPr>
          <p:cNvPr id="29" name="Connector line-1792363417657-450300155"/>
          <p:cNvSpPr/>
          <p:nvPr/>
        </p:nvSpPr>
        <p:spPr>
          <a:xfrm flipH="1">
            <a:off x="10553700" y="6591300"/>
            <a:ext cx="4800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572750" y="67246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tin cái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915400" y="8115300"/>
            <a:ext cx="8115300" cy="6667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1650" dirty="0"/>
          </a:p>
        </p:txBody>
      </p:sp>
      <p:sp>
        <p:nvSpPr>
          <p:cNvPr id="32" name="Connector line-1792363417661-17395507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4baa1877-e439-4813-96a7-5ccd3255ac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667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Mang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ngẫu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sid=</a:t>
            </a:r>
            <a:r>
              <a:rPr lang="en-US" sz="30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30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196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mã;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943600"/>
            <a:ext cx="47625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9436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934200"/>
            <a:ext cx="7239000" cy="2019300"/>
          </a:xfrm>
          <a:prstGeom prst="roundRect">
            <a:avLst>
              <a:gd name="adj" fmla="val 12264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72009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639050"/>
            <a:ext cx="657225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572500" y="952500"/>
            <a:ext cx="8801100" cy="8001000"/>
          </a:xfrm>
          <a:prstGeom prst="roundRect">
            <a:avLst>
              <a:gd name="adj" fmla="val 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1333500"/>
            <a:ext cx="2381250" cy="914400"/>
          </a:xfrm>
          <a:prstGeom prst="roundRect">
            <a:avLst>
              <a:gd name="adj" fmla="val 20833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447800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sid=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15400" y="184785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7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650" dirty="0"/>
          </a:p>
        </p:txBody>
      </p:sp>
      <p:sp>
        <p:nvSpPr>
          <p:cNvPr id="15" name="Connector line-1792363474668-396051383"/>
          <p:cNvSpPr/>
          <p:nvPr/>
        </p:nvSpPr>
        <p:spPr>
          <a:xfrm>
            <a:off x="11391900" y="1790700"/>
            <a:ext cx="6286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12115800" y="1333500"/>
            <a:ext cx="1905000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115800" y="1333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18" name="Connector line-1792363474671-282830889"/>
          <p:cNvSpPr/>
          <p:nvPr/>
        </p:nvSpPr>
        <p:spPr>
          <a:xfrm>
            <a:off x="14116050" y="1790700"/>
            <a:ext cx="6286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839950" y="1333500"/>
            <a:ext cx="2190750" cy="914400"/>
          </a:xfrm>
          <a:prstGeom prst="roundRect">
            <a:avLst>
              <a:gd name="adj" fmla="val 208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39950" y="1333500"/>
            <a:ext cx="219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915400" y="2419350"/>
            <a:ext cx="811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dirty="0" spc="-1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cầu:</a:t>
            </a:r>
            <a:r>
              <a:rPr lang="en-US" sz="19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1950" dirty="0" spc="-1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19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 phiên</a:t>
            </a:r>
            <a:endParaRPr lang="en-US" sz="1950" dirty="0"/>
          </a:p>
        </p:txBody>
      </p:sp>
      <p:sp>
        <p:nvSpPr>
          <p:cNvPr id="22" name="Connector line-1792363474676-859615967"/>
          <p:cNvSpPr/>
          <p:nvPr/>
        </p:nvSpPr>
        <p:spPr>
          <a:xfrm>
            <a:off x="8915400" y="3009900"/>
            <a:ext cx="81153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915400" y="33528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9182100" y="3352800"/>
            <a:ext cx="3143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100" dirty="0"/>
          </a:p>
        </p:txBody>
      </p:sp>
      <p:sp>
        <p:nvSpPr>
          <p:cNvPr id="25" name="Connector line-1792363474679-166283564"/>
          <p:cNvSpPr/>
          <p:nvPr/>
        </p:nvSpPr>
        <p:spPr>
          <a:xfrm>
            <a:off x="12649200" y="3848100"/>
            <a:ext cx="6477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6" name="Shape 24"/>
          <p:cNvSpPr/>
          <p:nvPr/>
        </p:nvSpPr>
        <p:spPr>
          <a:xfrm>
            <a:off x="13411200" y="33528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13639800" y="3352800"/>
            <a:ext cx="316230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ra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915400" y="45339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29" name="Text 27"/>
          <p:cNvSpPr/>
          <p:nvPr/>
        </p:nvSpPr>
        <p:spPr>
          <a:xfrm>
            <a:off x="9182100" y="4533900"/>
            <a:ext cx="314325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1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bừa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2100" dirty="0"/>
          </a:p>
        </p:txBody>
      </p:sp>
      <p:sp>
        <p:nvSpPr>
          <p:cNvPr id="30" name="Connector line-1792363474685-213982052"/>
          <p:cNvSpPr/>
          <p:nvPr/>
        </p:nvSpPr>
        <p:spPr>
          <a:xfrm>
            <a:off x="12649200" y="5029200"/>
            <a:ext cx="6477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1" name="Shape 29"/>
          <p:cNvSpPr/>
          <p:nvPr/>
        </p:nvSpPr>
        <p:spPr>
          <a:xfrm>
            <a:off x="13411200" y="45339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F8D9D0"/>
          </a:solidFill>
          <a:ln/>
        </p:spPr>
      </p:sp>
      <p:sp>
        <p:nvSpPr>
          <p:cNvPr id="32" name="Text 30"/>
          <p:cNvSpPr/>
          <p:nvPr/>
        </p:nvSpPr>
        <p:spPr>
          <a:xfrm>
            <a:off x="13639800" y="4533900"/>
            <a:ext cx="316230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1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phiên: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915400" y="57150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34" name="Text 32"/>
          <p:cNvSpPr/>
          <p:nvPr/>
        </p:nvSpPr>
        <p:spPr>
          <a:xfrm>
            <a:off x="9182100" y="5715000"/>
            <a:ext cx="314325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1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endParaRPr lang="en-US" sz="2100" dirty="0"/>
          </a:p>
        </p:txBody>
      </p:sp>
      <p:sp>
        <p:nvSpPr>
          <p:cNvPr id="35" name="Connector line-1792363474690-191726701"/>
          <p:cNvSpPr/>
          <p:nvPr/>
        </p:nvSpPr>
        <p:spPr>
          <a:xfrm>
            <a:off x="12649200" y="6210300"/>
            <a:ext cx="6477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6" name="Shape 34"/>
          <p:cNvSpPr/>
          <p:nvPr/>
        </p:nvSpPr>
        <p:spPr>
          <a:xfrm>
            <a:off x="13411200" y="57150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F8D9D0"/>
          </a:solidFill>
          <a:ln/>
        </p:spPr>
      </p:sp>
      <p:sp>
        <p:nvSpPr>
          <p:cNvPr id="37" name="Text 35"/>
          <p:cNvSpPr/>
          <p:nvPr/>
        </p:nvSpPr>
        <p:spPr>
          <a:xfrm>
            <a:off x="13639800" y="5715000"/>
            <a:ext cx="316230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1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phiên: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8915400" y="68961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39" name="Text 37"/>
          <p:cNvSpPr/>
          <p:nvPr/>
        </p:nvSpPr>
        <p:spPr>
          <a:xfrm>
            <a:off x="9182100" y="6896100"/>
            <a:ext cx="314325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2100" dirty="0"/>
          </a:p>
        </p:txBody>
      </p:sp>
      <p:sp>
        <p:nvSpPr>
          <p:cNvPr id="40" name="Connector line-1792363474693-12325841"/>
          <p:cNvSpPr/>
          <p:nvPr/>
        </p:nvSpPr>
        <p:spPr>
          <a:xfrm>
            <a:off x="12649200" y="7391400"/>
            <a:ext cx="6477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41" name="Shape 39"/>
          <p:cNvSpPr/>
          <p:nvPr/>
        </p:nvSpPr>
        <p:spPr>
          <a:xfrm>
            <a:off x="13411200" y="6896100"/>
            <a:ext cx="3619500" cy="990600"/>
          </a:xfrm>
          <a:prstGeom prst="roundRect">
            <a:avLst>
              <a:gd name="adj" fmla="val 19231"/>
            </a:avLst>
          </a:prstGeom>
          <a:solidFill>
            <a:srgbClr val="F8D9D0"/>
          </a:solidFill>
          <a:ln/>
        </p:spPr>
      </p:sp>
      <p:sp>
        <p:nvSpPr>
          <p:cNvPr id="42" name="Text 40"/>
          <p:cNvSpPr/>
          <p:nvPr/>
        </p:nvSpPr>
        <p:spPr>
          <a:xfrm>
            <a:off x="13639800" y="6896100"/>
            <a:ext cx="3162300" cy="9906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1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8915400" y="8343900"/>
            <a:ext cx="811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44" name="Connector line-1792363474697-5998388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0" name="Shape 48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Shape 4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094a8720-244a-4fd9-b174-9556583534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667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75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719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user=alice.</a:t>
            </a:r>
            <a:r>
              <a:rPr lang="en-US" sz="30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30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</a:t>
            </a:r>
            <a:r>
              <a:rPr lang="en-US" sz="30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tự tính lại mã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khóa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38800"/>
            <a:ext cx="43815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638800"/>
            <a:ext cx="4381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53200"/>
            <a:ext cx="7239000" cy="2400300"/>
          </a:xfrm>
          <a:prstGeom prst="roundRect">
            <a:avLst>
              <a:gd name="adj" fmla="val 1031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8008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58050"/>
            <a:ext cx="657225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572500" y="952500"/>
            <a:ext cx="8801100" cy="8001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1333500"/>
            <a:ext cx="3143250" cy="914400"/>
          </a:xfrm>
          <a:prstGeom prst="roundRect">
            <a:avLst>
              <a:gd name="adj" fmla="val 20833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333500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user=alice.&lt;mã&gt;</a:t>
            </a:r>
            <a:endParaRPr lang="en-US" sz="2100" dirty="0"/>
          </a:p>
        </p:txBody>
      </p:sp>
      <p:sp>
        <p:nvSpPr>
          <p:cNvPr id="14" name="Connector line-1792363579610-671536140"/>
          <p:cNvSpPr/>
          <p:nvPr/>
        </p:nvSpPr>
        <p:spPr>
          <a:xfrm>
            <a:off x="12172950" y="1790700"/>
            <a:ext cx="6286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915900" y="1333500"/>
            <a:ext cx="4114800" cy="914400"/>
          </a:xfrm>
          <a:prstGeom prst="roundRect">
            <a:avLst>
              <a:gd name="adj" fmla="val 20833"/>
            </a:avLst>
          </a:prstGeom>
          <a:solidFill>
            <a:srgbClr val="2A2D38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15900" y="1447800"/>
            <a:ext cx="411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15900" y="1847850"/>
            <a:ext cx="411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8" name="Connector line-1792363579615-387564672"/>
          <p:cNvSpPr/>
          <p:nvPr/>
        </p:nvSpPr>
        <p:spPr>
          <a:xfrm>
            <a:off x="8915400" y="2552700"/>
            <a:ext cx="81153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915400" y="2838450"/>
            <a:ext cx="3810000" cy="1104900"/>
          </a:xfrm>
          <a:prstGeom prst="roundRect">
            <a:avLst>
              <a:gd name="adj" fmla="val 17241"/>
            </a:avLst>
          </a:prstGeom>
          <a:solidFill>
            <a:srgbClr val="2A2D38"/>
          </a:solidFill>
          <a:ln/>
        </p:spPr>
      </p:sp>
      <p:sp>
        <p:nvSpPr>
          <p:cNvPr id="20" name="Text 18"/>
          <p:cNvSpPr/>
          <p:nvPr/>
        </p:nvSpPr>
        <p:spPr>
          <a:xfrm>
            <a:off x="9182100" y="2838450"/>
            <a:ext cx="3333750" cy="1104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</a:t>
            </a:r>
            <a:r>
              <a:rPr lang="en-US" sz="21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1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</a:t>
            </a:r>
            <a:endParaRPr lang="en-US" sz="2100" dirty="0"/>
          </a:p>
        </p:txBody>
      </p:sp>
      <p:sp>
        <p:nvSpPr>
          <p:cNvPr id="21" name="Connector line-1792363579618-811776009"/>
          <p:cNvSpPr/>
          <p:nvPr/>
        </p:nvSpPr>
        <p:spPr>
          <a:xfrm>
            <a:off x="12839700" y="3390900"/>
            <a:ext cx="6477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2" name="Shape 20"/>
          <p:cNvSpPr/>
          <p:nvPr/>
        </p:nvSpPr>
        <p:spPr>
          <a:xfrm>
            <a:off x="13601700" y="2838450"/>
            <a:ext cx="3429000" cy="1104900"/>
          </a:xfrm>
          <a:prstGeom prst="roundRect">
            <a:avLst>
              <a:gd name="adj" fmla="val 17241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13601700" y="2838450"/>
            <a:ext cx="3429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8915400" y="4152900"/>
            <a:ext cx="3810000" cy="1104900"/>
          </a:xfrm>
          <a:prstGeom prst="roundRect">
            <a:avLst>
              <a:gd name="adj" fmla="val 17241"/>
            </a:avLst>
          </a:prstGeom>
          <a:solidFill>
            <a:srgbClr val="2A2D38"/>
          </a:solidFill>
          <a:ln/>
        </p:spPr>
      </p:sp>
      <p:sp>
        <p:nvSpPr>
          <p:cNvPr id="25" name="Text 23"/>
          <p:cNvSpPr/>
          <p:nvPr/>
        </p:nvSpPr>
        <p:spPr>
          <a:xfrm>
            <a:off x="9182100" y="4152900"/>
            <a:ext cx="3333750" cy="1104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alice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admin</a:t>
            </a:r>
            <a:endParaRPr lang="en-US" sz="2100" dirty="0"/>
          </a:p>
        </p:txBody>
      </p:sp>
      <p:sp>
        <p:nvSpPr>
          <p:cNvPr id="26" name="Connector line-1792363579623-662085555"/>
          <p:cNvSpPr/>
          <p:nvPr/>
        </p:nvSpPr>
        <p:spPr>
          <a:xfrm>
            <a:off x="12839700" y="4705350"/>
            <a:ext cx="6477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27" name="Shape 25"/>
          <p:cNvSpPr/>
          <p:nvPr/>
        </p:nvSpPr>
        <p:spPr>
          <a:xfrm>
            <a:off x="13601700" y="4152900"/>
            <a:ext cx="3429000" cy="1104900"/>
          </a:xfrm>
          <a:prstGeom prst="roundRect">
            <a:avLst>
              <a:gd name="adj" fmla="val 17241"/>
            </a:avLst>
          </a:prstGeom>
          <a:solidFill>
            <a:srgbClr val="3D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13601700" y="4152900"/>
            <a:ext cx="3429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8915400" y="5467350"/>
            <a:ext cx="3810000" cy="1104900"/>
          </a:xfrm>
          <a:prstGeom prst="roundRect">
            <a:avLst>
              <a:gd name="adj" fmla="val 17241"/>
            </a:avLst>
          </a:prstGeom>
          <a:solidFill>
            <a:srgbClr val="2A2D38"/>
          </a:solidFill>
          <a:ln/>
        </p:spPr>
      </p:sp>
      <p:sp>
        <p:nvSpPr>
          <p:cNvPr id="30" name="Text 28"/>
          <p:cNvSpPr/>
          <p:nvPr/>
        </p:nvSpPr>
        <p:spPr>
          <a:xfrm>
            <a:off x="9182100" y="5467350"/>
            <a:ext cx="3333750" cy="1104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1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vẹn,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nơi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100" dirty="0"/>
          </a:p>
        </p:txBody>
      </p:sp>
      <p:sp>
        <p:nvSpPr>
          <p:cNvPr id="31" name="Connector line-1792363579627-576247645"/>
          <p:cNvSpPr/>
          <p:nvPr/>
        </p:nvSpPr>
        <p:spPr>
          <a:xfrm>
            <a:off x="12839700" y="6019800"/>
            <a:ext cx="6477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32" name="Shape 30"/>
          <p:cNvSpPr/>
          <p:nvPr/>
        </p:nvSpPr>
        <p:spPr>
          <a:xfrm>
            <a:off x="13601700" y="5467350"/>
            <a:ext cx="3429000" cy="1104900"/>
          </a:xfrm>
          <a:prstGeom prst="roundRect">
            <a:avLst>
              <a:gd name="adj" fmla="val 17241"/>
            </a:avLst>
          </a:prstGeom>
          <a:solidFill>
            <a:srgbClr val="FF6A4D"/>
          </a:solidFill>
          <a:ln/>
        </p:spPr>
      </p:sp>
      <p:sp>
        <p:nvSpPr>
          <p:cNvPr id="33" name="Text 31"/>
          <p:cNvSpPr/>
          <p:nvPr/>
        </p:nvSpPr>
        <p:spPr>
          <a:xfrm>
            <a:off x="13601700" y="5467350"/>
            <a:ext cx="3429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8915400" y="6781800"/>
            <a:ext cx="3810000" cy="1104900"/>
          </a:xfrm>
          <a:prstGeom prst="roundRect">
            <a:avLst>
              <a:gd name="adj" fmla="val 17241"/>
            </a:avLst>
          </a:prstGeom>
          <a:solidFill>
            <a:srgbClr val="2A2D38"/>
          </a:solidFill>
          <a:ln/>
        </p:spPr>
      </p:sp>
      <p:sp>
        <p:nvSpPr>
          <p:cNvPr id="35" name="Text 33"/>
          <p:cNvSpPr/>
          <p:nvPr/>
        </p:nvSpPr>
        <p:spPr>
          <a:xfrm>
            <a:off x="9182100" y="6781800"/>
            <a:ext cx="3333750" cy="1104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100" dirty="0"/>
          </a:p>
        </p:txBody>
      </p:sp>
      <p:sp>
        <p:nvSpPr>
          <p:cNvPr id="36" name="Connector line-1792363579631-390182575"/>
          <p:cNvSpPr/>
          <p:nvPr/>
        </p:nvSpPr>
        <p:spPr>
          <a:xfrm>
            <a:off x="12839700" y="7334250"/>
            <a:ext cx="6477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37" name="Shape 35"/>
          <p:cNvSpPr/>
          <p:nvPr/>
        </p:nvSpPr>
        <p:spPr>
          <a:xfrm>
            <a:off x="13601700" y="6781800"/>
            <a:ext cx="3429000" cy="1104900"/>
          </a:xfrm>
          <a:prstGeom prst="roundRect">
            <a:avLst>
              <a:gd name="adj" fmla="val 17241"/>
            </a:avLst>
          </a:prstGeom>
          <a:solidFill>
            <a:srgbClr val="3DD6A0"/>
          </a:solidFill>
          <a:ln/>
        </p:spPr>
      </p:sp>
      <p:sp>
        <p:nvSpPr>
          <p:cNvPr id="38" name="Text 36"/>
          <p:cNvSpPr/>
          <p:nvPr/>
        </p:nvSpPr>
        <p:spPr>
          <a:xfrm>
            <a:off x="13601700" y="6781800"/>
            <a:ext cx="3429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8915400" y="8248650"/>
            <a:ext cx="8115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tạm.</a:t>
            </a:r>
            <a:endParaRPr lang="en-US" sz="1650" dirty="0"/>
          </a:p>
        </p:txBody>
      </p:sp>
      <p:sp>
        <p:nvSpPr>
          <p:cNvPr id="40" name="Connector line-1792363579636-46633309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1d2b04d6-ecfb-4b5b-9378-1c818a178f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2382500" cy="1238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 không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2611100" y="21336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762250"/>
            <a:ext cx="5257800" cy="5238750"/>
          </a:xfrm>
          <a:prstGeom prst="roundRect">
            <a:avLst>
              <a:gd name="adj" fmla="val 4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3105150"/>
            <a:ext cx="609600" cy="6096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Connector line-1792368429092-378862278"/>
          <p:cNvSpPr/>
          <p:nvPr/>
        </p:nvSpPr>
        <p:spPr>
          <a:xfrm>
            <a:off x="14287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8" name="Connector line-1792368429092-444222526"/>
          <p:cNvSpPr/>
          <p:nvPr/>
        </p:nvSpPr>
        <p:spPr>
          <a:xfrm flipV="1">
            <a:off x="14287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095500" y="3248025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39433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4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333500" y="541972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52578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33500" y="604837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5886450"/>
            <a:ext cx="43815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tự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515100" y="2762250"/>
            <a:ext cx="5257800" cy="5238750"/>
          </a:xfrm>
          <a:prstGeom prst="roundRect">
            <a:avLst>
              <a:gd name="adj" fmla="val 4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105150"/>
            <a:ext cx="609600" cy="6096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368429101-842056752"/>
          <p:cNvSpPr/>
          <p:nvPr/>
        </p:nvSpPr>
        <p:spPr>
          <a:xfrm>
            <a:off x="70294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8" name="Connector line-1792368429102-872087711"/>
          <p:cNvSpPr/>
          <p:nvPr/>
        </p:nvSpPr>
        <p:spPr>
          <a:xfrm flipV="1">
            <a:off x="70294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696200" y="3248025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39433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két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sắt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6934200" y="541972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7200900" y="5257800"/>
            <a:ext cx="4381500" cy="9906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6934200" y="648652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7200900" y="6324600"/>
            <a:ext cx="4381500" cy="9906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2115800" y="2762250"/>
            <a:ext cx="5257800" cy="5238750"/>
          </a:xfrm>
          <a:prstGeom prst="roundRect">
            <a:avLst>
              <a:gd name="adj" fmla="val 4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458700" y="3105150"/>
            <a:ext cx="609600" cy="6096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Connector line-1792368429117-899174103"/>
          <p:cNvSpPr/>
          <p:nvPr/>
        </p:nvSpPr>
        <p:spPr>
          <a:xfrm>
            <a:off x="126301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8" name="Connector line-1792368429117-188047597"/>
          <p:cNvSpPr/>
          <p:nvPr/>
        </p:nvSpPr>
        <p:spPr>
          <a:xfrm flipV="1">
            <a:off x="12630150" y="3276600"/>
            <a:ext cx="266700" cy="26670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3296900" y="3248025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458700" y="39433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4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4200" dirty="0"/>
          </a:p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4200" dirty="0"/>
          </a:p>
        </p:txBody>
      </p:sp>
      <p:sp>
        <p:nvSpPr>
          <p:cNvPr id="31" name="Shape 29"/>
          <p:cNvSpPr/>
          <p:nvPr/>
        </p:nvSpPr>
        <p:spPr>
          <a:xfrm>
            <a:off x="12534900" y="541972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Text 30"/>
          <p:cNvSpPr/>
          <p:nvPr/>
        </p:nvSpPr>
        <p:spPr>
          <a:xfrm>
            <a:off x="12801600" y="5257800"/>
            <a:ext cx="4381500" cy="9906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Chép mã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sid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12534900" y="648652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12801600" y="63246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user=alice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2534900" y="7115175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12801600" y="6953250"/>
            <a:ext cx="4381500" cy="9906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914400" y="8248650"/>
            <a:ext cx="16459200" cy="704850"/>
          </a:xfrm>
          <a:prstGeom prst="roundRect">
            <a:avLst>
              <a:gd name="adj" fmla="val 32432"/>
            </a:avLst>
          </a:prstGeom>
          <a:solidFill>
            <a:srgbClr val="F8D9D0"/>
          </a:solidFill>
          <a:ln/>
        </p:spPr>
      </p:sp>
      <p:sp>
        <p:nvSpPr>
          <p:cNvPr id="38" name="Text 36"/>
          <p:cNvSpPr/>
          <p:nvPr/>
        </p:nvSpPr>
        <p:spPr>
          <a:xfrm>
            <a:off x="1257300" y="8248650"/>
            <a:ext cx="15811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phiên nên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HttpOnly</a:t>
            </a:r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SameSite</a:t>
            </a:r>
            <a:pPr algn="l" indent="0" marL="0"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39" name="Connector line-1792368429135-16167931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d1eef96a-a360-467d-a71f-934907f8d2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role=member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cầu.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00550"/>
            <a:ext cx="7620000" cy="4552950"/>
          </a:xfrm>
          <a:prstGeom prst="roundRect">
            <a:avLst>
              <a:gd name="adj" fmla="val 585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Connector line-1792368484231-634564061"/>
          <p:cNvSpPr/>
          <p:nvPr/>
        </p:nvSpPr>
        <p:spPr>
          <a:xfrm>
            <a:off x="2286000" y="5143500"/>
            <a:ext cx="0" cy="3429000"/>
          </a:xfrm>
          <a:prstGeom prst="line">
            <a:avLst/>
          </a:prstGeom>
          <a:noFill/>
          <a:ln w="28575">
            <a:solidFill>
              <a:srgbClr val="C9C0AA"/>
            </a:solidFill>
            <a:prstDash val="lgDash"/>
            <a:headEnd type="none"/>
            <a:tailEnd type="none"/>
          </a:ln>
        </p:spPr>
      </p:sp>
      <p:sp>
        <p:nvSpPr>
          <p:cNvPr id="7" name="Connector line-1792368484232-165425213"/>
          <p:cNvSpPr/>
          <p:nvPr/>
        </p:nvSpPr>
        <p:spPr>
          <a:xfrm>
            <a:off x="7162800" y="5143500"/>
            <a:ext cx="0" cy="3429000"/>
          </a:xfrm>
          <a:prstGeom prst="line">
            <a:avLst/>
          </a:prstGeom>
          <a:noFill/>
          <a:ln w="28575">
            <a:solidFill>
              <a:srgbClr val="C9C0AA"/>
            </a:solidFill>
            <a:prstDash val="lgDash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90625" y="4629150"/>
            <a:ext cx="2190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4629150"/>
            <a:ext cx="219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067425" y="4629150"/>
            <a:ext cx="2190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067425" y="4629150"/>
            <a:ext cx="219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381250" y="5600700"/>
            <a:ext cx="468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21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role=member</a:t>
            </a:r>
            <a:endParaRPr lang="en-US" sz="2100" dirty="0"/>
          </a:p>
        </p:txBody>
      </p:sp>
      <p:sp>
        <p:nvSpPr>
          <p:cNvPr id="13" name="Connector line-1792368484238-460757123"/>
          <p:cNvSpPr/>
          <p:nvPr/>
        </p:nvSpPr>
        <p:spPr>
          <a:xfrm>
            <a:off x="2362200" y="6096000"/>
            <a:ext cx="4724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381250" y="6248400"/>
            <a:ext cx="468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2533650" y="7239000"/>
            <a:ext cx="4381500" cy="914400"/>
          </a:xfrm>
          <a:prstGeom prst="roundRect">
            <a:avLst>
              <a:gd name="adj" fmla="val 25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6" name="Text 14"/>
          <p:cNvSpPr/>
          <p:nvPr/>
        </p:nvSpPr>
        <p:spPr>
          <a:xfrm>
            <a:off x="2533650" y="7239000"/>
            <a:ext cx="438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8953500" y="952500"/>
            <a:ext cx="8420100" cy="8001000"/>
          </a:xfrm>
          <a:prstGeom prst="roundRect">
            <a:avLst>
              <a:gd name="adj" fmla="val 3571"/>
            </a:avLst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9486900" y="1352550"/>
            <a:ext cx="533400" cy="533400"/>
          </a:xfrm>
          <a:prstGeom prst="ellipse">
            <a:avLst/>
          </a:prstGeom>
          <a:noFill/>
          <a:ln w="3810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0250" y="15049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23825"/>
                </a:moveTo>
                <a:lnTo>
                  <a:pt x="104775" y="228600"/>
                </a:lnTo>
                <a:lnTo>
                  <a:pt x="285750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1750" y="14478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9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86900" y="2152650"/>
            <a:ext cx="7429500" cy="1905000"/>
          </a:xfrm>
          <a:prstGeom prst="rect">
            <a:avLst/>
          </a:prstGeom>
          <a:noFill/>
          <a:ln/>
        </p:spPr>
        <p:txBody>
          <a:bodyPr wrap="square" lIns="0" tIns="48006" rIns="0" bIns="-48006" rtlCol="0" anchor="t"/>
          <a:lstStyle/>
          <a:p>
            <a:pPr algn="l" indent="0" marL="0">
              <a:lnSpc>
                <a:spcPts val="6804"/>
              </a:lnSpc>
              <a:buNone/>
            </a:pP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endParaRPr lang="en-US" sz="6300" dirty="0"/>
          </a:p>
          <a:p>
            <a:pPr algn="l" indent="0" marL="0">
              <a:lnSpc>
                <a:spcPts val="6804"/>
              </a:lnSpc>
              <a:buNone/>
            </a:pPr>
            <a:r>
              <a:rPr lang="en-US" sz="63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role=admin</a:t>
            </a:r>
            <a:endParaRPr lang="en-US" sz="6300" dirty="0"/>
          </a:p>
        </p:txBody>
      </p:sp>
      <p:sp>
        <p:nvSpPr>
          <p:cNvPr id="22" name="Text 20"/>
          <p:cNvSpPr/>
          <p:nvPr/>
        </p:nvSpPr>
        <p:spPr>
          <a:xfrm>
            <a:off x="9486900" y="41148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theo, như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user=admin.</a:t>
            </a:r>
            <a:endParaRPr lang="en-US" sz="2550" dirty="0"/>
          </a:p>
        </p:txBody>
      </p:sp>
      <p:sp>
        <p:nvSpPr>
          <p:cNvPr id="23" name="Connector line-1792368484264-634958916"/>
          <p:cNvSpPr/>
          <p:nvPr/>
        </p:nvSpPr>
        <p:spPr>
          <a:xfrm>
            <a:off x="9486900" y="4953000"/>
            <a:ext cx="73533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486900" y="51816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7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86900" y="57150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Text 24"/>
          <p:cNvSpPr/>
          <p:nvPr/>
        </p:nvSpPr>
        <p:spPr>
          <a:xfrm>
            <a:off x="94869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210800" y="56959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ngẫu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nhiên,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cất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210800" y="67437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800" dirty="0" spc="-1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1800" dirty="0" spc="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dirty="0" spc="-1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86900" y="73914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Text 28"/>
          <p:cNvSpPr/>
          <p:nvPr/>
        </p:nvSpPr>
        <p:spPr>
          <a:xfrm>
            <a:off x="9486900" y="739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210800" y="73723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cookie,</a:t>
            </a:r>
            <a:r>
              <a:rPr lang="en-US" sz="25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0210800" y="79248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8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từ</a:t>
            </a:r>
            <a:r>
              <a:rPr lang="en-US" sz="18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chối,</a:t>
            </a:r>
            <a:r>
              <a:rPr lang="en-US" sz="1800" dirty="0" spc="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8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1800" dirty="0"/>
          </a:p>
        </p:txBody>
      </p:sp>
      <p:sp>
        <p:nvSpPr>
          <p:cNvPr id="33" name="Connector line-1792368484280-70605332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13de10d0-51c5-4d82-a0ca-0c719948b8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914775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/>
        </p:spPr>
      </p:sp>
      <p:sp>
        <p:nvSpPr>
          <p:cNvPr id="5" name="Connector line-1792369069287-916783823"/>
          <p:cNvSpPr/>
          <p:nvPr/>
        </p:nvSpPr>
        <p:spPr>
          <a:xfrm>
            <a:off x="1428750" y="3143250"/>
            <a:ext cx="3095625" cy="0"/>
          </a:xfrm>
          <a:prstGeom prst="line">
            <a:avLst/>
          </a:prstGeom>
          <a:noFill/>
          <a:ln w="28575">
            <a:solidFill>
              <a:srgbClr val="4A4D5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71575" y="30575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33909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57300" y="41910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57300" y="4876800"/>
            <a:ext cx="3276600" cy="1562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3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95875" y="2762250"/>
            <a:ext cx="3914775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/>
        </p:spPr>
      </p:sp>
      <p:sp>
        <p:nvSpPr>
          <p:cNvPr id="11" name="Connector line-1792369069298-288979580"/>
          <p:cNvSpPr/>
          <p:nvPr/>
        </p:nvSpPr>
        <p:spPr>
          <a:xfrm>
            <a:off x="5610225" y="3143250"/>
            <a:ext cx="3095625" cy="0"/>
          </a:xfrm>
          <a:prstGeom prst="line">
            <a:avLst/>
          </a:prstGeom>
          <a:noFill/>
          <a:ln w="28575">
            <a:solidFill>
              <a:srgbClr val="4A4D5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353050" y="30575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8775" y="33909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438775" y="41910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38775" y="4876800"/>
            <a:ext cx="3276600" cy="1562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kín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77350" y="2762250"/>
            <a:ext cx="3914775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/>
        </p:spPr>
      </p:sp>
      <p:sp>
        <p:nvSpPr>
          <p:cNvPr id="17" name="Connector line-1792369069305-456279519"/>
          <p:cNvSpPr/>
          <p:nvPr/>
        </p:nvSpPr>
        <p:spPr>
          <a:xfrm>
            <a:off x="9791700" y="3143250"/>
            <a:ext cx="3095625" cy="0"/>
          </a:xfrm>
          <a:prstGeom prst="line">
            <a:avLst/>
          </a:prstGeom>
          <a:noFill/>
          <a:ln w="28575">
            <a:solidFill>
              <a:srgbClr val="4A4D5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34525" y="30575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0250" y="33909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620250" y="41910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20250" y="4876800"/>
            <a:ext cx="3276600" cy="1562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Mozilla,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458825" y="2762250"/>
            <a:ext cx="3914775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/>
        </p:spPr>
      </p:sp>
      <p:sp>
        <p:nvSpPr>
          <p:cNvPr id="23" name="Connector line-1792369069314-585784695"/>
          <p:cNvSpPr/>
          <p:nvPr/>
        </p:nvSpPr>
        <p:spPr>
          <a:xfrm>
            <a:off x="13973175" y="3143250"/>
            <a:ext cx="3095625" cy="0"/>
          </a:xfrm>
          <a:prstGeom prst="line">
            <a:avLst/>
          </a:prstGeom>
          <a:noFill/>
          <a:ln w="28575">
            <a:solidFill>
              <a:srgbClr val="4A4D5A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716000" y="30575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01725" y="339090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3801725" y="41910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801725" y="4876800"/>
            <a:ext cx="3276600" cy="1562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9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dụng;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68961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73152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MDN: Using HTTP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cookies,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Set-Cookie header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http.cookiejar,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secrets,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83629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1" name="Connector line-1792369069330-91107767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fcfd1134-1911-4adb-bd92-4064491f38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2026-10-19T00:21:12Z</dcterms:created>
  <dcterms:modified xsi:type="dcterms:W3CDTF">2026-10-19T00:21:12Z</dcterms:modified>
</cp:coreProperties>
</file>