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Alice</a:t>
            </a:r>
            <a:r>
              <a:rPr lang="en-US" sz="6900" dirty="0" spc="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Bob: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Outlook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Gmail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Bob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Carol,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gì?</a:t>
            </a:r>
            <a:endParaRPr lang="en-US" sz="3000" dirty="0"/>
          </a:p>
        </p:txBody>
      </p:sp>
      <p:sp>
        <p:nvSpPr>
          <p:cNvPr id="5" name="Connector line-1792420784683-702188244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 sang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3238500"/>
            <a:ext cx="1600200" cy="2571750"/>
          </a:xfrm>
          <a:custGeom>
            <a:avLst/>
            <a:gdLst/>
            <a:ahLst/>
            <a:cxnLst/>
            <a:rect l="l" t="t" r="r" b="b"/>
            <a:pathLst>
              <a:path w="1600200" h="2571750">
                <a:moveTo>
                  <a:pt x="0" y="2571750"/>
                </a:moveTo>
                <a:cubicBezTo>
                  <a:pt x="838200" y="25717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4762500"/>
            <a:ext cx="1600200" cy="1104900"/>
          </a:xfrm>
          <a:custGeom>
            <a:avLst/>
            <a:gdLst/>
            <a:ahLst/>
            <a:cxnLst/>
            <a:rect l="l" t="t" r="r" b="b"/>
            <a:pathLst>
              <a:path w="1600200" h="1104900">
                <a:moveTo>
                  <a:pt x="0" y="1104900"/>
                </a:moveTo>
                <a:cubicBezTo>
                  <a:pt x="742950" y="110490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44300" y="5943600"/>
            <a:ext cx="1600200" cy="723900"/>
          </a:xfrm>
          <a:custGeom>
            <a:avLst/>
            <a:gdLst/>
            <a:ahLst/>
            <a:cxnLst/>
            <a:rect l="l" t="t" r="r" b="b"/>
            <a:pathLst>
              <a:path w="1600200" h="723900">
                <a:moveTo>
                  <a:pt x="0" y="0"/>
                </a:moveTo>
                <a:cubicBezTo>
                  <a:pt x="742950" y="0"/>
                  <a:pt x="838200" y="723900"/>
                  <a:pt x="1600200" y="7239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44300" y="6000750"/>
            <a:ext cx="1600200" cy="2190750"/>
          </a:xfrm>
          <a:custGeom>
            <a:avLst/>
            <a:gdLst/>
            <a:ahLst/>
            <a:cxnLst/>
            <a:rect l="l" t="t" r="r" b="b"/>
            <a:pathLst>
              <a:path w="1600200" h="2190750">
                <a:moveTo>
                  <a:pt x="0" y="0"/>
                </a:moveTo>
                <a:cubicBezTo>
                  <a:pt x="838200" y="0"/>
                  <a:pt x="838200" y="2190750"/>
                  <a:pt x="1600200" y="219075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144500" y="2876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1950" b="1" dirty="0" spc="3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144500" y="4400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144500" y="6305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1950" b="1" dirty="0" spc="2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144500" y="7829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4:</a:t>
            </a: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9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93772df-6956-414e-a447-69b059b173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Outlook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Gmail,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việc.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3000" b="1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30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8038663-7260-44f8-b3cc-9a68e87b6b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ALICE</a:t>
            </a:r>
            <a:r>
              <a:rPr lang="en-US" sz="1800" b="1" spc="3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 cho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1462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239500" y="271462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b="1" spc="17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762500" y="3143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5048250" y="3333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Soạn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bấm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1239500" y="3143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525250" y="3333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4762500" y="5429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8250" y="5619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 máy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1239500" y="5429250"/>
            <a:ext cx="6096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15" name="Text 13"/>
          <p:cNvSpPr/>
          <p:nvPr/>
        </p:nvSpPr>
        <p:spPr>
          <a:xfrm>
            <a:off x="11525250" y="5619750"/>
            <a:ext cx="5524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tới</a:t>
            </a:r>
            <a:r>
              <a:rPr lang="en-US" sz="27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92c29f4-3792-4431-8130-485d5f0a66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286000" y="2762250"/>
            <a:ext cx="3048000" cy="762000"/>
          </a:xfrm>
          <a:prstGeom prst="roundRect">
            <a:avLst>
              <a:gd name="adj" fmla="val 3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620000" y="2762250"/>
            <a:ext cx="3048000" cy="762000"/>
          </a:xfrm>
          <a:prstGeom prst="roundRect">
            <a:avLst>
              <a:gd name="adj" fmla="val 3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0" y="2762250"/>
            <a:ext cx="3048000" cy="762000"/>
          </a:xfrm>
          <a:prstGeom prst="roundRect">
            <a:avLst>
              <a:gd name="adj" fmla="val 3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2100" dirty="0"/>
          </a:p>
        </p:txBody>
      </p:sp>
      <p:sp>
        <p:nvSpPr>
          <p:cNvPr id="7" name="Connector line-1792420789703-839174487"/>
          <p:cNvSpPr/>
          <p:nvPr/>
        </p:nvSpPr>
        <p:spPr>
          <a:xfrm>
            <a:off x="3810000" y="3524250"/>
            <a:ext cx="0" cy="4667250"/>
          </a:xfrm>
          <a:prstGeom prst="line">
            <a:avLst/>
          </a:prstGeom>
          <a:noFill/>
          <a:ln w="28575">
            <a:solidFill>
              <a:srgbClr val="4A4F63"/>
            </a:solidFill>
            <a:prstDash val="lgDash"/>
            <a:headEnd type="none"/>
            <a:tailEnd type="none"/>
          </a:ln>
        </p:spPr>
      </p:sp>
      <p:sp>
        <p:nvSpPr>
          <p:cNvPr id="8" name="Connector line-1792420789703-572624990"/>
          <p:cNvSpPr/>
          <p:nvPr/>
        </p:nvSpPr>
        <p:spPr>
          <a:xfrm>
            <a:off x="9144000" y="3524250"/>
            <a:ext cx="0" cy="4667250"/>
          </a:xfrm>
          <a:prstGeom prst="line">
            <a:avLst/>
          </a:prstGeom>
          <a:noFill/>
          <a:ln w="28575">
            <a:solidFill>
              <a:srgbClr val="4A4F63"/>
            </a:solidFill>
            <a:prstDash val="lgDash"/>
            <a:headEnd type="none"/>
            <a:tailEnd type="none"/>
          </a:ln>
        </p:spPr>
      </p:sp>
      <p:sp>
        <p:nvSpPr>
          <p:cNvPr id="9" name="Connector line-1792420789703-684372653"/>
          <p:cNvSpPr/>
          <p:nvPr/>
        </p:nvSpPr>
        <p:spPr>
          <a:xfrm>
            <a:off x="14478000" y="3524250"/>
            <a:ext cx="0" cy="4667250"/>
          </a:xfrm>
          <a:prstGeom prst="line">
            <a:avLst/>
          </a:prstGeom>
          <a:noFill/>
          <a:ln w="28575">
            <a:solidFill>
              <a:srgbClr val="4A4F63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3905250"/>
            <a:ext cx="495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MX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gmail.com?</a:t>
            </a:r>
            <a:endParaRPr lang="en-US" sz="2100" dirty="0"/>
          </a:p>
        </p:txBody>
      </p:sp>
      <p:sp>
        <p:nvSpPr>
          <p:cNvPr id="11" name="Connector line-1792420789706-665238830"/>
          <p:cNvSpPr/>
          <p:nvPr/>
        </p:nvSpPr>
        <p:spPr>
          <a:xfrm>
            <a:off x="3848100" y="4476750"/>
            <a:ext cx="52578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000500" y="4857750"/>
            <a:ext cx="495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3" name="Connector line-1792420789708-327961836"/>
          <p:cNvSpPr/>
          <p:nvPr/>
        </p:nvSpPr>
        <p:spPr>
          <a:xfrm flipH="1">
            <a:off x="3848100" y="5429250"/>
            <a:ext cx="52578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334000" y="590550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SMTP:</a:t>
            </a: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Gmail</a:t>
            </a:r>
            <a:endParaRPr lang="en-US" sz="2100" dirty="0"/>
          </a:p>
        </p:txBody>
      </p:sp>
      <p:sp>
        <p:nvSpPr>
          <p:cNvPr id="15" name="Connector line-1792420789710-494048324"/>
          <p:cNvSpPr/>
          <p:nvPr/>
        </p:nvSpPr>
        <p:spPr>
          <a:xfrm>
            <a:off x="3848100" y="6477000"/>
            <a:ext cx="105918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334000" y="69532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 nhận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(mã 250)</a:t>
            </a:r>
            <a:endParaRPr lang="en-US" sz="2100" dirty="0"/>
          </a:p>
        </p:txBody>
      </p:sp>
      <p:sp>
        <p:nvSpPr>
          <p:cNvPr id="17" name="Connector line-1792420789712-189524843"/>
          <p:cNvSpPr/>
          <p:nvPr/>
        </p:nvSpPr>
        <p:spPr>
          <a:xfrm flipH="1">
            <a:off x="3848100" y="7524750"/>
            <a:ext cx="105918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lg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2d9a5c9-6796-4671-a06c-7a6567576c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1800" b="1" spc="3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 là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Gmail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Connector line-1792420790559-775263128"/>
          <p:cNvSpPr/>
          <p:nvPr/>
        </p:nvSpPr>
        <p:spPr>
          <a:xfrm>
            <a:off x="5581650" y="4429125"/>
            <a:ext cx="11811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0790559-60340337"/>
          <p:cNvSpPr/>
          <p:nvPr/>
        </p:nvSpPr>
        <p:spPr>
          <a:xfrm>
            <a:off x="11525250" y="4429125"/>
            <a:ext cx="11811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2382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382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71818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1818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31254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1254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 mở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14400" y="6667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6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bdb8042-219d-4f5a-a871-e79b475b62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800" b="1" spc="25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Bob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3048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290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4290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39052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thư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15800" y="3048000"/>
            <a:ext cx="52578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4290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39052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IMAP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POP3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a67dc8a-fe30-485e-b086-becaa2f03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 ĐỂ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333750"/>
            <a:ext cx="3429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Outlook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048250" y="30480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Received: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667250"/>
            <a:ext cx="3429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5048250" y="43815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Received: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000750"/>
            <a:ext cx="34290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5048250" y="57150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9cc5deb-9e94-42b0-b507-c16a4d913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vẽ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5334000" cy="400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175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6175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533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239000" y="285750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20000" y="3048000"/>
            <a:ext cx="9372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239000" y="457200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0" y="4762500"/>
            <a:ext cx="9372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39000" y="628650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0" y="6477000"/>
            <a:ext cx="9372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5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IMAP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POP3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a93fd57-da4c-4bd5-b7af-69a1c818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Bob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Carol,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1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(GMAIL.COM)</a:t>
            </a:r>
            <a:endParaRPr lang="en-US" sz="2100" dirty="0"/>
          </a:p>
        </p:txBody>
      </p:sp>
      <p:sp>
        <p:nvSpPr>
          <p:cNvPr id="6" name="Text richtext-1792420794358-557999028"/>
          <p:cNvSpPr/>
          <p:nvPr/>
        </p:nvSpPr>
        <p:spPr>
          <a:xfrm>
            <a:off x="1333500" y="40005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gmail.com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Gmail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CAROL</a:t>
            </a:r>
            <a:r>
              <a:rPr lang="en-US" sz="21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(TÊN</a:t>
            </a:r>
            <a:r>
              <a:rPr lang="en-US" sz="21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KHÁC)</a:t>
            </a:r>
            <a:endParaRPr lang="en-US" sz="2100" dirty="0"/>
          </a:p>
        </p:txBody>
      </p:sp>
      <p:sp>
        <p:nvSpPr>
          <p:cNvPr id="9" name="Text richtext-1792420794378-905346791"/>
          <p:cNvSpPr/>
          <p:nvPr/>
        </p:nvSpPr>
        <p:spPr>
          <a:xfrm>
            <a:off x="9791700" y="40005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4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d99b76b-86b4-41c3-98ec-35915985e4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000125"/>
            <a:ext cx="10477500" cy="10668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ctr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 ngữ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9718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7528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5339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3149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0960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8770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65810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8439150"/>
            <a:ext cx="10668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04900" y="22860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SMTP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04900" y="30670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4900" y="38481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04900" y="46291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4900" y="54102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MX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04900" y="61912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04900" y="69723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MTA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04900" y="775335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04900" y="8534400"/>
            <a:ext cx="13335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67000" y="22860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2667000" y="30670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2667000" y="38481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2667000" y="46291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667000" y="54102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chỉ</a:t>
            </a:r>
            <a:r>
              <a:rPr lang="en-US" sz="21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2667000" y="61912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667000" y="69723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2667000" y="775335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2667000" y="85344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Loạt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100" dirty="0"/>
          </a:p>
        </p:txBody>
      </p:sp>
      <p:sp>
        <p:nvSpPr>
          <p:cNvPr id="31" name="Connector line-1792420795304-931830075"/>
          <p:cNvSpPr/>
          <p:nvPr/>
        </p:nvSpPr>
        <p:spPr>
          <a:xfrm>
            <a:off x="12382500" y="2190750"/>
            <a:ext cx="0" cy="638175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12858750" y="2190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33" name="Text richtext-1792420795306-950472178"/>
          <p:cNvSpPr/>
          <p:nvPr/>
        </p:nvSpPr>
        <p:spPr>
          <a:xfrm>
            <a:off x="12858750" y="2762250"/>
            <a:ext cx="4953000" cy="2286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5321: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SMTP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858750" y="6667500"/>
            <a:ext cx="49530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06d859ba-f54c-4080-ae98-96020c36a9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2026-10-19T15:36:27Z</dcterms:created>
  <dcterms:modified xsi:type="dcterms:W3CDTF">2026-10-19T15:36:27Z</dcterms:modified>
</cp:coreProperties>
</file>