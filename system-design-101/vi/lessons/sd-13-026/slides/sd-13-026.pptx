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JetBrains Mono"/>
      <p:regular r:id="rId21"/>
      <p:bold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191500" cy="4191000"/>
          </a:xfrm>
          <a:prstGeom prst="rect">
            <a:avLst/>
          </a:prstGeom>
          <a:noFill/>
          <a:ln/>
        </p:spPr>
        <p:txBody>
          <a:bodyPr wrap="square" lIns="0" tIns="54483" rIns="0" bIns="-54483" rtlCol="0" anchor="t"/>
          <a:lstStyle/>
          <a:p>
            <a:pPr algn="l" indent="0" marL="0">
              <a:lnSpc>
                <a:spcPts val="6996"/>
              </a:lnSpc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Container</a:t>
            </a:r>
            <a:r>
              <a:rPr lang="en-US" sz="66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Docker</a:t>
            </a:r>
            <a:r>
              <a:rPr lang="en-US" sz="66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thoát</a:t>
            </a:r>
            <a:r>
              <a:rPr lang="en-US" sz="66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66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khởi</a:t>
            </a:r>
            <a:r>
              <a:rPr lang="en-US" sz="66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mãi: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manh mối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2865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7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ps,</a:t>
            </a:r>
            <a:r>
              <a:rPr lang="en-US" sz="27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</a:t>
            </a:r>
            <a:r>
              <a:rPr lang="en-US" sz="27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Restarting?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563100" y="1809750"/>
            <a:ext cx="7810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91700" y="2095500"/>
            <a:ext cx="857250" cy="857250"/>
          </a:xfrm>
          <a:prstGeom prst="ellipse">
            <a:avLst/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896600" y="207645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896600" y="2609850"/>
            <a:ext cx="628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</a:t>
            </a:r>
            <a:r>
              <a:rPr lang="en-US" sz="2100" b="1" dirty="0" spc="-3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ps -a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63100" y="3524250"/>
            <a:ext cx="7810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91700" y="3810000"/>
            <a:ext cx="857250" cy="85725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896600" y="379095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0896600" y="4324350"/>
            <a:ext cx="628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FF6A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</a:t>
            </a:r>
            <a:r>
              <a:rPr lang="en-US" sz="2100" b="1" dirty="0" spc="-3" kern="0">
                <a:solidFill>
                  <a:srgbClr val="FF6A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logs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563100" y="5238750"/>
            <a:ext cx="7810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91700" y="5524500"/>
            <a:ext cx="857250" cy="857250"/>
          </a:xfrm>
          <a:prstGeom prst="ellipse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0896600" y="550545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896600" y="6038850"/>
            <a:ext cx="628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</a:t>
            </a:r>
            <a:r>
              <a:rPr lang="en-US" sz="2100" b="1" dirty="0" spc="-3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inspect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563100" y="6953250"/>
            <a:ext cx="7810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91700" y="7239000"/>
            <a:ext cx="857250" cy="857250"/>
          </a:xfrm>
          <a:prstGeom prst="ellipse">
            <a:avLst/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0896600" y="721995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896600" y="7753350"/>
            <a:ext cx="628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--restart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5f8e1af0-bd3d-4e54-a875-67748474a3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152400" cy="2381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190750"/>
            <a:ext cx="15621000" cy="2857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Docker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78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r>
              <a:rPr lang="en-US" sz="78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thoát</a:t>
            </a:r>
            <a:r>
              <a:rPr lang="en-US" sz="78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800" dirty="0" spc="-1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</a:t>
            </a:r>
            <a:r>
              <a:rPr lang="en-US" sz="7800" dirty="0" spc="-7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container.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524000" y="57150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30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30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ps,</a:t>
            </a:r>
            <a:r>
              <a:rPr lang="en-US" sz="30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</a:t>
            </a:r>
            <a:r>
              <a:rPr lang="en-US" sz="30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Restarting.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24000" y="657225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30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0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3000" dirty="0" spc="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510520f-3729-4599-ba13-e78973c67d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MANH MỐI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b="1" spc="25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docker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ps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-a: mọi</a:t>
            </a:r>
            <a:r>
              <a:rPr lang="en-US" sz="48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container,</a:t>
            </a:r>
            <a:r>
              <a:rPr lang="en-US" sz="4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48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 dừng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4290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 THÁI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33500" y="4000500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Exited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333500" y="51435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</a:t>
            </a:r>
            <a:r>
              <a:rPr lang="en-US" sz="27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33500" y="58102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Kèm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thoát: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manh mối</a:t>
            </a:r>
            <a:r>
              <a:rPr lang="en-US" sz="27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372600" y="3048000"/>
            <a:ext cx="80010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3A3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1700" y="34290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 THÁI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791700" y="4000500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Restarting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9791700" y="51435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</a:t>
            </a:r>
            <a:r>
              <a:rPr lang="en-US" sz="27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791700" y="58102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 chính</a:t>
            </a:r>
            <a:r>
              <a:rPr lang="en-US" sz="27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14400" y="76200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2A2E3A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7905750"/>
            <a:ext cx="1581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5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--filter status=exited</a:t>
            </a:r>
            <a:pPr algn="l" indent="0" marL="0">
              <a:buNone/>
            </a:pP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25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Restarting.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c04a154-7c88-413d-9d91-376773c150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MANH MỐI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6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4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thoát</a:t>
            </a:r>
            <a:r>
              <a:rPr lang="en-US" sz="4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rồi,</a:t>
            </a:r>
            <a:r>
              <a:rPr lang="en-US" sz="48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48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vài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cuối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4762500" cy="3238500"/>
          </a:xfrm>
          <a:prstGeom prst="roundRect">
            <a:avLst>
              <a:gd name="adj" fmla="val 823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77190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00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ps -a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14350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Exited</a:t>
            </a:r>
            <a:r>
              <a:rPr lang="en-US" sz="24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thoát.</a:t>
            </a:r>
            <a:endParaRPr lang="en-US" sz="2400" dirty="0"/>
          </a:p>
        </p:txBody>
      </p:sp>
      <p:sp>
        <p:nvSpPr>
          <p:cNvPr id="8" name="Connector line-1792374284568-65977691"/>
          <p:cNvSpPr/>
          <p:nvPr/>
        </p:nvSpPr>
        <p:spPr>
          <a:xfrm>
            <a:off x="5810250" y="5048250"/>
            <a:ext cx="8572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9" name="Shape 7"/>
          <p:cNvSpPr/>
          <p:nvPr/>
        </p:nvSpPr>
        <p:spPr>
          <a:xfrm>
            <a:off x="6762750" y="3429000"/>
            <a:ext cx="4762500" cy="3238500"/>
          </a:xfrm>
          <a:prstGeom prst="roundRect">
            <a:avLst>
              <a:gd name="adj" fmla="val 8235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43750" y="377190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143750" y="4286250"/>
            <a:ext cx="400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logs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143750" y="4857750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--tail 50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143750" y="5524500"/>
            <a:ext cx="4000500" cy="76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50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cuối.</a:t>
            </a:r>
            <a:endParaRPr lang="en-US" sz="2400" dirty="0"/>
          </a:p>
        </p:txBody>
      </p:sp>
      <p:sp>
        <p:nvSpPr>
          <p:cNvPr id="14" name="Connector line-1792374284579-716937092"/>
          <p:cNvSpPr/>
          <p:nvPr/>
        </p:nvSpPr>
        <p:spPr>
          <a:xfrm>
            <a:off x="11658600" y="5048250"/>
            <a:ext cx="8572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5" name="Shape 13"/>
          <p:cNvSpPr/>
          <p:nvPr/>
        </p:nvSpPr>
        <p:spPr>
          <a:xfrm>
            <a:off x="12611100" y="3429000"/>
            <a:ext cx="4762500" cy="3238500"/>
          </a:xfrm>
          <a:prstGeom prst="roundRect">
            <a:avLst>
              <a:gd name="adj" fmla="val 823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92100" y="377190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1950" b="1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LỖI?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992100" y="4286250"/>
            <a:ext cx="400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inspect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2992100" y="514350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" y="7524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tự,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 cần.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800d87ef-b4f5-450a-b4f5-58f71102c3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MANH MỐI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 TIẾT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docker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inspect</a:t>
            </a:r>
            <a:r>
              <a:rPr lang="en-US" sz="48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4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48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48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State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4476750"/>
            <a:ext cx="4381500" cy="1714500"/>
          </a:xfrm>
          <a:prstGeom prst="roundRect">
            <a:avLst>
              <a:gd name="adj" fmla="val 15556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49530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-3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</a:t>
            </a:r>
            <a:r>
              <a:rPr lang="en-US" sz="2850" b="1" dirty="0" spc="-2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inspect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00150" y="5572125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tên-container</a:t>
            </a:r>
            <a:endParaRPr lang="en-US" sz="1950" dirty="0"/>
          </a:p>
        </p:txBody>
      </p:sp>
      <p:sp>
        <p:nvSpPr>
          <p:cNvPr id="7" name="Connector line-1792374301797-441765695"/>
          <p:cNvSpPr/>
          <p:nvPr/>
        </p:nvSpPr>
        <p:spPr>
          <a:xfrm flipV="1">
            <a:off x="5334000" y="3714750"/>
            <a:ext cx="1333500" cy="161925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8" name="Connector line-1792374301797-706992919"/>
          <p:cNvSpPr/>
          <p:nvPr/>
        </p:nvSpPr>
        <p:spPr>
          <a:xfrm>
            <a:off x="5334000" y="5334000"/>
            <a:ext cx="1333500" cy="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9" name="Connector line-1792374301798-992666868"/>
          <p:cNvSpPr/>
          <p:nvPr/>
        </p:nvSpPr>
        <p:spPr>
          <a:xfrm>
            <a:off x="5334000" y="5334000"/>
            <a:ext cx="1333500" cy="161925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0" name="Shape 8"/>
          <p:cNvSpPr/>
          <p:nvPr/>
        </p:nvSpPr>
        <p:spPr>
          <a:xfrm>
            <a:off x="6762750" y="3048000"/>
            <a:ext cx="1061085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 w="28575">
            <a:solidFill>
              <a:srgbClr val="3A3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43750" y="3286125"/>
            <a:ext cx="990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State.ExitCode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143750" y="381000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762750" y="4667250"/>
            <a:ext cx="1061085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43750" y="4905375"/>
            <a:ext cx="990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State.OOMKilled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7143750" y="542925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true: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kernel</a:t>
            </a:r>
            <a:r>
              <a:rPr lang="en-US" sz="21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1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762750" y="6286500"/>
            <a:ext cx="1061085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 w="28575">
            <a:solidFill>
              <a:srgbClr val="3A3F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43750" y="6524625"/>
            <a:ext cx="990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State.Error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7143750" y="704850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Trường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trạng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 chi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4400" y="8096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false</a:t>
            </a:r>
            <a:r>
              <a:rPr lang="en-US" sz="24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4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137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nhớ:</a:t>
            </a:r>
            <a:r>
              <a:rPr lang="en-US" sz="24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4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kernel.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1bf98c69-7763-449b-9ad2-5fa81e878b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MANH MỐI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950" b="1" spc="27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 ĐỘNG LẠI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--restart</a:t>
            </a:r>
            <a:r>
              <a:rPr lang="en-US" sz="4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48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container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 chạy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04775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90875"/>
            <a:ext cx="361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953000" y="321945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240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0477500" cy="1143000"/>
          </a:xfrm>
          <a:prstGeom prst="roundRect">
            <a:avLst>
              <a:gd name="adj" fmla="val 1666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400550"/>
            <a:ext cx="3619500" cy="762000"/>
          </a:xfrm>
          <a:prstGeom prst="rect">
            <a:avLst/>
          </a:prstGeom>
          <a:noFill/>
          <a:ln/>
        </p:spPr>
        <p:txBody>
          <a:bodyPr wrap="square" lIns="0" tIns="13557" rIns="0" bIns="-13557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b="1" dirty="0" kern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on-failure [:số lần]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953000" y="455295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0.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5524500"/>
            <a:ext cx="104775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857875"/>
            <a:ext cx="361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always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6858000"/>
            <a:ext cx="104775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7191375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unless-stopped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2001500" y="2857500"/>
            <a:ext cx="5372100" cy="5143500"/>
          </a:xfrm>
          <a:prstGeom prst="roundRect">
            <a:avLst>
              <a:gd name="adj" fmla="val 5185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2382500" y="32385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1950" b="1" spc="1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RESTARTING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382500" y="3810000"/>
            <a:ext cx="4610100" cy="1333500"/>
          </a:xfrm>
          <a:prstGeom prst="rect">
            <a:avLst/>
          </a:prstGeom>
          <a:noFill/>
          <a:ln/>
        </p:spPr>
        <p:txBody>
          <a:bodyPr wrap="square" lIns="0" tIns="6668" rIns="0" bIns="-6668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Sửa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 nhân</a:t>
            </a:r>
            <a:r>
              <a:rPr lang="en-US" sz="3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thoát.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382500" y="5334000"/>
            <a:ext cx="4610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update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382500" y="5715000"/>
            <a:ext cx="4610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--restart=no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382500" y="628650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</a:t>
            </a:r>
            <a:r>
              <a:rPr lang="en-US" sz="24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4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a9a173ca-3e3a-4ad7-9a69-b965c04bac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Trạng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r>
              <a:rPr lang="en-US" sz="4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thoát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còn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48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4800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181600" cy="5143500"/>
          </a:xfrm>
          <a:prstGeom prst="roundRect">
            <a:avLst>
              <a:gd name="adj" fmla="val 5185"/>
            </a:avLst>
          </a:prstGeom>
          <a:solidFill>
            <a:srgbClr val="1E212B"/>
          </a:solidFill>
          <a:ln w="28575">
            <a:solidFill>
              <a:srgbClr val="3A3F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4419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--rm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1960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</a:t>
            </a:r>
            <a:r>
              <a:rPr lang="en-US" sz="25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nó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6667500"/>
            <a:ext cx="4419600" cy="1143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</a:t>
            </a:r>
            <a:r>
              <a:rPr lang="en-US" sz="22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53200" y="3048000"/>
            <a:ext cx="5181600" cy="5143500"/>
          </a:xfrm>
          <a:prstGeom prst="roundRect">
            <a:avLst>
              <a:gd name="adj" fmla="val 5185"/>
            </a:avLst>
          </a:prstGeom>
          <a:solidFill>
            <a:srgbClr val="1E212B"/>
          </a:solidFill>
          <a:ln w="28575">
            <a:solidFill>
              <a:srgbClr val="3A3F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4200" y="3429000"/>
            <a:ext cx="4419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30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3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934200" y="4286250"/>
            <a:ext cx="441960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</a:t>
            </a:r>
            <a:r>
              <a:rPr lang="en-US" sz="25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934200" y="6667500"/>
            <a:ext cx="4419600" cy="1143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25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2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image,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2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92000" y="3048000"/>
            <a:ext cx="5181600" cy="5143500"/>
          </a:xfrm>
          <a:prstGeom prst="roundRect">
            <a:avLst>
              <a:gd name="adj" fmla="val 5185"/>
            </a:avLst>
          </a:prstGeom>
          <a:solidFill>
            <a:srgbClr val="1E212B"/>
          </a:solidFill>
          <a:ln w="28575">
            <a:solidFill>
              <a:srgbClr val="3A3F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73000" y="3429000"/>
            <a:ext cx="4419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3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3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573000" y="4286250"/>
            <a:ext cx="441960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tự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thoát.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573000" y="6667500"/>
            <a:ext cx="4419600" cy="1143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2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ea4f784-de66-4f9d-984f-3c8a3cef62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t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137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49530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Thoát</a:t>
            </a:r>
            <a:r>
              <a:rPr lang="en-US" sz="25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request,</a:t>
            </a:r>
            <a:r>
              <a:rPr lang="en-US" sz="25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logs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 lỗi.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66675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128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9: SIGKILL.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manh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mối.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953500" y="1619250"/>
            <a:ext cx="8420100" cy="6477000"/>
          </a:xfrm>
          <a:prstGeom prst="roundRect">
            <a:avLst>
              <a:gd name="adj" fmla="val 411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72600" y="200025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 TIẾP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372600" y="2571750"/>
            <a:ext cx="7620000" cy="952500"/>
          </a:xfrm>
          <a:prstGeom prst="rect">
            <a:avLst/>
          </a:prstGeom>
          <a:noFill/>
          <a:ln/>
        </p:spPr>
        <p:txBody>
          <a:bodyPr wrap="square" lIns="0" tIns="10001" rIns="0" bIns="-10001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inspect: State.OOMKilled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72600" y="3810000"/>
            <a:ext cx="7620000" cy="1809750"/>
          </a:xfrm>
          <a:prstGeom prst="roundRect">
            <a:avLst>
              <a:gd name="adj" fmla="val 10526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15500" y="4048125"/>
            <a:ext cx="695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1F3FD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715500" y="4572000"/>
            <a:ext cx="695325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--memory,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72600" y="5905500"/>
            <a:ext cx="7620000" cy="1809750"/>
          </a:xfrm>
          <a:prstGeom prst="roundRect">
            <a:avLst>
              <a:gd name="adj" fmla="val 10526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5500" y="6143625"/>
            <a:ext cx="695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false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715500" y="6667500"/>
            <a:ext cx="695325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events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kernel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05142f07-f39d-4d41-9841-aa949d909be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95250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</a:t>
            </a: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r>
              <a:rPr lang="en-US" sz="4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3048000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0" dirty="0" spc="-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530" dirty="0"/>
          </a:p>
        </p:txBody>
      </p:sp>
      <p:sp>
        <p:nvSpPr>
          <p:cNvPr id="6" name="Text 4"/>
          <p:cNvSpPr/>
          <p:nvPr/>
        </p:nvSpPr>
        <p:spPr>
          <a:xfrm>
            <a:off x="2286000" y="295275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 (PID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1)</a:t>
            </a: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2286000" y="3476625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1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42862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0150" y="457200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0" dirty="0" spc="-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530" dirty="0"/>
          </a:p>
        </p:txBody>
      </p:sp>
      <p:sp>
        <p:nvSpPr>
          <p:cNvPr id="10" name="Text 8"/>
          <p:cNvSpPr/>
          <p:nvPr/>
        </p:nvSpPr>
        <p:spPr>
          <a:xfrm>
            <a:off x="2286000" y="447675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foreground.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286000" y="5000625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ubuntu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bash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-it: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58102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0150" y="609600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530" dirty="0"/>
          </a:p>
        </p:txBody>
      </p:sp>
      <p:sp>
        <p:nvSpPr>
          <p:cNvPr id="14" name="Text 12"/>
          <p:cNvSpPr/>
          <p:nvPr/>
        </p:nvSpPr>
        <p:spPr>
          <a:xfrm>
            <a:off x="2286000" y="600075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 của</a:t>
            </a: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run: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125,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126,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127.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2286000" y="6524625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73342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0150" y="7620000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530" dirty="0"/>
          </a:p>
        </p:txBody>
      </p:sp>
      <p:sp>
        <p:nvSpPr>
          <p:cNvPr id="18" name="Text 16"/>
          <p:cNvSpPr/>
          <p:nvPr/>
        </p:nvSpPr>
        <p:spPr>
          <a:xfrm>
            <a:off x="2286000" y="752475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 events: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die,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oom,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kill,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restart.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2286000" y="8048625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Lọc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f83b8251-1a43-4b54-97ed-08d59fd164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95250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4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4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48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4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9525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3A3F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000375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SIGKILL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38250" y="3524250"/>
            <a:ext cx="8953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SIGnal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KILL: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 hiệu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9,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19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4381500"/>
            <a:ext cx="9525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3A3F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4619625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FF6A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PID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38250" y="5143500"/>
            <a:ext cx="8953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Process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IDentifier: mã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19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6000750"/>
            <a:ext cx="9525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3A3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" y="6238875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OOM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38250" y="6762750"/>
            <a:ext cx="8953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Out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Memory: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 bộ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896600" y="2762250"/>
            <a:ext cx="6477000" cy="6096000"/>
          </a:xfrm>
          <a:prstGeom prst="roundRect">
            <a:avLst>
              <a:gd name="adj" fmla="val 3750"/>
            </a:avLst>
          </a:prstGeom>
          <a:solidFill>
            <a:srgbClr val="2A2E3A"/>
          </a:solidFill>
          <a:ln/>
        </p:spPr>
      </p:sp>
      <p:sp>
        <p:nvSpPr>
          <p:cNvPr id="14" name="Text 12"/>
          <p:cNvSpPr/>
          <p:nvPr/>
        </p:nvSpPr>
        <p:spPr>
          <a:xfrm>
            <a:off x="11239500" y="3048000"/>
            <a:ext cx="581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5" name="Text richtext-1792374395815-771533477"/>
          <p:cNvSpPr/>
          <p:nvPr/>
        </p:nvSpPr>
        <p:spPr>
          <a:xfrm>
            <a:off x="11239500" y="3571875"/>
            <a:ext cx="5810250" cy="5143500"/>
          </a:xfrm>
          <a:prstGeom prst="rect">
            <a:avLst/>
          </a:prstGeom>
          <a:noFill/>
          <a:ln/>
        </p:spPr>
        <p:txBody>
          <a:bodyPr wrap="square" lIns="0" tIns="3834" rIns="0" bIns="-3834" rtlCol="0" anchor="t"/>
          <a:lstStyle/>
          <a:p>
            <a:pPr algn="l" marL="228600" indent="-156516">
              <a:lnSpc>
                <a:spcPts val="2415"/>
              </a:lnSpc>
              <a:buSzPct val="100000"/>
              <a:buFont typeface="Arial"/>
              <a:buChar char="•"/>
            </a:pPr>
            <a:r>
              <a:rPr lang="en-US" sz="1725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725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725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1725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725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725" dirty="0"/>
          </a:p>
          <a:p>
            <a:pPr algn="l" marL="228600" indent="-156516">
              <a:lnSpc>
                <a:spcPts val="2415"/>
              </a:lnSpc>
              <a:buSzPct val="100000"/>
              <a:buFont typeface="Arial"/>
              <a:buChar char="•"/>
            </a:pPr>
            <a:r>
              <a:rPr lang="en-US" sz="1725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Docker:</a:t>
            </a:r>
            <a:r>
              <a:rPr lang="en-US" sz="1725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</a:t>
            </a:r>
            <a:r>
              <a:rPr lang="en-US" sz="1725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</a:t>
            </a:r>
            <a:r>
              <a:rPr lang="en-US" sz="1725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725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725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endParaRPr lang="en-US" sz="1725" dirty="0"/>
          </a:p>
          <a:p>
            <a:pPr algn="l" marL="228600" indent="-156516">
              <a:lnSpc>
                <a:spcPts val="2415"/>
              </a:lnSpc>
              <a:buSzPct val="100000"/>
              <a:buFont typeface="Arial"/>
              <a:buChar char="•"/>
            </a:pPr>
            <a:r>
              <a:rPr lang="en-US" sz="1725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Docker:</a:t>
            </a:r>
            <a:r>
              <a:rPr lang="en-US" sz="1725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725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725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1725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725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725" dirty="0"/>
          </a:p>
          <a:p>
            <a:pPr algn="l" marL="228600" indent="-156516">
              <a:lnSpc>
                <a:spcPts val="2415"/>
              </a:lnSpc>
              <a:buSzPct val="100000"/>
              <a:buFont typeface="Arial"/>
              <a:buChar char="•"/>
            </a:pPr>
            <a:r>
              <a:rPr lang="en-US" sz="1725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Docker:</a:t>
            </a:r>
            <a:r>
              <a:rPr lang="en-US" sz="1725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</a:t>
            </a:r>
            <a:r>
              <a:rPr lang="en-US" sz="1725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1725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inspect</a:t>
            </a:r>
            <a:endParaRPr lang="en-US" sz="1725" dirty="0"/>
          </a:p>
          <a:p>
            <a:pPr algn="l" marL="228600" indent="-156516">
              <a:lnSpc>
                <a:spcPts val="2415"/>
              </a:lnSpc>
              <a:buSzPct val="100000"/>
              <a:buFont typeface="Arial"/>
              <a:buChar char="•"/>
            </a:pPr>
            <a:r>
              <a:rPr lang="en-US" sz="1725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Docker:</a:t>
            </a:r>
            <a:r>
              <a:rPr lang="en-US" sz="1725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</a:t>
            </a:r>
            <a:r>
              <a:rPr lang="en-US" sz="1725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events</a:t>
            </a:r>
            <a:endParaRPr lang="en-US" sz="1725" dirty="0"/>
          </a:p>
          <a:p>
            <a:pPr algn="l" marL="228600" indent="-156516">
              <a:lnSpc>
                <a:spcPts val="2415"/>
              </a:lnSpc>
              <a:buSzPct val="100000"/>
              <a:buFont typeface="Arial"/>
              <a:buChar char="•"/>
            </a:pPr>
            <a:r>
              <a:rPr lang="en-US" sz="1725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Docker:</a:t>
            </a:r>
            <a:r>
              <a:rPr lang="en-US" sz="1725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</a:t>
            </a:r>
            <a:r>
              <a:rPr lang="en-US" sz="1725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1725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logs</a:t>
            </a:r>
            <a:endParaRPr lang="en-US" sz="1725" dirty="0"/>
          </a:p>
          <a:p>
            <a:pPr algn="l" marL="228600" indent="-156516">
              <a:lnSpc>
                <a:spcPts val="2415"/>
              </a:lnSpc>
              <a:buSzPct val="100000"/>
              <a:buFont typeface="Arial"/>
              <a:buChar char="•"/>
            </a:pPr>
            <a:r>
              <a:rPr lang="en-US" sz="1725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Docker:</a:t>
            </a:r>
            <a:r>
              <a:rPr lang="en-US" sz="1725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</a:t>
            </a:r>
            <a:r>
              <a:rPr lang="en-US" sz="1725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1725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ls</a:t>
            </a:r>
            <a:r>
              <a:rPr lang="en-US" sz="1725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725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lọc</a:t>
            </a:r>
            <a:r>
              <a:rPr lang="en-US" sz="1725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status</a:t>
            </a:r>
            <a:endParaRPr lang="en-US" sz="1725" dirty="0"/>
          </a:p>
          <a:p>
            <a:pPr algn="l" marL="228600" indent="-156516">
              <a:lnSpc>
                <a:spcPts val="2415"/>
              </a:lnSpc>
              <a:buSzPct val="100000"/>
              <a:buFont typeface="Arial"/>
              <a:buChar char="•"/>
            </a:pPr>
            <a:r>
              <a:rPr lang="en-US" sz="1725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Bash:</a:t>
            </a:r>
            <a:r>
              <a:rPr lang="en-US" sz="1725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725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1725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9d3159b3-424a-47aa-a342-14c5674e503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2026-10-19T01:54:53Z</dcterms:created>
  <dcterms:modified xsi:type="dcterms:W3CDTF">2026-10-19T01:54:53Z</dcterms:modified>
</cp:coreProperties>
</file>