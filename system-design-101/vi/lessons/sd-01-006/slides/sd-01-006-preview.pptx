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7810500" cy="3429000"/>
          </a:xfrm>
          <a:prstGeom prst="rect">
            <a:avLst/>
          </a:prstGeom>
          <a:noFill/>
          <a:ln/>
        </p:spPr>
        <p:txBody>
          <a:bodyPr wrap="square" lIns="0" tIns="64072" rIns="0" bIns="-64072" rtlCol="0" anchor="t"/>
          <a:lstStyle/>
          <a:p>
            <a:pPr algn="l" indent="0" marL="0">
              <a:lnSpc>
                <a:spcPts val="7849"/>
              </a:lnSpc>
              <a:buNone/>
            </a:pPr>
            <a:r>
              <a:rPr lang="en-US" sz="7475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Những</a:t>
            </a:r>
            <a:r>
              <a:rPr lang="en-US" sz="7475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7475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biết</a:t>
            </a:r>
            <a:r>
              <a:rPr lang="en-US" sz="7475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7475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</a:t>
            </a:r>
            <a:r>
              <a:rPr lang="en-US" sz="7475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849"/>
              </a:lnSpc>
              <a:buNone/>
            </a:pPr>
            <a:r>
              <a:rPr lang="en-US" sz="7475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headers</a:t>
            </a:r>
            <a:endParaRPr lang="en-US" sz="7475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7810500" cy="1238250"/>
          </a:xfrm>
          <a:prstGeom prst="rect">
            <a:avLst/>
          </a:prstGeom>
          <a:noFill/>
          <a:ln/>
        </p:spPr>
        <p:txBody>
          <a:bodyPr wrap="square" lIns="0" tIns="9579" rIns="0" bIns="-9579" rtlCol="0" anchor="t"/>
          <a:lstStyle/>
          <a:p>
            <a:pPr algn="l" indent="0" marL="0">
              <a:lnSpc>
                <a:spcPts val="3388"/>
              </a:lnSpc>
              <a:buNone/>
            </a:pPr>
            <a:r>
              <a:rPr lang="en-US" sz="2510" dirty="0" spc="5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1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1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1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51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1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1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51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1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1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1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1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JSON:</a:t>
            </a:r>
            <a:r>
              <a:rPr lang="en-US" sz="251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headers</a:t>
            </a:r>
            <a:r>
              <a:rPr lang="en-US" sz="251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51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phía hiểu cách</a:t>
            </a:r>
            <a:r>
              <a:rPr lang="en-US" sz="251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1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1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510" dirty="0"/>
          </a:p>
        </p:txBody>
      </p:sp>
      <p:sp>
        <p:nvSpPr>
          <p:cNvPr id="5" name="Connector line-1792292449095-205164488"/>
          <p:cNvSpPr/>
          <p:nvPr/>
        </p:nvSpPr>
        <p:spPr>
          <a:xfrm>
            <a:off x="914400" y="7239000"/>
            <a:ext cx="78105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467600"/>
            <a:ext cx="7810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0" y="1047750"/>
            <a:ext cx="78486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 w="28575">
            <a:solidFill>
              <a:srgbClr val="5B60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0" y="1047750"/>
            <a:ext cx="714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/notes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525000" y="2114550"/>
            <a:ext cx="7848600" cy="2952750"/>
          </a:xfrm>
          <a:prstGeom prst="roundRect">
            <a:avLst>
              <a:gd name="adj" fmla="val 774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0" y="23431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0" y="2781300"/>
            <a:ext cx="714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Host:</a:t>
            </a:r>
            <a:r>
              <a:rPr lang="en-US" sz="24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example.test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06000" y="3295650"/>
            <a:ext cx="714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Accept:</a:t>
            </a:r>
            <a:r>
              <a:rPr lang="en-US" sz="24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application/json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906000" y="3810000"/>
            <a:ext cx="714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Content-Type:</a:t>
            </a:r>
            <a:r>
              <a:rPr lang="en-US" sz="240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text/plain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906000" y="4324350"/>
            <a:ext cx="7143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Content-Length:</a:t>
            </a: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525000" y="5219700"/>
            <a:ext cx="7848600" cy="533400"/>
          </a:xfrm>
          <a:prstGeom prst="roundRect">
            <a:avLst>
              <a:gd name="adj" fmla="val 35714"/>
            </a:avLst>
          </a:prstGeom>
          <a:noFill/>
          <a:ln w="19050">
            <a:solidFill>
              <a:srgbClr val="5B6070"/>
            </a:solidFill>
            <a:prstDash val="lgDash"/>
          </a:ln>
        </p:spPr>
      </p:sp>
      <p:sp>
        <p:nvSpPr>
          <p:cNvPr id="16" name="Text 14"/>
          <p:cNvSpPr/>
          <p:nvPr/>
        </p:nvSpPr>
        <p:spPr>
          <a:xfrm>
            <a:off x="9525000" y="5219700"/>
            <a:ext cx="7848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525000" y="5905500"/>
            <a:ext cx="78486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06000" y="61341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BODY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906000" y="65151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ping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f6b9b7b-4873-4480-b006-e7e1f43c37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BODY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 DỤ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Văn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9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r>
              <a:rPr lang="en-US" sz="6900" dirty="0" spc="-6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2095500" y="2762250"/>
            <a:ext cx="26670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2095500" y="2762250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3525500" y="2762250"/>
            <a:ext cx="2667000" cy="762000"/>
          </a:xfrm>
          <a:prstGeom prst="roundRect">
            <a:avLst>
              <a:gd name="adj" fmla="val 50000"/>
            </a:avLst>
          </a:prstGeom>
          <a:noFill/>
          <a:ln w="38100">
            <a:solidFill>
              <a:srgbClr val="1416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25500" y="2762250"/>
            <a:ext cx="266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endParaRPr lang="en-US" sz="2550" dirty="0"/>
          </a:p>
        </p:txBody>
      </p:sp>
      <p:sp>
        <p:nvSpPr>
          <p:cNvPr id="8" name="Connector line-1792292477566-756121560"/>
          <p:cNvSpPr/>
          <p:nvPr/>
        </p:nvSpPr>
        <p:spPr>
          <a:xfrm>
            <a:off x="3429000" y="3524250"/>
            <a:ext cx="0" cy="504825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9" name="Connector line-1792292477566-400974232"/>
          <p:cNvSpPr/>
          <p:nvPr/>
        </p:nvSpPr>
        <p:spPr>
          <a:xfrm>
            <a:off x="14859000" y="3524250"/>
            <a:ext cx="0" cy="504825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381500" y="38862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2550" dirty="0"/>
          </a:p>
        </p:txBody>
      </p:sp>
      <p:sp>
        <p:nvSpPr>
          <p:cNvPr id="11" name="Connector line-1792292477569-12675315"/>
          <p:cNvSpPr/>
          <p:nvPr/>
        </p:nvSpPr>
        <p:spPr>
          <a:xfrm>
            <a:off x="3619500" y="4476750"/>
            <a:ext cx="11049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381500" y="46482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Accept:</a:t>
            </a:r>
            <a:r>
              <a:rPr lang="en-US" sz="21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application/json</a:t>
            </a:r>
            <a:pPr algn="ctr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ctr" indent="0" marL="0">
              <a:lnSpc>
                <a:spcPts val="2730"/>
              </a:lnSpc>
              <a:buNone/>
            </a:pPr>
            <a:r>
              <a:rPr lang="en-US" sz="2100" b="1" dirty="0" spc="-1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Content-Type:</a:t>
            </a:r>
            <a:r>
              <a:rPr lang="en-US" sz="21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text/plain</a:t>
            </a:r>
            <a:pPr algn="ctr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body:</a:t>
            </a:r>
            <a:r>
              <a:rPr lang="en-US" sz="21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ping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2668250" y="5810250"/>
            <a:ext cx="4381500" cy="914400"/>
          </a:xfrm>
          <a:prstGeom prst="roundRect">
            <a:avLst>
              <a:gd name="adj" fmla="val 29167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12668250" y="5810250"/>
            <a:ext cx="4381500" cy="9144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ctr"/>
          <a:lstStyle/>
          <a:p>
            <a:pPr algn="ctr" indent="0" marL="0">
              <a:lnSpc>
                <a:spcPts val="2813"/>
              </a:lnSpc>
              <a:buNone/>
            </a:pPr>
            <a:r>
              <a:rPr lang="en-US" sz="22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2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endParaRPr lang="en-US" sz="2250" dirty="0"/>
          </a:p>
          <a:p>
            <a:pPr algn="ctr" indent="0" marL="0">
              <a:lnSpc>
                <a:spcPts val="2813"/>
              </a:lnSpc>
              <a:buNone/>
            </a:pPr>
            <a:r>
              <a:rPr lang="en-US" sz="225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 ghi chú → trả kết quả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381500" y="72390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response</a:t>
            </a:r>
            <a:endParaRPr lang="en-US" sz="2550" dirty="0"/>
          </a:p>
        </p:txBody>
      </p:sp>
      <p:sp>
        <p:nvSpPr>
          <p:cNvPr id="16" name="Connector line-1792292477583-606264414"/>
          <p:cNvSpPr/>
          <p:nvPr/>
        </p:nvSpPr>
        <p:spPr>
          <a:xfrm flipH="1">
            <a:off x="3619500" y="7829550"/>
            <a:ext cx="110490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381500" y="8001000"/>
            <a:ext cx="95250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ctr" indent="0" marL="0">
              <a:lnSpc>
                <a:spcPts val="2730"/>
              </a:lnSpc>
              <a:buNone/>
            </a:pPr>
            <a:r>
              <a:rPr lang="en-US" sz="210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201</a:t>
            </a:r>
            <a:r>
              <a:rPr lang="en-US" sz="2100" dirty="0" spc="-2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Created</a:t>
            </a:r>
            <a:r>
              <a:rPr lang="en-US" sz="210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ctr" indent="0" marL="0">
              <a:lnSpc>
                <a:spcPts val="2730"/>
              </a:lnSpc>
              <a:buNone/>
            </a:pPr>
            <a:r>
              <a:rPr lang="en-US" sz="2100" b="1" dirty="0" spc="-1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Content-Type:</a:t>
            </a:r>
            <a:r>
              <a:rPr lang="en-US" sz="210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application/json</a:t>
            </a:r>
            <a:pPr algn="ctr" indent="0" marL="0">
              <a:lnSpc>
                <a:spcPts val="2730"/>
              </a:lnSpc>
              <a:buNone/>
            </a:pPr>
            <a:r>
              <a:rPr lang="en-US" sz="21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body:</a:t>
            </a:r>
            <a:r>
              <a:rPr lang="en-US" sz="21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{"ok":true}</a:t>
            </a:r>
            <a:endParaRPr lang="en-US" sz="2100" dirty="0"/>
          </a:p>
        </p:txBody>
      </p:sp>
      <p:sp>
        <p:nvSpPr>
          <p:cNvPr id="18" name="Connector line-1792292477587-97680148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e81430f1-3712-47cf-864a-9509d1ff11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HEADERS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1800" b="1" spc="28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Dòng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headers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body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619500" cy="3238500"/>
          </a:xfrm>
          <a:prstGeom prst="roundRect">
            <a:avLst>
              <a:gd name="adj" fmla="val 8235"/>
            </a:avLst>
          </a:prstGeom>
          <a:solidFill>
            <a:srgbClr val="FBF8F2"/>
          </a:solidFill>
          <a:ln w="38100">
            <a:solidFill>
              <a:srgbClr val="14161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81600" y="3048000"/>
            <a:ext cx="3619500" cy="3238500"/>
          </a:xfrm>
          <a:prstGeom prst="roundRect">
            <a:avLst>
              <a:gd name="adj" fmla="val 8235"/>
            </a:avLst>
          </a:prstGeom>
          <a:solidFill>
            <a:srgbClr val="CFE8E2"/>
          </a:solidFill>
          <a:ln/>
        </p:spPr>
      </p:sp>
      <p:sp>
        <p:nvSpPr>
          <p:cNvPr id="6" name="Shape 4"/>
          <p:cNvSpPr/>
          <p:nvPr/>
        </p:nvSpPr>
        <p:spPr>
          <a:xfrm>
            <a:off x="9448800" y="3048000"/>
            <a:ext cx="3619500" cy="3238500"/>
          </a:xfrm>
          <a:prstGeom prst="roundRect">
            <a:avLst>
              <a:gd name="adj" fmla="val 8235"/>
            </a:avLst>
          </a:prstGeom>
          <a:noFill/>
          <a:ln w="28575">
            <a:solidFill>
              <a:srgbClr val="6B6A66"/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13716000" y="3048000"/>
            <a:ext cx="3619500" cy="3238500"/>
          </a:xfrm>
          <a:prstGeom prst="roundRect">
            <a:avLst>
              <a:gd name="adj" fmla="val 8235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3352800"/>
            <a:ext cx="304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650" b="1" spc="22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650" b="1" spc="21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38250" y="3810000"/>
            <a:ext cx="304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/notes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238250" y="49530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Method/đích</a:t>
            </a:r>
            <a:r>
              <a:rPr lang="en-US" sz="225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-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status.</a:t>
            </a:r>
            <a:r>
              <a:rPr lang="en-US" sz="22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header.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505450" y="3352800"/>
            <a:ext cx="304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650" b="1" spc="22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505450" y="3810000"/>
            <a:ext cx="304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Tên: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505450" y="447675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-1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250" dirty="0" spc="19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2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lý.</a:t>
            </a:r>
            <a:r>
              <a:rPr lang="en-US" sz="2250" dirty="0" spc="-5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phân</a:t>
            </a:r>
            <a:r>
              <a:rPr lang="en-US" sz="2250" dirty="0" spc="-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250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</a:t>
            </a:r>
            <a:r>
              <a:rPr lang="en-US" sz="225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772650" y="3352800"/>
            <a:ext cx="304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16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772650" y="3810000"/>
            <a:ext cx="304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headers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72650" y="49530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4039850" y="3352800"/>
            <a:ext cx="304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6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0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4039850" y="3810000"/>
            <a:ext cx="3048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ping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4039850" y="495300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2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dụ.</a:t>
            </a:r>
            <a:r>
              <a:rPr lang="en-US" sz="225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25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5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endParaRPr lang="en-US" sz="2250" dirty="0"/>
          </a:p>
        </p:txBody>
      </p:sp>
      <p:sp>
        <p:nvSpPr>
          <p:cNvPr id="20" name="Connector line-1792292510351-993424257"/>
          <p:cNvSpPr/>
          <p:nvPr/>
        </p:nvSpPr>
        <p:spPr>
          <a:xfrm>
            <a:off x="4591050" y="4667250"/>
            <a:ext cx="5334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292510351-781016913"/>
          <p:cNvSpPr/>
          <p:nvPr/>
        </p:nvSpPr>
        <p:spPr>
          <a:xfrm>
            <a:off x="8858250" y="4667250"/>
            <a:ext cx="5334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292510352-307539399"/>
          <p:cNvSpPr/>
          <p:nvPr/>
        </p:nvSpPr>
        <p:spPr>
          <a:xfrm>
            <a:off x="13125450" y="4667250"/>
            <a:ext cx="5334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" y="695325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1428750" y="6953250"/>
            <a:ext cx="1543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2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2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bytes</a:t>
            </a:r>
            <a:r>
              <a:rPr lang="en-US" sz="22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250" dirty="0"/>
          </a:p>
        </p:txBody>
      </p:sp>
      <p:sp>
        <p:nvSpPr>
          <p:cNvPr id="25" name="Connector line-1792292510357-76169279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0ea2fbf8-1017-4a36-8fb7-5504a8db9a9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ACCEPT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9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38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Accept:</a:t>
            </a:r>
            <a:endParaRPr lang="en-US" sz="8738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application/json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914400" y="46672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3000" b="1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b="1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-4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nhận</a:t>
            </a:r>
            <a:r>
              <a:rPr lang="en-US" sz="3000" b="1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5905500"/>
            <a:ext cx="8001000" cy="2095500"/>
          </a:xfrm>
          <a:prstGeom prst="roundRect">
            <a:avLst>
              <a:gd name="adj" fmla="val 12727"/>
            </a:avLst>
          </a:prstGeom>
          <a:solidFill>
            <a:srgbClr val="F8D9D0"/>
          </a:solidFill>
          <a:ln/>
        </p:spPr>
      </p:sp>
      <p:sp>
        <p:nvSpPr>
          <p:cNvPr id="7" name="Shape 5"/>
          <p:cNvSpPr/>
          <p:nvPr/>
        </p:nvSpPr>
        <p:spPr>
          <a:xfrm>
            <a:off x="9372600" y="5905500"/>
            <a:ext cx="8001000" cy="2095500"/>
          </a:xfrm>
          <a:prstGeom prst="roundRect">
            <a:avLst>
              <a:gd name="adj" fmla="val 12727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2484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165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95400" y="6762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 hồi</a:t>
            </a:r>
            <a:r>
              <a:rPr lang="en-US" sz="39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39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753600" y="62484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65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53600" y="67627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Body</a:t>
            </a:r>
            <a:r>
              <a:rPr lang="en-US" sz="3900" b="1" dirty="0" spc="7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900" b="1" dirty="0" spc="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9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9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3900" dirty="0"/>
          </a:p>
        </p:txBody>
      </p:sp>
      <p:sp>
        <p:nvSpPr>
          <p:cNvPr id="12" name="Connector line-1792292529310-56553862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d398cac0-6867-4448-acc5-b29f5ed3146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CONTENT-TYPE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9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Content-Type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chiều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143500"/>
          </a:xfrm>
          <a:prstGeom prst="roundRect">
            <a:avLst>
              <a:gd name="adj" fmla="val 5185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857500"/>
            <a:ext cx="8001000" cy="5143500"/>
          </a:xfrm>
          <a:prstGeom prst="roundRect">
            <a:avLst>
              <a:gd name="adj" fmla="val 5185"/>
            </a:avLst>
          </a:prstGeom>
          <a:solidFill>
            <a:srgbClr val="FBF8F2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2004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1650" b="1" spc="23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CLIENT</a:t>
            </a:r>
            <a:r>
              <a:rPr lang="en-US" sz="1650" b="1" spc="25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37147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Content-Type: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95400" y="4286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text/plain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1295400" y="5619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3450" b="1" dirty="0" spc="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34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3450" dirty="0"/>
          </a:p>
        </p:txBody>
      </p:sp>
      <p:sp>
        <p:nvSpPr>
          <p:cNvPr id="10" name="Connector line-1792292546784-571982218"/>
          <p:cNvSpPr/>
          <p:nvPr/>
        </p:nvSpPr>
        <p:spPr>
          <a:xfrm>
            <a:off x="1295400" y="6572250"/>
            <a:ext cx="7239000" cy="0"/>
          </a:xfrm>
          <a:prstGeom prst="line">
            <a:avLst/>
          </a:prstGeom>
          <a:noFill/>
          <a:ln w="28575">
            <a:solidFill>
              <a:srgbClr val="B9C3EF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295400" y="68770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Body:</a:t>
            </a:r>
            <a:pPr algn="l" indent="0" marL="0"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753600" y="3200400"/>
            <a:ext cx="723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RESPONSE</a:t>
            </a:r>
            <a:r>
              <a:rPr lang="en-US" sz="16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b="1" spc="21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</a:t>
            </a:r>
            <a:r>
              <a:rPr lang="en-US" sz="16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753600" y="37147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Content-Type: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753600" y="4286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application/json</a:t>
            </a:r>
            <a:endParaRPr lang="en-US" sz="6300" dirty="0"/>
          </a:p>
        </p:txBody>
      </p:sp>
      <p:sp>
        <p:nvSpPr>
          <p:cNvPr id="15" name="Text 13"/>
          <p:cNvSpPr/>
          <p:nvPr/>
        </p:nvSpPr>
        <p:spPr>
          <a:xfrm>
            <a:off x="9753600" y="5619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34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4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endParaRPr lang="en-US" sz="3450" dirty="0"/>
          </a:p>
        </p:txBody>
      </p:sp>
      <p:sp>
        <p:nvSpPr>
          <p:cNvPr id="16" name="Connector line-1792292546796-893495378"/>
          <p:cNvSpPr/>
          <p:nvPr/>
        </p:nvSpPr>
        <p:spPr>
          <a:xfrm>
            <a:off x="9753600" y="6572250"/>
            <a:ext cx="7239000" cy="0"/>
          </a:xfrm>
          <a:prstGeom prst="line">
            <a:avLst/>
          </a:prstGeom>
          <a:noFill/>
          <a:ln w="28575">
            <a:solidFill>
              <a:srgbClr val="B9C3E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753600" y="68770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Body:</a:t>
            </a:r>
            <a:pPr algn="l" indent="0" marL="0">
              <a:buNone/>
            </a:pP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{"ok":true}</a:t>
            </a:r>
            <a:endParaRPr lang="en-US" sz="3000" dirty="0"/>
          </a:p>
        </p:txBody>
      </p:sp>
      <p:sp>
        <p:nvSpPr>
          <p:cNvPr id="18" name="Connector line-1792292546798-13548723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2a9f8fe-6945-40ec-8b26-9bbb9a5f37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BODY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CONTENT-LENGTH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Content-Length</a:t>
            </a:r>
            <a:r>
              <a:rPr lang="en-US" sz="60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đếm</a:t>
            </a:r>
            <a:r>
              <a:rPr lang="en-US" sz="60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r>
              <a:rPr lang="en-US" sz="6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body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2952750"/>
            <a:ext cx="3143250" cy="3714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290" dirty="0" spc="-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24290" dirty="0"/>
          </a:p>
        </p:txBody>
      </p:sp>
      <p:sp>
        <p:nvSpPr>
          <p:cNvPr id="7" name="Text 5"/>
          <p:cNvSpPr/>
          <p:nvPr/>
        </p:nvSpPr>
        <p:spPr>
          <a:xfrm>
            <a:off x="3543300" y="5143500"/>
            <a:ext cx="381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byte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295400" y="6572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Body: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ping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753600" y="2952750"/>
            <a:ext cx="4476750" cy="3714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29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</a:t>
            </a:r>
            <a:endParaRPr lang="en-US" sz="24290" dirty="0"/>
          </a:p>
        </p:txBody>
      </p:sp>
      <p:sp>
        <p:nvSpPr>
          <p:cNvPr id="10" name="Text 8"/>
          <p:cNvSpPr/>
          <p:nvPr/>
        </p:nvSpPr>
        <p:spPr>
          <a:xfrm>
            <a:off x="12077700" y="5143500"/>
            <a:ext cx="2571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byte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9753600" y="65722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Body: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{"ok":true}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7620000"/>
            <a:ext cx="16459200" cy="1238250"/>
          </a:xfrm>
          <a:prstGeom prst="roundRect">
            <a:avLst>
              <a:gd name="adj" fmla="val 36923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428750" y="7810500"/>
            <a:ext cx="1543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7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428750" y="8286750"/>
            <a:ext cx="1543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số</a:t>
            </a:r>
            <a:r>
              <a:rPr lang="en-US" sz="22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byte.</a:t>
            </a:r>
            <a:endParaRPr lang="en-US" sz="2250" dirty="0"/>
          </a:p>
        </p:txBody>
      </p:sp>
      <p:sp>
        <p:nvSpPr>
          <p:cNvPr id="15" name="Connector line-1792292570041-87524968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91ad441-708f-4120-8266-5ccda1043d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619250"/>
          </a:xfrm>
          <a:prstGeom prst="rect">
            <a:avLst/>
          </a:prstGeom>
          <a:noFill/>
          <a:ln/>
        </p:spPr>
        <p:txBody>
          <a:bodyPr wrap="square" lIns="0" tIns="41148" rIns="0" bIns="-41148" rtlCol="0" anchor="t"/>
          <a:lstStyle/>
          <a:p>
            <a:pPr algn="l" indent="0" marL="0">
              <a:lnSpc>
                <a:spcPts val="5832"/>
              </a:lnSpc>
              <a:buNone/>
            </a:pP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Body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4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request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JSON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5400" dirty="0" spc="-4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văn</a:t>
            </a:r>
            <a:r>
              <a:rPr lang="en-US" sz="54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bản?</a:t>
            </a:r>
            <a:r>
              <a:rPr lang="en-US" sz="54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5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biết?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Request</a:t>
            </a:r>
            <a:r>
              <a:rPr lang="en-US" sz="27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buNone/>
            </a:pPr>
            <a:r>
              <a:rPr lang="en-US" sz="2700" b="1" dirty="0" spc="-1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Accept:</a:t>
            </a:r>
            <a:r>
              <a:rPr lang="en-US" sz="27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application/json</a:t>
            </a:r>
            <a:pPr algn="l" indent="0" marL="0">
              <a:buNone/>
            </a:pPr>
            <a:r>
              <a:rPr lang="en-US" sz="270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95400" y="39243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TRƯỜNG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620000" y="3924300"/>
            <a:ext cx="476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097000" y="3924300"/>
            <a:ext cx="285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1650" b="1" spc="21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BODY?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14400" y="42862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8625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Accept:</a:t>
            </a:r>
            <a:r>
              <a:rPr lang="en-US" sz="27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application/json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7620000" y="428625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4097000" y="4552950"/>
            <a:ext cx="2857500" cy="5143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2" name="Text 10"/>
          <p:cNvSpPr/>
          <p:nvPr/>
        </p:nvSpPr>
        <p:spPr>
          <a:xfrm>
            <a:off x="14097000" y="4552950"/>
            <a:ext cx="2857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4864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DDE3FA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48640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Content-Type:</a:t>
            </a:r>
            <a:r>
              <a:rPr lang="en-US" sz="270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text/plain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620000" y="5486400"/>
            <a:ext cx="6096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Body</a:t>
            </a:r>
            <a:r>
              <a:rPr lang="en-US" sz="2550" b="1" dirty="0" spc="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đi: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4097000" y="5753100"/>
            <a:ext cx="2857500" cy="5143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4097000" y="5753100"/>
            <a:ext cx="2857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400" y="6953250"/>
            <a:ext cx="16459200" cy="1809750"/>
          </a:xfrm>
          <a:prstGeom prst="roundRect">
            <a:avLst>
              <a:gd name="adj" fmla="val 25263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428750" y="72390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28750" y="7639050"/>
            <a:ext cx="1543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-6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34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bản:</a:t>
            </a:r>
            <a:r>
              <a:rPr lang="en-US" sz="345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Content-Type:</a:t>
            </a:r>
            <a:r>
              <a:rPr lang="en-US" sz="34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text/plain.</a:t>
            </a:r>
            <a:endParaRPr lang="en-US" sz="3450" dirty="0"/>
          </a:p>
        </p:txBody>
      </p:sp>
      <p:sp>
        <p:nvSpPr>
          <p:cNvPr id="21" name="Text 19"/>
          <p:cNvSpPr/>
          <p:nvPr/>
        </p:nvSpPr>
        <p:spPr>
          <a:xfrm>
            <a:off x="1428750" y="8267700"/>
            <a:ext cx="1543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Accept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2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muốn,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r>
              <a:rPr lang="en-US" sz="22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250" dirty="0" spc="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3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2250" dirty="0"/>
          </a:p>
        </p:txBody>
      </p:sp>
      <p:sp>
        <p:nvSpPr>
          <p:cNvPr id="22" name="Connector line-1792292601399-73051285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ea1ed56b-fc28-4aa5-b617-47c7222e21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NGỘ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 nhãn </a:t>
            </a:r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1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000500" y="2686050"/>
            <a:ext cx="657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NGỘ</a:t>
            </a:r>
            <a:r>
              <a:rPr lang="en-US" sz="165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801350" y="2686050"/>
            <a:ext cx="6572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THỰC</a:t>
            </a:r>
            <a:r>
              <a:rPr lang="en-US" sz="16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143250"/>
            <a:ext cx="2857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432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2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Content-Type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5276850"/>
            <a:ext cx="2857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76850"/>
            <a:ext cx="285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Accept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4000500" y="3143250"/>
            <a:ext cx="657225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801350" y="3143250"/>
            <a:ext cx="6572250" cy="1905000"/>
          </a:xfrm>
          <a:prstGeom prst="roundRect">
            <a:avLst>
              <a:gd name="adj" fmla="val 14000"/>
            </a:avLst>
          </a:prstGeom>
          <a:solidFill>
            <a:srgbClr val="F3EEE3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0" y="5276850"/>
            <a:ext cx="657225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0801350" y="5276850"/>
            <a:ext cx="6572250" cy="1905000"/>
          </a:xfrm>
          <a:prstGeom prst="roundRect">
            <a:avLst>
              <a:gd name="adj" fmla="val 14000"/>
            </a:avLst>
          </a:prstGeom>
          <a:solidFill>
            <a:srgbClr val="F3EEE3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3143250"/>
            <a:ext cx="5905500" cy="1905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nhãn</a:t>
            </a: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1144250" y="3143250"/>
            <a:ext cx="5905500" cy="1905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Nhãn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4343400" y="5276850"/>
            <a:ext cx="5905500" cy="1905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Server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8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850" dirty="0"/>
          </a:p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1144250" y="5276850"/>
            <a:ext cx="5905500" cy="1905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ctr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endParaRPr lang="en-US" sz="2850" dirty="0"/>
          </a:p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14400" y="758190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1428750" y="7581900"/>
            <a:ext cx="1543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tế.</a:t>
            </a:r>
            <a:endParaRPr lang="en-US" sz="2850" dirty="0"/>
          </a:p>
        </p:txBody>
      </p:sp>
      <p:sp>
        <p:nvSpPr>
          <p:cNvPr id="20" name="Connector line-1792292622425-10411964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B607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75f489f-0782-483a-ac1e-959f083752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5250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5391150"/>
            <a:ext cx="9525000" cy="2381250"/>
          </a:xfrm>
          <a:prstGeom prst="roundRect">
            <a:avLst>
              <a:gd name="adj" fmla="val 1120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2762250"/>
            <a:ext cx="28575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6300" dirty="0"/>
          </a:p>
        </p:txBody>
      </p:sp>
      <p:sp>
        <p:nvSpPr>
          <p:cNvPr id="7" name="Text 5"/>
          <p:cNvSpPr/>
          <p:nvPr/>
        </p:nvSpPr>
        <p:spPr>
          <a:xfrm>
            <a:off x="4381500" y="31432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950" dirty="0" spc="-2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9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381500" y="3581400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8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4381500" y="41529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2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 mỗi</a:t>
            </a: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hồi:</a:t>
            </a:r>
            <a:r>
              <a:rPr lang="en-US" sz="225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22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headers,</a:t>
            </a:r>
            <a:r>
              <a:rPr lang="en-US" sz="2250" dirty="0" spc="-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95400" y="5391150"/>
            <a:ext cx="28575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4381500" y="57721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9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381500" y="6210300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4381500" y="6781800"/>
            <a:ext cx="57150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2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 cặp</a:t>
            </a:r>
            <a:r>
              <a:rPr lang="en-US" sz="2250" dirty="0" spc="-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1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0858500" y="2762250"/>
            <a:ext cx="6515100" cy="5010150"/>
          </a:xfrm>
          <a:prstGeom prst="roundRect">
            <a:avLst>
              <a:gd name="adj" fmla="val 5323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1239500" y="30670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239500" y="354330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1239500" y="3905250"/>
            <a:ext cx="581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nội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 cố</a:t>
            </a:r>
            <a:r>
              <a:rPr lang="en-US" sz="19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1239500" y="445770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MDN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239500" y="4819650"/>
            <a:ext cx="581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Accept</a:t>
            </a:r>
            <a:r>
              <a:rPr lang="en-US" sz="19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Content-Type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239500" y="537210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9110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1239500" y="5734050"/>
            <a:ext cx="581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§5.1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§8.3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 dung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239500" y="6057900"/>
            <a:ext cx="581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§8.6</a:t>
            </a:r>
            <a:r>
              <a:rPr lang="en-US" sz="1950" dirty="0" spc="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§12.4.1</a:t>
            </a:r>
            <a:r>
              <a:rPr lang="en-US" sz="19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1239500" y="66103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9112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§2.1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1239500" y="6972300"/>
            <a:ext cx="5810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 trúc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HTTP/1.1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14400" y="80962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trên.</a:t>
            </a:r>
            <a:endParaRPr lang="en-US" sz="2100" dirty="0"/>
          </a:p>
        </p:txBody>
      </p:sp>
      <p:sp>
        <p:nvSpPr>
          <p:cNvPr id="26" name="Connector line-1792292661210-40177402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75140b19-1b74-4b6a-aa46-dceaa3998a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2026-10-18T05:34:03Z</dcterms:created>
  <dcterms:modified xsi:type="dcterms:W3CDTF">2026-10-18T05:34:03Z</dcterms:modified>
</cp:coreProperties>
</file>