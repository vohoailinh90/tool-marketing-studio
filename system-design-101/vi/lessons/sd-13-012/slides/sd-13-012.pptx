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20"/>
    </p:embeddedFont>
    <p:embeddedFont>
      <p:font typeface="Be Vietnam Pro Extra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191500" cy="4314825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Học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 chuỗi</a:t>
            </a:r>
            <a:r>
              <a:rPr lang="en-US" sz="81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CI/CD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ty</a:t>
            </a:r>
            <a:r>
              <a:rPr lang="en-US" sz="8100" dirty="0" spc="-5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mà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chép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6219825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"họ</a:t>
            </a:r>
            <a:r>
              <a:rPr lang="en-US" sz="30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sợ</a:t>
            </a:r>
            <a:r>
              <a:rPr lang="en-US" sz="3000" dirty="0" spc="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gì", không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"nên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gì".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9906000" y="1428750"/>
            <a:ext cx="7467600" cy="1200150"/>
          </a:xfrm>
          <a:prstGeom prst="roundRect">
            <a:avLst>
              <a:gd name="adj" fmla="val 22222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87000" y="16192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NETFLIX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287000" y="2000250"/>
            <a:ext cx="666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5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906000" y="2857500"/>
            <a:ext cx="7467600" cy="1200150"/>
          </a:xfrm>
          <a:prstGeom prst="roundRect">
            <a:avLst>
              <a:gd name="adj" fmla="val 22222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87000" y="30480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NETFLIX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287000" y="3429000"/>
            <a:ext cx="666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Canary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906000" y="4286250"/>
            <a:ext cx="7467600" cy="1200150"/>
          </a:xfrm>
          <a:prstGeom prst="roundRect">
            <a:avLst>
              <a:gd name="adj" fmla="val 22222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87000" y="44767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5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CHUNG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287000" y="4857750"/>
            <a:ext cx="666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7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Test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chờn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906000" y="5715000"/>
            <a:ext cx="7467600" cy="1200150"/>
          </a:xfrm>
          <a:prstGeom prst="roundRect">
            <a:avLst>
              <a:gd name="adj" fmla="val 22222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287000" y="5905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5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CHUNG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287000" y="6286500"/>
            <a:ext cx="666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5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pipeline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9906000" y="7143750"/>
            <a:ext cx="7467600" cy="1200150"/>
          </a:xfrm>
          <a:prstGeom prst="roundRect">
            <a:avLst>
              <a:gd name="adj" fmla="val 22222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287000" y="73342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CHUNG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287000" y="7715250"/>
            <a:ext cx="666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Phụ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b="1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chân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11262d41-9cca-4287-8058-1694b1861ed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b="1" spc="2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905000"/>
            <a:ext cx="152400" cy="20002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1809750"/>
            <a:ext cx="15240000" cy="2286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1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Mượn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r>
              <a:rPr lang="en-US" sz="6900" dirty="0" spc="-7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tưởng</a:t>
            </a:r>
            <a:r>
              <a:rPr lang="en-US" sz="6900" dirty="0" spc="-7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rủi</a:t>
            </a:r>
            <a:r>
              <a:rPr lang="en-US" sz="69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ro,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8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mượn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cụ.</a:t>
            </a:r>
            <a:endParaRPr lang="en-US" sz="6900" dirty="0"/>
          </a:p>
        </p:txBody>
      </p:sp>
      <p:sp>
        <p:nvSpPr>
          <p:cNvPr id="5" name="Shape 3"/>
          <p:cNvSpPr/>
          <p:nvPr/>
        </p:nvSpPr>
        <p:spPr>
          <a:xfrm>
            <a:off x="914400" y="6096000"/>
            <a:ext cx="8001000" cy="2476500"/>
          </a:xfrm>
          <a:prstGeom prst="roundRect">
            <a:avLst>
              <a:gd name="adj" fmla="val 1076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33500" y="63817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950" b="1" spc="1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1950" b="1" spc="13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333500" y="695325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khai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Netflix.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6096000"/>
            <a:ext cx="8001000" cy="2476500"/>
          </a:xfrm>
          <a:prstGeom prst="roundRect">
            <a:avLst>
              <a:gd name="adj" fmla="val 1076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91700" y="63817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3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b="1" spc="1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1950" b="1" spc="13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791700" y="695325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25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chung;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f7d4e643-a8fb-4a99-a4e2-f23c4848411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NETFLIX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Thay</a:t>
            </a:r>
            <a:r>
              <a:rPr lang="en-US" sz="69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máy,</a:t>
            </a:r>
            <a:r>
              <a:rPr lang="en-US" sz="6900" dirty="0" spc="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</a:t>
            </a: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tắc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chấm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canary</a:t>
            </a:r>
            <a:endParaRPr lang="en-US" sz="6900" dirty="0"/>
          </a:p>
        </p:txBody>
      </p:sp>
      <p:sp>
        <p:nvSpPr>
          <p:cNvPr id="4" name="Connector line-1792370813666-359595678"/>
          <p:cNvSpPr/>
          <p:nvPr/>
        </p:nvSpPr>
        <p:spPr>
          <a:xfrm>
            <a:off x="2857500" y="3524250"/>
            <a:ext cx="0" cy="5334000"/>
          </a:xfrm>
          <a:prstGeom prst="line">
            <a:avLst/>
          </a:prstGeom>
          <a:noFill/>
          <a:ln w="28575">
            <a:solidFill>
              <a:srgbClr val="3A3F4D"/>
            </a:solidFill>
            <a:prstDash val="solid"/>
            <a:headEnd type="none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1047750" y="2762250"/>
            <a:ext cx="3619500" cy="762000"/>
          </a:xfrm>
          <a:prstGeom prst="roundRect">
            <a:avLst>
              <a:gd name="adj" fmla="val 50000"/>
            </a:avLst>
          </a:prstGeom>
          <a:solidFill>
            <a:srgbClr val="2A2E3A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Spinnaker</a:t>
            </a:r>
            <a:endParaRPr lang="en-US" sz="2400" dirty="0"/>
          </a:p>
        </p:txBody>
      </p:sp>
      <p:sp>
        <p:nvSpPr>
          <p:cNvPr id="6" name="Connector line-1792370813670-439159911"/>
          <p:cNvSpPr/>
          <p:nvPr/>
        </p:nvSpPr>
        <p:spPr>
          <a:xfrm>
            <a:off x="7239000" y="3524250"/>
            <a:ext cx="0" cy="5334000"/>
          </a:xfrm>
          <a:prstGeom prst="line">
            <a:avLst/>
          </a:prstGeom>
          <a:noFill/>
          <a:ln w="28575">
            <a:solidFill>
              <a:srgbClr val="3A3F4D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5429250" y="2762250"/>
            <a:ext cx="3619500" cy="7620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Image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(AMI)</a:t>
            </a:r>
            <a:endParaRPr lang="en-US" sz="2400" dirty="0"/>
          </a:p>
        </p:txBody>
      </p:sp>
      <p:sp>
        <p:nvSpPr>
          <p:cNvPr id="8" name="Connector line-1792370813673-216246329"/>
          <p:cNvSpPr/>
          <p:nvPr/>
        </p:nvSpPr>
        <p:spPr>
          <a:xfrm>
            <a:off x="11620500" y="3524250"/>
            <a:ext cx="0" cy="5334000"/>
          </a:xfrm>
          <a:prstGeom prst="line">
            <a:avLst/>
          </a:prstGeom>
          <a:noFill/>
          <a:ln w="28575">
            <a:solidFill>
              <a:srgbClr val="3A3F4D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9810750" y="2762250"/>
            <a:ext cx="3619500" cy="7620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Canary</a:t>
            </a:r>
            <a:endParaRPr lang="en-US" sz="2400" dirty="0"/>
          </a:p>
        </p:txBody>
      </p:sp>
      <p:sp>
        <p:nvSpPr>
          <p:cNvPr id="10" name="Connector line-1792370813675-717608291"/>
          <p:cNvSpPr/>
          <p:nvPr/>
        </p:nvSpPr>
        <p:spPr>
          <a:xfrm>
            <a:off x="16002000" y="3524250"/>
            <a:ext cx="0" cy="5334000"/>
          </a:xfrm>
          <a:prstGeom prst="line">
            <a:avLst/>
          </a:prstGeom>
          <a:noFill/>
          <a:ln w="28575">
            <a:solidFill>
              <a:srgbClr val="3A3F4D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14192250" y="2762250"/>
            <a:ext cx="3619500" cy="762000"/>
          </a:xfrm>
          <a:prstGeom prst="roundRect">
            <a:avLst>
              <a:gd name="adj" fmla="val 50000"/>
            </a:avLst>
          </a:prstGeom>
          <a:solidFill>
            <a:srgbClr val="2A2E3A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Kayenta</a:t>
            </a:r>
            <a:endParaRPr lang="en-US" sz="2400" dirty="0"/>
          </a:p>
        </p:txBody>
      </p:sp>
      <p:sp>
        <p:nvSpPr>
          <p:cNvPr id="12" name="Connector line-1792370813677-172788289"/>
          <p:cNvSpPr/>
          <p:nvPr/>
        </p:nvSpPr>
        <p:spPr>
          <a:xfrm>
            <a:off x="2857500" y="4286250"/>
            <a:ext cx="438150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3" name="Text 11"/>
          <p:cNvSpPr/>
          <p:nvPr/>
        </p:nvSpPr>
        <p:spPr>
          <a:xfrm>
            <a:off x="2381250" y="3790950"/>
            <a:ext cx="5334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1.</a:t>
            </a:r>
            <a:r>
              <a:rPr lang="en-US" sz="2100" dirty="0" spc="18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Dựng</a:t>
            </a:r>
            <a:r>
              <a:rPr lang="en-US" sz="2100" dirty="0" spc="-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image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2100" dirty="0" spc="1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</a:t>
            </a:r>
            <a:r>
              <a:rPr lang="en-US" sz="210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nghĩa</a:t>
            </a:r>
            <a:endParaRPr lang="en-US" sz="2100" dirty="0"/>
          </a:p>
        </p:txBody>
      </p:sp>
      <p:sp>
        <p:nvSpPr>
          <p:cNvPr id="14" name="Connector line-1792370813683-118463774"/>
          <p:cNvSpPr/>
          <p:nvPr/>
        </p:nvSpPr>
        <p:spPr>
          <a:xfrm>
            <a:off x="7239000" y="5524500"/>
            <a:ext cx="438150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5" name="Text 13"/>
          <p:cNvSpPr/>
          <p:nvPr/>
        </p:nvSpPr>
        <p:spPr>
          <a:xfrm>
            <a:off x="6762750" y="5029200"/>
            <a:ext cx="5334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2.</a:t>
            </a:r>
            <a:r>
              <a:rPr lang="en-US" sz="2100" dirty="0" spc="-8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Thay</a:t>
            </a:r>
            <a:r>
              <a:rPr lang="en-US" sz="2100" dirty="0" spc="-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máy,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100" dirty="0" spc="8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sửa</a:t>
            </a:r>
            <a:r>
              <a:rPr lang="en-US" sz="2100" dirty="0" spc="-8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tại</a:t>
            </a:r>
            <a:r>
              <a:rPr lang="en-US" sz="21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chỗ</a:t>
            </a:r>
            <a:endParaRPr lang="en-US" sz="2100" dirty="0"/>
          </a:p>
        </p:txBody>
      </p:sp>
      <p:sp>
        <p:nvSpPr>
          <p:cNvPr id="16" name="Connector line-1792370813688-155613165"/>
          <p:cNvSpPr/>
          <p:nvPr/>
        </p:nvSpPr>
        <p:spPr>
          <a:xfrm>
            <a:off x="11620500" y="6762750"/>
            <a:ext cx="438150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7" name="Text 15"/>
          <p:cNvSpPr/>
          <p:nvPr/>
        </p:nvSpPr>
        <p:spPr>
          <a:xfrm>
            <a:off x="11144250" y="6267450"/>
            <a:ext cx="5334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3.</a:t>
            </a:r>
            <a:r>
              <a:rPr lang="en-US" sz="21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So</a:t>
            </a:r>
            <a:r>
              <a:rPr lang="en-US" sz="210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canary</a:t>
            </a:r>
            <a:r>
              <a:rPr lang="en-US" sz="2100" dirty="0" spc="-1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210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2100" dirty="0" spc="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đối</a:t>
            </a:r>
            <a:r>
              <a:rPr lang="en-US" sz="2100" dirty="0" spc="1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chứng</a:t>
            </a:r>
            <a:endParaRPr lang="en-US" sz="2100" dirty="0"/>
          </a:p>
        </p:txBody>
      </p:sp>
      <p:sp>
        <p:nvSpPr>
          <p:cNvPr id="18" name="Connector line-1792370813692-49404345"/>
          <p:cNvSpPr/>
          <p:nvPr/>
        </p:nvSpPr>
        <p:spPr>
          <a:xfrm flipH="1">
            <a:off x="2857500" y="8001000"/>
            <a:ext cx="1314450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9" name="Text 17"/>
          <p:cNvSpPr/>
          <p:nvPr/>
        </p:nvSpPr>
        <p:spPr>
          <a:xfrm>
            <a:off x="3048000" y="7505700"/>
            <a:ext cx="1276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4.</a:t>
            </a:r>
            <a:r>
              <a:rPr lang="en-US" sz="2100" dirty="0" spc="-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</a:t>
            </a:r>
            <a:r>
              <a:rPr lang="en-US" sz="2100" dirty="0" spc="-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tắc:</a:t>
            </a:r>
            <a:r>
              <a:rPr lang="en-US" sz="210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tiếp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tục</a:t>
            </a:r>
            <a:r>
              <a:rPr lang="en-US" sz="2100" dirty="0" spc="-1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hay</a:t>
            </a:r>
            <a:r>
              <a:rPr lang="en-US" sz="2100" dirty="0" spc="19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dừng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cd0afade-e83f-47fd-8160-8076c082fef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8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95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 CHỜN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Test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chập</a:t>
            </a:r>
            <a:r>
              <a:rPr lang="en-US" sz="69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chờn: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mất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r>
              <a:rPr lang="en-US" sz="69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200150"/>
          </a:xfrm>
          <a:prstGeom prst="roundRect">
            <a:avLst>
              <a:gd name="adj" fmla="val 2222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2981325"/>
            <a:ext cx="762000" cy="7620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 spc="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2381250" y="3124200"/>
            <a:ext cx="285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Đo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5334000" y="3124200"/>
            <a:ext cx="11620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 dõi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tỉ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chờn.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4191000"/>
            <a:ext cx="16459200" cy="1200150"/>
          </a:xfrm>
          <a:prstGeom prst="roundRect">
            <a:avLst>
              <a:gd name="adj" fmla="val 2222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57300" y="4410075"/>
            <a:ext cx="762000" cy="7620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2381250" y="4552950"/>
            <a:ext cx="285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850" b="1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ly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5334000" y="4552950"/>
            <a:ext cx="11620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5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 chặn.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" y="5619750"/>
            <a:ext cx="16459200" cy="1200150"/>
          </a:xfrm>
          <a:prstGeom prst="roundRect">
            <a:avLst>
              <a:gd name="adj" fmla="val 2222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7300" y="5838825"/>
            <a:ext cx="762000" cy="7620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 spc="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2381250" y="5981700"/>
            <a:ext cx="285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2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5334000" y="5981700"/>
            <a:ext cx="11620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Tìm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gốc.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14400" y="72390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F3DFB8"/>
          </a:solidFill>
          <a:ln/>
        </p:spPr>
      </p:sp>
      <p:sp>
        <p:nvSpPr>
          <p:cNvPr id="17" name="Text 15"/>
          <p:cNvSpPr/>
          <p:nvPr/>
        </p:nvSpPr>
        <p:spPr>
          <a:xfrm>
            <a:off x="1428750" y="7620000"/>
            <a:ext cx="15430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Đừng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3000" b="1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300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đỏ.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a011f4b3-51b7-4efe-9dca-c98f78b433e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8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950" b="1" spc="29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1950" b="1" spc="24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950" b="1" spc="29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PIPELINE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Bí mật từ</a:t>
            </a:r>
            <a:r>
              <a:rPr lang="en-US" sz="69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endParaRPr lang="en-US" sz="6900" dirty="0"/>
          </a:p>
        </p:txBody>
      </p:sp>
      <p:sp>
        <p:nvSpPr>
          <p:cNvPr id="4" name="Connector line-1792370852974-26496901"/>
          <p:cNvSpPr/>
          <p:nvPr/>
        </p:nvSpPr>
        <p:spPr>
          <a:xfrm>
            <a:off x="5334000" y="5334000"/>
            <a:ext cx="190500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5" name="Connector line-1792370852975-538969168"/>
          <p:cNvSpPr/>
          <p:nvPr/>
        </p:nvSpPr>
        <p:spPr>
          <a:xfrm flipV="1">
            <a:off x="11049000" y="4000500"/>
            <a:ext cx="1619250" cy="95250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6" name="Connector line-1792370852975-350588660"/>
          <p:cNvSpPr/>
          <p:nvPr/>
        </p:nvSpPr>
        <p:spPr>
          <a:xfrm>
            <a:off x="11049000" y="5715000"/>
            <a:ext cx="1619250" cy="114300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914400" y="4095750"/>
            <a:ext cx="4419600" cy="2476500"/>
          </a:xfrm>
          <a:prstGeom prst="roundRect">
            <a:avLst>
              <a:gd name="adj" fmla="val 10769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476750"/>
            <a:ext cx="3714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85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850" b="1" dirty="0" spc="-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1295400" y="5143500"/>
            <a:ext cx="3714750" cy="11430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Quản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 bí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7239000" y="3810000"/>
            <a:ext cx="3810000" cy="3048000"/>
          </a:xfrm>
          <a:prstGeom prst="roundRect">
            <a:avLst>
              <a:gd name="adj" fmla="val 8750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20000" y="4191000"/>
            <a:ext cx="3143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Runner</a:t>
            </a:r>
            <a:endParaRPr lang="en-US" sz="2850" dirty="0"/>
          </a:p>
        </p:txBody>
      </p:sp>
      <p:sp>
        <p:nvSpPr>
          <p:cNvPr id="12" name="Text richtext-1792370852990-162974870"/>
          <p:cNvSpPr/>
          <p:nvPr/>
        </p:nvSpPr>
        <p:spPr>
          <a:xfrm>
            <a:off x="7620000" y="4857750"/>
            <a:ext cx="3143250" cy="1714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marL="285750" indent="-204151">
              <a:lnSpc>
                <a:spcPts val="3038"/>
              </a:lnSpc>
              <a:spcAft>
                <a:spcPts val="450"/>
              </a:spcAft>
              <a:buSzPct val="100000"/>
              <a:buFont typeface="Arial"/>
              <a:buChar char="•"/>
            </a:pP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Quyền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thiểu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12668250" y="3048000"/>
            <a:ext cx="4705350" cy="1905000"/>
          </a:xfrm>
          <a:prstGeom prst="roundRect">
            <a:avLst>
              <a:gd name="adj" fmla="val 14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049250" y="3333750"/>
            <a:ext cx="4000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13049250" y="3952875"/>
            <a:ext cx="4000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2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12668250" y="5905500"/>
            <a:ext cx="4705350" cy="1905000"/>
          </a:xfrm>
          <a:prstGeom prst="roundRect">
            <a:avLst>
              <a:gd name="adj" fmla="val 14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049250" y="6191250"/>
            <a:ext cx="4000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3049250" y="6810375"/>
            <a:ext cx="4000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2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25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ra.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df0df096-33ec-41d0-a5de-88cc65e781b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1950" b="1" spc="28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950" b="1" spc="29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Phụ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thuộc</a:t>
            </a:r>
            <a:r>
              <a:rPr lang="en-US" sz="69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6900" dirty="0" spc="-8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dưới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chân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524000"/>
          </a:xfrm>
          <a:prstGeom prst="roundRect">
            <a:avLst>
              <a:gd name="adj" fmla="val 17500"/>
            </a:avLst>
          </a:prstGeom>
          <a:solidFill>
            <a:srgbClr val="2A2E3A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28750" y="3181350"/>
            <a:ext cx="5334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Sản</a:t>
            </a:r>
            <a:r>
              <a:rPr lang="en-US" sz="285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85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build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428750" y="3733800"/>
            <a:ext cx="1428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40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4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24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485900" y="4667250"/>
            <a:ext cx="15316200" cy="1524000"/>
          </a:xfrm>
          <a:prstGeom prst="roundRect">
            <a:avLst>
              <a:gd name="adj" fmla="val 17500"/>
            </a:avLst>
          </a:prstGeom>
          <a:solidFill>
            <a:srgbClr val="2A2E3A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000250" y="4991100"/>
            <a:ext cx="5334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Phụ thuộc</a:t>
            </a:r>
            <a:r>
              <a:rPr lang="en-US" sz="285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85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85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2000250" y="5543550"/>
            <a:ext cx="13144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 bản,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4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2057400" y="6477000"/>
            <a:ext cx="14173200" cy="1524000"/>
          </a:xfrm>
          <a:prstGeom prst="roundRect">
            <a:avLst>
              <a:gd name="adj" fmla="val 17500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71750" y="6800850"/>
            <a:ext cx="5334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</a:t>
            </a:r>
            <a:r>
              <a:rPr lang="en-US" sz="28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8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2850" dirty="0"/>
          </a:p>
        </p:txBody>
      </p:sp>
      <p:sp>
        <p:nvSpPr>
          <p:cNvPr id="12" name="Text 10"/>
          <p:cNvSpPr/>
          <p:nvPr/>
        </p:nvSpPr>
        <p:spPr>
          <a:xfrm>
            <a:off x="2571750" y="7353300"/>
            <a:ext cx="1200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Khung</a:t>
            </a:r>
            <a:r>
              <a:rPr lang="en-US" sz="24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SLSA</a:t>
            </a:r>
            <a:r>
              <a:rPr lang="en-US" sz="24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4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rủi</a:t>
            </a:r>
            <a:r>
              <a:rPr lang="en-US" sz="2400" dirty="0" spc="-2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2400" dirty="0" spc="-4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OWASP.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6ba71327-e5ff-40d4-a01d-87194db6ad2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Mượn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r>
              <a:rPr lang="en-US" sz="6900" dirty="0" spc="-4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tưởng,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8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mượn</a:t>
            </a:r>
            <a:r>
              <a:rPr lang="en-US" sz="69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luận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3810000"/>
          </a:xfrm>
          <a:prstGeom prst="roundRect">
            <a:avLst>
              <a:gd name="adj" fmla="val 7000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28750" y="3238500"/>
            <a:ext cx="7048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MƯỢN</a:t>
            </a:r>
            <a:endParaRPr lang="en-US" sz="1950" dirty="0"/>
          </a:p>
        </p:txBody>
      </p:sp>
      <p:sp>
        <p:nvSpPr>
          <p:cNvPr id="6" name="Text richtext-1792370882604-786118354"/>
          <p:cNvSpPr/>
          <p:nvPr/>
        </p:nvSpPr>
        <p:spPr>
          <a:xfrm>
            <a:off x="1428750" y="3905250"/>
            <a:ext cx="7048500" cy="2857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Ý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tưởng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rủi</a:t>
            </a:r>
            <a:r>
              <a:rPr lang="en-US" sz="270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 ví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 của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Netflix.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72600" y="2857500"/>
            <a:ext cx="8001000" cy="3810000"/>
          </a:xfrm>
          <a:prstGeom prst="roundRect">
            <a:avLst>
              <a:gd name="adj" fmla="val 7000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9886950" y="3238500"/>
            <a:ext cx="7048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KHẲNG</a:t>
            </a:r>
            <a:r>
              <a:rPr lang="en-US" sz="195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1950" dirty="0"/>
          </a:p>
        </p:txBody>
      </p:sp>
      <p:sp>
        <p:nvSpPr>
          <p:cNvPr id="9" name="Text richtext-1792370882616-947997343"/>
          <p:cNvSpPr/>
          <p:nvPr/>
        </p:nvSpPr>
        <p:spPr>
          <a:xfrm>
            <a:off x="9886950" y="3905250"/>
            <a:ext cx="7048500" cy="2857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Netflix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 dùng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cụ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 công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đổi.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họ hợp nhóm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af661ab1-39bd-4a2e-a50d-c472ea82b72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Sao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69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image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an</a:t>
            </a: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toàn</a:t>
            </a:r>
            <a:r>
              <a:rPr lang="en-US" sz="6900" dirty="0" spc="-5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hơn?</a:t>
            </a:r>
            <a:endParaRPr lang="en-US" sz="6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857500"/>
          <a:ext cx="13716000" cy="914400"/>
        </p:xfrm>
        <a:graphic>
          <a:graphicData uri="http://schemas.openxmlformats.org/drawingml/2006/table">
            <a:tbl>
              <a:tblPr/>
              <a:tblGrid>
                <a:gridCol w="8229600"/>
                <a:gridCol w="8229600"/>
              </a:tblGrid>
              <a:tr h="12382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Image</a:t>
                      </a:r>
                      <a:r>
                        <a:rPr lang="en-US" sz="2400" b="1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giữ</a:t>
                      </a:r>
                      <a:r>
                        <a:rPr lang="en-US" sz="2400" b="1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cố</a:t>
                      </a:r>
                      <a:r>
                        <a:rPr lang="en-US" sz="2400" b="1" dirty="0" spc="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4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Vẫn</a:t>
                      </a:r>
                      <a:r>
                        <a:rPr lang="en-US" sz="2400" b="1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 thể</a:t>
                      </a:r>
                      <a:r>
                        <a:rPr lang="en-US" sz="2400" b="1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khác,</a:t>
                      </a:r>
                      <a:r>
                        <a:rPr lang="en-US" sz="2400" b="1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kiểm</a:t>
                      </a:r>
                      <a:r>
                        <a:rPr lang="en-US" sz="2400" b="1" dirty="0" spc="-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tra</a:t>
                      </a:r>
                      <a:r>
                        <a:rPr lang="en-US" sz="2400" b="1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riêng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12382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Đúng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bản</a:t>
                      </a:r>
                      <a:r>
                        <a:rPr lang="en-US" sz="2400" dirty="0" spc="1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đã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kiểm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thử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Cấu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hình</a:t>
                      </a:r>
                      <a:r>
                        <a:rPr lang="en-US" sz="240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truyền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lúc</a:t>
                      </a:r>
                      <a:r>
                        <a:rPr lang="en-US" sz="2400" dirty="0" spc="-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chạy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2382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Không</a:t>
                      </a:r>
                      <a:r>
                        <a:rPr lang="en-US" sz="240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lệch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do</a:t>
                      </a:r>
                      <a:r>
                        <a:rPr lang="en-US" sz="2400" dirty="0" spc="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sửa</a:t>
                      </a:r>
                      <a:r>
                        <a:rPr lang="en-US" sz="2400" dirty="0" spc="-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tại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chỗ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Dữ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liệu, loại</a:t>
                      </a:r>
                      <a:r>
                        <a:rPr lang="en-US" sz="2400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máy,</a:t>
                      </a:r>
                      <a:r>
                        <a:rPr lang="en-US" sz="24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mạng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2382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Quay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lui:</a:t>
                      </a:r>
                      <a:r>
                        <a:rPr lang="en-US" sz="24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thay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lại</a:t>
                      </a:r>
                      <a:r>
                        <a:rPr lang="en-US" sz="24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image</a:t>
                      </a:r>
                      <a:r>
                        <a:rPr lang="en-US" sz="2400" dirty="0" spc="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trước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Các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dịch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vụ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xung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quanh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04bf757e-cd2d-4cbf-9714-a00da7ceda6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ý,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mỗi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5229225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0515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Image</a:t>
            </a:r>
            <a:r>
              <a:rPr lang="en-US" sz="2700" b="1" dirty="0" spc="-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27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295400" y="3810000"/>
            <a:ext cx="4467225" cy="1428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7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Tạo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nghĩa,</a:t>
            </a:r>
            <a:r>
              <a:rPr lang="en-US" sz="240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4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524625" y="2762250"/>
            <a:ext cx="5229225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5625" y="310515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Canary</a:t>
            </a:r>
            <a:r>
              <a:rPr lang="en-US" sz="27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6905625" y="3810000"/>
            <a:ext cx="4467225" cy="1428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24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4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4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4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2134850" y="2762250"/>
            <a:ext cx="5229225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15850" y="310515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7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Test</a:t>
            </a:r>
            <a:r>
              <a:rPr lang="en-US" sz="27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chập</a:t>
            </a:r>
            <a:r>
              <a:rPr lang="en-US" sz="27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chờn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12515850" y="3810000"/>
            <a:ext cx="4467225" cy="1428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dõi tỉ lệ,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ly,</a:t>
            </a:r>
            <a:r>
              <a:rPr lang="en-US" sz="24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4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nhân.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14400" y="5905500"/>
            <a:ext cx="800100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95400" y="62484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2700" b="1" dirty="0" spc="-1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1295400" y="6953250"/>
            <a:ext cx="7239000" cy="1428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 bí</a:t>
            </a:r>
            <a:r>
              <a:rPr lang="en-US" sz="24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mật,</a:t>
            </a:r>
            <a:r>
              <a:rPr lang="en-US" sz="24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4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thiểu, thời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4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ngắn.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372600" y="5905500"/>
            <a:ext cx="800100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53600" y="62484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Chuỗi</a:t>
            </a:r>
            <a:r>
              <a:rPr lang="en-US" sz="27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</a:t>
            </a:r>
            <a:r>
              <a:rPr lang="en-US" sz="2700" b="1" dirty="0" spc="3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9753600" y="6953250"/>
            <a:ext cx="7239000" cy="1428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 bản,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40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4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build.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6a91f4ad-0ef5-4c29-b158-63498416abc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71750"/>
          <a:ext cx="137160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167360"/>
              </a:tblGrid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Mục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Nội</a:t>
                      </a:r>
                      <a:r>
                        <a:rPr lang="en-US" sz="210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dung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CI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Continuous</a:t>
                      </a:r>
                      <a:r>
                        <a:rPr lang="en-US" sz="2100" dirty="0" spc="-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Integration: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tích</a:t>
                      </a:r>
                      <a:r>
                        <a:rPr lang="en-US" sz="21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hợp</a:t>
                      </a: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liên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tục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CD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Continuous</a:t>
                      </a:r>
                      <a:r>
                        <a:rPr lang="en-US" sz="2100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Delivery:</a:t>
                      </a:r>
                      <a:r>
                        <a:rPr lang="en-US" sz="210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chuyển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giao</a:t>
                      </a: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liên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tục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SLSA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Các</a:t>
                      </a:r>
                      <a:r>
                        <a:rPr lang="en-US" sz="2100" dirty="0" spc="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mức</a:t>
                      </a:r>
                      <a:r>
                        <a:rPr lang="en-US" sz="210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bảo</a:t>
                      </a:r>
                      <a:r>
                        <a:rPr lang="en-US" sz="2100" dirty="0" spc="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đảm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an</a:t>
                      </a:r>
                      <a:r>
                        <a:rPr lang="en-US" sz="21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toàn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chuỗi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cung</a:t>
                      </a:r>
                      <a:r>
                        <a:rPr lang="en-US" sz="2100" dirty="0" spc="2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ứng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5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OWASP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Cộng</a:t>
                      </a:r>
                      <a:r>
                        <a:rPr lang="en-US" sz="2100" dirty="0" spc="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đồng</a:t>
                      </a:r>
                      <a:r>
                        <a:rPr lang="en-US" sz="2100" dirty="0" spc="-1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về</a:t>
                      </a:r>
                      <a:r>
                        <a:rPr lang="en-US" sz="210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bảo</a:t>
                      </a:r>
                      <a:r>
                        <a:rPr lang="en-US" sz="2100" dirty="0" spc="-1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mật</a:t>
                      </a:r>
                      <a:r>
                        <a:rPr lang="en-US" sz="2100" dirty="0" spc="2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ứng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dụng,</a:t>
                      </a:r>
                      <a:r>
                        <a:rPr lang="en-US" sz="21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</a:t>
                      </a:r>
                      <a:r>
                        <a:rPr lang="en-US" sz="2100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hướng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dẫn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AMI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Ảnh</a:t>
                      </a:r>
                      <a:r>
                        <a:rPr lang="en-US" sz="210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máy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ảo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Amazon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ByteByteGo</a:t>
                      </a: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tại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snapshot cố</a:t>
                      </a:r>
                      <a:r>
                        <a:rPr lang="en-US" sz="2100" dirty="0" spc="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định;</a:t>
                      </a:r>
                      <a:r>
                        <a:rPr lang="en-US" sz="210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Spinnaker;</a:t>
                      </a:r>
                      <a:r>
                        <a:rPr lang="en-US" sz="2100" dirty="0" spc="-3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Kayenta;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canarying</a:t>
                      </a:r>
                      <a:r>
                        <a:rPr lang="en-US" sz="2100" dirty="0" spc="-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releases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flaky</a:t>
                      </a: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tests;</a:t>
                      </a: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SLSA;</a:t>
                      </a:r>
                      <a:r>
                        <a:rPr lang="en-US" sz="2100" dirty="0" spc="-4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Top</a:t>
                      </a:r>
                      <a:r>
                        <a:rPr lang="en-US" sz="2100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10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CI/CD Security</a:t>
                      </a:r>
                      <a:r>
                        <a:rPr lang="en-US" sz="21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Risks;</a:t>
                      </a:r>
                      <a:r>
                        <a:rPr lang="en-US" sz="210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ImmutableServer;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cấu</a:t>
                      </a: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hình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8c093a57-4060-499f-ad94-87673063d40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2026-10-19T02:08:48Z</dcterms:created>
  <dcterms:modified xsi:type="dcterms:W3CDTF">2026-10-19T02:08:48Z</dcterms:modified>
</cp:coreProperties>
</file>