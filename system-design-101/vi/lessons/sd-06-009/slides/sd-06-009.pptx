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 SemiBold"/>
      <p:regular r:id="rId16"/>
    </p:embeddedFont>
    <p:embeddedFont>
      <p:font typeface="Bricolage Grotesque ExtraBold"/>
      <p:regular r:id="rId17"/>
    </p:embeddedFont>
    <p:embeddedFont>
      <p:font typeface="Be Vietnam Pro"/>
      <p:regular r:id="rId18"/>
      <p:bold r:id="rId19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7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SYSTEM</a:t>
            </a:r>
            <a:r>
              <a:rPr lang="en-US" sz="1950" spc="298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DESIGN</a:t>
            </a:r>
            <a:r>
              <a:rPr lang="en-US" sz="1950" spc="29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101</a:t>
            </a:r>
            <a:r>
              <a:rPr lang="en-US" sz="1950" spc="2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spc="29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1950" spc="300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09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9525000" cy="55245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Những</a:t>
            </a:r>
            <a:r>
              <a:rPr lang="en-US" sz="81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cân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nhắc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81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752475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4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Trúng</a:t>
            </a:r>
            <a:r>
              <a:rPr lang="en-US" sz="3000" dirty="0" spc="-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70%,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gấp</a:t>
            </a:r>
            <a:r>
              <a:rPr lang="en-US" sz="30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8953500"/>
            <a:ext cx="1333500" cy="76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6" name="Shape 4"/>
          <p:cNvSpPr/>
          <p:nvPr/>
        </p:nvSpPr>
        <p:spPr>
          <a:xfrm>
            <a:off x="10763250" y="91440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10763250" y="91440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8" name="Text 6"/>
          <p:cNvSpPr/>
          <p:nvPr/>
        </p:nvSpPr>
        <p:spPr>
          <a:xfrm>
            <a:off x="11163300" y="12382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33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33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33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1163300" y="20383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nhiều,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4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0763250" y="367665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0763250" y="367665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2" name="Text 10"/>
          <p:cNvSpPr/>
          <p:nvPr/>
        </p:nvSpPr>
        <p:spPr>
          <a:xfrm>
            <a:off x="11163300" y="400050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</a:t>
            </a:r>
            <a:r>
              <a:rPr lang="en-US" sz="3300" dirty="0" spc="-1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1163300" y="480060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INFO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763250" y="643890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63250" y="643890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6" name="Text 14"/>
          <p:cNvSpPr/>
          <p:nvPr/>
        </p:nvSpPr>
        <p:spPr>
          <a:xfrm>
            <a:off x="11163300" y="67627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94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Hạn</a:t>
            </a:r>
            <a:r>
              <a:rPr lang="en-US" sz="3094" dirty="0" spc="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sống,</a:t>
            </a:r>
            <a:r>
              <a:rPr lang="en-US" sz="3094" dirty="0" spc="-1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3094" dirty="0" spc="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3094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nguội</a:t>
            </a:r>
            <a:endParaRPr lang="en-US" sz="3094" dirty="0"/>
          </a:p>
        </p:txBody>
      </p:sp>
      <p:sp>
        <p:nvSpPr>
          <p:cNvPr id="17" name="Text 15"/>
          <p:cNvSpPr/>
          <p:nvPr/>
        </p:nvSpPr>
        <p:spPr>
          <a:xfrm>
            <a:off x="11163300" y="75628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TTL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2f1b4619-c43a-4916-a67a-9c124598af5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TÌNH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HUỐNG</a:t>
            </a:r>
            <a:r>
              <a:rPr lang="en-US" sz="1950" spc="173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16459200" cy="4572000"/>
          </a:xfrm>
          <a:prstGeom prst="rect">
            <a:avLst/>
          </a:prstGeom>
          <a:noFill/>
          <a:ln/>
        </p:spPr>
        <p:txBody>
          <a:bodyPr wrap="square" lIns="0" tIns="75438" rIns="0" bIns="-75438" rtlCol="0" anchor="t"/>
          <a:lstStyle/>
          <a:p>
            <a:pPr algn="l" indent="0" marL="0">
              <a:lnSpc>
                <a:spcPts val="10692"/>
              </a:lnSpc>
              <a:buNone/>
            </a:pPr>
            <a:r>
              <a:rPr lang="en-US" sz="9900" dirty="0" spc="-30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Tới</a:t>
            </a:r>
            <a:r>
              <a:rPr lang="en-US" sz="9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9900" dirty="0" spc="-10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9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9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đó,</a:t>
            </a:r>
            <a:r>
              <a:rPr lang="en-US" sz="9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9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9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 không</a:t>
            </a:r>
            <a:r>
              <a:rPr lang="en-US" sz="9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mua</a:t>
            </a:r>
            <a:r>
              <a:rPr lang="en-US" sz="9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99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gì.</a:t>
            </a:r>
            <a:endParaRPr lang="en-US" sz="9900" dirty="0"/>
          </a:p>
        </p:txBody>
      </p:sp>
      <p:sp>
        <p:nvSpPr>
          <p:cNvPr id="4" name="Shape 2"/>
          <p:cNvSpPr/>
          <p:nvPr/>
        </p:nvSpPr>
        <p:spPr>
          <a:xfrm>
            <a:off x="914400" y="7048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7391400"/>
            <a:ext cx="72390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8915400" y="7391400"/>
            <a:ext cx="80772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Text 14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f76d8135-df8e-4591-b2b0-bc01abbedd7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KHI</a:t>
            </a:r>
            <a:r>
              <a:rPr lang="en-US" sz="1950" spc="208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 ĐÁNG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nhiều,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ít</a:t>
            </a:r>
            <a:r>
              <a:rPr lang="en-US" sz="78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8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78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endParaRPr lang="en-US" sz="7800" dirty="0"/>
          </a:p>
        </p:txBody>
      </p:sp>
      <p:sp>
        <p:nvSpPr>
          <p:cNvPr id="4" name="Connector line-1792371165275-774555619"/>
          <p:cNvSpPr/>
          <p:nvPr/>
        </p:nvSpPr>
        <p:spPr>
          <a:xfrm>
            <a:off x="2571750" y="4000500"/>
            <a:ext cx="13144500" cy="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190750" y="3619500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6" name="Shape 4"/>
          <p:cNvSpPr/>
          <p:nvPr/>
        </p:nvSpPr>
        <p:spPr>
          <a:xfrm>
            <a:off x="8763000" y="3619500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7" name="Shape 5"/>
          <p:cNvSpPr/>
          <p:nvPr/>
        </p:nvSpPr>
        <p:spPr>
          <a:xfrm>
            <a:off x="15335250" y="3619500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4857750"/>
            <a:ext cx="5143500" cy="400050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5143500"/>
            <a:ext cx="4495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22" dirty="0" spc="-2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Hợp</a:t>
            </a:r>
            <a:endParaRPr lang="en-US" sz="3122" dirty="0"/>
          </a:p>
        </p:txBody>
      </p:sp>
      <p:sp>
        <p:nvSpPr>
          <p:cNvPr id="10" name="Text 8"/>
          <p:cNvSpPr/>
          <p:nvPr/>
        </p:nvSpPr>
        <p:spPr>
          <a:xfrm>
            <a:off x="1238250" y="5810250"/>
            <a:ext cx="44958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7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6572250" y="4857750"/>
            <a:ext cx="5143500" cy="400050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6896100" y="5143500"/>
            <a:ext cx="4495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22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122" dirty="0" spc="-1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endParaRPr lang="en-US" sz="3122" dirty="0"/>
          </a:p>
        </p:txBody>
      </p:sp>
      <p:sp>
        <p:nvSpPr>
          <p:cNvPr id="13" name="Text 11"/>
          <p:cNvSpPr/>
          <p:nvPr/>
        </p:nvSpPr>
        <p:spPr>
          <a:xfrm>
            <a:off x="6896100" y="5810250"/>
            <a:ext cx="44958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 nhanh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12230100" y="4857750"/>
            <a:ext cx="5143500" cy="400050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553950" y="5143500"/>
            <a:ext cx="4495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22" dirty="0" spc="-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Luôn</a:t>
            </a:r>
            <a:r>
              <a:rPr lang="en-US" sz="3122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3122" dirty="0"/>
          </a:p>
        </p:txBody>
      </p:sp>
      <p:sp>
        <p:nvSpPr>
          <p:cNvPr id="16" name="Text 14"/>
          <p:cNvSpPr/>
          <p:nvPr/>
        </p:nvSpPr>
        <p:spPr>
          <a:xfrm>
            <a:off x="12553950" y="5810250"/>
            <a:ext cx="44958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mất;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quý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kho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4" name="Shape 2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Shape 2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6" name="Text 24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b705f06-3ea9-4fba-9d35-f459da4b94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4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ĐO</a:t>
            </a:r>
            <a:r>
              <a:rPr lang="en-US" sz="1950" spc="222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GÌ:</a:t>
            </a:r>
            <a:r>
              <a:rPr lang="en-US" sz="1950" spc="225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LỆNH</a:t>
            </a:r>
            <a:r>
              <a:rPr lang="en-US" sz="1950" spc="213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INFO</a:t>
            </a:r>
            <a:r>
              <a:rPr lang="en-US" sz="1950" spc="217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1950" spc="224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REDIS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8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3048000"/>
          </a:xfrm>
          <a:prstGeom prst="roundRect">
            <a:avLst>
              <a:gd name="adj" fmla="val 7500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861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TỶ</a:t>
            </a:r>
            <a:r>
              <a:rPr lang="en-US" sz="21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10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6195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9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keyspace_hits, keyspace_misses</a:t>
            </a:r>
            <a:endParaRPr lang="en-US" sz="3809" dirty="0"/>
          </a:p>
        </p:txBody>
      </p:sp>
      <p:sp>
        <p:nvSpPr>
          <p:cNvPr id="7" name="Text 5"/>
          <p:cNvSpPr/>
          <p:nvPr/>
        </p:nvSpPr>
        <p:spPr>
          <a:xfrm>
            <a:off x="1295400" y="44767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hits chia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hits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misses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2762250"/>
            <a:ext cx="8001000" cy="3048000"/>
          </a:xfrm>
          <a:prstGeom prst="roundRect">
            <a:avLst>
              <a:gd name="adj" fmla="val 7500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53600" y="30861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b="1" dirty="0" spc="-7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1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753600" y="36195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evicted_keys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9753600" y="44767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6096000"/>
            <a:ext cx="8001000" cy="2952750"/>
          </a:xfrm>
          <a:prstGeom prst="roundRect">
            <a:avLst>
              <a:gd name="adj" fmla="val 7742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4198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95400" y="6953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3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295400" y="7810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72600" y="6096000"/>
            <a:ext cx="8001000" cy="2952750"/>
          </a:xfrm>
          <a:prstGeom prst="roundRect">
            <a:avLst>
              <a:gd name="adj" fmla="val 7742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753600" y="64198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753600" y="6953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Lệnh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chối</a:t>
            </a:r>
            <a:endParaRPr lang="en-US" sz="3900" dirty="0"/>
          </a:p>
        </p:txBody>
      </p:sp>
      <p:sp>
        <p:nvSpPr>
          <p:cNvPr id="19" name="Text 17"/>
          <p:cNvSpPr/>
          <p:nvPr/>
        </p:nvSpPr>
        <p:spPr>
          <a:xfrm>
            <a:off x="9753600" y="7810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9" name="Text 27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5bc956ab-095c-40d2-883f-208a6181307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HẠN</a:t>
            </a:r>
            <a:r>
              <a:rPr lang="en-US" sz="1950" spc="231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SỐNG</a:t>
            </a:r>
            <a:r>
              <a:rPr lang="en-US" sz="1950" spc="172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4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KHỞI ĐỘNG</a:t>
            </a:r>
            <a:r>
              <a:rPr lang="en-US" sz="1950" spc="225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NGUỘI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dễ</a:t>
            </a:r>
            <a:r>
              <a:rPr lang="en-US" sz="78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trượt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6096000"/>
          </a:xfrm>
          <a:prstGeom prst="roundRect">
            <a:avLst>
              <a:gd name="adj" fmla="val 375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762250"/>
            <a:ext cx="80010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2194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Hạn</a:t>
            </a:r>
            <a:r>
              <a:rPr lang="en-US" sz="51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sống</a:t>
            </a:r>
            <a:r>
              <a:rPr lang="en-US" sz="5100" dirty="0" spc="-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(TTL)</a:t>
            </a:r>
            <a:endParaRPr lang="en-US" sz="5100" dirty="0"/>
          </a:p>
        </p:txBody>
      </p:sp>
      <p:sp>
        <p:nvSpPr>
          <p:cNvPr id="7" name="Text richtext-1792371191458-324357107"/>
          <p:cNvSpPr/>
          <p:nvPr/>
        </p:nvSpPr>
        <p:spPr>
          <a:xfrm>
            <a:off x="1295400" y="4476750"/>
            <a:ext cx="7239000" cy="4191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marL="381000" indent="-272202">
              <a:lnSpc>
                <a:spcPts val="3900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ngắn: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kịp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lại</a:t>
            </a:r>
            <a:endParaRPr lang="en-US" sz="3000" dirty="0"/>
          </a:p>
          <a:p>
            <a:pPr algn="l" marL="381000" indent="-272202">
              <a:lnSpc>
                <a:spcPts val="3900"/>
              </a:lnSpc>
              <a:buSzPct val="100000"/>
              <a:buFont typeface="Arial"/>
              <a:buChar char="•"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dài: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 lâu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372600" y="2762250"/>
            <a:ext cx="8001000" cy="6096000"/>
          </a:xfrm>
          <a:prstGeom prst="roundRect">
            <a:avLst>
              <a:gd name="adj" fmla="val 3750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2762250"/>
            <a:ext cx="80010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32194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2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Khởi</a:t>
            </a:r>
            <a:r>
              <a:rPr lang="en-US" sz="510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51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nguội</a:t>
            </a:r>
            <a:endParaRPr lang="en-US" sz="5100" dirty="0"/>
          </a:p>
        </p:txBody>
      </p:sp>
      <p:sp>
        <p:nvSpPr>
          <p:cNvPr id="11" name="Text richtext-1792371191481-470445532"/>
          <p:cNvSpPr/>
          <p:nvPr/>
        </p:nvSpPr>
        <p:spPr>
          <a:xfrm>
            <a:off x="9753600" y="4476750"/>
            <a:ext cx="7239000" cy="4191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marL="381000" indent="-272202">
              <a:lnSpc>
                <a:spcPts val="3900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30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30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trượt,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3000" dirty="0"/>
          </a:p>
          <a:p>
            <a:pPr algn="l" marL="381000" indent="-272202">
              <a:lnSpc>
                <a:spcPts val="3900"/>
              </a:lnSpc>
              <a:buSzPct val="100000"/>
              <a:buFont typeface="Arial"/>
              <a:buChar char="•"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Nạp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(seed)</a:t>
            </a:r>
            <a:r>
              <a:rPr lang="en-US" sz="300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3000" dirty="0" spc="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Text 19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97be5c57-60cc-4896-b488-6676629fed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GIỚI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1950" spc="20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7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trúng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 của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r>
              <a:rPr lang="en-US" sz="7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908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9000" dirty="0"/>
          </a:p>
        </p:txBody>
      </p:sp>
      <p:sp>
        <p:nvSpPr>
          <p:cNvPr id="6" name="Text 4"/>
          <p:cNvSpPr/>
          <p:nvPr/>
        </p:nvSpPr>
        <p:spPr>
          <a:xfrm>
            <a:off x="2857500" y="28575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13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Tỷ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</a:t>
            </a:r>
            <a:r>
              <a:rPr lang="en-US" sz="34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trúng</a:t>
            </a:r>
            <a:r>
              <a:rPr lang="en-US" sz="34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phụ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thuộc</a:t>
            </a:r>
            <a:r>
              <a:rPr lang="en-US" sz="34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kiểu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</a:t>
            </a:r>
            <a:r>
              <a:rPr lang="en-US" sz="34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cập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34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34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thống</a:t>
            </a:r>
            <a:r>
              <a:rPr lang="en-US" sz="34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bạn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14400" y="49530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18160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9000" dirty="0"/>
          </a:p>
        </p:txBody>
      </p:sp>
      <p:sp>
        <p:nvSpPr>
          <p:cNvPr id="9" name="Text 7"/>
          <p:cNvSpPr/>
          <p:nvPr/>
        </p:nvSpPr>
        <p:spPr>
          <a:xfrm>
            <a:off x="2857500" y="504825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Đo</a:t>
            </a:r>
            <a:r>
              <a:rPr lang="en-US" sz="34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3450" dirty="0" spc="4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34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r>
              <a:rPr lang="en-US" sz="34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thật</a:t>
            </a:r>
            <a:r>
              <a:rPr lang="en-US" sz="34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34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4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</a:t>
            </a:r>
            <a:r>
              <a:rPr lang="en-US" sz="34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thước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914400" y="71437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3723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9000" dirty="0"/>
          </a:p>
        </p:txBody>
      </p:sp>
      <p:sp>
        <p:nvSpPr>
          <p:cNvPr id="12" name="Text 10"/>
          <p:cNvSpPr/>
          <p:nvPr/>
        </p:nvSpPr>
        <p:spPr>
          <a:xfrm>
            <a:off x="2857500" y="72390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Thêm</a:t>
            </a:r>
            <a:r>
              <a:rPr lang="en-US" sz="34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nơi</a:t>
            </a:r>
            <a:r>
              <a:rPr lang="en-US" sz="34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34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34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34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cũ,</a:t>
            </a:r>
            <a:r>
              <a:rPr lang="en-US" sz="34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4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34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thống</a:t>
            </a:r>
            <a:r>
              <a:rPr lang="en-US" sz="34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nữa</a:t>
            </a:r>
            <a:endParaRPr lang="en-US" sz="34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d66fca51-af0f-49d0-89fb-628e4c05902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NHÌN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1950" spc="1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Trúng</a:t>
            </a:r>
            <a:r>
              <a:rPr lang="en-US" sz="78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70%,</a:t>
            </a:r>
            <a:r>
              <a:rPr lang="en-US" sz="78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gấp</a:t>
            </a:r>
            <a:r>
              <a:rPr lang="en-US" sz="78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đôi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78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nhớ?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7048500" cy="38100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t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-15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70%</a:t>
            </a:r>
            <a:endParaRPr lang="en-US" sz="22500" dirty="0"/>
          </a:p>
        </p:txBody>
      </p:sp>
      <p:sp>
        <p:nvSpPr>
          <p:cNvPr id="5" name="Text 3"/>
          <p:cNvSpPr/>
          <p:nvPr/>
        </p:nvSpPr>
        <p:spPr>
          <a:xfrm>
            <a:off x="914400" y="59055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-1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Tỷ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8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tại;</a:t>
            </a:r>
            <a:r>
              <a:rPr lang="en-US" sz="28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r>
              <a:rPr lang="en-US" sz="28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nghị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gấp</a:t>
            </a:r>
            <a:r>
              <a:rPr lang="en-US" sz="28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đôi</a:t>
            </a:r>
            <a:r>
              <a:rPr lang="en-US" sz="28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8572500" y="2762250"/>
            <a:ext cx="8801100" cy="1524000"/>
          </a:xfrm>
          <a:prstGeom prst="roundRect">
            <a:avLst>
              <a:gd name="adj" fmla="val 15000"/>
            </a:avLst>
          </a:prstGeom>
          <a:solidFill>
            <a:srgbClr val="F3EEE3"/>
          </a:solidFill>
          <a:ln/>
        </p:spPr>
      </p:sp>
      <p:sp>
        <p:nvSpPr>
          <p:cNvPr id="7" name="Text 5"/>
          <p:cNvSpPr/>
          <p:nvPr/>
        </p:nvSpPr>
        <p:spPr>
          <a:xfrm>
            <a:off x="8915400" y="2819400"/>
            <a:ext cx="8115300" cy="14097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ctr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Xem</a:t>
            </a:r>
            <a:r>
              <a:rPr lang="en-US" sz="36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36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36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36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6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INFO</a:t>
            </a:r>
            <a:r>
              <a:rPr lang="en-US" sz="36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36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572500" y="4572000"/>
            <a:ext cx="8801100" cy="4476750"/>
          </a:xfrm>
          <a:prstGeom prst="roundRect">
            <a:avLst>
              <a:gd name="adj" fmla="val 5106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8572500" y="4572000"/>
            <a:ext cx="8801100" cy="9525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8953500" y="4914900"/>
            <a:ext cx="8039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6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Xem</a:t>
            </a:r>
            <a:r>
              <a:rPr lang="en-US" sz="36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 sách</a:t>
            </a:r>
            <a:r>
              <a:rPr lang="en-US" sz="3600" dirty="0" spc="-3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3600" dirty="0"/>
          </a:p>
        </p:txBody>
      </p:sp>
      <p:sp>
        <p:nvSpPr>
          <p:cNvPr id="11" name="Text richtext-1792371195441-842450428"/>
          <p:cNvSpPr/>
          <p:nvPr/>
        </p:nvSpPr>
        <p:spPr>
          <a:xfrm>
            <a:off x="8953500" y="5810250"/>
            <a:ext cx="8039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maxmemory-policy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7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noeviction,</a:t>
            </a:r>
            <a:r>
              <a:rPr lang="en-US" sz="27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volatile:</a:t>
            </a:r>
            <a:r>
              <a:rPr lang="en-US" sz="270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evicted_keys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</a:t>
            </a:r>
            <a:r>
              <a:rPr lang="en-US" sz="27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 bị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70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evicted_keys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 thì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Text 19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1989f47c-3454-470d-9846-ba4e27c625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XEM</a:t>
            </a:r>
            <a:r>
              <a:rPr lang="en-US" sz="1950" spc="21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SÂU</a:t>
            </a: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HƠN: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 REDIS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72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nhớ,</a:t>
            </a:r>
            <a:r>
              <a:rPr lang="en-US" sz="72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trúng</a:t>
            </a:r>
            <a:r>
              <a:rPr lang="en-US" sz="7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86296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0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MB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 thêm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6" name="Shape 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7" name="Shape 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8" name="Shape 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9" name="Shape 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1" name="Shape 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1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667000"/>
          <a:ext cx="13716000" cy="914400"/>
        </p:xfrm>
        <a:graphic>
          <a:graphicData uri="http://schemas.openxmlformats.org/drawingml/2006/table">
            <a:tbl>
              <a:tblPr/>
              <a:tblGrid>
                <a:gridCol w="4608576"/>
                <a:gridCol w="5925312"/>
                <a:gridCol w="5925312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Giới</a:t>
                      </a:r>
                      <a:r>
                        <a:rPr lang="en-US" sz="30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hạn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-10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Tỷ</a:t>
                      </a:r>
                      <a:r>
                        <a:rPr lang="en-US" sz="30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lệ trúng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Khóa</a:t>
                      </a:r>
                      <a:r>
                        <a:rPr lang="en-US" sz="3000" b="1" dirty="0" spc="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bị</a:t>
                      </a:r>
                      <a:r>
                        <a:rPr lang="en-US" sz="30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đẩy</a:t>
                      </a:r>
                      <a:r>
                        <a:rPr lang="en-US" sz="3000" b="1" dirty="0" spc="-2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5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2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MB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63%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21.024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6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4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MB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79%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9.620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0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8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MB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88%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549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3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16</a:t>
                      </a:r>
                      <a:r>
                        <a:rPr lang="en-US" sz="3000" dirty="0" spc="1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MB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2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88%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5ac72f4e-78fc-4b4c-937e-a4ff5e1f44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TỪ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r>
              <a:rPr lang="en-US" sz="1950" spc="13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1950" spc="17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78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MB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2382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MegaByte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82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Megabyte,</a:t>
            </a:r>
            <a:r>
              <a:rPr lang="en-US" sz="2400" dirty="0" spc="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đơn</a:t>
            </a:r>
            <a:r>
              <a:rPr lang="en-US" sz="240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vị</a:t>
            </a:r>
            <a:r>
              <a:rPr lang="en-US" sz="24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dung</a:t>
            </a:r>
            <a:r>
              <a:rPr lang="en-US" sz="2400" dirty="0" spc="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4770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008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TTL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68008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Time</a:t>
            </a:r>
            <a:r>
              <a:rPr lang="en-US" sz="1800" dirty="0" spc="-58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</a:t>
            </a:r>
            <a:r>
              <a:rPr lang="en-US" sz="1800" dirty="0" spc="-10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Live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008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Thời</a:t>
            </a:r>
            <a:r>
              <a:rPr lang="en-US" sz="240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gian</a:t>
            </a:r>
            <a:r>
              <a:rPr lang="en-US" sz="240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sống</a:t>
            </a:r>
            <a:r>
              <a:rPr lang="en-US" sz="24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20396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634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OOM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123634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2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Out</a:t>
            </a:r>
            <a:r>
              <a:rPr lang="en-US" sz="1800" dirty="0" spc="0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Of</a:t>
            </a:r>
            <a:r>
              <a:rPr lang="en-US" sz="1800" dirty="0" spc="-1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Memory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634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Hết</a:t>
            </a:r>
            <a:r>
              <a:rPr lang="en-US" sz="24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4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5429250"/>
            <a:ext cx="16459200" cy="3619500"/>
          </a:xfrm>
          <a:prstGeom prst="roundRect">
            <a:avLst>
              <a:gd name="adj" fmla="val 5263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565785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NGUỒN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658600" y="56578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950" dirty="0"/>
          </a:p>
        </p:txBody>
      </p:sp>
      <p:sp>
        <p:nvSpPr>
          <p:cNvPr id="19" name="Text richtext-1792371218327-690177432"/>
          <p:cNvSpPr/>
          <p:nvPr/>
        </p:nvSpPr>
        <p:spPr>
          <a:xfrm>
            <a:off x="1295400" y="6153150"/>
            <a:ext cx="15697200" cy="2762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Redis: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eviction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Text 27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1700078-f3c4-4066-8cdd-3d888d05e0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2026-10-19T13:42:17Z</dcterms:created>
  <dcterms:modified xsi:type="dcterms:W3CDTF">2026-10-19T13:42:17Z</dcterms:modified>
</cp:coreProperties>
</file>