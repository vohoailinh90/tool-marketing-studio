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9908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381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 lệnh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0" y="1905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0" y="3429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0" y="4953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430000" y="6477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550" dirty="0"/>
          </a:p>
        </p:txBody>
      </p:sp>
      <p:sp>
        <p:nvSpPr>
          <p:cNvPr id="10" name="Connector line-1792369474313-15236679"/>
          <p:cNvSpPr/>
          <p:nvPr/>
        </p:nvSpPr>
        <p:spPr>
          <a:xfrm>
            <a:off x="14097000" y="2952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Connector line-1792369474313-362180086"/>
          <p:cNvSpPr/>
          <p:nvPr/>
        </p:nvSpPr>
        <p:spPr>
          <a:xfrm>
            <a:off x="14097000" y="4476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Connector line-1792369474314-938065372"/>
          <p:cNvSpPr/>
          <p:nvPr/>
        </p:nvSpPr>
        <p:spPr>
          <a:xfrm>
            <a:off x="14097000" y="6000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status,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add,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commit, push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3178c457-7acf-4661-9999-522750379e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 THEO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861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385762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r>
              <a:rPr lang="en-US" sz="22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r>
              <a:rPr lang="en-US" sz="22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250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--staged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9056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333500" y="747712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250" dirty="0" spc="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250" dirty="0"/>
          </a:p>
        </p:txBody>
      </p:sp>
      <p:sp>
        <p:nvSpPr>
          <p:cNvPr id="13" name="Connector line-1792369505392-616381556"/>
          <p:cNvSpPr/>
          <p:nvPr/>
        </p:nvSpPr>
        <p:spPr>
          <a:xfrm>
            <a:off x="12096750" y="3810000"/>
            <a:ext cx="0" cy="17145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247775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250" dirty="0"/>
          </a:p>
        </p:txBody>
      </p:sp>
      <p:sp>
        <p:nvSpPr>
          <p:cNvPr id="15" name="Connector line-1792369505395-861541728"/>
          <p:cNvSpPr/>
          <p:nvPr/>
        </p:nvSpPr>
        <p:spPr>
          <a:xfrm>
            <a:off x="12096750" y="5619750"/>
            <a:ext cx="0" cy="17145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77750" y="6191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 commit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477750" y="2857500"/>
            <a:ext cx="4895850" cy="1238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77750" y="7524750"/>
            <a:ext cx="48958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 lệnh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1950" dirty="0"/>
          </a:p>
        </p:txBody>
      </p:sp>
      <p:sp>
        <p:nvSpPr>
          <p:cNvPr id="19" name="Connector line-1792369505407-8506319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ead20c09-4648-464c-97cb-05dec1d277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lưu,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2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14375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stage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7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--staged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99210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 vào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2700" dirty="0"/>
          </a:p>
        </p:txBody>
      </p:sp>
      <p:sp>
        <p:nvSpPr>
          <p:cNvPr id="13" name="Connector line-1792369522057-662954902"/>
          <p:cNvSpPr/>
          <p:nvPr/>
        </p:nvSpPr>
        <p:spPr>
          <a:xfrm>
            <a:off x="5810250" y="50482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522057-440052830"/>
          <p:cNvSpPr/>
          <p:nvPr/>
        </p:nvSpPr>
        <p:spPr>
          <a:xfrm>
            <a:off x="11658600" y="50482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239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chọn lệnh.</a:t>
            </a:r>
            <a:endParaRPr lang="en-US" sz="2550" dirty="0"/>
          </a:p>
        </p:txBody>
      </p:sp>
      <p:sp>
        <p:nvSpPr>
          <p:cNvPr id="16" name="Connector line-1792369522060-1279960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a8b6149-96c6-4a79-a2b9-c403411bfa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file</a:t>
            </a:r>
            <a:endParaRPr lang="en-US" sz="6900" dirty="0"/>
          </a:p>
        </p:txBody>
      </p:sp>
      <p:sp>
        <p:nvSpPr>
          <p:cNvPr id="4" name="Connector line-1792369535350-545863849"/>
          <p:cNvSpPr/>
          <p:nvPr/>
        </p:nvSpPr>
        <p:spPr>
          <a:xfrm>
            <a:off x="1905000" y="5334000"/>
            <a:ext cx="14478000" cy="0"/>
          </a:xfrm>
          <a:prstGeom prst="line">
            <a:avLst/>
          </a:prstGeom>
          <a:noFill/>
          <a:ln w="571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228850" y="5086350"/>
            <a:ext cx="495300" cy="4953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9A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103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Shape 5"/>
          <p:cNvSpPr/>
          <p:nvPr/>
        </p:nvSpPr>
        <p:spPr>
          <a:xfrm>
            <a:off x="10991850" y="5086350"/>
            <a:ext cx="495300" cy="4953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3733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app.py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4775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191125" y="5905500"/>
            <a:ext cx="333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5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app.py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191125" y="6477000"/>
            <a:ext cx="333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10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525000" y="6477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54125" y="5905500"/>
            <a:ext cx="333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954125" y="6477000"/>
            <a:ext cx="333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100" dirty="0"/>
          </a:p>
        </p:txBody>
      </p:sp>
      <p:sp>
        <p:nvSpPr>
          <p:cNvPr id="17" name="Connector line-1792369535366-43843043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2590dfe-66c3-4019-8070-e6aa463674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2476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 commit lấy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 dung</a:t>
            </a:r>
            <a:r>
              <a:rPr lang="en-US" sz="84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4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index.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commit là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7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524000" y="6286500"/>
            <a:ext cx="10477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fix-title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endParaRPr lang="en-US" sz="2250" dirty="0"/>
          </a:p>
        </p:txBody>
      </p:sp>
      <p:sp>
        <p:nvSpPr>
          <p:cNvPr id="7" name="Connector line-1792369552215-68977649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928fa26-97d3-4bf9-9ef4-9258f6ba9c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72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remote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4800" dirty="0" spc="-2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fetch</a:t>
            </a:r>
            <a:endParaRPr lang="en-US" sz="4800" dirty="0"/>
          </a:p>
        </p:txBody>
      </p:sp>
      <p:sp>
        <p:nvSpPr>
          <p:cNvPr id="7" name="Text richtext-1792369570295-876313195"/>
          <p:cNvSpPr/>
          <p:nvPr/>
        </p:nvSpPr>
        <p:spPr>
          <a:xfrm>
            <a:off x="13906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48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push</a:t>
            </a:r>
            <a:endParaRPr lang="en-US" sz="4800" dirty="0"/>
          </a:p>
        </p:txBody>
      </p:sp>
      <p:sp>
        <p:nvSpPr>
          <p:cNvPr id="11" name="Text richtext-1792369570321-360087956"/>
          <p:cNvSpPr/>
          <p:nvPr/>
        </p:nvSpPr>
        <p:spPr>
          <a:xfrm>
            <a:off x="98488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2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4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70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2" name="Connector line-1792369570327-68761358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e3e8fe3-33eb-4d46-ad2a-a5b4f5fa64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7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restore</a:t>
                      </a:r>
                      <a:r>
                        <a:rPr lang="en-US" sz="25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--staged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app.py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Bỏ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chọn,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5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file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restore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app.py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 thể</a:t>
                      </a:r>
                      <a:r>
                        <a:rPr lang="en-US" sz="25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bỏ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stage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2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revert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Tạo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commit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đảo</a:t>
                      </a:r>
                      <a:r>
                        <a:rPr lang="en-US" sz="25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5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revert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file.</a:t>
            </a:r>
            <a:endParaRPr lang="en-US" sz="2550" dirty="0"/>
          </a:p>
        </p:txBody>
      </p:sp>
      <p:sp>
        <p:nvSpPr>
          <p:cNvPr id="6" name="Connector line-1792369580903-55634707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0934dfe-0c20-4fbb-a4cc-aced514c1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30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 commit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3581400"/>
          </a:xfrm>
          <a:prstGeom prst="roundRect">
            <a:avLst>
              <a:gd name="adj" fmla="val 744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572750" y="3905250"/>
            <a:ext cx="6324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5400" dirty="0"/>
          </a:p>
        </p:txBody>
      </p:sp>
      <p:sp>
        <p:nvSpPr>
          <p:cNvPr id="13" name="Text richtext-1792369604111-415254655"/>
          <p:cNvSpPr/>
          <p:nvPr/>
        </p:nvSpPr>
        <p:spPr>
          <a:xfrm>
            <a:off x="10572750" y="4857750"/>
            <a:ext cx="63246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 git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4" name="Connector line-1792369604119-1489025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12578b0-a2c5-4e0f-9f88-853be78766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File</a:t>
            </a:r>
            <a:r>
              <a:rPr lang="en-US" sz="4200" dirty="0" spc="-2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9342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.gitignore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5730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dõi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2700" dirty="0"/>
          </a:p>
        </p:txBody>
      </p:sp>
      <p:sp>
        <p:nvSpPr>
          <p:cNvPr id="13" name="Connector line-1792369615451-26883406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14c826-b34f-4a4e-8823-8b599a6084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cho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857750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stage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bằng git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6429375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69628616-17431947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Git: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restore</a:t>
            </a:r>
            <a:endParaRPr lang="en-US" sz="2250" dirty="0"/>
          </a:p>
        </p:txBody>
      </p:sp>
      <p:sp>
        <p:nvSpPr>
          <p:cNvPr id="10" name="Connector line-1792369628625-24819497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1a207a0-d243-470b-8b1f-d4e726c6d1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2026-10-19T00:27:34Z</dcterms:created>
  <dcterms:modified xsi:type="dcterms:W3CDTF">2026-10-19T00:27:34Z</dcterms:modified>
</cp:coreProperties>
</file>