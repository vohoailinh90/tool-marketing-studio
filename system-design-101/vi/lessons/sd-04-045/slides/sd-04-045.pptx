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2505075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1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1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1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Kafka,</a:t>
            </a:r>
            <a:r>
              <a:rPr lang="en-US" sz="31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1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sd-04-045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96600" y="12954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SỰ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96600" y="1809750"/>
            <a:ext cx="6096000" cy="12382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thứ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1620500" y="3390900"/>
            <a:ext cx="38100" cy="190500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1" name="Shape 9"/>
          <p:cNvSpPr/>
          <p:nvPr/>
        </p:nvSpPr>
        <p:spPr>
          <a:xfrm>
            <a:off x="13906500" y="3390900"/>
            <a:ext cx="38100" cy="190500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92500" y="3390900"/>
            <a:ext cx="38100" cy="190500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0" y="5295900"/>
            <a:ext cx="2171700" cy="346710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763250" y="5619750"/>
            <a:ext cx="1619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839700" y="5295900"/>
            <a:ext cx="2171700" cy="346710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3125450" y="5619750"/>
            <a:ext cx="1619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201900" y="5295900"/>
            <a:ext cx="2171700" cy="346710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5487650" y="5619750"/>
            <a:ext cx="1619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63250" y="6191250"/>
            <a:ext cx="1619250" cy="2286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125450" y="6191250"/>
            <a:ext cx="1619250" cy="2286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5487650" y="6191250"/>
            <a:ext cx="1619250" cy="2286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6ac82a6-b4e4-4813-b0ff-16f4cf630b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kể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ctr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 tin,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143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5715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 cạnh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"Use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cases"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95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CDC,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372600" y="4762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5143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53600" y="5715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dung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7536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a913f02-89a6-494a-b5b8-4e9d7e2272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 DANH</a:t>
            </a:r>
            <a:r>
              <a:rPr lang="en-US" sz="1950" b="1" spc="2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21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"USE</a:t>
            </a:r>
            <a:r>
              <a:rPr lang="en-US" sz="180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CASES"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5715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19500" dirty="0"/>
          </a:p>
        </p:txBody>
      </p:sp>
      <p:sp>
        <p:nvSpPr>
          <p:cNvPr id="6" name="Text 4"/>
          <p:cNvSpPr/>
          <p:nvPr/>
        </p:nvSpPr>
        <p:spPr>
          <a:xfrm>
            <a:off x="914400" y="6286500"/>
            <a:ext cx="857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việc,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300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sourcing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0485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tiên: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001250" y="2857500"/>
            <a:ext cx="737235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82250" y="3181350"/>
            <a:ext cx="666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382250" y="375285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382250" y="451485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382250" y="527685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=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001250" y="6705600"/>
            <a:ext cx="737235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382250" y="7029450"/>
            <a:ext cx="666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0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382250" y="7524750"/>
            <a:ext cx="666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CDC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8a67276e-92da-4c99-bd52-ea73d072d0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Khe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5334000" cy="666750"/>
          </a:xfrm>
          <a:prstGeom prst="roundRect">
            <a:avLst>
              <a:gd name="adj" fmla="val 22857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9718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b="1" spc="15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2039600" y="2819400"/>
            <a:ext cx="5334000" cy="666750"/>
          </a:xfrm>
          <a:prstGeom prst="roundRect">
            <a:avLst>
              <a:gd name="adj" fmla="val 22857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325350" y="29718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KHE ĐỌC</a:t>
            </a:r>
            <a:r>
              <a:rPr lang="en-US" sz="1950" b="1" spc="12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(REPLICATION</a:t>
            </a:r>
            <a:r>
              <a:rPr lang="en-US" sz="1950" b="1" spc="12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SLOT)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562350" y="3486150"/>
            <a:ext cx="38100" cy="5276850"/>
          </a:xfrm>
          <a:prstGeom prst="rect">
            <a:avLst/>
          </a:prstGeom>
          <a:solidFill>
            <a:srgbClr val="B9B2A2"/>
          </a:solidFill>
          <a:ln/>
        </p:spPr>
      </p:sp>
      <p:sp>
        <p:nvSpPr>
          <p:cNvPr id="9" name="Shape 7"/>
          <p:cNvSpPr/>
          <p:nvPr/>
        </p:nvSpPr>
        <p:spPr>
          <a:xfrm>
            <a:off x="14687550" y="3486150"/>
            <a:ext cx="38100" cy="5276850"/>
          </a:xfrm>
          <a:prstGeom prst="rect">
            <a:avLst/>
          </a:prstGeom>
          <a:solidFill>
            <a:srgbClr val="B9B2A2"/>
          </a:solidFill>
          <a:ln/>
        </p:spPr>
      </p:sp>
      <p:sp>
        <p:nvSpPr>
          <p:cNvPr id="10" name="Shape 8"/>
          <p:cNvSpPr/>
          <p:nvPr/>
        </p:nvSpPr>
        <p:spPr>
          <a:xfrm>
            <a:off x="3600450" y="4095750"/>
            <a:ext cx="10953750" cy="3810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4382750" y="3867150"/>
            <a:ext cx="38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▶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000500" y="3657600"/>
            <a:ext cx="9525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3600450" y="5048250"/>
            <a:ext cx="10953750" cy="3810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4382750" y="4819650"/>
            <a:ext cx="38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▶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000500" y="4610100"/>
            <a:ext cx="9525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dịch:</a:t>
            </a:r>
            <a:r>
              <a:rPr lang="en-US" sz="22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3600450" y="6000750"/>
            <a:ext cx="10953750" cy="3810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14382750" y="5772150"/>
            <a:ext cx="38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▶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4000500" y="5562600"/>
            <a:ext cx="9525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3733800" y="6953250"/>
            <a:ext cx="10953750" cy="381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3524250" y="6724650"/>
            <a:ext cx="38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◀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4191000" y="6515100"/>
            <a:ext cx="10096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b="1" dirty="0" spc="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(peek):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25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3733800" y="7905750"/>
            <a:ext cx="10953750" cy="381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3524250" y="7677150"/>
            <a:ext cx="38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◀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4191000" y="7467600"/>
            <a:ext cx="10096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250" b="1" dirty="0" spc="2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(get):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2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4000500" y="81915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BEGIN/COMMIT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426c1dc-2d7b-4707-a74e-8db319bfeb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CHƯA ĐỌC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200.000 DÒNG,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2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26</a:t>
            </a:r>
            <a:r>
              <a:rPr lang="en-US" sz="12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MB</a:t>
            </a:r>
            <a:endParaRPr lang="en-US" sz="12000" dirty="0"/>
          </a:p>
        </p:txBody>
      </p:sp>
      <p:sp>
        <p:nvSpPr>
          <p:cNvPr id="7" name="Text 5"/>
          <p:cNvSpPr/>
          <p:nvPr/>
        </p:nvSpPr>
        <p:spPr>
          <a:xfrm>
            <a:off x="1295400" y="5905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2004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810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120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bytes</a:t>
            </a:r>
            <a:endParaRPr lang="en-US" sz="12000" dirty="0"/>
          </a:p>
        </p:txBody>
      </p:sp>
      <p:sp>
        <p:nvSpPr>
          <p:cNvPr id="11" name="Text 9"/>
          <p:cNvSpPr/>
          <p:nvPr/>
        </p:nvSpPr>
        <p:spPr>
          <a:xfrm>
            <a:off x="9753600" y="5905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còn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gì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7143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41045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180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b="1" spc="2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5400" y="78676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Khe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ad80da3-4f4c-4d00-a661-af426d1dc6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khe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Kafka;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"Use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cases"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 thì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Khe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tới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xong: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quên,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test_decoding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mẫu;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fe96650-bb33-421b-b499-d72413e28a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ổ</a:t>
            </a:r>
            <a:r>
              <a:rPr lang="en-US" sz="6900" dirty="0" spc="9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đĩa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000750" y="3619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6858000" y="28194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7239000" y="31051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39000" y="36195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Khe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1944350" y="3619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12801600" y="28194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82600" y="31051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82600" y="3619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Đĩa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5791200"/>
            <a:ext cx="16459200" cy="2971800"/>
          </a:xfrm>
          <a:prstGeom prst="roundRect">
            <a:avLst>
              <a:gd name="adj" fmla="val 8974"/>
            </a:avLst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0960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b="1" spc="1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95400" y="65722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72390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(pg_drop_replication_slot),</a:t>
            </a:r>
            <a:r>
              <a:rPr lang="en-US" sz="25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79057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khe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giữ, đặt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d18a18b-46a3-4392-b84d-55aa108028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 ĐỌC TRẢ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 dịch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wal_level=logical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1238250" y="5334000"/>
            <a:ext cx="15144750" cy="3810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6" name="Shape 4"/>
          <p:cNvSpPr/>
          <p:nvPr/>
        </p:nvSpPr>
        <p:spPr>
          <a:xfrm>
            <a:off x="1181100" y="5238750"/>
            <a:ext cx="228600" cy="228600"/>
          </a:xfrm>
          <a:prstGeom prst="ellipse">
            <a:avLst/>
          </a:prstGeom>
          <a:solidFill>
            <a:srgbClr val="F3EEE3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7975" y="5238750"/>
            <a:ext cx="228600" cy="228600"/>
          </a:xfrm>
          <a:prstGeom prst="ellipse">
            <a:avLst/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14850" y="5238750"/>
            <a:ext cx="228600" cy="228600"/>
          </a:xfrm>
          <a:prstGeom prst="ellipse">
            <a:avLst/>
          </a:prstGeom>
          <a:solidFill>
            <a:srgbClr val="F3EEE3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81725" y="5238750"/>
            <a:ext cx="228600" cy="228600"/>
          </a:xfrm>
          <a:prstGeom prst="ellipse">
            <a:avLst/>
          </a:prstGeom>
          <a:solidFill>
            <a:srgbClr val="F3EEE3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48600" y="5238750"/>
            <a:ext cx="228600" cy="228600"/>
          </a:xfrm>
          <a:prstGeom prst="ellipse">
            <a:avLst/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15475" y="5238750"/>
            <a:ext cx="228600" cy="228600"/>
          </a:xfrm>
          <a:prstGeom prst="ellipse">
            <a:avLst/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82350" y="5238750"/>
            <a:ext cx="228600" cy="228600"/>
          </a:xfrm>
          <a:prstGeom prst="ellipse">
            <a:avLst/>
          </a:prstGeom>
          <a:solidFill>
            <a:srgbClr val="F3EEE3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49225" y="5238750"/>
            <a:ext cx="228600" cy="228600"/>
          </a:xfrm>
          <a:prstGeom prst="ellipse">
            <a:avLst/>
          </a:prstGeom>
          <a:solidFill>
            <a:srgbClr val="F3EEE3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16100" y="5238750"/>
            <a:ext cx="228600" cy="228600"/>
          </a:xfrm>
          <a:prstGeom prst="ellipse">
            <a:avLst/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182975" y="5238750"/>
            <a:ext cx="228600" cy="228600"/>
          </a:xfrm>
          <a:prstGeom prst="ellipse">
            <a:avLst/>
          </a:prstGeom>
          <a:solidFill>
            <a:srgbClr val="F3EEE3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BEGIN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428875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INSERT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428875" y="4381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8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95750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762625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BEGIN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29500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UPDATE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29500" y="4381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8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96375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INSERT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96375" y="4381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763250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430125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BEGIN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097000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DELETE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097000" y="4381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763875" y="4000500"/>
            <a:ext cx="1428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47750" y="5810250"/>
            <a:ext cx="3714750" cy="533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31" name="Text 29"/>
          <p:cNvSpPr/>
          <p:nvPr/>
        </p:nvSpPr>
        <p:spPr>
          <a:xfrm>
            <a:off x="1238250" y="59245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6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5572125" y="5810250"/>
            <a:ext cx="5381625" cy="533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33" name="Text 31"/>
          <p:cNvSpPr/>
          <p:nvPr/>
        </p:nvSpPr>
        <p:spPr>
          <a:xfrm>
            <a:off x="5762625" y="5924550"/>
            <a:ext cx="4953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6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1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2239625" y="5810250"/>
            <a:ext cx="4429125" cy="533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35" name="Text 33"/>
          <p:cNvSpPr/>
          <p:nvPr/>
        </p:nvSpPr>
        <p:spPr>
          <a:xfrm>
            <a:off x="12430125" y="5924550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3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914400" y="6858000"/>
            <a:ext cx="8001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95400" y="71437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b="1" spc="1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95400" y="76200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10;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10,</a:t>
            </a: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550" dirty="0"/>
          </a:p>
        </p:txBody>
      </p:sp>
      <p:sp>
        <p:nvSpPr>
          <p:cNvPr id="39" name="Shape 37"/>
          <p:cNvSpPr/>
          <p:nvPr/>
        </p:nvSpPr>
        <p:spPr>
          <a:xfrm>
            <a:off x="9372600" y="6858000"/>
            <a:ext cx="80010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71437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753600" y="76200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26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MB;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bytes</a:t>
            </a:r>
            <a:endParaRPr lang="en-US" sz="2550" dirty="0"/>
          </a:p>
        </p:txBody>
      </p:sp>
      <p:sp>
        <p:nvSpPr>
          <p:cNvPr id="42" name="Shape 4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2622a664-cb6a-4a93-84c7-46bbe100c6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8140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40055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1970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287655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0000" y="2952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Change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Capture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239500" y="2952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5400" y="36957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10000" y="37719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239500" y="377190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451485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810000" y="45910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239500" y="4591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95400" y="53340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810000" y="54102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239500" y="541020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Megabyte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6286500"/>
            <a:ext cx="5334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5722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0485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477000" y="6286500"/>
            <a:ext cx="5334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65722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70485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cases,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2039600" y="6286500"/>
            <a:ext cx="5334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7" name="Text 25"/>
          <p:cNvSpPr/>
          <p:nvPr/>
        </p:nvSpPr>
        <p:spPr>
          <a:xfrm>
            <a:off x="12420600" y="65722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420600" y="70485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Logical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Decoding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085a8db7-5d05-464b-af20-b6e319570d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2026-10-19T04:26:03Z</dcterms:created>
  <dcterms:modified xsi:type="dcterms:W3CDTF">2026-10-19T04:26:03Z</dcterms:modified>
</cp:coreProperties>
</file>