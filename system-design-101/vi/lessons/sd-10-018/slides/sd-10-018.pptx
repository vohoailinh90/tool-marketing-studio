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8288000" cy="10287000"/>
  <p:notesSz cx="10287000" cy="18288000"/>
  <p:embeddedFontLst>
    <p:embeddedFont>
      <p:font typeface="Be Vietnam Pro"/>
      <p:regular r:id="rId18"/>
      <p:bold r:id="rId16"/>
    </p:embeddedFont>
    <p:embeddedFont>
      <p:font typeface="Bricolage Grotesque ExtraBold"/>
      <p:regular r:id="rId17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openxmlformats.org/officeDocument/2006/relationships/font" Target="fonts/font1.fntdata"/><Relationship Id="rId17" Type="http://schemas.openxmlformats.org/officeDocument/2006/relationships/font" Target="fonts/font2.fntdata"/><Relationship Id="rId18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8572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950" b="1" spc="22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95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950" b="1" spc="22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950" b="1" spc="22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18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428750"/>
            <a:ext cx="8953500" cy="3810000"/>
          </a:xfrm>
          <a:prstGeom prst="rect">
            <a:avLst/>
          </a:prstGeom>
          <a:noFill/>
          <a:ln/>
        </p:spPr>
        <p:txBody>
          <a:bodyPr wrap="square" lIns="0" tIns="51435" rIns="0" bIns="-51435" rtlCol="0" anchor="t"/>
          <a:lstStyle/>
          <a:p>
            <a:pPr algn="l" indent="0" marL="0">
              <a:lnSpc>
                <a:spcPts val="8910"/>
              </a:lnSpc>
              <a:buNone/>
            </a:pP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Sáu</a:t>
            </a:r>
            <a:r>
              <a:rPr lang="en-US" sz="8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thuật</a:t>
            </a:r>
            <a:r>
              <a:rPr lang="en-US" sz="8100" dirty="0" spc="-3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toán</a:t>
            </a:r>
            <a:endParaRPr lang="en-US" sz="8100" dirty="0"/>
          </a:p>
          <a:p>
            <a:pPr algn="l" indent="0" marL="0">
              <a:lnSpc>
                <a:spcPts val="8910"/>
              </a:lnSpc>
              <a:buNone/>
            </a:pPr>
            <a:r>
              <a:rPr lang="en-US" sz="8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cân</a:t>
            </a:r>
            <a:r>
              <a:rPr lang="en-US" sz="81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bằng</a:t>
            </a:r>
            <a:r>
              <a:rPr lang="en-US" sz="8100" dirty="0" spc="-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tải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4286250"/>
            <a:ext cx="8572500" cy="1143000"/>
          </a:xfrm>
          <a:prstGeom prst="rect">
            <a:avLst/>
          </a:prstGeom>
          <a:noFill/>
          <a:ln/>
        </p:spPr>
        <p:txBody>
          <a:bodyPr wrap="square" lIns="0" tIns="6667" rIns="0" bIns="-6667" rtlCol="0" anchor="t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000" dirty="0" spc="-10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Yêu</a:t>
            </a:r>
            <a:r>
              <a:rPr lang="en-US" sz="30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r>
              <a:rPr lang="en-US" sz="3000" dirty="0" spc="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</a:t>
            </a:r>
            <a:r>
              <a:rPr lang="en-US" sz="30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nên</a:t>
            </a:r>
            <a:r>
              <a:rPr lang="en-US" sz="3000" dirty="0" spc="-1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300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3000" dirty="0" spc="-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r>
              <a:rPr lang="en-US" sz="30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30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300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30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vụ?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914400" y="6096000"/>
            <a:ext cx="2038350" cy="1905000"/>
          </a:xfrm>
          <a:prstGeom prst="roundRect">
            <a:avLst>
              <a:gd name="adj" fmla="val 12000"/>
            </a:avLst>
          </a:prstGeom>
          <a:solidFill>
            <a:srgbClr val="1E212B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7391400"/>
            <a:ext cx="20383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50" dirty="0" spc="-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thuật toán</a:t>
            </a:r>
            <a:endParaRPr lang="en-US" sz="1950" dirty="0"/>
          </a:p>
        </p:txBody>
      </p:sp>
      <p:sp>
        <p:nvSpPr>
          <p:cNvPr id="7" name="Shape 5"/>
          <p:cNvSpPr/>
          <p:nvPr/>
        </p:nvSpPr>
        <p:spPr>
          <a:xfrm>
            <a:off x="3105150" y="6096000"/>
            <a:ext cx="2038350" cy="1905000"/>
          </a:xfrm>
          <a:prstGeom prst="roundRect">
            <a:avLst>
              <a:gd name="adj" fmla="val 12000"/>
            </a:avLst>
          </a:prstGeom>
          <a:solidFill>
            <a:srgbClr val="1E212B"/>
          </a:solidFill>
          <a:ln/>
        </p:spPr>
      </p:sp>
      <p:sp>
        <p:nvSpPr>
          <p:cNvPr id="8" name="Text 6"/>
          <p:cNvSpPr/>
          <p:nvPr/>
        </p:nvSpPr>
        <p:spPr>
          <a:xfrm>
            <a:off x="3105150" y="7391400"/>
            <a:ext cx="20383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</a:t>
            </a:r>
            <a:r>
              <a:rPr lang="en-US" sz="19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tĩnh</a:t>
            </a:r>
            <a:endParaRPr lang="en-US" sz="1950" dirty="0"/>
          </a:p>
        </p:txBody>
      </p:sp>
      <p:sp>
        <p:nvSpPr>
          <p:cNvPr id="9" name="Shape 7"/>
          <p:cNvSpPr/>
          <p:nvPr/>
        </p:nvSpPr>
        <p:spPr>
          <a:xfrm>
            <a:off x="5295900" y="6096000"/>
            <a:ext cx="2038350" cy="1905000"/>
          </a:xfrm>
          <a:prstGeom prst="roundRect">
            <a:avLst>
              <a:gd name="adj" fmla="val 12000"/>
            </a:avLst>
          </a:prstGeom>
          <a:solidFill>
            <a:srgbClr val="1E212B"/>
          </a:solidFill>
          <a:ln/>
        </p:spPr>
      </p:sp>
      <p:sp>
        <p:nvSpPr>
          <p:cNvPr id="10" name="Text 8"/>
          <p:cNvSpPr/>
          <p:nvPr/>
        </p:nvSpPr>
        <p:spPr>
          <a:xfrm>
            <a:off x="5295900" y="7391400"/>
            <a:ext cx="20383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</a:t>
            </a:r>
            <a:r>
              <a:rPr lang="en-US" sz="1950" dirty="0" spc="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endParaRPr lang="en-US" sz="1950" dirty="0"/>
          </a:p>
        </p:txBody>
      </p:sp>
      <p:sp>
        <p:nvSpPr>
          <p:cNvPr id="11" name="Shape 9"/>
          <p:cNvSpPr/>
          <p:nvPr/>
        </p:nvSpPr>
        <p:spPr>
          <a:xfrm>
            <a:off x="7486650" y="6096000"/>
            <a:ext cx="2038350" cy="1905000"/>
          </a:xfrm>
          <a:prstGeom prst="roundRect">
            <a:avLst>
              <a:gd name="adj" fmla="val 12000"/>
            </a:avLst>
          </a:prstGeom>
          <a:solidFill>
            <a:srgbClr val="1E212B"/>
          </a:solidFill>
          <a:ln/>
        </p:spPr>
      </p:sp>
      <p:sp>
        <p:nvSpPr>
          <p:cNvPr id="12" name="Text 10"/>
          <p:cNvSpPr/>
          <p:nvPr/>
        </p:nvSpPr>
        <p:spPr>
          <a:xfrm>
            <a:off x="7486650" y="6324600"/>
            <a:ext cx="203835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500" dirty="0" spc="-3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5·1·1</a:t>
            </a:r>
            <a:endParaRPr lang="en-US" sz="4500" dirty="0"/>
          </a:p>
        </p:txBody>
      </p:sp>
      <p:sp>
        <p:nvSpPr>
          <p:cNvPr id="13" name="Shape 11"/>
          <p:cNvSpPr/>
          <p:nvPr/>
        </p:nvSpPr>
        <p:spPr>
          <a:xfrm>
            <a:off x="10287000" y="914400"/>
            <a:ext cx="7086600" cy="2381250"/>
          </a:xfrm>
          <a:prstGeom prst="roundRect">
            <a:avLst>
              <a:gd name="adj" fmla="val 11200"/>
            </a:avLst>
          </a:prstGeom>
          <a:solidFill>
            <a:srgbClr val="1E212B"/>
          </a:solidFill>
          <a:ln/>
        </p:spPr>
      </p:sp>
      <p:sp>
        <p:nvSpPr>
          <p:cNvPr id="14" name="Shape 12"/>
          <p:cNvSpPr/>
          <p:nvPr/>
        </p:nvSpPr>
        <p:spPr>
          <a:xfrm>
            <a:off x="10287000" y="914400"/>
            <a:ext cx="152400" cy="238125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</p:sp>
      <p:sp>
        <p:nvSpPr>
          <p:cNvPr id="15" name="Text 13"/>
          <p:cNvSpPr/>
          <p:nvPr/>
        </p:nvSpPr>
        <p:spPr>
          <a:xfrm>
            <a:off x="10744200" y="1238250"/>
            <a:ext cx="63817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8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THUẬT</a:t>
            </a:r>
            <a:r>
              <a:rPr lang="en-US" sz="1800" b="1" spc="193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1800" b="1" spc="225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TĨNH</a:t>
            </a:r>
            <a:r>
              <a:rPr lang="en-US" sz="1800" b="1" spc="226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23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0744200" y="1733550"/>
            <a:ext cx="6381750" cy="133350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2700" dirty="0" spc="-2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Round</a:t>
            </a:r>
            <a:r>
              <a:rPr lang="en-US" sz="2700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robin,</a:t>
            </a:r>
            <a:r>
              <a:rPr lang="en-US" sz="270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sticky</a:t>
            </a:r>
            <a:r>
              <a:rPr lang="en-US" sz="2700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round-robin,</a:t>
            </a:r>
            <a:r>
              <a:rPr lang="en-US" sz="2700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weighted</a:t>
            </a:r>
            <a:r>
              <a:rPr lang="en-US" sz="2700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round-robin,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hash</a:t>
            </a:r>
            <a:endParaRPr lang="en-US" sz="2700" dirty="0"/>
          </a:p>
        </p:txBody>
      </p:sp>
      <p:sp>
        <p:nvSpPr>
          <p:cNvPr id="17" name="Shape 15"/>
          <p:cNvSpPr/>
          <p:nvPr/>
        </p:nvSpPr>
        <p:spPr>
          <a:xfrm>
            <a:off x="10287000" y="3524250"/>
            <a:ext cx="7086600" cy="2381250"/>
          </a:xfrm>
          <a:prstGeom prst="roundRect">
            <a:avLst>
              <a:gd name="adj" fmla="val 11200"/>
            </a:avLst>
          </a:prstGeom>
          <a:solidFill>
            <a:srgbClr val="1E212B"/>
          </a:solidFill>
          <a:ln/>
        </p:spPr>
      </p:sp>
      <p:sp>
        <p:nvSpPr>
          <p:cNvPr id="18" name="Shape 16"/>
          <p:cNvSpPr/>
          <p:nvPr/>
        </p:nvSpPr>
        <p:spPr>
          <a:xfrm>
            <a:off x="10287000" y="3524250"/>
            <a:ext cx="152400" cy="238125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</p:sp>
      <p:sp>
        <p:nvSpPr>
          <p:cNvPr id="19" name="Text 17"/>
          <p:cNvSpPr/>
          <p:nvPr/>
        </p:nvSpPr>
        <p:spPr>
          <a:xfrm>
            <a:off x="10744200" y="3848100"/>
            <a:ext cx="63817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80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THUẬT</a:t>
            </a:r>
            <a:r>
              <a:rPr lang="en-US" sz="1800" b="1" spc="193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1800" b="1" spc="225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r>
              <a:rPr lang="en-US" sz="1800" b="1" spc="224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2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0744200" y="4343400"/>
            <a:ext cx="6381750" cy="133350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2700" dirty="0" spc="-3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Least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connections,</a:t>
            </a:r>
            <a:r>
              <a:rPr lang="en-US" sz="270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least</a:t>
            </a:r>
            <a:r>
              <a:rPr lang="en-US" sz="2700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response</a:t>
            </a:r>
            <a:r>
              <a:rPr lang="en-US" sz="27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time</a:t>
            </a:r>
            <a:endParaRPr lang="en-US" sz="2700" dirty="0"/>
          </a:p>
        </p:txBody>
      </p:sp>
      <p:sp>
        <p:nvSpPr>
          <p:cNvPr id="21" name="Shape 19"/>
          <p:cNvSpPr/>
          <p:nvPr/>
        </p:nvSpPr>
        <p:spPr>
          <a:xfrm>
            <a:off x="10287000" y="6134100"/>
            <a:ext cx="7086600" cy="2381250"/>
          </a:xfrm>
          <a:prstGeom prst="roundRect">
            <a:avLst>
              <a:gd name="adj" fmla="val 11200"/>
            </a:avLst>
          </a:prstGeom>
          <a:solidFill>
            <a:srgbClr val="1E212B"/>
          </a:solidFill>
          <a:ln/>
        </p:spPr>
      </p:sp>
      <p:sp>
        <p:nvSpPr>
          <p:cNvPr id="22" name="Shape 20"/>
          <p:cNvSpPr/>
          <p:nvPr/>
        </p:nvSpPr>
        <p:spPr>
          <a:xfrm>
            <a:off x="10287000" y="6134100"/>
            <a:ext cx="152400" cy="238125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</p:sp>
      <p:sp>
        <p:nvSpPr>
          <p:cNvPr id="23" name="Text 21"/>
          <p:cNvSpPr/>
          <p:nvPr/>
        </p:nvSpPr>
        <p:spPr>
          <a:xfrm>
            <a:off x="10744200" y="6457950"/>
            <a:ext cx="63817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2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GẶP LẠI</a:t>
            </a:r>
            <a:r>
              <a:rPr lang="en-US" sz="1800" b="1" spc="214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1800" b="1" spc="223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NGINX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0744200" y="6953250"/>
            <a:ext cx="6381750" cy="133350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270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Mặc</a:t>
            </a:r>
            <a:r>
              <a:rPr lang="en-US" sz="2700" dirty="0" spc="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700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weighted</a:t>
            </a:r>
            <a:r>
              <a:rPr lang="en-US" sz="2700" dirty="0" spc="-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round-robin</a:t>
            </a:r>
            <a:endParaRPr lang="en-US" sz="2700" dirty="0"/>
          </a:p>
        </p:txBody>
      </p:sp>
      <p:sp>
        <p:nvSpPr>
          <p:cNvPr id="25" name="Text 23"/>
          <p:cNvSpPr/>
          <p:nvPr/>
        </p:nvSpPr>
        <p:spPr>
          <a:xfrm>
            <a:off x="914400" y="9429750"/>
            <a:ext cx="952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80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1800" dirty="0" spc="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triển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180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mềm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914400" y="6324600"/>
            <a:ext cx="2038350" cy="904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6</a:t>
            </a:r>
            <a:endParaRPr lang="en-US" sz="5700" dirty="0"/>
          </a:p>
        </p:txBody>
      </p:sp>
      <p:sp>
        <p:nvSpPr>
          <p:cNvPr id="27" name="Text 25"/>
          <p:cNvSpPr/>
          <p:nvPr/>
        </p:nvSpPr>
        <p:spPr>
          <a:xfrm>
            <a:off x="3105150" y="6324600"/>
            <a:ext cx="2038350" cy="904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0" dirty="0" spc="-3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5700" dirty="0"/>
          </a:p>
        </p:txBody>
      </p:sp>
      <p:sp>
        <p:nvSpPr>
          <p:cNvPr id="28" name="Text 26"/>
          <p:cNvSpPr/>
          <p:nvPr/>
        </p:nvSpPr>
        <p:spPr>
          <a:xfrm>
            <a:off x="5295900" y="6324600"/>
            <a:ext cx="2038350" cy="904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0" dirty="0" spc="3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5700" dirty="0"/>
          </a:p>
        </p:txBody>
      </p:sp>
      <p:sp>
        <p:nvSpPr>
          <p:cNvPr id="29" name="Text 27"/>
          <p:cNvSpPr/>
          <p:nvPr/>
        </p:nvSpPr>
        <p:spPr>
          <a:xfrm>
            <a:off x="7486650" y="7391400"/>
            <a:ext cx="20383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ví dụ</a:t>
            </a:r>
            <a:r>
              <a:rPr lang="en-US" sz="195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nginx</a:t>
            </a:r>
            <a:endParaRPr lang="en-US" sz="1950" dirty="0"/>
          </a:p>
        </p:txBody>
      </p:sp>
      <p:sp>
        <p:nvSpPr>
          <p:cNvPr id="30" name="Shape 2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1" name="Moda image moda-export-watermark-b23f2dfe-a931-4456-b3b8-b9ae734f5a7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620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950" b="1" spc="17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2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95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2190750"/>
          </a:xfrm>
          <a:prstGeom prst="rect">
            <a:avLst/>
          </a:prstGeom>
          <a:noFill/>
          <a:ln/>
        </p:spPr>
        <p:txBody>
          <a:bodyPr wrap="square" lIns="0" tIns="45720" rIns="0" bIns="-45720" rtlCol="0" anchor="t"/>
          <a:lstStyle/>
          <a:p>
            <a:pPr algn="l" indent="0" marL="0">
              <a:lnSpc>
                <a:spcPts val="7920"/>
              </a:lnSpc>
              <a:buNone/>
            </a:pPr>
            <a:r>
              <a:rPr lang="en-US" sz="72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Chia</a:t>
            </a:r>
            <a:r>
              <a:rPr lang="en-US" sz="7200" dirty="0" spc="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yêu</a:t>
            </a:r>
            <a:r>
              <a:rPr lang="en-US" sz="72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cầu</a:t>
            </a:r>
            <a:r>
              <a:rPr lang="en-US" sz="72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cho</a:t>
            </a:r>
            <a:endParaRPr lang="en-US" sz="7200" dirty="0"/>
          </a:p>
          <a:p>
            <a:pPr algn="l" indent="0" marL="0">
              <a:lnSpc>
                <a:spcPts val="7920"/>
              </a:lnSpc>
              <a:buNone/>
            </a:pPr>
            <a:r>
              <a:rPr lang="en-US" sz="72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nhiều</a:t>
            </a:r>
            <a:r>
              <a:rPr lang="en-US" sz="7200" dirty="0" spc="-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bản</a:t>
            </a:r>
            <a:r>
              <a:rPr lang="en-US" sz="72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sao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914400" y="3714750"/>
            <a:ext cx="7620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50" b="1" dirty="0" spc="7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Sáu</a:t>
            </a:r>
            <a:r>
              <a:rPr lang="en-US" sz="3150" b="1" dirty="0" spc="-2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 chia,</a:t>
            </a:r>
            <a:r>
              <a:rPr lang="en-US" sz="3150" b="1" dirty="0" spc="-3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3150" b="1" dirty="0" spc="-9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endParaRPr lang="en-US" sz="3150" dirty="0"/>
          </a:p>
        </p:txBody>
      </p:sp>
      <p:sp>
        <p:nvSpPr>
          <p:cNvPr id="5" name="Text 3"/>
          <p:cNvSpPr/>
          <p:nvPr/>
        </p:nvSpPr>
        <p:spPr>
          <a:xfrm>
            <a:off x="914400" y="4400550"/>
            <a:ext cx="7620000" cy="142875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27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Bộ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cân</a:t>
            </a:r>
            <a:r>
              <a:rPr lang="en-US" sz="27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70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tải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chia</a:t>
            </a:r>
            <a:r>
              <a:rPr lang="en-US" sz="2700" dirty="0" spc="-2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yêu</a:t>
            </a:r>
            <a:r>
              <a:rPr lang="en-US" sz="27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 nhiều</a:t>
            </a:r>
            <a:r>
              <a:rPr lang="en-US" sz="270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70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7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vụ.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914400" y="6096000"/>
            <a:ext cx="7620000" cy="2571750"/>
          </a:xfrm>
          <a:prstGeom prst="roundRect">
            <a:avLst>
              <a:gd name="adj" fmla="val 10370"/>
            </a:avLst>
          </a:prstGeom>
          <a:solidFill>
            <a:srgbClr val="E8E0CF"/>
          </a:solidFill>
          <a:ln/>
        </p:spPr>
      </p:sp>
      <p:sp>
        <p:nvSpPr>
          <p:cNvPr id="7" name="Text 5"/>
          <p:cNvSpPr/>
          <p:nvPr/>
        </p:nvSpPr>
        <p:spPr>
          <a:xfrm>
            <a:off x="1257300" y="6362700"/>
            <a:ext cx="381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MỤC</a:t>
            </a:r>
            <a:r>
              <a:rPr lang="en-US" sz="180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525000" y="1238250"/>
            <a:ext cx="7429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1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BỘ</a:t>
            </a:r>
            <a:r>
              <a:rPr lang="en-US" sz="1800" b="1" spc="20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CÂN</a:t>
            </a:r>
            <a:r>
              <a:rPr lang="en-US" sz="1800" b="1" spc="22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1800" b="1" spc="17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TẢI</a:t>
            </a:r>
            <a:r>
              <a:rPr lang="en-US" sz="1800" b="1" spc="22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CHIA</a:t>
            </a:r>
            <a:r>
              <a:rPr lang="en-US" sz="1800" b="1" spc="22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YÊU</a:t>
            </a:r>
            <a:r>
              <a:rPr lang="en-US" sz="1800" b="1" spc="20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2115800" y="1905000"/>
            <a:ext cx="2286000" cy="857250"/>
          </a:xfrm>
          <a:prstGeom prst="roundRect">
            <a:avLst>
              <a:gd name="adj" fmla="val 22222"/>
            </a:avLst>
          </a:prstGeom>
          <a:solidFill>
            <a:srgbClr val="E8E0CF"/>
          </a:solidFill>
          <a:ln w="19050">
            <a:solidFill>
              <a:srgbClr val="DDD5C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Khách</a:t>
            </a:r>
            <a:endParaRPr lang="en-US" sz="2550" dirty="0"/>
          </a:p>
        </p:txBody>
      </p:sp>
      <p:sp>
        <p:nvSpPr>
          <p:cNvPr id="11" name="Connector line-1792338229837-684361883"/>
          <p:cNvSpPr/>
          <p:nvPr/>
        </p:nvSpPr>
        <p:spPr>
          <a:xfrm>
            <a:off x="13258800" y="2819400"/>
            <a:ext cx="0" cy="647700"/>
          </a:xfrm>
          <a:prstGeom prst="line">
            <a:avLst/>
          </a:prstGeom>
          <a:noFill/>
          <a:ln w="47625">
            <a:solidFill>
              <a:srgbClr val="14161C"/>
            </a:solidFill>
            <a:prstDash val="solid"/>
            <a:headEnd type="none"/>
            <a:tailEnd type="triangle"/>
          </a:ln>
        </p:spPr>
      </p:sp>
      <p:sp>
        <p:nvSpPr>
          <p:cNvPr id="12" name="Text 10"/>
          <p:cNvSpPr/>
          <p:nvPr/>
        </p:nvSpPr>
        <p:spPr>
          <a:xfrm>
            <a:off x="11163300" y="3543300"/>
            <a:ext cx="4191000" cy="1047750"/>
          </a:xfrm>
          <a:prstGeom prst="roundRect">
            <a:avLst>
              <a:gd name="adj" fmla="val 21818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Bộ</a:t>
            </a:r>
            <a:r>
              <a:rPr lang="en-US" sz="28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cân</a:t>
            </a:r>
            <a:r>
              <a:rPr lang="en-US" sz="28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8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tải</a:t>
            </a:r>
            <a:endParaRPr lang="en-US" sz="2850" dirty="0"/>
          </a:p>
        </p:txBody>
      </p:sp>
      <p:sp>
        <p:nvSpPr>
          <p:cNvPr id="13" name="Connector line-1792338229840-803701939"/>
          <p:cNvSpPr/>
          <p:nvPr/>
        </p:nvSpPr>
        <p:spPr>
          <a:xfrm flipH="1">
            <a:off x="10763250" y="4648200"/>
            <a:ext cx="1543050" cy="1409700"/>
          </a:xfrm>
          <a:prstGeom prst="line">
            <a:avLst/>
          </a:prstGeom>
          <a:noFill/>
          <a:ln w="47625">
            <a:solidFill>
              <a:srgbClr val="14161C"/>
            </a:solidFill>
            <a:prstDash val="solid"/>
            <a:headEnd type="none"/>
            <a:tailEnd type="triangle"/>
          </a:ln>
        </p:spPr>
      </p:sp>
      <p:sp>
        <p:nvSpPr>
          <p:cNvPr id="14" name="Connector line-1792338229841-864060636"/>
          <p:cNvSpPr/>
          <p:nvPr/>
        </p:nvSpPr>
        <p:spPr>
          <a:xfrm>
            <a:off x="13258800" y="4648200"/>
            <a:ext cx="0" cy="1409700"/>
          </a:xfrm>
          <a:prstGeom prst="line">
            <a:avLst/>
          </a:prstGeom>
          <a:noFill/>
          <a:ln w="47625">
            <a:solidFill>
              <a:srgbClr val="14161C"/>
            </a:solidFill>
            <a:prstDash val="solid"/>
            <a:headEnd type="none"/>
            <a:tailEnd type="triangle"/>
          </a:ln>
        </p:spPr>
      </p:sp>
      <p:sp>
        <p:nvSpPr>
          <p:cNvPr id="15" name="Connector line-1792338229841-35530102"/>
          <p:cNvSpPr/>
          <p:nvPr/>
        </p:nvSpPr>
        <p:spPr>
          <a:xfrm>
            <a:off x="14211300" y="4648200"/>
            <a:ext cx="1543050" cy="1409700"/>
          </a:xfrm>
          <a:prstGeom prst="line">
            <a:avLst/>
          </a:prstGeom>
          <a:noFill/>
          <a:ln w="47625">
            <a:solidFill>
              <a:srgbClr val="14161C"/>
            </a:solidFill>
            <a:prstDash val="solid"/>
            <a:headEnd type="none"/>
            <a:tailEnd type="triangle"/>
          </a:ln>
        </p:spPr>
      </p:sp>
      <p:sp>
        <p:nvSpPr>
          <p:cNvPr id="16" name="Text 14"/>
          <p:cNvSpPr/>
          <p:nvPr/>
        </p:nvSpPr>
        <p:spPr>
          <a:xfrm>
            <a:off x="9715500" y="6134100"/>
            <a:ext cx="2095500" cy="1238250"/>
          </a:xfrm>
          <a:prstGeom prst="roundRect">
            <a:avLst>
              <a:gd name="adj" fmla="val 18462"/>
            </a:avLst>
          </a:prstGeom>
          <a:solidFill>
            <a:srgbClr val="E8E0CF"/>
          </a:solidFill>
          <a:ln w="19050">
            <a:solidFill>
              <a:srgbClr val="DDD5C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Dịch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 A</a:t>
            </a:r>
            <a:endParaRPr lang="en-US" sz="2550" dirty="0"/>
          </a:p>
        </p:txBody>
      </p:sp>
      <p:sp>
        <p:nvSpPr>
          <p:cNvPr id="17" name="Text 15"/>
          <p:cNvSpPr/>
          <p:nvPr/>
        </p:nvSpPr>
        <p:spPr>
          <a:xfrm>
            <a:off x="12211050" y="6134100"/>
            <a:ext cx="2095500" cy="1238250"/>
          </a:xfrm>
          <a:prstGeom prst="roundRect">
            <a:avLst>
              <a:gd name="adj" fmla="val 18462"/>
            </a:avLst>
          </a:prstGeom>
          <a:solidFill>
            <a:srgbClr val="E8E0CF"/>
          </a:solidFill>
          <a:ln w="19050">
            <a:solidFill>
              <a:srgbClr val="DDD5C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Dịch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</a:t>
            </a:r>
            <a:endParaRPr lang="en-US" sz="2550" dirty="0"/>
          </a:p>
        </p:txBody>
      </p:sp>
      <p:sp>
        <p:nvSpPr>
          <p:cNvPr id="18" name="Text 16"/>
          <p:cNvSpPr/>
          <p:nvPr/>
        </p:nvSpPr>
        <p:spPr>
          <a:xfrm>
            <a:off x="14706600" y="6134100"/>
            <a:ext cx="2095500" cy="1238250"/>
          </a:xfrm>
          <a:prstGeom prst="roundRect">
            <a:avLst>
              <a:gd name="adj" fmla="val 18462"/>
            </a:avLst>
          </a:prstGeom>
          <a:solidFill>
            <a:srgbClr val="E8E0CF"/>
          </a:solidFill>
          <a:ln w="19050">
            <a:solidFill>
              <a:srgbClr val="DDD5C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Dịch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25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</a:t>
            </a:r>
            <a:endParaRPr lang="en-US" sz="2550" dirty="0"/>
          </a:p>
        </p:txBody>
      </p:sp>
      <p:sp>
        <p:nvSpPr>
          <p:cNvPr id="19" name="Text 17"/>
          <p:cNvSpPr/>
          <p:nvPr/>
        </p:nvSpPr>
        <p:spPr>
          <a:xfrm>
            <a:off x="9525000" y="7524750"/>
            <a:ext cx="7429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5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</a:t>
            </a:r>
            <a:r>
              <a:rPr lang="en-US" sz="19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 sao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95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19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endParaRPr lang="en-US" sz="1950" dirty="0"/>
          </a:p>
        </p:txBody>
      </p:sp>
      <p:sp>
        <p:nvSpPr>
          <p:cNvPr id="20" name="Text 18"/>
          <p:cNvSpPr/>
          <p:nvPr/>
        </p:nvSpPr>
        <p:spPr>
          <a:xfrm>
            <a:off x="9848850" y="8058150"/>
            <a:ext cx="3333750" cy="53340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4</a:t>
            </a:r>
            <a:r>
              <a:rPr lang="en-US" sz="21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thuật toán</a:t>
            </a:r>
            <a:r>
              <a:rPr lang="en-US" sz="21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tĩnh</a:t>
            </a:r>
            <a:endParaRPr lang="en-US" sz="2100" dirty="0"/>
          </a:p>
        </p:txBody>
      </p:sp>
      <p:sp>
        <p:nvSpPr>
          <p:cNvPr id="21" name="Text 19"/>
          <p:cNvSpPr/>
          <p:nvPr/>
        </p:nvSpPr>
        <p:spPr>
          <a:xfrm>
            <a:off x="13373100" y="8058150"/>
            <a:ext cx="3333750" cy="5334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r>
              <a:rPr lang="en-US" sz="21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thuật toán</a:t>
            </a:r>
            <a:r>
              <a:rPr lang="en-US" sz="21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endParaRPr lang="en-US" sz="2100" dirty="0"/>
          </a:p>
        </p:txBody>
      </p:sp>
      <p:sp>
        <p:nvSpPr>
          <p:cNvPr id="22" name="Shape 20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18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02/09</a:t>
            </a:r>
            <a:endParaRPr lang="en-US" sz="1650" dirty="0"/>
          </a:p>
        </p:txBody>
      </p:sp>
      <p:sp>
        <p:nvSpPr>
          <p:cNvPr id="32" name="Text richtext-1792339099380-81646228"/>
          <p:cNvSpPr/>
          <p:nvPr/>
        </p:nvSpPr>
        <p:spPr>
          <a:xfrm>
            <a:off x="1257300" y="6877050"/>
            <a:ext cx="7048500" cy="17145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marL="323850" indent="-231371">
              <a:lnSpc>
                <a:spcPts val="3443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Hiểu</a:t>
            </a:r>
            <a:r>
              <a:rPr lang="en-US" sz="2550" dirty="0" spc="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nginx</a:t>
            </a:r>
            <a:r>
              <a:rPr lang="en-US" sz="25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-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HAProxy</a:t>
            </a:r>
            <a:endParaRPr lang="en-US" sz="2550" dirty="0"/>
          </a:p>
          <a:p>
            <a:pPr algn="l" marL="323850" indent="-231371">
              <a:lnSpc>
                <a:spcPts val="3443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Phân</a:t>
            </a: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biệt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nghĩa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tĩnh,</a:t>
            </a:r>
            <a:r>
              <a:rPr lang="en-US" sz="2550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endParaRPr lang="en-US" sz="2550" dirty="0"/>
          </a:p>
          <a:p>
            <a:pPr algn="l" marL="323850" indent="-231371">
              <a:lnSpc>
                <a:spcPts val="3443"/>
              </a:lnSpc>
              <a:buSzPct val="100000"/>
              <a:buFont typeface="Arial"/>
              <a:buChar char="•"/>
            </a:pPr>
            <a:r>
              <a:rPr lang="en-US" sz="25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Thấy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hash</a:t>
            </a:r>
            <a:r>
              <a:rPr lang="en-US" sz="2550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5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5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550" dirty="0" spc="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endParaRPr lang="en-US" sz="2550" dirty="0"/>
          </a:p>
        </p:txBody>
      </p:sp>
      <p:sp>
        <p:nvSpPr>
          <p:cNvPr id="33" name="Shape 3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4" name="Moda image moda-export-watermark-7aa0b5af-609d-460d-9823-6915988b005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620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77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THUẬT</a:t>
            </a:r>
            <a:r>
              <a:rPr lang="en-US" sz="1950" b="1" spc="191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1950" b="1" spc="226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TĨNH</a:t>
            </a:r>
            <a:r>
              <a:rPr lang="en-US" sz="1950" b="1" spc="221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6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1950" b="1" spc="175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21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2190750"/>
          </a:xfrm>
          <a:prstGeom prst="rect">
            <a:avLst/>
          </a:prstGeom>
          <a:noFill/>
          <a:ln/>
        </p:spPr>
        <p:txBody>
          <a:bodyPr wrap="square" lIns="0" tIns="45720" rIns="0" bIns="-45720" rtlCol="0" anchor="t"/>
          <a:lstStyle/>
          <a:p>
            <a:pPr algn="l" indent="0" marL="0">
              <a:lnSpc>
                <a:spcPts val="7920"/>
              </a:lnSpc>
              <a:buNone/>
            </a:pPr>
            <a:r>
              <a:rPr lang="en-US" sz="7200" dirty="0" spc="-2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Round</a:t>
            </a:r>
            <a:r>
              <a:rPr lang="en-US" sz="7200" dirty="0" spc="-1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robin</a:t>
            </a:r>
            <a:endParaRPr lang="en-US" sz="7200" dirty="0"/>
          </a:p>
          <a:p>
            <a:pPr algn="l" indent="0" marL="0">
              <a:lnSpc>
                <a:spcPts val="7920"/>
              </a:lnSpc>
              <a:buNone/>
            </a:pPr>
            <a:r>
              <a:rPr lang="en-US" sz="7200" dirty="0" spc="-11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và</a:t>
            </a:r>
            <a:r>
              <a:rPr lang="en-US" sz="72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sticky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914400" y="3695700"/>
            <a:ext cx="7620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50" b="1" dirty="0" spc="-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Sticky</a:t>
            </a:r>
            <a:r>
              <a:rPr lang="en-US" sz="3150" b="1" dirty="0" spc="-5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cải tiến</a:t>
            </a:r>
            <a:r>
              <a:rPr lang="en-US" sz="3150" b="1" dirty="0" spc="-14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round</a:t>
            </a:r>
            <a:r>
              <a:rPr lang="en-US" sz="3150" b="1" dirty="0" spc="-16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robin</a:t>
            </a:r>
            <a:endParaRPr lang="en-US" sz="3150" dirty="0"/>
          </a:p>
        </p:txBody>
      </p:sp>
      <p:sp>
        <p:nvSpPr>
          <p:cNvPr id="5" name="Text 3"/>
          <p:cNvSpPr/>
          <p:nvPr/>
        </p:nvSpPr>
        <p:spPr>
          <a:xfrm>
            <a:off x="914400" y="4362450"/>
            <a:ext cx="7620000" cy="104775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2700" dirty="0" spc="-2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Round</a:t>
            </a:r>
            <a:r>
              <a:rPr lang="en-US" sz="2700" dirty="0" spc="-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robin</a:t>
            </a:r>
            <a:r>
              <a:rPr lang="en-US" sz="2700" dirty="0" spc="4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gửi</a:t>
            </a:r>
            <a:r>
              <a:rPr lang="en-US" sz="2700" dirty="0" spc="-2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yêu</a:t>
            </a:r>
            <a:r>
              <a:rPr lang="en-US" sz="27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2700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lượt</a:t>
            </a:r>
            <a:r>
              <a:rPr lang="en-US" sz="270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2700" dirty="0" spc="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270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70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tự.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914400" y="5524500"/>
            <a:ext cx="2571750" cy="6096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2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Round</a:t>
            </a:r>
            <a:r>
              <a:rPr lang="en-US" sz="225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robin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3638550" y="5524500"/>
            <a:ext cx="3429000" cy="6096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Sticky</a:t>
            </a:r>
            <a:r>
              <a:rPr lang="en-US" sz="225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round-robin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914400" y="6400800"/>
            <a:ext cx="7620000" cy="2286000"/>
          </a:xfrm>
          <a:prstGeom prst="roundRect">
            <a:avLst>
              <a:gd name="adj" fmla="val 11667"/>
            </a:avLst>
          </a:prstGeom>
          <a:solidFill>
            <a:srgbClr val="1E212B"/>
          </a:solidFill>
          <a:ln/>
        </p:spPr>
      </p:sp>
      <p:sp>
        <p:nvSpPr>
          <p:cNvPr id="9" name="Text 7"/>
          <p:cNvSpPr/>
          <p:nvPr/>
        </p:nvSpPr>
        <p:spPr>
          <a:xfrm>
            <a:off x="1257300" y="6610350"/>
            <a:ext cx="381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10" name="Text richtext-1792338311683-778792255"/>
          <p:cNvSpPr/>
          <p:nvPr/>
        </p:nvSpPr>
        <p:spPr>
          <a:xfrm>
            <a:off x="1257300" y="7048500"/>
            <a:ext cx="7048500" cy="154305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marL="323850" indent="-231371">
              <a:lnSpc>
                <a:spcPts val="3443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550" dirty="0" spc="-2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Round</a:t>
            </a:r>
            <a:r>
              <a:rPr lang="en-US" sz="255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robin: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255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lượt,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 thứ tự</a:t>
            </a:r>
            <a:endParaRPr lang="en-US" sz="2550" dirty="0"/>
          </a:p>
          <a:p>
            <a:pPr algn="l" marL="323850" indent="-231371">
              <a:lnSpc>
                <a:spcPts val="3443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Sticky: cùng</a:t>
            </a:r>
            <a:r>
              <a:rPr lang="en-US" sz="255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khách, cùng</a:t>
            </a:r>
            <a:r>
              <a:rPr lang="en-US" sz="255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55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endParaRPr lang="en-US" sz="2550" dirty="0"/>
          </a:p>
          <a:p>
            <a:pPr algn="l" marL="323850" indent="-231371">
              <a:lnSpc>
                <a:spcPts val="3443"/>
              </a:lnSpc>
              <a:buSzPct val="100000"/>
              <a:buFont typeface="Arial"/>
              <a:buChar char="•"/>
            </a:pP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nginx</a:t>
            </a:r>
            <a:r>
              <a:rPr lang="en-US" sz="255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</a:t>
            </a:r>
            <a:r>
              <a:rPr lang="en-US" sz="25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sticky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5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gắn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phiên</a:t>
            </a:r>
            <a:endParaRPr lang="en-US" sz="2550" dirty="0"/>
          </a:p>
        </p:txBody>
      </p:sp>
      <p:sp>
        <p:nvSpPr>
          <p:cNvPr id="11" name="Shape 9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1E212B"/>
          </a:solidFill>
          <a:ln w="19050">
            <a:solidFill>
              <a:srgbClr val="2E324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525000" y="1219200"/>
            <a:ext cx="571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14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ROUND ROBIN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9525000" y="2381250"/>
            <a:ext cx="1428750" cy="857250"/>
          </a:xfrm>
          <a:prstGeom prst="roundRect">
            <a:avLst>
              <a:gd name="adj" fmla="val 22222"/>
            </a:avLst>
          </a:prstGeom>
          <a:solidFill>
            <a:srgbClr val="2A2E3B"/>
          </a:solidFill>
          <a:ln w="19050">
            <a:solidFill>
              <a:srgbClr val="3A3F5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Khách</a:t>
            </a:r>
            <a:endParaRPr lang="en-US" sz="2250" dirty="0"/>
          </a:p>
        </p:txBody>
      </p:sp>
      <p:sp>
        <p:nvSpPr>
          <p:cNvPr id="14" name="Connector line-1792338311699-717560383"/>
          <p:cNvSpPr/>
          <p:nvPr/>
        </p:nvSpPr>
        <p:spPr>
          <a:xfrm>
            <a:off x="10991850" y="2809875"/>
            <a:ext cx="723900" cy="0"/>
          </a:xfrm>
          <a:prstGeom prst="line">
            <a:avLst/>
          </a:prstGeom>
          <a:noFill/>
          <a:ln w="47625">
            <a:solidFill>
              <a:srgbClr val="F3EEE3"/>
            </a:solidFill>
            <a:prstDash val="solid"/>
            <a:headEnd type="none"/>
            <a:tailEnd type="triangle"/>
          </a:ln>
        </p:spPr>
      </p:sp>
      <p:sp>
        <p:nvSpPr>
          <p:cNvPr id="15" name="Text 13"/>
          <p:cNvSpPr/>
          <p:nvPr/>
        </p:nvSpPr>
        <p:spPr>
          <a:xfrm>
            <a:off x="11753850" y="2190750"/>
            <a:ext cx="1809750" cy="1238250"/>
          </a:xfrm>
          <a:prstGeom prst="roundRect">
            <a:avLst>
              <a:gd name="adj" fmla="val 16923"/>
            </a:avLst>
          </a:prstGeom>
          <a:solidFill>
            <a:srgbClr val="F3EE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Bộ</a:t>
            </a:r>
            <a:r>
              <a:rPr lang="en-US" sz="21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cân</a:t>
            </a:r>
            <a:r>
              <a:rPr lang="en-US" sz="21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1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tải</a:t>
            </a:r>
            <a:endParaRPr lang="en-US" sz="2100" dirty="0"/>
          </a:p>
        </p:txBody>
      </p:sp>
      <p:sp>
        <p:nvSpPr>
          <p:cNvPr id="16" name="Connector line-1792338311700-309679134"/>
          <p:cNvSpPr/>
          <p:nvPr/>
        </p:nvSpPr>
        <p:spPr>
          <a:xfrm flipV="1">
            <a:off x="13601700" y="2019300"/>
            <a:ext cx="1600200" cy="790575"/>
          </a:xfrm>
          <a:prstGeom prst="line">
            <a:avLst/>
          </a:prstGeom>
          <a:noFill/>
          <a:ln w="47625">
            <a:solidFill>
              <a:srgbClr val="7C93FF"/>
            </a:solidFill>
            <a:prstDash val="solid"/>
            <a:headEnd type="none"/>
            <a:tailEnd type="triangle"/>
          </a:ln>
        </p:spPr>
      </p:sp>
      <p:sp>
        <p:nvSpPr>
          <p:cNvPr id="17" name="Connector line-1792338311701-741222718"/>
          <p:cNvSpPr/>
          <p:nvPr/>
        </p:nvSpPr>
        <p:spPr>
          <a:xfrm>
            <a:off x="13601700" y="2838450"/>
            <a:ext cx="1600200" cy="38100"/>
          </a:xfrm>
          <a:prstGeom prst="line">
            <a:avLst/>
          </a:prstGeom>
          <a:noFill/>
          <a:ln w="47625">
            <a:solidFill>
              <a:srgbClr val="7C93FF"/>
            </a:solidFill>
            <a:prstDash val="solid"/>
            <a:headEnd type="none"/>
            <a:tailEnd type="triangle"/>
          </a:ln>
        </p:spPr>
      </p:sp>
      <p:sp>
        <p:nvSpPr>
          <p:cNvPr id="18" name="Connector line-1792338311701-238909460"/>
          <p:cNvSpPr/>
          <p:nvPr/>
        </p:nvSpPr>
        <p:spPr>
          <a:xfrm>
            <a:off x="13601700" y="2867025"/>
            <a:ext cx="1600200" cy="866775"/>
          </a:xfrm>
          <a:prstGeom prst="line">
            <a:avLst/>
          </a:prstGeom>
          <a:noFill/>
          <a:ln w="47625">
            <a:solidFill>
              <a:srgbClr val="7C93FF"/>
            </a:solidFill>
            <a:prstDash val="solid"/>
            <a:headEnd type="none"/>
            <a:tailEnd type="triangle"/>
          </a:ln>
        </p:spPr>
      </p:sp>
      <p:sp>
        <p:nvSpPr>
          <p:cNvPr id="19" name="Text 17"/>
          <p:cNvSpPr/>
          <p:nvPr/>
        </p:nvSpPr>
        <p:spPr>
          <a:xfrm>
            <a:off x="15240000" y="1676400"/>
            <a:ext cx="1809750" cy="685800"/>
          </a:xfrm>
          <a:prstGeom prst="roundRect">
            <a:avLst>
              <a:gd name="adj" fmla="val 25000"/>
            </a:avLst>
          </a:prstGeom>
          <a:solidFill>
            <a:srgbClr val="2A2E3B"/>
          </a:solidFill>
          <a:ln w="19050">
            <a:solidFill>
              <a:srgbClr val="3A3F5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Dịch</a:t>
            </a:r>
            <a:r>
              <a:rPr lang="en-US" sz="21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 A</a:t>
            </a:r>
            <a:endParaRPr lang="en-US" sz="2100" dirty="0"/>
          </a:p>
        </p:txBody>
      </p:sp>
      <p:sp>
        <p:nvSpPr>
          <p:cNvPr id="20" name="Text 18"/>
          <p:cNvSpPr/>
          <p:nvPr/>
        </p:nvSpPr>
        <p:spPr>
          <a:xfrm>
            <a:off x="15240000" y="2533650"/>
            <a:ext cx="1809750" cy="685800"/>
          </a:xfrm>
          <a:prstGeom prst="roundRect">
            <a:avLst>
              <a:gd name="adj" fmla="val 25000"/>
            </a:avLst>
          </a:prstGeom>
          <a:solidFill>
            <a:srgbClr val="2A2E3B"/>
          </a:solidFill>
          <a:ln w="19050">
            <a:solidFill>
              <a:srgbClr val="3A3F5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Dịch</a:t>
            </a:r>
            <a:r>
              <a:rPr lang="en-US" sz="21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 B</a:t>
            </a:r>
            <a:endParaRPr lang="en-US" sz="2100" dirty="0"/>
          </a:p>
        </p:txBody>
      </p:sp>
      <p:sp>
        <p:nvSpPr>
          <p:cNvPr id="21" name="Text 19"/>
          <p:cNvSpPr/>
          <p:nvPr/>
        </p:nvSpPr>
        <p:spPr>
          <a:xfrm>
            <a:off x="15240000" y="3390900"/>
            <a:ext cx="1809750" cy="685800"/>
          </a:xfrm>
          <a:prstGeom prst="roundRect">
            <a:avLst>
              <a:gd name="adj" fmla="val 25000"/>
            </a:avLst>
          </a:prstGeom>
          <a:solidFill>
            <a:srgbClr val="2A2E3B"/>
          </a:solidFill>
          <a:ln w="19050">
            <a:solidFill>
              <a:srgbClr val="3A3F5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Dịch</a:t>
            </a:r>
            <a:r>
              <a:rPr lang="en-US" sz="21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 C</a:t>
            </a:r>
            <a:endParaRPr lang="en-US" sz="2100" dirty="0"/>
          </a:p>
        </p:txBody>
      </p:sp>
      <p:sp>
        <p:nvSpPr>
          <p:cNvPr id="22" name="Shape 20"/>
          <p:cNvSpPr/>
          <p:nvPr/>
        </p:nvSpPr>
        <p:spPr>
          <a:xfrm>
            <a:off x="14287500" y="2133600"/>
            <a:ext cx="381000" cy="381000"/>
          </a:xfrm>
          <a:prstGeom prst="ellipse">
            <a:avLst/>
          </a:prstGeom>
          <a:solidFill>
            <a:srgbClr val="7C93FF"/>
          </a:solidFill>
          <a:ln/>
        </p:spPr>
      </p:sp>
      <p:sp>
        <p:nvSpPr>
          <p:cNvPr id="23" name="Text 21"/>
          <p:cNvSpPr/>
          <p:nvPr/>
        </p:nvSpPr>
        <p:spPr>
          <a:xfrm>
            <a:off x="14287500" y="2171700"/>
            <a:ext cx="381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14287500" y="2676525"/>
            <a:ext cx="381000" cy="381000"/>
          </a:xfrm>
          <a:prstGeom prst="ellipse">
            <a:avLst/>
          </a:prstGeom>
          <a:solidFill>
            <a:srgbClr val="7C93FF"/>
          </a:solidFill>
          <a:ln/>
        </p:spPr>
      </p:sp>
      <p:sp>
        <p:nvSpPr>
          <p:cNvPr id="25" name="Text 23"/>
          <p:cNvSpPr/>
          <p:nvPr/>
        </p:nvSpPr>
        <p:spPr>
          <a:xfrm>
            <a:off x="14287500" y="2714625"/>
            <a:ext cx="381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endParaRPr lang="en-US" sz="1800" dirty="0"/>
          </a:p>
        </p:txBody>
      </p:sp>
      <p:sp>
        <p:nvSpPr>
          <p:cNvPr id="26" name="Shape 24"/>
          <p:cNvSpPr/>
          <p:nvPr/>
        </p:nvSpPr>
        <p:spPr>
          <a:xfrm>
            <a:off x="14287500" y="3219450"/>
            <a:ext cx="381000" cy="381000"/>
          </a:xfrm>
          <a:prstGeom prst="ellipse">
            <a:avLst/>
          </a:prstGeom>
          <a:solidFill>
            <a:srgbClr val="7C93FF"/>
          </a:solidFill>
          <a:ln/>
        </p:spPr>
      </p:sp>
      <p:sp>
        <p:nvSpPr>
          <p:cNvPr id="27" name="Text 25"/>
          <p:cNvSpPr/>
          <p:nvPr/>
        </p:nvSpPr>
        <p:spPr>
          <a:xfrm>
            <a:off x="14287500" y="3257550"/>
            <a:ext cx="381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9525000" y="4305300"/>
            <a:ext cx="74676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</a:t>
            </a:r>
            <a:r>
              <a:rPr lang="en-US" sz="1950" dirty="0" spc="-1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yêu</a:t>
            </a:r>
            <a:r>
              <a:rPr lang="en-US" sz="19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r>
              <a:rPr lang="en-US" sz="1950" dirty="0" spc="2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</a:t>
            </a:r>
            <a:r>
              <a:rPr lang="en-US" sz="19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195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lượt</a:t>
            </a:r>
            <a:r>
              <a:rPr lang="en-US" sz="19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 thứ tự</a:t>
            </a:r>
            <a:endParaRPr lang="en-US" sz="1950" dirty="0"/>
          </a:p>
        </p:txBody>
      </p:sp>
      <p:sp>
        <p:nvSpPr>
          <p:cNvPr id="29" name="Connector line-1792338311716-907267224"/>
          <p:cNvSpPr/>
          <p:nvPr/>
        </p:nvSpPr>
        <p:spPr>
          <a:xfrm>
            <a:off x="9525000" y="4819650"/>
            <a:ext cx="7467600" cy="0"/>
          </a:xfrm>
          <a:prstGeom prst="line">
            <a:avLst/>
          </a:prstGeom>
          <a:noFill/>
          <a:ln w="19050">
            <a:solidFill>
              <a:srgbClr val="3A3F50"/>
            </a:solidFill>
            <a:prstDash val="lgDash"/>
            <a:headEnd type="none"/>
            <a:tailEnd type="none"/>
          </a:ln>
        </p:spPr>
      </p:sp>
      <p:sp>
        <p:nvSpPr>
          <p:cNvPr id="30" name="Text 28"/>
          <p:cNvSpPr/>
          <p:nvPr/>
        </p:nvSpPr>
        <p:spPr>
          <a:xfrm>
            <a:off x="9525000" y="5029200"/>
            <a:ext cx="571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STICKY</a:t>
            </a:r>
            <a:r>
              <a:rPr lang="en-US" sz="1800" b="1" spc="215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ROUND-ROBIN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9525000" y="6191250"/>
            <a:ext cx="1428750" cy="857250"/>
          </a:xfrm>
          <a:prstGeom prst="roundRect">
            <a:avLst>
              <a:gd name="adj" fmla="val 22222"/>
            </a:avLst>
          </a:prstGeom>
          <a:solidFill>
            <a:srgbClr val="2A2E3B"/>
          </a:solidFill>
          <a:ln w="19050">
            <a:solidFill>
              <a:srgbClr val="3A3F5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Khách</a:t>
            </a:r>
            <a:endParaRPr lang="en-US" sz="2250" dirty="0"/>
          </a:p>
        </p:txBody>
      </p:sp>
      <p:sp>
        <p:nvSpPr>
          <p:cNvPr id="32" name="Connector line-1792338311720-734116099"/>
          <p:cNvSpPr/>
          <p:nvPr/>
        </p:nvSpPr>
        <p:spPr>
          <a:xfrm>
            <a:off x="10991850" y="6619875"/>
            <a:ext cx="723900" cy="0"/>
          </a:xfrm>
          <a:prstGeom prst="line">
            <a:avLst/>
          </a:prstGeom>
          <a:noFill/>
          <a:ln w="47625">
            <a:solidFill>
              <a:srgbClr val="F3EEE3"/>
            </a:solidFill>
            <a:prstDash val="solid"/>
            <a:headEnd type="none"/>
            <a:tailEnd type="triangle"/>
          </a:ln>
        </p:spPr>
      </p:sp>
      <p:sp>
        <p:nvSpPr>
          <p:cNvPr id="33" name="Text 31"/>
          <p:cNvSpPr/>
          <p:nvPr/>
        </p:nvSpPr>
        <p:spPr>
          <a:xfrm>
            <a:off x="11753850" y="6000750"/>
            <a:ext cx="1809750" cy="1238250"/>
          </a:xfrm>
          <a:prstGeom prst="roundRect">
            <a:avLst>
              <a:gd name="adj" fmla="val 16923"/>
            </a:avLst>
          </a:prstGeom>
          <a:solidFill>
            <a:srgbClr val="F3EE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Bộ</a:t>
            </a:r>
            <a:r>
              <a:rPr lang="en-US" sz="21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cân</a:t>
            </a:r>
            <a:r>
              <a:rPr lang="en-US" sz="21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1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tải</a:t>
            </a:r>
            <a:endParaRPr lang="en-US" sz="2100" dirty="0"/>
          </a:p>
        </p:txBody>
      </p:sp>
      <p:sp>
        <p:nvSpPr>
          <p:cNvPr id="34" name="Connector line-1792338311722-305916385"/>
          <p:cNvSpPr/>
          <p:nvPr/>
        </p:nvSpPr>
        <p:spPr>
          <a:xfrm flipV="1">
            <a:off x="13601700" y="5829300"/>
            <a:ext cx="1600200" cy="790575"/>
          </a:xfrm>
          <a:prstGeom prst="line">
            <a:avLst/>
          </a:prstGeom>
          <a:noFill/>
          <a:ln w="66675">
            <a:solidFill>
              <a:srgbClr val="7C93FF"/>
            </a:solidFill>
            <a:prstDash val="solid"/>
            <a:headEnd type="none"/>
            <a:tailEnd type="triangle"/>
          </a:ln>
        </p:spPr>
      </p:sp>
      <p:sp>
        <p:nvSpPr>
          <p:cNvPr id="35" name="Connector line-1792338311722-641116587"/>
          <p:cNvSpPr/>
          <p:nvPr/>
        </p:nvSpPr>
        <p:spPr>
          <a:xfrm>
            <a:off x="13601700" y="6648450"/>
            <a:ext cx="1600200" cy="38100"/>
          </a:xfrm>
          <a:prstGeom prst="line">
            <a:avLst/>
          </a:prstGeom>
          <a:noFill/>
          <a:ln w="28575">
            <a:solidFill>
              <a:srgbClr val="3A3F50"/>
            </a:solidFill>
            <a:prstDash val="lgDash"/>
            <a:headEnd type="none"/>
            <a:tailEnd type="none"/>
          </a:ln>
        </p:spPr>
      </p:sp>
      <p:sp>
        <p:nvSpPr>
          <p:cNvPr id="36" name="Connector line-1792338311722-165241450"/>
          <p:cNvSpPr/>
          <p:nvPr/>
        </p:nvSpPr>
        <p:spPr>
          <a:xfrm>
            <a:off x="13601700" y="6677025"/>
            <a:ext cx="1600200" cy="866775"/>
          </a:xfrm>
          <a:prstGeom prst="line">
            <a:avLst/>
          </a:prstGeom>
          <a:noFill/>
          <a:ln w="28575">
            <a:solidFill>
              <a:srgbClr val="3A3F50"/>
            </a:solidFill>
            <a:prstDash val="lgDash"/>
            <a:headEnd type="none"/>
            <a:tailEnd type="none"/>
          </a:ln>
        </p:spPr>
      </p:sp>
      <p:sp>
        <p:nvSpPr>
          <p:cNvPr id="37" name="Text 35"/>
          <p:cNvSpPr/>
          <p:nvPr/>
        </p:nvSpPr>
        <p:spPr>
          <a:xfrm>
            <a:off x="15240000" y="5486400"/>
            <a:ext cx="1809750" cy="685800"/>
          </a:xfrm>
          <a:prstGeom prst="roundRect">
            <a:avLst>
              <a:gd name="adj" fmla="val 25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Dịch</a:t>
            </a:r>
            <a:r>
              <a:rPr lang="en-US" sz="21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 A</a:t>
            </a:r>
            <a:endParaRPr lang="en-US" sz="2100" dirty="0"/>
          </a:p>
        </p:txBody>
      </p:sp>
      <p:sp>
        <p:nvSpPr>
          <p:cNvPr id="38" name="Text 36"/>
          <p:cNvSpPr/>
          <p:nvPr/>
        </p:nvSpPr>
        <p:spPr>
          <a:xfrm>
            <a:off x="15240000" y="6343650"/>
            <a:ext cx="1809750" cy="685800"/>
          </a:xfrm>
          <a:prstGeom prst="roundRect">
            <a:avLst>
              <a:gd name="adj" fmla="val 25000"/>
            </a:avLst>
          </a:prstGeom>
          <a:solidFill>
            <a:srgbClr val="2A2E3B"/>
          </a:solidFill>
          <a:ln w="19050">
            <a:solidFill>
              <a:srgbClr val="3A3F5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Dịch</a:t>
            </a:r>
            <a:r>
              <a:rPr lang="en-US" sz="2100" b="1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 B</a:t>
            </a:r>
            <a:endParaRPr lang="en-US" sz="2100" dirty="0"/>
          </a:p>
        </p:txBody>
      </p:sp>
      <p:sp>
        <p:nvSpPr>
          <p:cNvPr id="39" name="Text 37"/>
          <p:cNvSpPr/>
          <p:nvPr/>
        </p:nvSpPr>
        <p:spPr>
          <a:xfrm>
            <a:off x="15240000" y="7200900"/>
            <a:ext cx="1809750" cy="685800"/>
          </a:xfrm>
          <a:prstGeom prst="roundRect">
            <a:avLst>
              <a:gd name="adj" fmla="val 25000"/>
            </a:avLst>
          </a:prstGeom>
          <a:solidFill>
            <a:srgbClr val="2A2E3B"/>
          </a:solidFill>
          <a:ln w="19050">
            <a:solidFill>
              <a:srgbClr val="3A3F5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Dịch</a:t>
            </a:r>
            <a:r>
              <a:rPr lang="en-US" sz="2100" b="1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 C</a:t>
            </a:r>
            <a:endParaRPr lang="en-US" sz="2100" dirty="0"/>
          </a:p>
        </p:txBody>
      </p:sp>
      <p:sp>
        <p:nvSpPr>
          <p:cNvPr id="40" name="Text 38"/>
          <p:cNvSpPr/>
          <p:nvPr/>
        </p:nvSpPr>
        <p:spPr>
          <a:xfrm>
            <a:off x="9525000" y="8115300"/>
            <a:ext cx="74676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-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195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khách:</a:t>
            </a:r>
            <a:r>
              <a:rPr lang="en-US" sz="1950" dirty="0" spc="-1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yêu</a:t>
            </a:r>
            <a:r>
              <a:rPr lang="en-US" sz="19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r>
              <a:rPr lang="en-US" sz="1950" dirty="0" spc="1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1950" dirty="0" spc="-1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19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A,</a:t>
            </a:r>
            <a:r>
              <a:rPr lang="en-US" sz="195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1950" dirty="0" spc="-1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yêu</a:t>
            </a:r>
            <a:r>
              <a:rPr lang="en-US" sz="19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r>
              <a:rPr lang="en-US" sz="195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</a:t>
            </a:r>
            <a:r>
              <a:rPr lang="en-US" sz="19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cũng</a:t>
            </a:r>
            <a:r>
              <a:rPr lang="en-US" sz="1950" dirty="0" spc="-1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19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</a:t>
            </a:r>
            <a:endParaRPr lang="en-US" sz="1950" dirty="0"/>
          </a:p>
        </p:txBody>
      </p:sp>
      <p:sp>
        <p:nvSpPr>
          <p:cNvPr id="41" name="Shape 39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18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03/09</a:t>
            </a:r>
            <a:endParaRPr lang="en-US" sz="1650" dirty="0"/>
          </a:p>
        </p:txBody>
      </p:sp>
      <p:sp>
        <p:nvSpPr>
          <p:cNvPr id="51" name="Shape 4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52" name="Moda image moda-export-watermark-1751e261-55a6-4a89-87a2-efa403b8d10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620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77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THUẬT</a:t>
            </a:r>
            <a:r>
              <a:rPr lang="en-US" sz="1950" b="1" spc="19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1950" b="1" spc="226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TĨNH</a:t>
            </a:r>
            <a:r>
              <a:rPr lang="en-US" sz="1950" b="1" spc="22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5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r>
              <a:rPr lang="en-US" sz="1950" b="1" spc="175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26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2190750"/>
          </a:xfrm>
          <a:prstGeom prst="rect">
            <a:avLst/>
          </a:prstGeom>
          <a:noFill/>
          <a:ln/>
        </p:spPr>
        <p:txBody>
          <a:bodyPr wrap="square" lIns="0" tIns="45720" rIns="0" bIns="-45720" rtlCol="0" anchor="t"/>
          <a:lstStyle/>
          <a:p>
            <a:pPr algn="l" indent="0" marL="0">
              <a:lnSpc>
                <a:spcPts val="7920"/>
              </a:lnSpc>
              <a:buNone/>
            </a:pPr>
            <a:r>
              <a:rPr lang="en-US" sz="7200" dirty="0" spc="-4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Trọng</a:t>
            </a:r>
            <a:r>
              <a:rPr lang="en-US" sz="72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số</a:t>
            </a:r>
            <a:endParaRPr lang="en-US" sz="7200" dirty="0"/>
          </a:p>
          <a:p>
            <a:pPr algn="l" indent="0" marL="0">
              <a:lnSpc>
                <a:spcPts val="7920"/>
              </a:lnSpc>
              <a:buNone/>
            </a:pPr>
            <a:r>
              <a:rPr lang="en-US" sz="7200" dirty="0" spc="-11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và</a:t>
            </a:r>
            <a:r>
              <a:rPr lang="en-US" sz="72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hash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914400" y="3695700"/>
            <a:ext cx="7620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50" b="1" dirty="0" spc="-4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</a:t>
            </a:r>
            <a:r>
              <a:rPr lang="en-US" sz="3150" b="1" dirty="0" spc="-2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3150" b="1" dirty="0" spc="-9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</a:t>
            </a:r>
            <a:r>
              <a:rPr lang="en-US" sz="3150" b="1" dirty="0" spc="-2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3150" b="1" dirty="0" spc="2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endParaRPr lang="en-US" sz="3150" dirty="0"/>
          </a:p>
        </p:txBody>
      </p:sp>
      <p:sp>
        <p:nvSpPr>
          <p:cNvPr id="5" name="Text 3"/>
          <p:cNvSpPr/>
          <p:nvPr/>
        </p:nvSpPr>
        <p:spPr>
          <a:xfrm>
            <a:off x="914400" y="4362450"/>
            <a:ext cx="7620000" cy="104775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2700" dirty="0" spc="-6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Trọng</a:t>
            </a:r>
            <a:r>
              <a:rPr lang="en-US" sz="270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quản</a:t>
            </a:r>
            <a:r>
              <a:rPr lang="en-US" sz="2700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trị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viên</a:t>
            </a:r>
            <a:r>
              <a:rPr lang="en-US" sz="27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đặt;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hash</a:t>
            </a:r>
            <a:r>
              <a:rPr lang="en-US" sz="27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băm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IP hoặc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URL.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914400" y="5524500"/>
            <a:ext cx="4000500" cy="60960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Weighted</a:t>
            </a:r>
            <a:r>
              <a:rPr lang="en-US" sz="225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round-robin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5067300" y="5524500"/>
            <a:ext cx="1524000" cy="60960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Hash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914400" y="6400800"/>
            <a:ext cx="7620000" cy="2286000"/>
          </a:xfrm>
          <a:prstGeom prst="roundRect">
            <a:avLst>
              <a:gd name="adj" fmla="val 11667"/>
            </a:avLst>
          </a:prstGeom>
          <a:solidFill>
            <a:srgbClr val="DDE3FA"/>
          </a:solidFill>
          <a:ln/>
        </p:spPr>
      </p:sp>
      <p:sp>
        <p:nvSpPr>
          <p:cNvPr id="9" name="Text 7"/>
          <p:cNvSpPr/>
          <p:nvPr/>
        </p:nvSpPr>
        <p:spPr>
          <a:xfrm>
            <a:off x="1257300" y="6610350"/>
            <a:ext cx="381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10" name="Text richtext-1792338353698-672021061"/>
          <p:cNvSpPr/>
          <p:nvPr/>
        </p:nvSpPr>
        <p:spPr>
          <a:xfrm>
            <a:off x="1257300" y="7048500"/>
            <a:ext cx="7048500" cy="154305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marL="323850" indent="-231371">
              <a:lnSpc>
                <a:spcPts val="3443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550" dirty="0" spc="-5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Trọng</a:t>
            </a:r>
            <a:r>
              <a:rPr lang="en-US" sz="25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cao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hơn: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550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yêu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2550" dirty="0"/>
          </a:p>
          <a:p>
            <a:pPr algn="l" marL="323850" indent="-231371">
              <a:lnSpc>
                <a:spcPts val="3443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Hash: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băm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IP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URL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yêu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r>
              <a:rPr lang="en-US" sz="2550" dirty="0" spc="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đến</a:t>
            </a:r>
            <a:endParaRPr lang="en-US" sz="2550" dirty="0"/>
          </a:p>
          <a:p>
            <a:pPr algn="l" marL="323850" indent="-231371">
              <a:lnSpc>
                <a:spcPts val="3443"/>
              </a:lnSpc>
              <a:buSzPct val="100000"/>
              <a:buFont typeface="Arial"/>
              <a:buChar char="•"/>
            </a:pP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Đổi</a:t>
            </a:r>
            <a:r>
              <a:rPr lang="en-US" sz="25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5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máy: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r>
              <a:rPr lang="en-US" sz="25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chuyển</a:t>
            </a:r>
            <a:endParaRPr lang="en-US" sz="2550" dirty="0"/>
          </a:p>
        </p:txBody>
      </p:sp>
      <p:sp>
        <p:nvSpPr>
          <p:cNvPr id="11" name="Shape 9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525000" y="1219200"/>
            <a:ext cx="571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6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WEIGHTED</a:t>
            </a:r>
            <a:r>
              <a:rPr lang="en-US" sz="1800" b="1" spc="216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ROUND-ROBIN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9525000" y="2381250"/>
            <a:ext cx="1428750" cy="857250"/>
          </a:xfrm>
          <a:prstGeom prst="roundRect">
            <a:avLst>
              <a:gd name="adj" fmla="val 22222"/>
            </a:avLst>
          </a:prstGeom>
          <a:solidFill>
            <a:srgbClr val="E8E0CF"/>
          </a:solidFill>
          <a:ln w="19050">
            <a:solidFill>
              <a:srgbClr val="DDD5C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Khách</a:t>
            </a:r>
            <a:endParaRPr lang="en-US" sz="2250" dirty="0"/>
          </a:p>
        </p:txBody>
      </p:sp>
      <p:sp>
        <p:nvSpPr>
          <p:cNvPr id="14" name="Connector line-1792338353709-312798288"/>
          <p:cNvSpPr/>
          <p:nvPr/>
        </p:nvSpPr>
        <p:spPr>
          <a:xfrm>
            <a:off x="10991850" y="2809875"/>
            <a:ext cx="723900" cy="0"/>
          </a:xfrm>
          <a:prstGeom prst="line">
            <a:avLst/>
          </a:prstGeom>
          <a:noFill/>
          <a:ln w="47625">
            <a:solidFill>
              <a:srgbClr val="14161C"/>
            </a:solidFill>
            <a:prstDash val="solid"/>
            <a:headEnd type="none"/>
            <a:tailEnd type="triangle"/>
          </a:ln>
        </p:spPr>
      </p:sp>
      <p:sp>
        <p:nvSpPr>
          <p:cNvPr id="15" name="Text 13"/>
          <p:cNvSpPr/>
          <p:nvPr/>
        </p:nvSpPr>
        <p:spPr>
          <a:xfrm>
            <a:off x="11753850" y="2190750"/>
            <a:ext cx="1809750" cy="1238250"/>
          </a:xfrm>
          <a:prstGeom prst="roundRect">
            <a:avLst>
              <a:gd name="adj" fmla="val 16923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Bộ</a:t>
            </a:r>
            <a:r>
              <a:rPr lang="en-US" sz="21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cân</a:t>
            </a:r>
            <a:r>
              <a:rPr lang="en-US" sz="21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1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tải</a:t>
            </a:r>
            <a:endParaRPr lang="en-US" sz="2100" dirty="0"/>
          </a:p>
        </p:txBody>
      </p:sp>
      <p:sp>
        <p:nvSpPr>
          <p:cNvPr id="16" name="Connector line-1792338353711-761899505"/>
          <p:cNvSpPr/>
          <p:nvPr/>
        </p:nvSpPr>
        <p:spPr>
          <a:xfrm flipV="1">
            <a:off x="13601700" y="2038350"/>
            <a:ext cx="1543050" cy="771525"/>
          </a:xfrm>
          <a:prstGeom prst="line">
            <a:avLst/>
          </a:prstGeom>
          <a:noFill/>
          <a:ln w="114300">
            <a:solidFill>
              <a:srgbClr val="1F3FD1"/>
            </a:solidFill>
            <a:prstDash val="solid"/>
            <a:headEnd type="none"/>
            <a:tailEnd type="triangle" w="sm" len="sm"/>
          </a:ln>
        </p:spPr>
      </p:sp>
      <p:sp>
        <p:nvSpPr>
          <p:cNvPr id="17" name="Connector line-1792338353711-164539379"/>
          <p:cNvSpPr/>
          <p:nvPr/>
        </p:nvSpPr>
        <p:spPr>
          <a:xfrm>
            <a:off x="13601700" y="2838450"/>
            <a:ext cx="1600200" cy="38100"/>
          </a:xfrm>
          <a:prstGeom prst="line">
            <a:avLst/>
          </a:prstGeom>
          <a:noFill/>
          <a:ln w="38100">
            <a:solidFill>
              <a:srgbClr val="1F3FD1"/>
            </a:solidFill>
            <a:prstDash val="solid"/>
            <a:headEnd type="none"/>
            <a:tailEnd type="triangle" w="lg" len="lg"/>
          </a:ln>
        </p:spPr>
      </p:sp>
      <p:sp>
        <p:nvSpPr>
          <p:cNvPr id="18" name="Connector line-1792338353711-793610700"/>
          <p:cNvSpPr/>
          <p:nvPr/>
        </p:nvSpPr>
        <p:spPr>
          <a:xfrm>
            <a:off x="13601700" y="2867025"/>
            <a:ext cx="1600200" cy="866775"/>
          </a:xfrm>
          <a:prstGeom prst="line">
            <a:avLst/>
          </a:prstGeom>
          <a:noFill/>
          <a:ln w="38100">
            <a:solidFill>
              <a:srgbClr val="1F3FD1"/>
            </a:solidFill>
            <a:prstDash val="solid"/>
            <a:headEnd type="none"/>
            <a:tailEnd type="triangle" w="lg" len="lg"/>
          </a:ln>
        </p:spPr>
      </p:sp>
      <p:sp>
        <p:nvSpPr>
          <p:cNvPr id="19" name="Text 17"/>
          <p:cNvSpPr/>
          <p:nvPr/>
        </p:nvSpPr>
        <p:spPr>
          <a:xfrm>
            <a:off x="15240000" y="1676400"/>
            <a:ext cx="1809750" cy="685800"/>
          </a:xfrm>
          <a:prstGeom prst="roundRect">
            <a:avLst>
              <a:gd name="adj" fmla="val 25000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Dịch</a:t>
            </a:r>
            <a:r>
              <a:rPr lang="en-US" sz="21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 A</a:t>
            </a:r>
            <a:endParaRPr lang="en-US" sz="2100" dirty="0"/>
          </a:p>
        </p:txBody>
      </p:sp>
      <p:sp>
        <p:nvSpPr>
          <p:cNvPr id="20" name="Text 18"/>
          <p:cNvSpPr/>
          <p:nvPr/>
        </p:nvSpPr>
        <p:spPr>
          <a:xfrm>
            <a:off x="15240000" y="2533650"/>
            <a:ext cx="1809750" cy="685800"/>
          </a:xfrm>
          <a:prstGeom prst="roundRect">
            <a:avLst>
              <a:gd name="adj" fmla="val 25000"/>
            </a:avLst>
          </a:prstGeom>
          <a:solidFill>
            <a:srgbClr val="E8E0CF"/>
          </a:solidFill>
          <a:ln w="19050">
            <a:solidFill>
              <a:srgbClr val="DDD5C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Dịch</a:t>
            </a:r>
            <a:r>
              <a:rPr lang="en-US" sz="21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 B</a:t>
            </a:r>
            <a:endParaRPr lang="en-US" sz="2100" dirty="0"/>
          </a:p>
        </p:txBody>
      </p:sp>
      <p:sp>
        <p:nvSpPr>
          <p:cNvPr id="21" name="Text 19"/>
          <p:cNvSpPr/>
          <p:nvPr/>
        </p:nvSpPr>
        <p:spPr>
          <a:xfrm>
            <a:off x="15240000" y="3390900"/>
            <a:ext cx="1809750" cy="685800"/>
          </a:xfrm>
          <a:prstGeom prst="roundRect">
            <a:avLst>
              <a:gd name="adj" fmla="val 25000"/>
            </a:avLst>
          </a:prstGeom>
          <a:solidFill>
            <a:srgbClr val="E8E0CF"/>
          </a:solidFill>
          <a:ln w="19050">
            <a:solidFill>
              <a:srgbClr val="DDD5C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Dịch</a:t>
            </a:r>
            <a:r>
              <a:rPr lang="en-US" sz="21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 C</a:t>
            </a:r>
            <a:endParaRPr lang="en-US" sz="2100" dirty="0"/>
          </a:p>
        </p:txBody>
      </p:sp>
      <p:sp>
        <p:nvSpPr>
          <p:cNvPr id="22" name="Text 20"/>
          <p:cNvSpPr/>
          <p:nvPr/>
        </p:nvSpPr>
        <p:spPr>
          <a:xfrm>
            <a:off x="9525000" y="4305300"/>
            <a:ext cx="74676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-1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trọng</a:t>
            </a:r>
            <a:r>
              <a:rPr lang="en-US" sz="1950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cao</a:t>
            </a:r>
            <a:r>
              <a:rPr lang="en-US" sz="19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 nhận nhiều</a:t>
            </a:r>
            <a:r>
              <a:rPr lang="en-US" sz="1950" dirty="0" spc="-1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yêu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r>
              <a:rPr lang="en-US" sz="19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1950" dirty="0"/>
          </a:p>
        </p:txBody>
      </p:sp>
      <p:sp>
        <p:nvSpPr>
          <p:cNvPr id="23" name="Connector line-1792338353720-886222344"/>
          <p:cNvSpPr/>
          <p:nvPr/>
        </p:nvSpPr>
        <p:spPr>
          <a:xfrm>
            <a:off x="9525000" y="4819650"/>
            <a:ext cx="7467600" cy="0"/>
          </a:xfrm>
          <a:prstGeom prst="line">
            <a:avLst/>
          </a:prstGeom>
          <a:noFill/>
          <a:ln w="19050">
            <a:solidFill>
              <a:srgbClr val="DDD5C1"/>
            </a:solidFill>
            <a:prstDash val="lgDash"/>
            <a:headEnd type="none"/>
            <a:tailEnd type="none"/>
          </a:ln>
        </p:spPr>
      </p:sp>
      <p:sp>
        <p:nvSpPr>
          <p:cNvPr id="24" name="Text 22"/>
          <p:cNvSpPr/>
          <p:nvPr/>
        </p:nvSpPr>
        <p:spPr>
          <a:xfrm>
            <a:off x="9525000" y="5029200"/>
            <a:ext cx="571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16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HASH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9525000" y="6000750"/>
            <a:ext cx="2095500" cy="1333500"/>
          </a:xfrm>
          <a:prstGeom prst="roundRect">
            <a:avLst>
              <a:gd name="adj" fmla="val 15714"/>
            </a:avLst>
          </a:prstGeom>
          <a:solidFill>
            <a:srgbClr val="E8E0CF"/>
          </a:solidFill>
          <a:ln w="19050">
            <a:solidFill>
              <a:srgbClr val="DDD5C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IP</a:t>
            </a:r>
            <a:r>
              <a:rPr lang="en-US" sz="22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2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URL</a:t>
            </a:r>
            <a:endParaRPr lang="en-US" sz="2250" dirty="0"/>
          </a:p>
        </p:txBody>
      </p:sp>
      <p:sp>
        <p:nvSpPr>
          <p:cNvPr id="26" name="Connector line-1792338353723-957089206"/>
          <p:cNvSpPr/>
          <p:nvPr/>
        </p:nvSpPr>
        <p:spPr>
          <a:xfrm>
            <a:off x="11658600" y="6667500"/>
            <a:ext cx="514350" cy="0"/>
          </a:xfrm>
          <a:prstGeom prst="line">
            <a:avLst/>
          </a:prstGeom>
          <a:noFill/>
          <a:ln w="47625">
            <a:solidFill>
              <a:srgbClr val="14161C"/>
            </a:solidFill>
            <a:prstDash val="solid"/>
            <a:headEnd type="none"/>
            <a:tailEnd type="triangle"/>
          </a:ln>
        </p:spPr>
      </p:sp>
      <p:sp>
        <p:nvSpPr>
          <p:cNvPr id="27" name="Text 25"/>
          <p:cNvSpPr/>
          <p:nvPr/>
        </p:nvSpPr>
        <p:spPr>
          <a:xfrm>
            <a:off x="12211050" y="6000750"/>
            <a:ext cx="2095500" cy="1333500"/>
          </a:xfrm>
          <a:prstGeom prst="roundRect">
            <a:avLst>
              <a:gd name="adj" fmla="val 15714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Hàm</a:t>
            </a:r>
            <a:r>
              <a:rPr lang="en-US" sz="22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băm</a:t>
            </a:r>
            <a:endParaRPr lang="en-US" sz="2250" dirty="0"/>
          </a:p>
        </p:txBody>
      </p:sp>
      <p:sp>
        <p:nvSpPr>
          <p:cNvPr id="28" name="Connector line-1792338353725-195934933"/>
          <p:cNvSpPr/>
          <p:nvPr/>
        </p:nvSpPr>
        <p:spPr>
          <a:xfrm>
            <a:off x="14344650" y="6667500"/>
            <a:ext cx="514350" cy="0"/>
          </a:xfrm>
          <a:prstGeom prst="line">
            <a:avLst/>
          </a:prstGeom>
          <a:noFill/>
          <a:ln w="47625">
            <a:solidFill>
              <a:srgbClr val="14161C"/>
            </a:solidFill>
            <a:prstDash val="solid"/>
            <a:headEnd type="none"/>
            <a:tailEnd type="triangle"/>
          </a:ln>
        </p:spPr>
      </p:sp>
      <p:sp>
        <p:nvSpPr>
          <p:cNvPr id="29" name="Text 27"/>
          <p:cNvSpPr/>
          <p:nvPr/>
        </p:nvSpPr>
        <p:spPr>
          <a:xfrm>
            <a:off x="14897100" y="6000750"/>
            <a:ext cx="2095500" cy="1333500"/>
          </a:xfrm>
          <a:prstGeom prst="roundRect">
            <a:avLst>
              <a:gd name="adj" fmla="val 15714"/>
            </a:avLst>
          </a:prstGeom>
          <a:solidFill>
            <a:srgbClr val="E8E0CF"/>
          </a:solidFill>
          <a:ln w="19050">
            <a:solidFill>
              <a:srgbClr val="DDD5C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Bản</a:t>
            </a:r>
            <a:r>
              <a:rPr lang="en-US" sz="225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 tương</a:t>
            </a:r>
            <a:r>
              <a:rPr lang="en-US" sz="2250" b="1" dirty="0" spc="2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endParaRPr lang="en-US" sz="2250" dirty="0"/>
          </a:p>
        </p:txBody>
      </p:sp>
      <p:sp>
        <p:nvSpPr>
          <p:cNvPr id="30" name="Text 28"/>
          <p:cNvSpPr/>
          <p:nvPr/>
        </p:nvSpPr>
        <p:spPr>
          <a:xfrm>
            <a:off x="9525000" y="7620000"/>
            <a:ext cx="74676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-2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yêu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r>
              <a:rPr lang="en-US" sz="1950" dirty="0" spc="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đến</a:t>
            </a:r>
            <a:r>
              <a:rPr lang="en-US" sz="1950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chuyển</a:t>
            </a:r>
            <a:r>
              <a:rPr lang="en-US" sz="195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19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 sao</a:t>
            </a:r>
            <a:r>
              <a:rPr lang="en-US" sz="19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1950" dirty="0" spc="-2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</a:t>
            </a:r>
            <a:r>
              <a:rPr lang="en-US" sz="19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băm</a:t>
            </a:r>
            <a:endParaRPr lang="en-US" sz="1950" dirty="0"/>
          </a:p>
        </p:txBody>
      </p:sp>
      <p:sp>
        <p:nvSpPr>
          <p:cNvPr id="31" name="Shape 29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18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04/09</a:t>
            </a:r>
            <a:endParaRPr lang="en-US" sz="1650" dirty="0"/>
          </a:p>
        </p:txBody>
      </p:sp>
      <p:sp>
        <p:nvSpPr>
          <p:cNvPr id="41" name="Shape 3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2" name="Moda image moda-export-watermark-4617ee3d-afd2-425b-830d-ef265d81cec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620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77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THUẬT</a:t>
            </a:r>
            <a:r>
              <a:rPr lang="en-US" sz="1950" b="1" spc="191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1950" b="1" spc="226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r>
              <a:rPr lang="en-US" sz="1950" b="1" spc="221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7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</a:t>
            </a:r>
            <a:r>
              <a:rPr lang="en-US" sz="1950" b="1" spc="175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25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6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2190750"/>
          </a:xfrm>
          <a:prstGeom prst="rect">
            <a:avLst/>
          </a:prstGeom>
          <a:noFill/>
          <a:ln/>
        </p:spPr>
        <p:txBody>
          <a:bodyPr wrap="square" lIns="0" tIns="45720" rIns="0" bIns="-45720" rtlCol="0" anchor="t"/>
          <a:lstStyle/>
          <a:p>
            <a:pPr algn="l" indent="0" marL="0">
              <a:lnSpc>
                <a:spcPts val="7920"/>
              </a:lnSpc>
              <a:buNone/>
            </a:pPr>
            <a:r>
              <a:rPr lang="en-US" sz="72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Nhóm</a:t>
            </a:r>
            <a:r>
              <a:rPr lang="en-US" sz="7200" dirty="0" spc="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động</a:t>
            </a:r>
            <a:endParaRPr lang="en-US" sz="7200" dirty="0"/>
          </a:p>
          <a:p>
            <a:pPr algn="l" indent="0" marL="0">
              <a:lnSpc>
                <a:spcPts val="7920"/>
              </a:lnSpc>
              <a:buNone/>
            </a:pPr>
            <a:r>
              <a:rPr lang="en-US" sz="72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có</a:t>
            </a:r>
            <a:r>
              <a:rPr lang="en-US" sz="72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hai</a:t>
            </a:r>
            <a:r>
              <a:rPr lang="en-US" sz="72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cách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914400" y="3695700"/>
            <a:ext cx="7620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50" b="1" dirty="0" spc="3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Ít</a:t>
            </a:r>
            <a:r>
              <a:rPr lang="en-US" sz="3150" b="1" dirty="0" spc="-39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3150" b="1" dirty="0" spc="-5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nối, phản</a:t>
            </a:r>
            <a:r>
              <a:rPr lang="en-US" sz="3150" b="1" dirty="0" spc="-6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hồi</a:t>
            </a:r>
            <a:r>
              <a:rPr lang="en-US" sz="3150" b="1" dirty="0" spc="-3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nhanh</a:t>
            </a:r>
            <a:endParaRPr lang="en-US" sz="3150" dirty="0"/>
          </a:p>
        </p:txBody>
      </p:sp>
      <p:sp>
        <p:nvSpPr>
          <p:cNvPr id="5" name="Text 3"/>
          <p:cNvSpPr/>
          <p:nvPr/>
        </p:nvSpPr>
        <p:spPr>
          <a:xfrm>
            <a:off x="914400" y="4362450"/>
            <a:ext cx="7620000" cy="104775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270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Ít</a:t>
            </a:r>
            <a:r>
              <a:rPr lang="en-US" sz="2700" dirty="0" spc="-3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nối</a:t>
            </a:r>
            <a:r>
              <a:rPr lang="en-US" sz="270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nhất;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phản hồi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nhanh</a:t>
            </a:r>
            <a:r>
              <a:rPr lang="en-US" sz="270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r>
              <a:rPr lang="en-US" sz="2700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ít</a:t>
            </a:r>
            <a:r>
              <a:rPr lang="en-US" sz="2700" dirty="0" spc="-3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nối</a:t>
            </a:r>
            <a:r>
              <a:rPr lang="en-US" sz="270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nhất.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914400" y="5524500"/>
            <a:ext cx="3429000" cy="6096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Least</a:t>
            </a:r>
            <a:r>
              <a:rPr lang="en-US" sz="22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connections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4495800" y="5524500"/>
            <a:ext cx="3810000" cy="6096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Least</a:t>
            </a:r>
            <a:r>
              <a:rPr lang="en-US" sz="225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response</a:t>
            </a:r>
            <a:r>
              <a:rPr lang="en-US" sz="22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time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914400" y="6400800"/>
            <a:ext cx="7620000" cy="2286000"/>
          </a:xfrm>
          <a:prstGeom prst="roundRect">
            <a:avLst>
              <a:gd name="adj" fmla="val 11667"/>
            </a:avLst>
          </a:prstGeom>
          <a:solidFill>
            <a:srgbClr val="1E212B"/>
          </a:solidFill>
          <a:ln/>
        </p:spPr>
      </p:sp>
      <p:sp>
        <p:nvSpPr>
          <p:cNvPr id="9" name="Text 7"/>
          <p:cNvSpPr/>
          <p:nvPr/>
        </p:nvSpPr>
        <p:spPr>
          <a:xfrm>
            <a:off x="1257300" y="6610350"/>
            <a:ext cx="381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10" name="Text richtext-1792338437273-5438094"/>
          <p:cNvSpPr/>
          <p:nvPr/>
        </p:nvSpPr>
        <p:spPr>
          <a:xfrm>
            <a:off x="1257300" y="7048500"/>
            <a:ext cx="7048500" cy="154305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marL="323850" indent="-231371">
              <a:lnSpc>
                <a:spcPts val="3443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Ít</a:t>
            </a:r>
            <a:r>
              <a:rPr lang="en-US" sz="2550" dirty="0" spc="-3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nối</a:t>
            </a:r>
            <a:r>
              <a:rPr lang="en-US" sz="2550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đồng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</a:t>
            </a:r>
            <a:r>
              <a:rPr lang="en-US" sz="25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endParaRPr lang="en-US" sz="2550" dirty="0"/>
          </a:p>
          <a:p>
            <a:pPr algn="l" marL="323850" indent="-231371">
              <a:lnSpc>
                <a:spcPts val="3443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Phản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hồi nhanh</a:t>
            </a:r>
            <a:r>
              <a:rPr lang="en-US" sz="25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r>
              <a:rPr lang="en-US" sz="2550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ít</a:t>
            </a:r>
            <a:r>
              <a:rPr lang="en-US" sz="2550" dirty="0" spc="-3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nối</a:t>
            </a:r>
            <a:endParaRPr lang="en-US" sz="2550" dirty="0"/>
          </a:p>
          <a:p>
            <a:pPr algn="l" marL="323850" indent="-231371">
              <a:lnSpc>
                <a:spcPts val="3443"/>
              </a:lnSpc>
              <a:buSzPct val="100000"/>
              <a:buFont typeface="Arial"/>
              <a:buChar char="•"/>
            </a:pPr>
            <a:r>
              <a:rPr lang="en-US" sz="2550" dirty="0" spc="-8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Yêu</a:t>
            </a:r>
            <a:r>
              <a:rPr lang="en-US" sz="25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</a:t>
            </a:r>
            <a:r>
              <a:rPr lang="en-US" sz="25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25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55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r>
              <a:rPr lang="en-US" sz="255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</a:t>
            </a:r>
            <a:endParaRPr lang="en-US" sz="2550" dirty="0"/>
          </a:p>
        </p:txBody>
      </p:sp>
      <p:sp>
        <p:nvSpPr>
          <p:cNvPr id="11" name="Shape 9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1E212B"/>
          </a:solidFill>
          <a:ln w="19050">
            <a:solidFill>
              <a:srgbClr val="2E324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525000" y="1219200"/>
            <a:ext cx="571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08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LEAST</a:t>
            </a:r>
            <a:r>
              <a:rPr lang="en-US" sz="1800" b="1" spc="217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CONNECTIONS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9525000" y="2190750"/>
            <a:ext cx="1809750" cy="1238250"/>
          </a:xfrm>
          <a:prstGeom prst="roundRect">
            <a:avLst>
              <a:gd name="adj" fmla="val 16923"/>
            </a:avLst>
          </a:prstGeom>
          <a:solidFill>
            <a:srgbClr val="F3EE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Bộ</a:t>
            </a:r>
            <a:r>
              <a:rPr lang="en-US" sz="21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cân</a:t>
            </a:r>
            <a:r>
              <a:rPr lang="en-US" sz="21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1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tải</a:t>
            </a:r>
            <a:endParaRPr lang="en-US" sz="2100" dirty="0"/>
          </a:p>
        </p:txBody>
      </p:sp>
      <p:sp>
        <p:nvSpPr>
          <p:cNvPr id="14" name="Connector line-1792338437284-866917258"/>
          <p:cNvSpPr/>
          <p:nvPr/>
        </p:nvSpPr>
        <p:spPr>
          <a:xfrm flipV="1">
            <a:off x="11372850" y="2019300"/>
            <a:ext cx="876300" cy="790575"/>
          </a:xfrm>
          <a:prstGeom prst="line">
            <a:avLst/>
          </a:prstGeom>
          <a:noFill/>
          <a:ln w="28575">
            <a:solidFill>
              <a:srgbClr val="3A3F50"/>
            </a:solidFill>
            <a:prstDash val="lgDash"/>
            <a:headEnd type="none"/>
            <a:tailEnd type="none"/>
          </a:ln>
        </p:spPr>
      </p:sp>
      <p:sp>
        <p:nvSpPr>
          <p:cNvPr id="15" name="Connector line-1792338437285-560502450"/>
          <p:cNvSpPr/>
          <p:nvPr/>
        </p:nvSpPr>
        <p:spPr>
          <a:xfrm>
            <a:off x="11372850" y="2838450"/>
            <a:ext cx="819150" cy="38100"/>
          </a:xfrm>
          <a:prstGeom prst="line">
            <a:avLst/>
          </a:prstGeom>
          <a:noFill/>
          <a:ln w="66675">
            <a:solidFill>
              <a:srgbClr val="FFB454"/>
            </a:solidFill>
            <a:prstDash val="solid"/>
            <a:headEnd type="none"/>
            <a:tailEnd type="triangle"/>
          </a:ln>
        </p:spPr>
      </p:sp>
      <p:sp>
        <p:nvSpPr>
          <p:cNvPr id="16" name="Connector line-1792338437285-175271808"/>
          <p:cNvSpPr/>
          <p:nvPr/>
        </p:nvSpPr>
        <p:spPr>
          <a:xfrm>
            <a:off x="11372850" y="2867025"/>
            <a:ext cx="876300" cy="866775"/>
          </a:xfrm>
          <a:prstGeom prst="line">
            <a:avLst/>
          </a:prstGeom>
          <a:noFill/>
          <a:ln w="28575">
            <a:solidFill>
              <a:srgbClr val="3A3F50"/>
            </a:solidFill>
            <a:prstDash val="lgDash"/>
            <a:headEnd type="none"/>
            <a:tailEnd type="none"/>
          </a:ln>
        </p:spPr>
      </p:sp>
      <p:sp>
        <p:nvSpPr>
          <p:cNvPr id="17" name="Text 15"/>
          <p:cNvSpPr/>
          <p:nvPr/>
        </p:nvSpPr>
        <p:spPr>
          <a:xfrm>
            <a:off x="12287250" y="1676400"/>
            <a:ext cx="1619250" cy="685800"/>
          </a:xfrm>
          <a:prstGeom prst="roundRect">
            <a:avLst>
              <a:gd name="adj" fmla="val 25000"/>
            </a:avLst>
          </a:prstGeom>
          <a:solidFill>
            <a:srgbClr val="2A2E3B"/>
          </a:solidFill>
          <a:ln w="19050">
            <a:solidFill>
              <a:srgbClr val="3A3F5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Dịch</a:t>
            </a:r>
            <a:r>
              <a:rPr lang="en-US" sz="21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 A</a:t>
            </a: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12287250" y="2533650"/>
            <a:ext cx="1619250" cy="685800"/>
          </a:xfrm>
          <a:prstGeom prst="roundRect">
            <a:avLst>
              <a:gd name="adj" fmla="val 25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Dịch</a:t>
            </a:r>
            <a:r>
              <a:rPr lang="en-US" sz="21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 B</a:t>
            </a:r>
            <a:endParaRPr lang="en-US" sz="2100" dirty="0"/>
          </a:p>
        </p:txBody>
      </p:sp>
      <p:sp>
        <p:nvSpPr>
          <p:cNvPr id="19" name="Text 17"/>
          <p:cNvSpPr/>
          <p:nvPr/>
        </p:nvSpPr>
        <p:spPr>
          <a:xfrm>
            <a:off x="12287250" y="3390900"/>
            <a:ext cx="1619250" cy="685800"/>
          </a:xfrm>
          <a:prstGeom prst="roundRect">
            <a:avLst>
              <a:gd name="adj" fmla="val 25000"/>
            </a:avLst>
          </a:prstGeom>
          <a:solidFill>
            <a:srgbClr val="2A2E3B"/>
          </a:solidFill>
          <a:ln w="19050">
            <a:solidFill>
              <a:srgbClr val="3A3F5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Dịch</a:t>
            </a:r>
            <a:r>
              <a:rPr lang="en-US" sz="21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 C</a:t>
            </a:r>
            <a:endParaRPr lang="en-US" sz="2100" dirty="0"/>
          </a:p>
        </p:txBody>
      </p:sp>
      <p:sp>
        <p:nvSpPr>
          <p:cNvPr id="20" name="Shape 18"/>
          <p:cNvSpPr/>
          <p:nvPr/>
        </p:nvSpPr>
        <p:spPr>
          <a:xfrm>
            <a:off x="14097000" y="1828800"/>
            <a:ext cx="2857500" cy="381000"/>
          </a:xfrm>
          <a:prstGeom prst="roundRect">
            <a:avLst>
              <a:gd name="adj" fmla="val 30000"/>
            </a:avLst>
          </a:prstGeom>
          <a:solidFill>
            <a:srgbClr val="3A3F50"/>
          </a:solidFill>
          <a:ln/>
        </p:spPr>
      </p:sp>
      <p:sp>
        <p:nvSpPr>
          <p:cNvPr id="21" name="Shape 19"/>
          <p:cNvSpPr/>
          <p:nvPr/>
        </p:nvSpPr>
        <p:spPr>
          <a:xfrm>
            <a:off x="14097000" y="3543300"/>
            <a:ext cx="2000250" cy="381000"/>
          </a:xfrm>
          <a:prstGeom prst="roundRect">
            <a:avLst>
              <a:gd name="adj" fmla="val 30000"/>
            </a:avLst>
          </a:prstGeom>
          <a:solidFill>
            <a:srgbClr val="3A3F50"/>
          </a:solidFill>
          <a:ln/>
        </p:spPr>
      </p:sp>
      <p:sp>
        <p:nvSpPr>
          <p:cNvPr id="22" name="Text 20"/>
          <p:cNvSpPr/>
          <p:nvPr/>
        </p:nvSpPr>
        <p:spPr>
          <a:xfrm>
            <a:off x="9525000" y="4305300"/>
            <a:ext cx="74676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thanh</a:t>
            </a:r>
            <a:r>
              <a:rPr lang="en-US" sz="19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dài</a:t>
            </a:r>
            <a:r>
              <a:rPr lang="en-US" sz="19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hơn:</a:t>
            </a:r>
            <a:r>
              <a:rPr lang="en-US" sz="19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1950" dirty="0" spc="-3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19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nối</a:t>
            </a:r>
            <a:r>
              <a:rPr lang="en-US" sz="1950" dirty="0" spc="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đồng</a:t>
            </a:r>
            <a:r>
              <a:rPr lang="en-US" sz="19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</a:t>
            </a:r>
            <a:r>
              <a:rPr lang="en-US" sz="19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1950" dirty="0"/>
          </a:p>
        </p:txBody>
      </p:sp>
      <p:sp>
        <p:nvSpPr>
          <p:cNvPr id="23" name="Connector line-1792338437296-866428256"/>
          <p:cNvSpPr/>
          <p:nvPr/>
        </p:nvSpPr>
        <p:spPr>
          <a:xfrm>
            <a:off x="9525000" y="4819650"/>
            <a:ext cx="7467600" cy="0"/>
          </a:xfrm>
          <a:prstGeom prst="line">
            <a:avLst/>
          </a:prstGeom>
          <a:noFill/>
          <a:ln w="19050">
            <a:solidFill>
              <a:srgbClr val="3A3F50"/>
            </a:solidFill>
            <a:prstDash val="lgDash"/>
            <a:headEnd type="none"/>
            <a:tailEnd type="none"/>
          </a:ln>
        </p:spPr>
      </p:sp>
      <p:sp>
        <p:nvSpPr>
          <p:cNvPr id="24" name="Text 22"/>
          <p:cNvSpPr/>
          <p:nvPr/>
        </p:nvSpPr>
        <p:spPr>
          <a:xfrm>
            <a:off x="9525000" y="5029200"/>
            <a:ext cx="571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08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LEAST</a:t>
            </a:r>
            <a:r>
              <a:rPr lang="en-US" sz="1800" b="1" spc="225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RESPONSE</a:t>
            </a:r>
            <a:r>
              <a:rPr lang="en-US" sz="1800" b="1" spc="224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TIME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9525000" y="5924550"/>
            <a:ext cx="1809750" cy="1238250"/>
          </a:xfrm>
          <a:prstGeom prst="roundRect">
            <a:avLst>
              <a:gd name="adj" fmla="val 16923"/>
            </a:avLst>
          </a:prstGeom>
          <a:solidFill>
            <a:srgbClr val="F3EE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Bộ</a:t>
            </a:r>
            <a:r>
              <a:rPr lang="en-US" sz="21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cân</a:t>
            </a:r>
            <a:r>
              <a:rPr lang="en-US" sz="21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1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tải</a:t>
            </a:r>
            <a:endParaRPr lang="en-US" sz="2100" dirty="0"/>
          </a:p>
        </p:txBody>
      </p:sp>
      <p:sp>
        <p:nvSpPr>
          <p:cNvPr id="26" name="Connector line-1792338437299-917575556"/>
          <p:cNvSpPr/>
          <p:nvPr/>
        </p:nvSpPr>
        <p:spPr>
          <a:xfrm flipV="1">
            <a:off x="11372850" y="5753100"/>
            <a:ext cx="876300" cy="790575"/>
          </a:xfrm>
          <a:prstGeom prst="line">
            <a:avLst/>
          </a:prstGeom>
          <a:noFill/>
          <a:ln w="28575">
            <a:solidFill>
              <a:srgbClr val="3A3F50"/>
            </a:solidFill>
            <a:prstDash val="lgDash"/>
            <a:headEnd type="none"/>
            <a:tailEnd type="none"/>
          </a:ln>
        </p:spPr>
      </p:sp>
      <p:sp>
        <p:nvSpPr>
          <p:cNvPr id="27" name="Connector line-1792338437299-328030214"/>
          <p:cNvSpPr/>
          <p:nvPr/>
        </p:nvSpPr>
        <p:spPr>
          <a:xfrm>
            <a:off x="11372850" y="6572250"/>
            <a:ext cx="876300" cy="38100"/>
          </a:xfrm>
          <a:prstGeom prst="line">
            <a:avLst/>
          </a:prstGeom>
          <a:noFill/>
          <a:ln w="28575">
            <a:solidFill>
              <a:srgbClr val="3A3F50"/>
            </a:solidFill>
            <a:prstDash val="lgDash"/>
            <a:headEnd type="none"/>
            <a:tailEnd type="none"/>
          </a:ln>
        </p:spPr>
      </p:sp>
      <p:sp>
        <p:nvSpPr>
          <p:cNvPr id="28" name="Connector line-1792338437299-977862985"/>
          <p:cNvSpPr/>
          <p:nvPr/>
        </p:nvSpPr>
        <p:spPr>
          <a:xfrm>
            <a:off x="11372850" y="6600825"/>
            <a:ext cx="819150" cy="809625"/>
          </a:xfrm>
          <a:prstGeom prst="line">
            <a:avLst/>
          </a:prstGeom>
          <a:noFill/>
          <a:ln w="66675">
            <a:solidFill>
              <a:srgbClr val="FFB454"/>
            </a:solidFill>
            <a:prstDash val="solid"/>
            <a:headEnd type="none"/>
            <a:tailEnd type="triangle"/>
          </a:ln>
        </p:spPr>
      </p:sp>
      <p:sp>
        <p:nvSpPr>
          <p:cNvPr id="29" name="Text 27"/>
          <p:cNvSpPr/>
          <p:nvPr/>
        </p:nvSpPr>
        <p:spPr>
          <a:xfrm>
            <a:off x="12287250" y="5410200"/>
            <a:ext cx="1619250" cy="685800"/>
          </a:xfrm>
          <a:prstGeom prst="roundRect">
            <a:avLst>
              <a:gd name="adj" fmla="val 25000"/>
            </a:avLst>
          </a:prstGeom>
          <a:solidFill>
            <a:srgbClr val="2A2E3B"/>
          </a:solidFill>
          <a:ln w="19050">
            <a:solidFill>
              <a:srgbClr val="3A3F5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Dịch</a:t>
            </a:r>
            <a:r>
              <a:rPr lang="en-US" sz="21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 A</a:t>
            </a:r>
            <a:endParaRPr lang="en-US" sz="2100" dirty="0"/>
          </a:p>
        </p:txBody>
      </p:sp>
      <p:sp>
        <p:nvSpPr>
          <p:cNvPr id="30" name="Text 28"/>
          <p:cNvSpPr/>
          <p:nvPr/>
        </p:nvSpPr>
        <p:spPr>
          <a:xfrm>
            <a:off x="12287250" y="6267450"/>
            <a:ext cx="1619250" cy="685800"/>
          </a:xfrm>
          <a:prstGeom prst="roundRect">
            <a:avLst>
              <a:gd name="adj" fmla="val 25000"/>
            </a:avLst>
          </a:prstGeom>
          <a:solidFill>
            <a:srgbClr val="2A2E3B"/>
          </a:solidFill>
          <a:ln w="19050">
            <a:solidFill>
              <a:srgbClr val="3A3F5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Dịch</a:t>
            </a:r>
            <a:r>
              <a:rPr lang="en-US" sz="21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 B</a:t>
            </a:r>
            <a:endParaRPr lang="en-US" sz="2100" dirty="0"/>
          </a:p>
        </p:txBody>
      </p:sp>
      <p:sp>
        <p:nvSpPr>
          <p:cNvPr id="31" name="Text 29"/>
          <p:cNvSpPr/>
          <p:nvPr/>
        </p:nvSpPr>
        <p:spPr>
          <a:xfrm>
            <a:off x="12287250" y="7124700"/>
            <a:ext cx="1619250" cy="685800"/>
          </a:xfrm>
          <a:prstGeom prst="roundRect">
            <a:avLst>
              <a:gd name="adj" fmla="val 25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Dịch</a:t>
            </a:r>
            <a:r>
              <a:rPr lang="en-US" sz="21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 C</a:t>
            </a:r>
            <a:endParaRPr lang="en-US" sz="2100" dirty="0"/>
          </a:p>
        </p:txBody>
      </p:sp>
      <p:sp>
        <p:nvSpPr>
          <p:cNvPr id="32" name="Shape 30"/>
          <p:cNvSpPr/>
          <p:nvPr/>
        </p:nvSpPr>
        <p:spPr>
          <a:xfrm>
            <a:off x="14097000" y="5562600"/>
            <a:ext cx="2857500" cy="381000"/>
          </a:xfrm>
          <a:prstGeom prst="roundRect">
            <a:avLst>
              <a:gd name="adj" fmla="val 30000"/>
            </a:avLst>
          </a:prstGeom>
          <a:solidFill>
            <a:srgbClr val="3A3F50"/>
          </a:solidFill>
          <a:ln/>
        </p:spPr>
      </p:sp>
      <p:sp>
        <p:nvSpPr>
          <p:cNvPr id="33" name="Shape 31"/>
          <p:cNvSpPr/>
          <p:nvPr/>
        </p:nvSpPr>
        <p:spPr>
          <a:xfrm>
            <a:off x="14097000" y="6419850"/>
            <a:ext cx="2190750" cy="381000"/>
          </a:xfrm>
          <a:prstGeom prst="roundRect">
            <a:avLst>
              <a:gd name="adj" fmla="val 30000"/>
            </a:avLst>
          </a:prstGeom>
          <a:solidFill>
            <a:srgbClr val="3A3F50"/>
          </a:solidFill>
          <a:ln/>
        </p:spPr>
      </p:sp>
      <p:sp>
        <p:nvSpPr>
          <p:cNvPr id="34" name="Text 32"/>
          <p:cNvSpPr/>
          <p:nvPr/>
        </p:nvSpPr>
        <p:spPr>
          <a:xfrm>
            <a:off x="9525000" y="8115300"/>
            <a:ext cx="74676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thanh</a:t>
            </a:r>
            <a:r>
              <a:rPr lang="en-US" sz="1950" dirty="0" spc="-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ngắn</a:t>
            </a:r>
            <a:r>
              <a:rPr lang="en-US" sz="19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hơn:</a:t>
            </a:r>
            <a:r>
              <a:rPr lang="en-US" sz="19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phản hồi</a:t>
            </a:r>
            <a:r>
              <a:rPr lang="en-US" sz="19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nhanh</a:t>
            </a:r>
            <a:r>
              <a:rPr lang="en-US" sz="19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hơn;</a:t>
            </a:r>
            <a:r>
              <a:rPr lang="en-US" sz="1950" dirty="0" spc="-2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xét</a:t>
            </a:r>
            <a:r>
              <a:rPr lang="en-US" sz="19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</a:t>
            </a:r>
            <a:r>
              <a:rPr lang="en-US" sz="1950" dirty="0" spc="-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1950" dirty="0" spc="-2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19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nối</a:t>
            </a:r>
            <a:endParaRPr lang="en-US" sz="1950" dirty="0"/>
          </a:p>
        </p:txBody>
      </p:sp>
      <p:sp>
        <p:nvSpPr>
          <p:cNvPr id="35" name="Shape 33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18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05/09</a:t>
            </a:r>
            <a:endParaRPr lang="en-US" sz="1650" dirty="0"/>
          </a:p>
        </p:txBody>
      </p:sp>
      <p:sp>
        <p:nvSpPr>
          <p:cNvPr id="45" name="Text 43"/>
          <p:cNvSpPr/>
          <p:nvPr/>
        </p:nvSpPr>
        <p:spPr>
          <a:xfrm>
            <a:off x="14097000" y="2628900"/>
            <a:ext cx="1619250" cy="495300"/>
          </a:xfrm>
          <a:prstGeom prst="roundRect">
            <a:avLst>
              <a:gd name="adj" fmla="val 26923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ít</a:t>
            </a:r>
            <a:r>
              <a:rPr lang="en-US" sz="18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endParaRPr lang="en-US" sz="1800" dirty="0"/>
          </a:p>
        </p:txBody>
      </p:sp>
      <p:sp>
        <p:nvSpPr>
          <p:cNvPr id="46" name="Text 44"/>
          <p:cNvSpPr/>
          <p:nvPr/>
        </p:nvSpPr>
        <p:spPr>
          <a:xfrm>
            <a:off x="14097000" y="7219950"/>
            <a:ext cx="1905000" cy="495300"/>
          </a:xfrm>
          <a:prstGeom prst="roundRect">
            <a:avLst>
              <a:gd name="adj" fmla="val 26923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nhanh</a:t>
            </a:r>
            <a:r>
              <a:rPr lang="en-US" sz="18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endParaRPr lang="en-US" sz="1800" dirty="0"/>
          </a:p>
        </p:txBody>
      </p:sp>
      <p:sp>
        <p:nvSpPr>
          <p:cNvPr id="47" name="Shape 4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8" name="Moda image moda-export-watermark-640b0f4a-386a-452d-8bcf-b06c06dd31f5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620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8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ĐỐI</a:t>
            </a:r>
            <a:r>
              <a:rPr lang="en-US" sz="1950" b="1" spc="22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r>
              <a:rPr lang="en-US" sz="1950" b="1" spc="216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1950" b="1" spc="178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1950" b="1" spc="226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1950" b="1" spc="22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NGINX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2190750"/>
          </a:xfrm>
          <a:prstGeom prst="rect">
            <a:avLst/>
          </a:prstGeom>
          <a:noFill/>
          <a:ln/>
        </p:spPr>
        <p:txBody>
          <a:bodyPr wrap="square" lIns="0" tIns="45720" rIns="0" bIns="-45720" rtlCol="0" anchor="t"/>
          <a:lstStyle/>
          <a:p>
            <a:pPr algn="l" indent="0" marL="0">
              <a:lnSpc>
                <a:spcPts val="7920"/>
              </a:lnSpc>
              <a:buNone/>
            </a:pPr>
            <a:r>
              <a:rPr lang="en-US" sz="72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Gặp lại</a:t>
            </a:r>
            <a:endParaRPr lang="en-US" sz="7200" dirty="0"/>
          </a:p>
          <a:p>
            <a:pPr algn="l" indent="0" marL="0">
              <a:lnSpc>
                <a:spcPts val="7920"/>
              </a:lnSpc>
              <a:buNone/>
            </a:pPr>
            <a:r>
              <a:rPr lang="en-US" sz="7200" dirty="0" spc="-1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trong</a:t>
            </a:r>
            <a:r>
              <a:rPr lang="en-US" sz="7200" dirty="0" spc="-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nginx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914400" y="3695700"/>
            <a:ext cx="7620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50" b="1" dirty="0" spc="-3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Mặc</a:t>
            </a:r>
            <a:r>
              <a:rPr lang="en-US" sz="3150" b="1" dirty="0" spc="16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định:</a:t>
            </a:r>
            <a:r>
              <a:rPr lang="en-US" sz="3150" b="1" dirty="0" spc="-16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weighted</a:t>
            </a:r>
            <a:r>
              <a:rPr lang="en-US" sz="3150" b="1" dirty="0" spc="-15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round-robin</a:t>
            </a:r>
            <a:endParaRPr lang="en-US" sz="3150" dirty="0"/>
          </a:p>
        </p:txBody>
      </p:sp>
      <p:sp>
        <p:nvSpPr>
          <p:cNvPr id="5" name="Text 3"/>
          <p:cNvSpPr/>
          <p:nvPr/>
        </p:nvSpPr>
        <p:spPr>
          <a:xfrm>
            <a:off x="914400" y="4362450"/>
            <a:ext cx="7620000" cy="104775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2700" dirty="0" spc="-6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Trọng</a:t>
            </a:r>
            <a:r>
              <a:rPr lang="en-US" sz="270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5,</a:t>
            </a:r>
            <a:r>
              <a:rPr lang="en-US" sz="27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1,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1: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cứ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7</a:t>
            </a:r>
            <a:r>
              <a:rPr lang="en-US" sz="2700" dirty="0" spc="-2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yêu</a:t>
            </a:r>
            <a:r>
              <a:rPr lang="en-US" sz="27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cầu,</a:t>
            </a:r>
            <a:r>
              <a:rPr lang="en-US" sz="270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700" dirty="0" spc="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 5, mỗi</a:t>
            </a:r>
            <a:r>
              <a:rPr lang="en-US" sz="270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còn lại 1.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914400" y="5524500"/>
            <a:ext cx="3429000" cy="6096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3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Trọng</a:t>
            </a:r>
            <a:r>
              <a:rPr lang="en-US" sz="22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2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5, 1, 1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4495800" y="5524500"/>
            <a:ext cx="2476500" cy="6096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Cứ</a:t>
            </a:r>
            <a:r>
              <a:rPr lang="en-US" sz="22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7</a:t>
            </a:r>
            <a:r>
              <a:rPr lang="en-US" sz="2250" b="1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yêu</a:t>
            </a:r>
            <a:r>
              <a:rPr lang="en-US" sz="22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914400" y="6400800"/>
            <a:ext cx="7620000" cy="2286000"/>
          </a:xfrm>
          <a:prstGeom prst="roundRect">
            <a:avLst>
              <a:gd name="adj" fmla="val 11667"/>
            </a:avLst>
          </a:prstGeom>
          <a:solidFill>
            <a:srgbClr val="CFE8E2"/>
          </a:solidFill>
          <a:ln/>
        </p:spPr>
      </p:sp>
      <p:sp>
        <p:nvSpPr>
          <p:cNvPr id="9" name="Text 7"/>
          <p:cNvSpPr/>
          <p:nvPr/>
        </p:nvSpPr>
        <p:spPr>
          <a:xfrm>
            <a:off x="1257300" y="6610350"/>
            <a:ext cx="381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10" name="Text richtext-1792338641946-220744061"/>
          <p:cNvSpPr/>
          <p:nvPr/>
        </p:nvSpPr>
        <p:spPr>
          <a:xfrm>
            <a:off x="1257300" y="7048500"/>
            <a:ext cx="7048500" cy="154305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marL="323850" indent="-231371">
              <a:lnSpc>
                <a:spcPts val="3443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550" dirty="0" spc="-5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Trọng</a:t>
            </a:r>
            <a:r>
              <a:rPr lang="en-US" sz="25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mặc</a:t>
            </a:r>
            <a:r>
              <a:rPr lang="en-US" sz="2550" dirty="0" spc="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25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endParaRPr lang="en-US" sz="2550" dirty="0"/>
          </a:p>
          <a:p>
            <a:pPr algn="l" marL="323850" indent="-231371">
              <a:lnSpc>
                <a:spcPts val="3443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sticky</a:t>
            </a:r>
            <a:r>
              <a:rPr lang="en-US" sz="25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bật</a:t>
            </a:r>
            <a:r>
              <a:rPr lang="en-US" sz="25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gắn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phiên</a:t>
            </a:r>
            <a:r>
              <a:rPr lang="en-US" sz="25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(session</a:t>
            </a:r>
            <a:r>
              <a:rPr lang="en-US" sz="25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affinity)</a:t>
            </a:r>
            <a:endParaRPr lang="en-US" sz="2550" dirty="0"/>
          </a:p>
          <a:p>
            <a:pPr algn="l" marL="323850" indent="-231371">
              <a:lnSpc>
                <a:spcPts val="3443"/>
              </a:lnSpc>
              <a:buSzPct val="100000"/>
              <a:buFont typeface="Arial"/>
              <a:buChar char="•"/>
            </a:pP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least_time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nằm</a:t>
            </a:r>
            <a:r>
              <a:rPr lang="en-US" sz="25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5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gói</a:t>
            </a:r>
            <a:r>
              <a:rPr lang="en-US" sz="25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thương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mại</a:t>
            </a:r>
            <a:endParaRPr lang="en-US" sz="2550" dirty="0"/>
          </a:p>
        </p:txBody>
      </p:sp>
      <p:sp>
        <p:nvSpPr>
          <p:cNvPr id="11" name="Shape 9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525000" y="1219200"/>
            <a:ext cx="7429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6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VÍ</a:t>
            </a:r>
            <a:r>
              <a:rPr lang="en-US" sz="1800" b="1" spc="228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</a:t>
            </a:r>
            <a:r>
              <a:rPr lang="en-US" sz="1800" b="1" spc="214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TRỌNG</a:t>
            </a:r>
            <a:r>
              <a:rPr lang="en-US" sz="1800" b="1" spc="233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1800" b="1" spc="226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5,</a:t>
            </a:r>
            <a:r>
              <a:rPr lang="en-US" sz="1800" b="1" spc="22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1,</a:t>
            </a:r>
            <a:r>
              <a:rPr lang="en-US" sz="1800" b="1" spc="226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1:</a:t>
            </a:r>
            <a:r>
              <a:rPr lang="en-US" sz="1800" b="1" spc="229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CỨ</a:t>
            </a:r>
            <a:r>
              <a:rPr lang="en-US" sz="1800" b="1" spc="227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7 YÊU</a:t>
            </a:r>
            <a:r>
              <a:rPr lang="en-US" sz="1800" b="1" spc="209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9525000" y="1714500"/>
            <a:ext cx="2000250" cy="609600"/>
          </a:xfrm>
          <a:prstGeom prst="roundRect">
            <a:avLst>
              <a:gd name="adj" fmla="val 28125"/>
            </a:avLst>
          </a:prstGeom>
          <a:solidFill>
            <a:srgbClr val="E8E0CF"/>
          </a:solidFill>
          <a:ln w="19050">
            <a:solidFill>
              <a:srgbClr val="DDD5C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3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Trọng</a:t>
            </a:r>
            <a:r>
              <a:rPr lang="en-US" sz="21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 5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9525000" y="2495550"/>
            <a:ext cx="2000250" cy="609600"/>
          </a:xfrm>
          <a:prstGeom prst="roundRect">
            <a:avLst>
              <a:gd name="adj" fmla="val 28125"/>
            </a:avLst>
          </a:prstGeom>
          <a:solidFill>
            <a:srgbClr val="E8E0CF"/>
          </a:solidFill>
          <a:ln w="19050">
            <a:solidFill>
              <a:srgbClr val="DDD5C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3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Trọng</a:t>
            </a:r>
            <a:r>
              <a:rPr lang="en-US" sz="21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1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9525000" y="3276600"/>
            <a:ext cx="2000250" cy="609600"/>
          </a:xfrm>
          <a:prstGeom prst="roundRect">
            <a:avLst>
              <a:gd name="adj" fmla="val 28125"/>
            </a:avLst>
          </a:prstGeom>
          <a:solidFill>
            <a:srgbClr val="E8E0CF"/>
          </a:solidFill>
          <a:ln w="19050">
            <a:solidFill>
              <a:srgbClr val="DDD5C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3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Trọng</a:t>
            </a:r>
            <a:r>
              <a:rPr lang="en-US" sz="21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1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endParaRPr lang="en-US" sz="2100" dirty="0"/>
          </a:p>
        </p:txBody>
      </p:sp>
      <p:sp>
        <p:nvSpPr>
          <p:cNvPr id="16" name="Shape 14"/>
          <p:cNvSpPr/>
          <p:nvPr/>
        </p:nvSpPr>
        <p:spPr>
          <a:xfrm>
            <a:off x="11772900" y="1800225"/>
            <a:ext cx="438150" cy="438150"/>
          </a:xfrm>
          <a:prstGeom prst="roundRect">
            <a:avLst>
              <a:gd name="adj" fmla="val 21739"/>
            </a:avLst>
          </a:prstGeom>
          <a:solidFill>
            <a:srgbClr val="0F766E"/>
          </a:solidFill>
          <a:ln/>
        </p:spPr>
      </p:sp>
      <p:sp>
        <p:nvSpPr>
          <p:cNvPr id="17" name="Shape 15"/>
          <p:cNvSpPr/>
          <p:nvPr/>
        </p:nvSpPr>
        <p:spPr>
          <a:xfrm>
            <a:off x="12325350" y="1800225"/>
            <a:ext cx="438150" cy="438150"/>
          </a:xfrm>
          <a:prstGeom prst="roundRect">
            <a:avLst>
              <a:gd name="adj" fmla="val 21739"/>
            </a:avLst>
          </a:prstGeom>
          <a:solidFill>
            <a:srgbClr val="0F766E"/>
          </a:solidFill>
          <a:ln/>
        </p:spPr>
      </p:sp>
      <p:sp>
        <p:nvSpPr>
          <p:cNvPr id="18" name="Shape 16"/>
          <p:cNvSpPr/>
          <p:nvPr/>
        </p:nvSpPr>
        <p:spPr>
          <a:xfrm>
            <a:off x="12877800" y="1800225"/>
            <a:ext cx="438150" cy="438150"/>
          </a:xfrm>
          <a:prstGeom prst="roundRect">
            <a:avLst>
              <a:gd name="adj" fmla="val 21739"/>
            </a:avLst>
          </a:prstGeom>
          <a:solidFill>
            <a:srgbClr val="0F766E"/>
          </a:solidFill>
          <a:ln/>
        </p:spPr>
      </p:sp>
      <p:sp>
        <p:nvSpPr>
          <p:cNvPr id="19" name="Shape 17"/>
          <p:cNvSpPr/>
          <p:nvPr/>
        </p:nvSpPr>
        <p:spPr>
          <a:xfrm>
            <a:off x="13430250" y="1800225"/>
            <a:ext cx="438150" cy="438150"/>
          </a:xfrm>
          <a:prstGeom prst="roundRect">
            <a:avLst>
              <a:gd name="adj" fmla="val 21739"/>
            </a:avLst>
          </a:prstGeom>
          <a:solidFill>
            <a:srgbClr val="0F766E"/>
          </a:solidFill>
          <a:ln/>
        </p:spPr>
      </p:sp>
      <p:sp>
        <p:nvSpPr>
          <p:cNvPr id="20" name="Shape 18"/>
          <p:cNvSpPr/>
          <p:nvPr/>
        </p:nvSpPr>
        <p:spPr>
          <a:xfrm>
            <a:off x="13982700" y="1800225"/>
            <a:ext cx="438150" cy="438150"/>
          </a:xfrm>
          <a:prstGeom prst="roundRect">
            <a:avLst>
              <a:gd name="adj" fmla="val 21739"/>
            </a:avLst>
          </a:prstGeom>
          <a:solidFill>
            <a:srgbClr val="0F766E"/>
          </a:solidFill>
          <a:ln/>
        </p:spPr>
      </p:sp>
      <p:sp>
        <p:nvSpPr>
          <p:cNvPr id="21" name="Shape 19"/>
          <p:cNvSpPr/>
          <p:nvPr/>
        </p:nvSpPr>
        <p:spPr>
          <a:xfrm>
            <a:off x="11772900" y="2581275"/>
            <a:ext cx="438150" cy="438150"/>
          </a:xfrm>
          <a:prstGeom prst="roundRect">
            <a:avLst>
              <a:gd name="adj" fmla="val 21739"/>
            </a:avLst>
          </a:prstGeom>
          <a:solidFill>
            <a:srgbClr val="0F766E"/>
          </a:solidFill>
          <a:ln/>
        </p:spPr>
      </p:sp>
      <p:sp>
        <p:nvSpPr>
          <p:cNvPr id="22" name="Shape 20"/>
          <p:cNvSpPr/>
          <p:nvPr/>
        </p:nvSpPr>
        <p:spPr>
          <a:xfrm>
            <a:off x="11772900" y="3362325"/>
            <a:ext cx="438150" cy="438150"/>
          </a:xfrm>
          <a:prstGeom prst="roundRect">
            <a:avLst>
              <a:gd name="adj" fmla="val 21739"/>
            </a:avLst>
          </a:prstGeom>
          <a:solidFill>
            <a:srgbClr val="0F766E"/>
          </a:solidFill>
          <a:ln/>
        </p:spPr>
      </p:sp>
      <p:sp>
        <p:nvSpPr>
          <p:cNvPr id="23" name="Text 21"/>
          <p:cNvSpPr/>
          <p:nvPr/>
        </p:nvSpPr>
        <p:spPr>
          <a:xfrm>
            <a:off x="15430500" y="1619250"/>
            <a:ext cx="152400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dirty="0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5</a:t>
            </a:r>
            <a:endParaRPr lang="en-US" sz="4800" dirty="0"/>
          </a:p>
        </p:txBody>
      </p:sp>
      <p:sp>
        <p:nvSpPr>
          <p:cNvPr id="24" name="Text 22"/>
          <p:cNvSpPr/>
          <p:nvPr/>
        </p:nvSpPr>
        <p:spPr>
          <a:xfrm>
            <a:off x="15430500" y="2400300"/>
            <a:ext cx="152400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dirty="0" spc="1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4800" dirty="0"/>
          </a:p>
        </p:txBody>
      </p:sp>
      <p:sp>
        <p:nvSpPr>
          <p:cNvPr id="25" name="Text 23"/>
          <p:cNvSpPr/>
          <p:nvPr/>
        </p:nvSpPr>
        <p:spPr>
          <a:xfrm>
            <a:off x="15430500" y="3181350"/>
            <a:ext cx="152400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dirty="0" spc="1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4800" dirty="0"/>
          </a:p>
        </p:txBody>
      </p:sp>
      <p:sp>
        <p:nvSpPr>
          <p:cNvPr id="26" name="Text 24"/>
          <p:cNvSpPr/>
          <p:nvPr/>
        </p:nvSpPr>
        <p:spPr>
          <a:xfrm>
            <a:off x="9525000" y="4152900"/>
            <a:ext cx="74676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19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ô</a:t>
            </a:r>
            <a:r>
              <a:rPr lang="en-US" sz="19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195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1950" dirty="0" spc="-1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yêu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r>
              <a:rPr lang="en-US" sz="19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1950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1950" dirty="0" spc="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</a:t>
            </a:r>
            <a:endParaRPr lang="en-US" sz="1950" dirty="0"/>
          </a:p>
        </p:txBody>
      </p:sp>
      <p:sp>
        <p:nvSpPr>
          <p:cNvPr id="27" name="Connector line-1792338641976-338499010"/>
          <p:cNvSpPr/>
          <p:nvPr/>
        </p:nvSpPr>
        <p:spPr>
          <a:xfrm>
            <a:off x="9525000" y="4686300"/>
            <a:ext cx="7467600" cy="0"/>
          </a:xfrm>
          <a:prstGeom prst="line">
            <a:avLst/>
          </a:prstGeom>
          <a:noFill/>
          <a:ln w="19050">
            <a:solidFill>
              <a:srgbClr val="DDD5C1"/>
            </a:solidFill>
            <a:prstDash val="lgDash"/>
            <a:headEnd type="none"/>
            <a:tailEnd type="none"/>
          </a:ln>
        </p:spPr>
      </p:sp>
      <p:sp>
        <p:nvSpPr>
          <p:cNvPr id="28" name="Text 26"/>
          <p:cNvSpPr/>
          <p:nvPr/>
        </p:nvSpPr>
        <p:spPr>
          <a:xfrm>
            <a:off x="9525000" y="4895850"/>
            <a:ext cx="7429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8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</a:t>
            </a:r>
            <a:r>
              <a:rPr lang="en-US" sz="1800" b="1" spc="227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1800" b="1" spc="226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THỊ</a:t>
            </a:r>
            <a:r>
              <a:rPr lang="en-US" sz="1800" b="1" spc="21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endParaRPr lang="en-US" sz="1800" dirty="0"/>
          </a:p>
        </p:txBody>
      </p:sp>
      <p:sp>
        <p:nvSpPr>
          <p:cNvPr id="29" name="Shape 27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18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06/09</a:t>
            </a:r>
            <a:endParaRPr lang="en-US" sz="1650" dirty="0"/>
          </a:p>
        </p:txBody>
      </p:sp>
      <p:sp>
        <p:nvSpPr>
          <p:cNvPr id="39" name="Text 37"/>
          <p:cNvSpPr/>
          <p:nvPr/>
        </p:nvSpPr>
        <p:spPr>
          <a:xfrm>
            <a:off x="9525000" y="5314950"/>
            <a:ext cx="1866900" cy="5334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ip_hash</a:t>
            </a:r>
            <a:endParaRPr lang="en-US" sz="1950" dirty="0"/>
          </a:p>
        </p:txBody>
      </p:sp>
      <p:sp>
        <p:nvSpPr>
          <p:cNvPr id="40" name="Text 38"/>
          <p:cNvSpPr/>
          <p:nvPr/>
        </p:nvSpPr>
        <p:spPr>
          <a:xfrm>
            <a:off x="11582400" y="5314950"/>
            <a:ext cx="561975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chia</a:t>
            </a:r>
            <a:r>
              <a:rPr lang="en-US" sz="19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1950" dirty="0" spc="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địa</a:t>
            </a:r>
            <a:r>
              <a:rPr lang="en-US" sz="19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19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IP</a:t>
            </a:r>
            <a:r>
              <a:rPr lang="en-US" sz="19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9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khách</a:t>
            </a:r>
            <a:endParaRPr lang="en-US" sz="1950" dirty="0"/>
          </a:p>
        </p:txBody>
      </p:sp>
      <p:sp>
        <p:nvSpPr>
          <p:cNvPr id="41" name="Text 39"/>
          <p:cNvSpPr/>
          <p:nvPr/>
        </p:nvSpPr>
        <p:spPr>
          <a:xfrm>
            <a:off x="9525000" y="5962650"/>
            <a:ext cx="1866900" cy="5334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hash</a:t>
            </a:r>
            <a:endParaRPr lang="en-US" sz="1950" dirty="0"/>
          </a:p>
        </p:txBody>
      </p:sp>
      <p:sp>
        <p:nvSpPr>
          <p:cNvPr id="42" name="Text 40"/>
          <p:cNvSpPr/>
          <p:nvPr/>
        </p:nvSpPr>
        <p:spPr>
          <a:xfrm>
            <a:off x="11582400" y="5962650"/>
            <a:ext cx="561975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chia</a:t>
            </a:r>
            <a:r>
              <a:rPr lang="en-US" sz="19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19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19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băm</a:t>
            </a:r>
            <a:r>
              <a:rPr lang="en-US" sz="19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tùy</a:t>
            </a:r>
            <a:r>
              <a:rPr lang="en-US" sz="19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</a:t>
            </a:r>
            <a:endParaRPr lang="en-US" sz="1950" dirty="0"/>
          </a:p>
        </p:txBody>
      </p:sp>
      <p:sp>
        <p:nvSpPr>
          <p:cNvPr id="43" name="Text 41"/>
          <p:cNvSpPr/>
          <p:nvPr/>
        </p:nvSpPr>
        <p:spPr>
          <a:xfrm>
            <a:off x="9525000" y="6610350"/>
            <a:ext cx="1866900" cy="5334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least_conn</a:t>
            </a:r>
            <a:endParaRPr lang="en-US" sz="1950" dirty="0"/>
          </a:p>
        </p:txBody>
      </p:sp>
      <p:sp>
        <p:nvSpPr>
          <p:cNvPr id="44" name="Text 42"/>
          <p:cNvSpPr/>
          <p:nvPr/>
        </p:nvSpPr>
        <p:spPr>
          <a:xfrm>
            <a:off x="11582400" y="6610350"/>
            <a:ext cx="561975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ít</a:t>
            </a:r>
            <a:r>
              <a:rPr lang="en-US" sz="1950" dirty="0" spc="-2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19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nối</a:t>
            </a:r>
            <a:r>
              <a:rPr lang="en-US" sz="1950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đang</a:t>
            </a:r>
            <a:r>
              <a:rPr lang="en-US" sz="19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hoạt</a:t>
            </a:r>
            <a:r>
              <a:rPr lang="en-US" sz="19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r>
              <a:rPr lang="en-US" sz="19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endParaRPr lang="en-US" sz="1950" dirty="0"/>
          </a:p>
        </p:txBody>
      </p:sp>
      <p:sp>
        <p:nvSpPr>
          <p:cNvPr id="45" name="Text 43"/>
          <p:cNvSpPr/>
          <p:nvPr/>
        </p:nvSpPr>
        <p:spPr>
          <a:xfrm>
            <a:off x="9525000" y="7258050"/>
            <a:ext cx="1866900" cy="5334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sticky</a:t>
            </a:r>
            <a:endParaRPr lang="en-US" sz="1950" dirty="0"/>
          </a:p>
        </p:txBody>
      </p:sp>
      <p:sp>
        <p:nvSpPr>
          <p:cNvPr id="46" name="Text 44"/>
          <p:cNvSpPr/>
          <p:nvPr/>
        </p:nvSpPr>
        <p:spPr>
          <a:xfrm>
            <a:off x="11582400" y="7258050"/>
            <a:ext cx="561975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gắn</a:t>
            </a:r>
            <a:r>
              <a:rPr lang="en-US" sz="19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phiên:</a:t>
            </a:r>
            <a:r>
              <a:rPr lang="en-US" sz="19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cùng</a:t>
            </a:r>
            <a:r>
              <a:rPr lang="en-US" sz="19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khách,</a:t>
            </a:r>
            <a:r>
              <a:rPr lang="en-US" sz="19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cùng</a:t>
            </a:r>
            <a:r>
              <a:rPr lang="en-US" sz="19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19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endParaRPr lang="en-US" sz="1950" dirty="0"/>
          </a:p>
        </p:txBody>
      </p:sp>
      <p:sp>
        <p:nvSpPr>
          <p:cNvPr id="47" name="Text 45"/>
          <p:cNvSpPr/>
          <p:nvPr/>
        </p:nvSpPr>
        <p:spPr>
          <a:xfrm>
            <a:off x="9525000" y="7905750"/>
            <a:ext cx="1866900" cy="533400"/>
          </a:xfrm>
          <a:prstGeom prst="roundRect">
            <a:avLst>
              <a:gd name="adj" fmla="val 50000"/>
            </a:avLst>
          </a:prstGeom>
          <a:solidFill>
            <a:srgbClr val="FBF8F2"/>
          </a:solidFill>
          <a:ln w="28575">
            <a:solidFill>
              <a:srgbClr val="0F766E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5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least_time</a:t>
            </a:r>
            <a:endParaRPr lang="en-US" sz="1950" dirty="0"/>
          </a:p>
        </p:txBody>
      </p:sp>
      <p:sp>
        <p:nvSpPr>
          <p:cNvPr id="48" name="Text 46"/>
          <p:cNvSpPr/>
          <p:nvPr/>
        </p:nvSpPr>
        <p:spPr>
          <a:xfrm>
            <a:off x="11582400" y="7905750"/>
            <a:ext cx="561975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gói</a:t>
            </a:r>
            <a:r>
              <a:rPr lang="en-US" sz="19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thương</a:t>
            </a:r>
            <a:r>
              <a:rPr lang="en-US" sz="19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mại:</a:t>
            </a:r>
            <a:r>
              <a:rPr lang="en-US" sz="19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phản</a:t>
            </a:r>
            <a:r>
              <a:rPr lang="en-US" sz="19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hồi</a:t>
            </a:r>
            <a:r>
              <a:rPr lang="en-US" sz="19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ngắn,</a:t>
            </a:r>
            <a:r>
              <a:rPr lang="en-US" sz="19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ít</a:t>
            </a:r>
            <a:r>
              <a:rPr lang="en-US" sz="1950" dirty="0" spc="-2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19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nối</a:t>
            </a:r>
            <a:endParaRPr lang="en-US" sz="1950" dirty="0"/>
          </a:p>
        </p:txBody>
      </p:sp>
      <p:sp>
        <p:nvSpPr>
          <p:cNvPr id="49" name="Shape 4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50" name="Moda image moda-export-watermark-cdfffa9c-ad57-45ce-addd-3401f6d4ff1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620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03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TỔNG</a:t>
            </a:r>
            <a:r>
              <a:rPr lang="en-US" sz="1950" b="1" spc="223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2190750"/>
          </a:xfrm>
          <a:prstGeom prst="rect">
            <a:avLst/>
          </a:prstGeom>
          <a:noFill/>
          <a:ln/>
        </p:spPr>
        <p:txBody>
          <a:bodyPr wrap="square" lIns="0" tIns="45720" rIns="0" bIns="-45720" rtlCol="0" anchor="t"/>
          <a:lstStyle/>
          <a:p>
            <a:pPr algn="l" indent="0" marL="0">
              <a:lnSpc>
                <a:spcPts val="7920"/>
              </a:lnSpc>
              <a:buNone/>
            </a:pPr>
            <a:r>
              <a:rPr lang="en-US" sz="7200" dirty="0" spc="-3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Giới</a:t>
            </a:r>
            <a:r>
              <a:rPr lang="en-US" sz="72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hạn</a:t>
            </a:r>
            <a:endParaRPr lang="en-US" sz="7200" dirty="0"/>
          </a:p>
          <a:p>
            <a:pPr algn="l" indent="0" marL="0">
              <a:lnSpc>
                <a:spcPts val="7920"/>
              </a:lnSpc>
              <a:buNone/>
            </a:pPr>
            <a:r>
              <a:rPr lang="en-US" sz="72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cần</a:t>
            </a:r>
            <a:r>
              <a:rPr lang="en-US" sz="72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914400" y="3695700"/>
            <a:ext cx="7620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50" b="1" dirty="0" spc="-9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r>
              <a:rPr lang="en-US" sz="3150" b="1" dirty="0" spc="0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3150" b="1" dirty="0" spc="-7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</a:t>
            </a:r>
            <a:r>
              <a:rPr lang="en-US" sz="3150" b="1" dirty="0" spc="30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3150" b="1" dirty="0" spc="-2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endParaRPr lang="en-US" sz="3150" dirty="0"/>
          </a:p>
        </p:txBody>
      </p:sp>
      <p:sp>
        <p:nvSpPr>
          <p:cNvPr id="5" name="Text 3"/>
          <p:cNvSpPr/>
          <p:nvPr/>
        </p:nvSpPr>
        <p:spPr>
          <a:xfrm>
            <a:off x="914400" y="4362450"/>
            <a:ext cx="7620000" cy="104775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270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thuật</a:t>
            </a:r>
            <a:r>
              <a:rPr lang="en-US" sz="270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70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7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câu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</a:t>
            </a:r>
            <a:r>
              <a:rPr lang="en-US" sz="270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tả.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914400" y="5524500"/>
            <a:ext cx="2857500" cy="6096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10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1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1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3924300" y="5524500"/>
            <a:ext cx="4191000" cy="6096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1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nói</a:t>
            </a:r>
            <a:r>
              <a:rPr lang="en-US" sz="21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1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21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</a:t>
            </a:r>
            <a:endParaRPr lang="en-US" sz="2100" dirty="0"/>
          </a:p>
        </p:txBody>
      </p:sp>
      <p:sp>
        <p:nvSpPr>
          <p:cNvPr id="8" name="Shape 6"/>
          <p:cNvSpPr/>
          <p:nvPr/>
        </p:nvSpPr>
        <p:spPr>
          <a:xfrm>
            <a:off x="914400" y="6400800"/>
            <a:ext cx="7620000" cy="2286000"/>
          </a:xfrm>
          <a:prstGeom prst="roundRect">
            <a:avLst>
              <a:gd name="adj" fmla="val 11667"/>
            </a:avLst>
          </a:prstGeom>
          <a:solidFill>
            <a:srgbClr val="1E212B"/>
          </a:solidFill>
          <a:ln/>
        </p:spPr>
      </p:sp>
      <p:sp>
        <p:nvSpPr>
          <p:cNvPr id="9" name="Text 7"/>
          <p:cNvSpPr/>
          <p:nvPr/>
        </p:nvSpPr>
        <p:spPr>
          <a:xfrm>
            <a:off x="1257300" y="6610350"/>
            <a:ext cx="381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10" name="Text richtext-1792338741392-622015831"/>
          <p:cNvSpPr/>
          <p:nvPr/>
        </p:nvSpPr>
        <p:spPr>
          <a:xfrm>
            <a:off x="1257300" y="7048500"/>
            <a:ext cx="7048500" cy="154305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marL="323850" indent="-231371">
              <a:lnSpc>
                <a:spcPts val="3443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5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 hai</a:t>
            </a:r>
            <a:r>
              <a:rPr lang="en-US" sz="25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tĩnh,</a:t>
            </a:r>
            <a:r>
              <a:rPr lang="en-US" sz="2550" dirty="0" spc="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r>
              <a:rPr lang="en-US" sz="25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như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55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</a:t>
            </a:r>
            <a:endParaRPr lang="en-US" sz="2550" dirty="0"/>
          </a:p>
          <a:p>
            <a:pPr algn="l" marL="323850" indent="-231371">
              <a:lnSpc>
                <a:spcPts val="3443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5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Bộ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cân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5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tải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r>
              <a:rPr lang="en-US" sz="25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đặt</a:t>
            </a:r>
            <a:r>
              <a:rPr lang="en-US" sz="25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endParaRPr lang="en-US" sz="2550" dirty="0"/>
          </a:p>
          <a:p>
            <a:pPr algn="l" marL="323850" indent="-231371">
              <a:lnSpc>
                <a:spcPts val="3443"/>
              </a:lnSpc>
              <a:buSzPct val="100000"/>
              <a:buFont typeface="Arial"/>
              <a:buChar char="•"/>
            </a:pPr>
            <a:r>
              <a:rPr lang="en-US" sz="2550" dirty="0" spc="-2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HAProxy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hiểu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tĩnh,</a:t>
            </a:r>
            <a:r>
              <a:rPr lang="en-US" sz="2550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endParaRPr lang="en-US" sz="2550" dirty="0"/>
          </a:p>
        </p:txBody>
      </p:sp>
      <p:sp>
        <p:nvSpPr>
          <p:cNvPr id="11" name="Shape 9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1E212B"/>
          </a:solidFill>
          <a:ln w="19050">
            <a:solidFill>
              <a:srgbClr val="2E324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525000" y="1219200"/>
            <a:ext cx="7429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r>
              <a:rPr lang="en-US" sz="1800" b="1" spc="22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NÓI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9525000" y="1714500"/>
            <a:ext cx="7467600" cy="819150"/>
          </a:xfrm>
          <a:prstGeom prst="roundRect">
            <a:avLst>
              <a:gd name="adj" fmla="val 23256"/>
            </a:avLst>
          </a:prstGeom>
          <a:solidFill>
            <a:srgbClr val="2A2E3B"/>
          </a:solidFill>
          <a:ln/>
        </p:spPr>
      </p:sp>
      <p:sp>
        <p:nvSpPr>
          <p:cNvPr id="14" name="Text 12"/>
          <p:cNvSpPr/>
          <p:nvPr/>
        </p:nvSpPr>
        <p:spPr>
          <a:xfrm>
            <a:off x="9715500" y="1857375"/>
            <a:ext cx="533400" cy="5334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?</a:t>
            </a:r>
            <a:endParaRPr lang="en-US" sz="2250" dirty="0"/>
          </a:p>
        </p:txBody>
      </p:sp>
      <p:sp>
        <p:nvSpPr>
          <p:cNvPr id="15" name="Text 13"/>
          <p:cNvSpPr/>
          <p:nvPr/>
        </p:nvSpPr>
        <p:spPr>
          <a:xfrm>
            <a:off x="10477500" y="1714500"/>
            <a:ext cx="6381750" cy="819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Khi nào</a:t>
            </a:r>
            <a:r>
              <a:rPr lang="en-US" sz="22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</a:t>
            </a:r>
            <a:r>
              <a:rPr lang="en-US" sz="225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thuật</a:t>
            </a:r>
            <a:r>
              <a:rPr lang="en-US" sz="22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22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endParaRPr lang="en-US" sz="2250" dirty="0"/>
          </a:p>
        </p:txBody>
      </p:sp>
      <p:sp>
        <p:nvSpPr>
          <p:cNvPr id="16" name="Shape 14"/>
          <p:cNvSpPr/>
          <p:nvPr/>
        </p:nvSpPr>
        <p:spPr>
          <a:xfrm>
            <a:off x="9525000" y="2686050"/>
            <a:ext cx="7467600" cy="819150"/>
          </a:xfrm>
          <a:prstGeom prst="roundRect">
            <a:avLst>
              <a:gd name="adj" fmla="val 23256"/>
            </a:avLst>
          </a:prstGeom>
          <a:solidFill>
            <a:srgbClr val="2A2E3B"/>
          </a:solidFill>
          <a:ln/>
        </p:spPr>
      </p:sp>
      <p:sp>
        <p:nvSpPr>
          <p:cNvPr id="17" name="Text 15"/>
          <p:cNvSpPr/>
          <p:nvPr/>
        </p:nvSpPr>
        <p:spPr>
          <a:xfrm>
            <a:off x="9715500" y="2828925"/>
            <a:ext cx="533400" cy="5334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?</a:t>
            </a:r>
            <a:endParaRPr lang="en-US" sz="2250" dirty="0"/>
          </a:p>
        </p:txBody>
      </p:sp>
      <p:sp>
        <p:nvSpPr>
          <p:cNvPr id="18" name="Text 16"/>
          <p:cNvSpPr/>
          <p:nvPr/>
        </p:nvSpPr>
        <p:spPr>
          <a:xfrm>
            <a:off x="10477500" y="2686050"/>
            <a:ext cx="6381750" cy="819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Số</a:t>
            </a:r>
            <a:r>
              <a:rPr lang="en-US" sz="2250" dirty="0" spc="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</a:t>
            </a:r>
            <a:r>
              <a:rPr lang="en-US" sz="22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250" dirty="0" spc="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225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thuật</a:t>
            </a:r>
            <a:r>
              <a:rPr lang="en-US" sz="22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endParaRPr lang="en-US" sz="2250" dirty="0"/>
          </a:p>
        </p:txBody>
      </p:sp>
      <p:sp>
        <p:nvSpPr>
          <p:cNvPr id="19" name="Shape 17"/>
          <p:cNvSpPr/>
          <p:nvPr/>
        </p:nvSpPr>
        <p:spPr>
          <a:xfrm>
            <a:off x="9525000" y="3657600"/>
            <a:ext cx="7467600" cy="819150"/>
          </a:xfrm>
          <a:prstGeom prst="roundRect">
            <a:avLst>
              <a:gd name="adj" fmla="val 23256"/>
            </a:avLst>
          </a:prstGeom>
          <a:solidFill>
            <a:srgbClr val="2A2E3B"/>
          </a:solidFill>
          <a:ln/>
        </p:spPr>
      </p:sp>
      <p:sp>
        <p:nvSpPr>
          <p:cNvPr id="20" name="Text 18"/>
          <p:cNvSpPr/>
          <p:nvPr/>
        </p:nvSpPr>
        <p:spPr>
          <a:xfrm>
            <a:off x="9715500" y="3800475"/>
            <a:ext cx="533400" cy="5334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?</a:t>
            </a:r>
            <a:endParaRPr lang="en-US" sz="2250" dirty="0"/>
          </a:p>
        </p:txBody>
      </p:sp>
      <p:sp>
        <p:nvSpPr>
          <p:cNvPr id="21" name="Text 19"/>
          <p:cNvSpPr/>
          <p:nvPr/>
        </p:nvSpPr>
        <p:spPr>
          <a:xfrm>
            <a:off x="10477500" y="3657600"/>
            <a:ext cx="6381750" cy="819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Định nghĩa</a:t>
            </a:r>
            <a:r>
              <a:rPr lang="en-US" sz="22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2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tĩnh</a:t>
            </a:r>
            <a:r>
              <a:rPr lang="en-US" sz="225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250" dirty="0" spc="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endParaRPr lang="en-US" sz="2250" dirty="0"/>
          </a:p>
        </p:txBody>
      </p:sp>
      <p:sp>
        <p:nvSpPr>
          <p:cNvPr id="22" name="Shape 20"/>
          <p:cNvSpPr/>
          <p:nvPr/>
        </p:nvSpPr>
        <p:spPr>
          <a:xfrm>
            <a:off x="9525000" y="4629150"/>
            <a:ext cx="7467600" cy="819150"/>
          </a:xfrm>
          <a:prstGeom prst="roundRect">
            <a:avLst>
              <a:gd name="adj" fmla="val 23256"/>
            </a:avLst>
          </a:prstGeom>
          <a:solidFill>
            <a:srgbClr val="2A2E3B"/>
          </a:solidFill>
          <a:ln/>
        </p:spPr>
      </p:sp>
      <p:sp>
        <p:nvSpPr>
          <p:cNvPr id="23" name="Text 21"/>
          <p:cNvSpPr/>
          <p:nvPr/>
        </p:nvSpPr>
        <p:spPr>
          <a:xfrm>
            <a:off x="9715500" y="4772025"/>
            <a:ext cx="533400" cy="5334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?</a:t>
            </a:r>
            <a:endParaRPr lang="en-US" sz="2250" dirty="0"/>
          </a:p>
        </p:txBody>
      </p:sp>
      <p:sp>
        <p:nvSpPr>
          <p:cNvPr id="24" name="Text 22"/>
          <p:cNvSpPr/>
          <p:nvPr/>
        </p:nvSpPr>
        <p:spPr>
          <a:xfrm>
            <a:off x="10477500" y="4629150"/>
            <a:ext cx="6381750" cy="819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Cách</a:t>
            </a:r>
            <a:r>
              <a:rPr lang="en-US" sz="2250" dirty="0" spc="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</a:t>
            </a:r>
            <a:r>
              <a:rPr lang="en-US" sz="22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250" dirty="0" spc="-3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22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nối</a:t>
            </a:r>
            <a:r>
              <a:rPr lang="en-US" sz="22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22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</a:t>
            </a:r>
            <a:r>
              <a:rPr lang="en-US" sz="22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gian</a:t>
            </a:r>
            <a:r>
              <a:rPr lang="en-US" sz="22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phản hồi</a:t>
            </a:r>
            <a:endParaRPr lang="en-US" sz="2250" dirty="0"/>
          </a:p>
        </p:txBody>
      </p:sp>
      <p:sp>
        <p:nvSpPr>
          <p:cNvPr id="25" name="Connector line-1792338741422-546258246"/>
          <p:cNvSpPr/>
          <p:nvPr/>
        </p:nvSpPr>
        <p:spPr>
          <a:xfrm>
            <a:off x="9525000" y="5810250"/>
            <a:ext cx="7467600" cy="0"/>
          </a:xfrm>
          <a:prstGeom prst="line">
            <a:avLst/>
          </a:prstGeom>
          <a:noFill/>
          <a:ln w="19050">
            <a:solidFill>
              <a:srgbClr val="3A3F50"/>
            </a:solidFill>
            <a:prstDash val="lgDash"/>
            <a:headEnd type="none"/>
            <a:tailEnd type="none"/>
          </a:ln>
        </p:spPr>
      </p:sp>
      <p:sp>
        <p:nvSpPr>
          <p:cNvPr id="26" name="Shape 24"/>
          <p:cNvSpPr/>
          <p:nvPr/>
        </p:nvSpPr>
        <p:spPr>
          <a:xfrm>
            <a:off x="9525000" y="6096000"/>
            <a:ext cx="7467600" cy="2286000"/>
          </a:xfrm>
          <a:prstGeom prst="roundRect">
            <a:avLst>
              <a:gd name="adj" fmla="val 10000"/>
            </a:avLst>
          </a:prstGeom>
          <a:solidFill>
            <a:srgbClr val="2A2E3B"/>
          </a:solidFill>
          <a:ln/>
        </p:spPr>
      </p:sp>
      <p:sp>
        <p:nvSpPr>
          <p:cNvPr id="27" name="Shape 25"/>
          <p:cNvSpPr/>
          <p:nvPr/>
        </p:nvSpPr>
        <p:spPr>
          <a:xfrm>
            <a:off x="9525000" y="6096000"/>
            <a:ext cx="133350" cy="22860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</p:sp>
      <p:sp>
        <p:nvSpPr>
          <p:cNvPr id="28" name="Text 26"/>
          <p:cNvSpPr/>
          <p:nvPr/>
        </p:nvSpPr>
        <p:spPr>
          <a:xfrm>
            <a:off x="9944100" y="6362700"/>
            <a:ext cx="666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2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NGINX</a:t>
            </a:r>
            <a:r>
              <a:rPr lang="en-US" sz="1800" b="1" spc="179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208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HAPROXY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9944100" y="6838950"/>
            <a:ext cx="6762750" cy="13335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 là</a:t>
            </a:r>
            <a:r>
              <a:rPr lang="en-US" sz="255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vài</a:t>
            </a:r>
            <a:r>
              <a:rPr lang="en-US" sz="255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trường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</a:t>
            </a:r>
            <a:r>
              <a:rPr lang="en-US" sz="2550" dirty="0" spc="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550" dirty="0" spc="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chiếu,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phải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danh</a:t>
            </a:r>
            <a:r>
              <a:rPr lang="en-US" sz="255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r>
              <a:rPr lang="en-US" sz="2550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đầy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đủ.</a:t>
            </a:r>
            <a:endParaRPr lang="en-US" sz="2550" dirty="0"/>
          </a:p>
        </p:txBody>
      </p:sp>
      <p:sp>
        <p:nvSpPr>
          <p:cNvPr id="30" name="Shape 28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18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07/09</a:t>
            </a:r>
            <a:endParaRPr lang="en-US" sz="1650" dirty="0"/>
          </a:p>
        </p:txBody>
      </p:sp>
      <p:sp>
        <p:nvSpPr>
          <p:cNvPr id="40" name="Shape 3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1" name="Moda image moda-export-watermark-259f13c8-0cc5-4b58-8b16-dc5bc61805e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620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KIỂM</a:t>
            </a:r>
            <a:r>
              <a:rPr lang="en-US" sz="1950" b="1" spc="22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</a:t>
            </a:r>
            <a:r>
              <a:rPr lang="en-US" sz="195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NHANH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2190750"/>
          </a:xfrm>
          <a:prstGeom prst="rect">
            <a:avLst/>
          </a:prstGeom>
          <a:noFill/>
          <a:ln/>
        </p:spPr>
        <p:txBody>
          <a:bodyPr wrap="square" lIns="0" tIns="45720" rIns="0" bIns="-45720" rtlCol="0" anchor="t"/>
          <a:lstStyle/>
          <a:p>
            <a:pPr algn="l" indent="0" marL="0">
              <a:lnSpc>
                <a:spcPts val="7920"/>
              </a:lnSpc>
              <a:buNone/>
            </a:pPr>
            <a:r>
              <a:rPr lang="en-US" sz="7200" dirty="0" spc="-2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Nhìn</a:t>
            </a:r>
            <a:r>
              <a:rPr lang="en-US" sz="7200" dirty="0" spc="-1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hình</a:t>
            </a:r>
            <a:endParaRPr lang="en-US" sz="7200" dirty="0"/>
          </a:p>
          <a:p>
            <a:pPr algn="l" indent="0" marL="0">
              <a:lnSpc>
                <a:spcPts val="7920"/>
              </a:lnSpc>
              <a:buNone/>
            </a:pPr>
            <a:r>
              <a:rPr lang="en-US" sz="7200" dirty="0" spc="-4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trả</a:t>
            </a:r>
            <a:r>
              <a:rPr lang="en-US" sz="7200" dirty="0" spc="-3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lời</a:t>
            </a:r>
            <a:endParaRPr lang="en-US" sz="7200" dirty="0"/>
          </a:p>
        </p:txBody>
      </p:sp>
      <p:sp>
        <p:nvSpPr>
          <p:cNvPr id="4" name="Shape 2"/>
          <p:cNvSpPr/>
          <p:nvPr/>
        </p:nvSpPr>
        <p:spPr>
          <a:xfrm>
            <a:off x="914400" y="3695700"/>
            <a:ext cx="7620000" cy="2381250"/>
          </a:xfrm>
          <a:prstGeom prst="roundRect">
            <a:avLst>
              <a:gd name="adj" fmla="val 11200"/>
            </a:avLst>
          </a:prstGeom>
          <a:solidFill>
            <a:srgbClr val="F8D9D0"/>
          </a:solidFill>
          <a:ln/>
        </p:spPr>
      </p:sp>
      <p:sp>
        <p:nvSpPr>
          <p:cNvPr id="5" name="Text 3"/>
          <p:cNvSpPr/>
          <p:nvPr/>
        </p:nvSpPr>
        <p:spPr>
          <a:xfrm>
            <a:off x="1257300" y="3943350"/>
            <a:ext cx="381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CÂU</a:t>
            </a:r>
            <a:r>
              <a:rPr lang="en-US" sz="180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</a:t>
            </a:r>
            <a:r>
              <a:rPr lang="en-US" sz="180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257300" y="4400550"/>
            <a:ext cx="6953250" cy="152400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27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</a:t>
            </a:r>
            <a:r>
              <a:rPr lang="en-US" sz="270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 có</a:t>
            </a:r>
            <a:r>
              <a:rPr lang="en-US" sz="270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trọng</a:t>
            </a:r>
            <a:r>
              <a:rPr lang="en-US" sz="270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5, 1</a:t>
            </a:r>
            <a:r>
              <a:rPr lang="en-US" sz="270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1. Cứ 7</a:t>
            </a:r>
            <a:r>
              <a:rPr lang="en-US" sz="2700" dirty="0" spc="-2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yêu</a:t>
            </a:r>
            <a:r>
              <a:rPr lang="en-US" sz="27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liên tiếp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thì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270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27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bao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nhiêu?</a:t>
            </a:r>
            <a:endParaRPr lang="en-US" sz="2700" dirty="0"/>
          </a:p>
        </p:txBody>
      </p:sp>
      <p:sp>
        <p:nvSpPr>
          <p:cNvPr id="7" name="Shape 5"/>
          <p:cNvSpPr/>
          <p:nvPr/>
        </p:nvSpPr>
        <p:spPr>
          <a:xfrm>
            <a:off x="914400" y="6267450"/>
            <a:ext cx="7620000" cy="2419350"/>
          </a:xfrm>
          <a:prstGeom prst="roundRect">
            <a:avLst>
              <a:gd name="adj" fmla="val 11024"/>
            </a:avLst>
          </a:prstGeom>
          <a:solidFill>
            <a:srgbClr val="F8D9D0"/>
          </a:solidFill>
          <a:ln/>
        </p:spPr>
      </p:sp>
      <p:sp>
        <p:nvSpPr>
          <p:cNvPr id="8" name="Text 6"/>
          <p:cNvSpPr/>
          <p:nvPr/>
        </p:nvSpPr>
        <p:spPr>
          <a:xfrm>
            <a:off x="1257300" y="6515100"/>
            <a:ext cx="381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CÂU</a:t>
            </a:r>
            <a:r>
              <a:rPr lang="en-US" sz="180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</a:t>
            </a:r>
            <a:r>
              <a:rPr lang="en-US" sz="1800" b="1" spc="22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257300" y="6972300"/>
            <a:ext cx="6953250" cy="152400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27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 ip_hash</a:t>
            </a:r>
            <a:r>
              <a:rPr lang="en-US" sz="270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thêm</a:t>
            </a:r>
            <a:r>
              <a:rPr lang="en-US" sz="27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70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máy:</a:t>
            </a:r>
            <a:r>
              <a:rPr lang="en-US" sz="2700" dirty="0" spc="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27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2700" dirty="0" spc="-3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xảy</a:t>
            </a:r>
            <a:r>
              <a:rPr lang="en-US" sz="2700" dirty="0" spc="-4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70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7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khách?</a:t>
            </a:r>
            <a:endParaRPr lang="en-US" sz="2700" dirty="0"/>
          </a:p>
        </p:txBody>
      </p:sp>
      <p:sp>
        <p:nvSpPr>
          <p:cNvPr id="10" name="Shape 8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525000" y="1219200"/>
            <a:ext cx="7429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9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ĐÁP</a:t>
            </a:r>
            <a:r>
              <a:rPr lang="en-US" sz="1800" b="1" spc="22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ÁN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9525000" y="1714500"/>
            <a:ext cx="7467600" cy="2019300"/>
          </a:xfrm>
          <a:prstGeom prst="roundRect">
            <a:avLst>
              <a:gd name="adj" fmla="val 11321"/>
            </a:avLst>
          </a:prstGeom>
          <a:solidFill>
            <a:srgbClr val="CFE8E2"/>
          </a:solidFill>
          <a:ln/>
        </p:spPr>
      </p:sp>
      <p:sp>
        <p:nvSpPr>
          <p:cNvPr id="13" name="Text 11"/>
          <p:cNvSpPr/>
          <p:nvPr/>
        </p:nvSpPr>
        <p:spPr>
          <a:xfrm>
            <a:off x="9791700" y="1981200"/>
            <a:ext cx="838200" cy="8382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3900" dirty="0"/>
          </a:p>
        </p:txBody>
      </p:sp>
      <p:sp>
        <p:nvSpPr>
          <p:cNvPr id="14" name="Text 12"/>
          <p:cNvSpPr/>
          <p:nvPr/>
        </p:nvSpPr>
        <p:spPr>
          <a:xfrm>
            <a:off x="10858500" y="1962150"/>
            <a:ext cx="5905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 spc="-16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3000" b="1" dirty="0" spc="12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3000" b="1" dirty="0" spc="-3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3000" b="1" dirty="0" spc="-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10858500" y="2571750"/>
            <a:ext cx="5905500" cy="9525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Ví</a:t>
            </a:r>
            <a:r>
              <a:rPr lang="en-US" sz="22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nginx:</a:t>
            </a:r>
            <a:r>
              <a:rPr lang="en-US" sz="22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trọng</a:t>
            </a:r>
            <a:r>
              <a:rPr lang="en-US" sz="22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5,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1,</a:t>
            </a:r>
            <a:r>
              <a:rPr lang="en-US" sz="22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thì</a:t>
            </a:r>
            <a:r>
              <a:rPr lang="en-US" sz="22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cứ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7</a:t>
            </a:r>
            <a:r>
              <a:rPr lang="en-US" sz="2250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yêu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 chia</a:t>
            </a: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5,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1,</a:t>
            </a:r>
            <a:r>
              <a:rPr lang="en-US" sz="22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1.</a:t>
            </a:r>
            <a:endParaRPr lang="en-US" sz="2250" dirty="0"/>
          </a:p>
        </p:txBody>
      </p:sp>
      <p:sp>
        <p:nvSpPr>
          <p:cNvPr id="16" name="Shape 14"/>
          <p:cNvSpPr/>
          <p:nvPr/>
        </p:nvSpPr>
        <p:spPr>
          <a:xfrm>
            <a:off x="9525000" y="3962400"/>
            <a:ext cx="7467600" cy="2019300"/>
          </a:xfrm>
          <a:prstGeom prst="roundRect">
            <a:avLst>
              <a:gd name="adj" fmla="val 11321"/>
            </a:avLst>
          </a:prstGeom>
          <a:solidFill>
            <a:srgbClr val="CFE8E2"/>
          </a:solidFill>
          <a:ln/>
        </p:spPr>
      </p:sp>
      <p:sp>
        <p:nvSpPr>
          <p:cNvPr id="17" name="Text 15"/>
          <p:cNvSpPr/>
          <p:nvPr/>
        </p:nvSpPr>
        <p:spPr>
          <a:xfrm>
            <a:off x="9791700" y="4229100"/>
            <a:ext cx="838200" cy="8382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3900" dirty="0"/>
          </a:p>
        </p:txBody>
      </p:sp>
      <p:sp>
        <p:nvSpPr>
          <p:cNvPr id="18" name="Text 16"/>
          <p:cNvSpPr/>
          <p:nvPr/>
        </p:nvSpPr>
        <p:spPr>
          <a:xfrm>
            <a:off x="10858500" y="4210050"/>
            <a:ext cx="5905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 spc="-6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3000" b="1" dirty="0" spc="-1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 còn</a:t>
            </a:r>
            <a:r>
              <a:rPr lang="en-US" sz="3000" b="1" dirty="0" spc="0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3000" b="1" dirty="0" spc="-4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3000" b="1" dirty="0" spc="4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endParaRPr lang="en-US" sz="3000" dirty="0"/>
          </a:p>
        </p:txBody>
      </p:sp>
      <p:sp>
        <p:nvSpPr>
          <p:cNvPr id="19" name="Text 17"/>
          <p:cNvSpPr/>
          <p:nvPr/>
        </p:nvSpPr>
        <p:spPr>
          <a:xfrm>
            <a:off x="10858500" y="4819650"/>
            <a:ext cx="5905500" cy="9525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</a:t>
            </a:r>
            <a:r>
              <a:rPr lang="en-US" sz="22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2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còn</a:t>
            </a:r>
            <a:r>
              <a:rPr lang="en-US" sz="22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lại,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22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2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250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yêu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r>
              <a:rPr lang="en-US" sz="22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7</a:t>
            </a:r>
            <a:r>
              <a:rPr lang="en-US" sz="2250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yêu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cầu.</a:t>
            </a:r>
            <a:endParaRPr lang="en-US" sz="2250" dirty="0"/>
          </a:p>
        </p:txBody>
      </p:sp>
      <p:sp>
        <p:nvSpPr>
          <p:cNvPr id="20" name="Shape 18"/>
          <p:cNvSpPr/>
          <p:nvPr/>
        </p:nvSpPr>
        <p:spPr>
          <a:xfrm>
            <a:off x="9525000" y="6210300"/>
            <a:ext cx="7467600" cy="2019300"/>
          </a:xfrm>
          <a:prstGeom prst="roundRect">
            <a:avLst>
              <a:gd name="adj" fmla="val 11321"/>
            </a:avLst>
          </a:prstGeom>
          <a:solidFill>
            <a:srgbClr val="DDE3FA"/>
          </a:solidFill>
          <a:ln/>
        </p:spPr>
      </p:sp>
      <p:sp>
        <p:nvSpPr>
          <p:cNvPr id="21" name="Text 19"/>
          <p:cNvSpPr/>
          <p:nvPr/>
        </p:nvSpPr>
        <p:spPr>
          <a:xfrm>
            <a:off x="9791700" y="6477000"/>
            <a:ext cx="838200" cy="83820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3900" dirty="0"/>
          </a:p>
        </p:txBody>
      </p:sp>
      <p:sp>
        <p:nvSpPr>
          <p:cNvPr id="22" name="Text 20"/>
          <p:cNvSpPr/>
          <p:nvPr/>
        </p:nvSpPr>
        <p:spPr>
          <a:xfrm>
            <a:off x="10858500" y="6457950"/>
            <a:ext cx="5905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 spc="-1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Khách</a:t>
            </a:r>
            <a:r>
              <a:rPr lang="en-US" sz="3000" b="1" dirty="0" spc="5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r>
              <a:rPr lang="en-US" sz="3000" b="1" dirty="0" spc="-16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chuyển</a:t>
            </a:r>
            <a:endParaRPr lang="en-US" sz="3000" dirty="0"/>
          </a:p>
        </p:txBody>
      </p:sp>
      <p:sp>
        <p:nvSpPr>
          <p:cNvPr id="23" name="Text 21"/>
          <p:cNvSpPr/>
          <p:nvPr/>
        </p:nvSpPr>
        <p:spPr>
          <a:xfrm>
            <a:off x="10858500" y="7067550"/>
            <a:ext cx="5905500" cy="9525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-4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Kết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</a:t>
            </a:r>
            <a:r>
              <a:rPr lang="en-US" sz="22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băm</a:t>
            </a:r>
            <a:r>
              <a:rPr lang="en-US" sz="2250" dirty="0" spc="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22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2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máy;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 hash</a:t>
            </a:r>
            <a:r>
              <a:rPr lang="en-US" sz="22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2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consistent,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ip_hash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thì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không.</a:t>
            </a:r>
            <a:endParaRPr lang="en-US" sz="2250" dirty="0"/>
          </a:p>
        </p:txBody>
      </p:sp>
      <p:sp>
        <p:nvSpPr>
          <p:cNvPr id="24" name="Shape 22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18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08/09</a:t>
            </a:r>
            <a:endParaRPr lang="en-US" sz="1650" dirty="0"/>
          </a:p>
        </p:txBody>
      </p:sp>
      <p:sp>
        <p:nvSpPr>
          <p:cNvPr id="34" name="Shape 3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5" name="Moda image moda-export-watermark-cdd4283e-a401-4622-896d-a580cc9158f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620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950" b="1" spc="20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1950" b="1" spc="17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2190750"/>
          </a:xfrm>
          <a:prstGeom prst="rect">
            <a:avLst/>
          </a:prstGeom>
          <a:noFill/>
          <a:ln/>
        </p:spPr>
        <p:txBody>
          <a:bodyPr wrap="square" lIns="0" tIns="45720" rIns="0" bIns="-45720" rtlCol="0" anchor="t"/>
          <a:lstStyle/>
          <a:p>
            <a:pPr algn="l" indent="0" marL="0">
              <a:lnSpc>
                <a:spcPts val="7920"/>
              </a:lnSpc>
              <a:buNone/>
            </a:pPr>
            <a:r>
              <a:rPr lang="en-US" sz="7200" dirty="0" spc="-5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Từ</a:t>
            </a:r>
            <a:r>
              <a:rPr lang="en-US" sz="7200" dirty="0" spc="-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khóa</a:t>
            </a:r>
            <a:endParaRPr lang="en-US" sz="7200" dirty="0"/>
          </a:p>
          <a:p>
            <a:pPr algn="l" indent="0" marL="0">
              <a:lnSpc>
                <a:spcPts val="7920"/>
              </a:lnSpc>
              <a:buNone/>
            </a:pPr>
            <a:r>
              <a:rPr lang="en-US" sz="72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cần</a:t>
            </a:r>
            <a:r>
              <a:rPr lang="en-US" sz="72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7200" dirty="0"/>
          </a:p>
        </p:txBody>
      </p:sp>
      <p:sp>
        <p:nvSpPr>
          <p:cNvPr id="4" name="Shape 2"/>
          <p:cNvSpPr/>
          <p:nvPr/>
        </p:nvSpPr>
        <p:spPr>
          <a:xfrm>
            <a:off x="914400" y="3695700"/>
            <a:ext cx="7620000" cy="2381250"/>
          </a:xfrm>
          <a:prstGeom prst="roundRect">
            <a:avLst>
              <a:gd name="adj" fmla="val 11200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257300" y="3905250"/>
            <a:ext cx="22860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600" dirty="0" spc="4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IP</a:t>
            </a:r>
            <a:endParaRPr lang="en-US" sz="6600" dirty="0"/>
          </a:p>
        </p:txBody>
      </p:sp>
      <p:sp>
        <p:nvSpPr>
          <p:cNvPr id="6" name="Text 4"/>
          <p:cNvSpPr/>
          <p:nvPr/>
        </p:nvSpPr>
        <p:spPr>
          <a:xfrm>
            <a:off x="3429000" y="4191000"/>
            <a:ext cx="4762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Internet</a:t>
            </a:r>
            <a:r>
              <a:rPr lang="en-US" sz="2100" dirty="0" spc="-1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Protocol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257300" y="5010150"/>
            <a:ext cx="7048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giao</a:t>
            </a:r>
            <a:r>
              <a:rPr lang="en-US" sz="2700" b="1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thức</a:t>
            </a:r>
            <a:r>
              <a:rPr lang="en-US" sz="270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Internet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1257300" y="5524500"/>
            <a:ext cx="7048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Địa</a:t>
            </a:r>
            <a:r>
              <a:rPr lang="en-US" sz="22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250" dirty="0" spc="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IP:</a:t>
            </a:r>
            <a:r>
              <a:rPr lang="en-US" sz="2250" dirty="0" spc="2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địa</a:t>
            </a:r>
            <a:r>
              <a:rPr lang="en-US" sz="22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2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25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250" dirty="0" spc="-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250" dirty="0" spc="-1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2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mạng</a:t>
            </a:r>
            <a:endParaRPr lang="en-US" sz="2250" dirty="0"/>
          </a:p>
        </p:txBody>
      </p:sp>
      <p:sp>
        <p:nvSpPr>
          <p:cNvPr id="9" name="Shape 7"/>
          <p:cNvSpPr/>
          <p:nvPr/>
        </p:nvSpPr>
        <p:spPr>
          <a:xfrm>
            <a:off x="914400" y="6267450"/>
            <a:ext cx="7620000" cy="2419350"/>
          </a:xfrm>
          <a:prstGeom prst="roundRect">
            <a:avLst>
              <a:gd name="adj" fmla="val 11024"/>
            </a:avLst>
          </a:prstGeom>
          <a:solidFill>
            <a:srgbClr val="1E212B"/>
          </a:solidFill>
          <a:ln/>
        </p:spPr>
      </p:sp>
      <p:sp>
        <p:nvSpPr>
          <p:cNvPr id="10" name="Text 8"/>
          <p:cNvSpPr/>
          <p:nvPr/>
        </p:nvSpPr>
        <p:spPr>
          <a:xfrm>
            <a:off x="1257300" y="6477000"/>
            <a:ext cx="22860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600" dirty="0" spc="-1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URL</a:t>
            </a:r>
            <a:endParaRPr lang="en-US" sz="6600" dirty="0"/>
          </a:p>
        </p:txBody>
      </p:sp>
      <p:sp>
        <p:nvSpPr>
          <p:cNvPr id="11" name="Text 9"/>
          <p:cNvSpPr/>
          <p:nvPr/>
        </p:nvSpPr>
        <p:spPr>
          <a:xfrm>
            <a:off x="3429000" y="6762750"/>
            <a:ext cx="4762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Uniform</a:t>
            </a:r>
            <a:r>
              <a:rPr lang="en-US" sz="2100" dirty="0" spc="-2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Resource</a:t>
            </a:r>
            <a:r>
              <a:rPr lang="en-US" sz="2100" dirty="0" spc="-2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Locator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1257300" y="7581900"/>
            <a:ext cx="7048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 spc="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định</a:t>
            </a:r>
            <a:r>
              <a:rPr lang="en-US" sz="27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vị</a:t>
            </a:r>
            <a:r>
              <a:rPr lang="en-US" sz="27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700" b="1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nguyên</a:t>
            </a:r>
            <a:r>
              <a:rPr lang="en-US" sz="270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thống nhất</a:t>
            </a:r>
            <a:endParaRPr lang="en-US" sz="2700" dirty="0"/>
          </a:p>
        </p:txBody>
      </p:sp>
      <p:sp>
        <p:nvSpPr>
          <p:cNvPr id="13" name="Text 11"/>
          <p:cNvSpPr/>
          <p:nvPr/>
        </p:nvSpPr>
        <p:spPr>
          <a:xfrm>
            <a:off x="1257300" y="8096250"/>
            <a:ext cx="7048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Địa</a:t>
            </a:r>
            <a:r>
              <a:rPr lang="en-US" sz="22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2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25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250" dirty="0" spc="-1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trang</a:t>
            </a:r>
            <a:r>
              <a:rPr lang="en-US" sz="2250" dirty="0" spc="-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2250" dirty="0" spc="-1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250" dirty="0" spc="-1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nguyên</a:t>
            </a:r>
            <a:r>
              <a:rPr lang="en-US" sz="2250" dirty="0" spc="-1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250" dirty="0" spc="-1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</a:t>
            </a:r>
            <a:endParaRPr lang="en-US" sz="2250" dirty="0"/>
          </a:p>
        </p:txBody>
      </p:sp>
      <p:sp>
        <p:nvSpPr>
          <p:cNvPr id="14" name="Shape 12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1E212B"/>
          </a:solidFill>
          <a:ln w="19050">
            <a:solidFill>
              <a:srgbClr val="2E324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525000" y="1219200"/>
            <a:ext cx="7429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9525000" y="1714500"/>
            <a:ext cx="7467600" cy="2190750"/>
          </a:xfrm>
          <a:prstGeom prst="roundRect">
            <a:avLst>
              <a:gd name="adj" fmla="val 10435"/>
            </a:avLst>
          </a:prstGeom>
          <a:solidFill>
            <a:srgbClr val="2A2E3B"/>
          </a:solidFill>
          <a:ln/>
        </p:spPr>
      </p:sp>
      <p:sp>
        <p:nvSpPr>
          <p:cNvPr id="17" name="Shape 15"/>
          <p:cNvSpPr/>
          <p:nvPr/>
        </p:nvSpPr>
        <p:spPr>
          <a:xfrm>
            <a:off x="9525000" y="1714500"/>
            <a:ext cx="133350" cy="2190750"/>
          </a:xfrm>
          <a:prstGeom prst="roundRect">
            <a:avLst>
              <a:gd name="adj" fmla="val 50000"/>
            </a:avLst>
          </a:prstGeom>
          <a:solidFill>
            <a:srgbClr val="F3EEE3"/>
          </a:solidFill>
          <a:ln/>
        </p:spPr>
      </p:sp>
      <p:sp>
        <p:nvSpPr>
          <p:cNvPr id="18" name="Text 16"/>
          <p:cNvSpPr/>
          <p:nvPr/>
        </p:nvSpPr>
        <p:spPr>
          <a:xfrm>
            <a:off x="9944100" y="1943100"/>
            <a:ext cx="666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07" kern="0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9944100" y="2381250"/>
            <a:ext cx="68580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27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7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tại</a:t>
            </a:r>
            <a:r>
              <a:rPr lang="en-US" sz="270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commit</a:t>
            </a:r>
            <a:r>
              <a:rPr lang="en-US" sz="27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</a:t>
            </a:r>
            <a:r>
              <a:rPr lang="en-US" sz="2700" b="1" dirty="0" spc="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endParaRPr lang="en-US" sz="2700" dirty="0"/>
          </a:p>
        </p:txBody>
      </p:sp>
      <p:sp>
        <p:nvSpPr>
          <p:cNvPr id="20" name="Text 18"/>
          <p:cNvSpPr/>
          <p:nvPr/>
        </p:nvSpPr>
        <p:spPr>
          <a:xfrm>
            <a:off x="9944100" y="2990850"/>
            <a:ext cx="6858000" cy="7620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2250" dirty="0" spc="-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lấy</a:t>
            </a:r>
            <a:r>
              <a:rPr lang="en-US" sz="2250" dirty="0" spc="-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sáu</a:t>
            </a:r>
            <a:r>
              <a:rPr lang="en-US" sz="2250" dirty="0" spc="-1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2250" dirty="0" spc="-1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2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2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nhãn.</a:t>
            </a:r>
            <a:endParaRPr lang="en-US" sz="2250" dirty="0"/>
          </a:p>
        </p:txBody>
      </p:sp>
      <p:sp>
        <p:nvSpPr>
          <p:cNvPr id="21" name="Shape 19"/>
          <p:cNvSpPr/>
          <p:nvPr/>
        </p:nvSpPr>
        <p:spPr>
          <a:xfrm>
            <a:off x="9525000" y="4133850"/>
            <a:ext cx="7467600" cy="2190750"/>
          </a:xfrm>
          <a:prstGeom prst="roundRect">
            <a:avLst>
              <a:gd name="adj" fmla="val 10435"/>
            </a:avLst>
          </a:prstGeom>
          <a:solidFill>
            <a:srgbClr val="2A2E3B"/>
          </a:solidFill>
          <a:ln/>
        </p:spPr>
      </p:sp>
      <p:sp>
        <p:nvSpPr>
          <p:cNvPr id="22" name="Shape 20"/>
          <p:cNvSpPr/>
          <p:nvPr/>
        </p:nvSpPr>
        <p:spPr>
          <a:xfrm>
            <a:off x="9525000" y="4133850"/>
            <a:ext cx="133350" cy="219075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</p:sp>
      <p:sp>
        <p:nvSpPr>
          <p:cNvPr id="23" name="Text 21"/>
          <p:cNvSpPr/>
          <p:nvPr/>
        </p:nvSpPr>
        <p:spPr>
          <a:xfrm>
            <a:off x="9944100" y="4362450"/>
            <a:ext cx="666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2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NGINX</a:t>
            </a:r>
            <a:r>
              <a:rPr lang="en-US" sz="1800" b="1" spc="179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208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HAPROXY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9944100" y="4800600"/>
            <a:ext cx="68580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 spc="-8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Tài</a:t>
            </a:r>
            <a:r>
              <a:rPr lang="en-US" sz="27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70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upstream</a:t>
            </a:r>
            <a:r>
              <a:rPr lang="en-US" sz="2700" b="1" dirty="0" spc="-2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7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balance</a:t>
            </a:r>
            <a:endParaRPr lang="en-US" sz="2700" dirty="0"/>
          </a:p>
        </p:txBody>
      </p:sp>
      <p:sp>
        <p:nvSpPr>
          <p:cNvPr id="25" name="Text 23"/>
          <p:cNvSpPr/>
          <p:nvPr/>
        </p:nvSpPr>
        <p:spPr>
          <a:xfrm>
            <a:off x="9944100" y="5410200"/>
            <a:ext cx="6858000" cy="8001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nginx:</a:t>
            </a:r>
            <a:r>
              <a:rPr lang="en-US" sz="2250" dirty="0" spc="-1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weighted</a:t>
            </a:r>
            <a:r>
              <a:rPr lang="en-US" sz="2250" dirty="0" spc="-1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round-robin,</a:t>
            </a:r>
            <a:r>
              <a:rPr lang="en-US" sz="22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hash,</a:t>
            </a:r>
            <a:r>
              <a:rPr lang="en-US" sz="225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least_conn;</a:t>
            </a:r>
            <a:r>
              <a:rPr lang="en-US" sz="2250" dirty="0" spc="-1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HAProxy:</a:t>
            </a:r>
            <a:r>
              <a:rPr lang="en-US" sz="2250" dirty="0" spc="-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leastconn,</a:t>
            </a:r>
            <a:r>
              <a:rPr lang="en-US" sz="22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tĩnh</a:t>
            </a:r>
            <a:r>
              <a:rPr lang="en-US" sz="2250" dirty="0" spc="-1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250" dirty="0" spc="1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động.</a:t>
            </a:r>
            <a:endParaRPr lang="en-US" sz="2250" dirty="0"/>
          </a:p>
        </p:txBody>
      </p:sp>
      <p:sp>
        <p:nvSpPr>
          <p:cNvPr id="26" name="Connector line-1792339045977-635281851"/>
          <p:cNvSpPr/>
          <p:nvPr/>
        </p:nvSpPr>
        <p:spPr>
          <a:xfrm>
            <a:off x="9525000" y="6629400"/>
            <a:ext cx="7467600" cy="0"/>
          </a:xfrm>
          <a:prstGeom prst="line">
            <a:avLst/>
          </a:prstGeom>
          <a:noFill/>
          <a:ln w="19050">
            <a:solidFill>
              <a:srgbClr val="3A3F50"/>
            </a:solidFill>
            <a:prstDash val="lgDash"/>
            <a:headEnd type="none"/>
            <a:tailEnd type="none"/>
          </a:ln>
        </p:spPr>
      </p:sp>
      <p:sp>
        <p:nvSpPr>
          <p:cNvPr id="27" name="Text 25"/>
          <p:cNvSpPr/>
          <p:nvPr/>
        </p:nvSpPr>
        <p:spPr>
          <a:xfrm>
            <a:off x="9525000" y="6858000"/>
            <a:ext cx="7429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CHÚ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9525000" y="7315200"/>
            <a:ext cx="7467600" cy="11430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Đã</a:t>
            </a:r>
            <a:r>
              <a:rPr lang="en-US" sz="2550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550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2026-10-19.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minh</a:t>
            </a:r>
            <a:r>
              <a:rPr lang="en-US" sz="25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họa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5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thiết</a:t>
            </a:r>
            <a:r>
              <a:rPr lang="en-US" sz="2550" dirty="0" spc="-3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mới.</a:t>
            </a:r>
            <a:endParaRPr lang="en-US" sz="2550" dirty="0"/>
          </a:p>
        </p:txBody>
      </p:sp>
      <p:sp>
        <p:nvSpPr>
          <p:cNvPr id="29" name="Shape 27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18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09/09</a:t>
            </a:r>
            <a:endParaRPr lang="en-US" sz="1650" dirty="0"/>
          </a:p>
        </p:txBody>
      </p:sp>
      <p:sp>
        <p:nvSpPr>
          <p:cNvPr id="39" name="Shape 3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0" name="Moda image moda-export-watermark-808d4edd-e2c3-4b93-903c-5f1bb88eccab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2026-10-19T15:12:53Z</dcterms:created>
  <dcterms:modified xsi:type="dcterms:W3CDTF">2026-10-19T15:12:53Z</dcterms:modified>
</cp:coreProperties>
</file>