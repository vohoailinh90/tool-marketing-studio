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6195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McDonald's: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chuẩn</a:t>
            </a:r>
            <a:r>
              <a:rPr lang="en-US" sz="75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r>
              <a:rPr lang="en-US" sz="7500" dirty="0" spc="-7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75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rộng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55245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30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3000" dirty="0"/>
          </a:p>
        </p:txBody>
      </p:sp>
      <p:sp>
        <p:nvSpPr>
          <p:cNvPr id="5" name="Connector line-1792374398379-540079908"/>
          <p:cNvSpPr/>
          <p:nvPr/>
        </p:nvSpPr>
        <p:spPr>
          <a:xfrm>
            <a:off x="914400" y="70485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3342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 kiện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khuôn.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857500"/>
            <a:ext cx="2667000" cy="1524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Sổ</a:t>
            </a:r>
            <a:r>
              <a:rPr lang="en-US" sz="3300" dirty="0" spc="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33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 sự kiện</a:t>
            </a:r>
            <a:endParaRPr lang="en-US" sz="330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857500"/>
            <a:ext cx="2667000" cy="1524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SDK</a:t>
            </a:r>
            <a:r>
              <a:rPr lang="en-US" sz="33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endParaRPr lang="en-US" sz="330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324600"/>
            <a:ext cx="2667000" cy="1524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Cổng</a:t>
            </a:r>
            <a:r>
              <a:rPr lang="en-US" sz="33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33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endParaRPr lang="en-US" sz="330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324600"/>
            <a:ext cx="2667000" cy="1524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Tiện</a:t>
            </a:r>
            <a:r>
              <a:rPr lang="en-US" sz="33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ích</a:t>
            </a:r>
            <a:r>
              <a:rPr lang="en-US" sz="3300" dirty="0" spc="-3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3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 cụ</a:t>
            </a:r>
            <a:endParaRPr lang="en-US" sz="33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05f97fb4-d0bd-4835-86f7-1d561845020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5240000" cy="2857500"/>
          </a:xfrm>
          <a:prstGeom prst="rect">
            <a:avLst/>
          </a:prstGeom>
          <a:noFill/>
          <a:ln/>
        </p:spPr>
        <p:txBody>
          <a:bodyPr wrap="square" lIns="0" tIns="61913" rIns="0" bIns="-61913" rtlCol="0" anchor="t"/>
          <a:lstStyle/>
          <a:p>
            <a:pPr algn="l" indent="0" marL="0">
              <a:lnSpc>
                <a:spcPts val="7950"/>
              </a:lnSpc>
              <a:buNone/>
            </a:pP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Mọi</a:t>
            </a:r>
            <a:r>
              <a:rPr lang="en-US" sz="75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đội</a:t>
            </a:r>
            <a:r>
              <a:rPr lang="en-US" sz="75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 hiểu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7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kiện.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5334000"/>
            <a:ext cx="114300" cy="1809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5" name="Text richtext-1792374413450-51157006"/>
          <p:cNvSpPr/>
          <p:nvPr/>
        </p:nvSpPr>
        <p:spPr>
          <a:xfrm>
            <a:off x="1333500" y="5334000"/>
            <a:ext cx="14287500" cy="1905000"/>
          </a:xfrm>
          <a:prstGeom prst="rect">
            <a:avLst/>
          </a:prstGeom>
          <a:noFill/>
          <a:ln/>
        </p:spPr>
        <p:txBody>
          <a:bodyPr wrap="square" lIns="0" tIns="1794" rIns="0" bIns="-1794" rtlCol="0" anchor="t"/>
          <a:lstStyle/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một: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sự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 đúng khuôn.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hai: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McDonald's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d0e9be0c-8b40-443b-b25a-3884c2d80e7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1950" b="1" spc="28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khuôn,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6762750" y="4000500"/>
            <a:ext cx="4762500" cy="2476500"/>
          </a:xfrm>
          <a:prstGeom prst="roundRect">
            <a:avLst>
              <a:gd name="adj" fmla="val 12308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7143750" y="4286250"/>
            <a:ext cx="4000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spc="237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SỔ</a:t>
            </a:r>
            <a:r>
              <a:rPr lang="en-US" sz="1950" b="1" spc="210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1950" b="1" spc="223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7143750" y="4762500"/>
            <a:ext cx="4000500" cy="15240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ctr" indent="0" marL="0">
              <a:lnSpc>
                <a:spcPts val="4290"/>
              </a:lnSpc>
              <a:buNone/>
            </a:pP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Schema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chuẩn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914400" y="3048000"/>
            <a:ext cx="41910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914400" y="5905500"/>
            <a:ext cx="41910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3182600" y="3048000"/>
            <a:ext cx="41910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3182600" y="5905500"/>
            <a:ext cx="41910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 khác</a:t>
            </a:r>
            <a:endParaRPr lang="en-US" sz="2550" dirty="0"/>
          </a:p>
        </p:txBody>
      </p:sp>
      <p:sp>
        <p:nvSpPr>
          <p:cNvPr id="11" name="Connector line-1792374430942-180499634"/>
          <p:cNvSpPr/>
          <p:nvPr/>
        </p:nvSpPr>
        <p:spPr>
          <a:xfrm>
            <a:off x="5105400" y="3810000"/>
            <a:ext cx="1657350" cy="95250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2" name="Connector line-1792374430942-916800618"/>
          <p:cNvSpPr/>
          <p:nvPr/>
        </p:nvSpPr>
        <p:spPr>
          <a:xfrm flipV="1">
            <a:off x="5105400" y="5715000"/>
            <a:ext cx="1657350" cy="95250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3" name="Connector line-1792374430942-829940803"/>
          <p:cNvSpPr/>
          <p:nvPr/>
        </p:nvSpPr>
        <p:spPr>
          <a:xfrm flipV="1">
            <a:off x="11525250" y="3810000"/>
            <a:ext cx="1657350" cy="95250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4" name="Connector line-1792374430942-295087749"/>
          <p:cNvSpPr/>
          <p:nvPr/>
        </p:nvSpPr>
        <p:spPr>
          <a:xfrm>
            <a:off x="11525250" y="5715000"/>
            <a:ext cx="1657350" cy="95250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14400" y="8096250"/>
            <a:ext cx="164592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Schema: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khuôn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b8312123-f5f1-4a24-8b14-079c99754c6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SDK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239000" cy="2476500"/>
          </a:xfrm>
          <a:prstGeom prst="rect">
            <a:avLst/>
          </a:prstGeom>
          <a:noFill/>
          <a:ln/>
        </p:spPr>
        <p:txBody>
          <a:bodyPr wrap="square" lIns="0" tIns="56579" rIns="0" bIns="-56579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6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6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 mọi</a:t>
            </a:r>
            <a:r>
              <a:rPr lang="en-US" sz="6600" dirty="0" spc="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đội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6667500" cy="2857500"/>
          </a:xfrm>
          <a:prstGeom prst="rect">
            <a:avLst/>
          </a:prstGeom>
          <a:noFill/>
          <a:ln/>
        </p:spPr>
        <p:txBody>
          <a:bodyPr wrap="square" lIns="0" tIns="1715" rIns="0" bIns="-1715" rtlCol="0" anchor="t"/>
          <a:lstStyle/>
          <a:p>
            <a:pPr algn="l" indent="0" marL="0">
              <a:lnSpc>
                <a:spcPts val="3915"/>
              </a:lnSpc>
              <a:buNone/>
            </a:pPr>
            <a:r>
              <a:rPr lang="en-US" sz="27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•</a:t>
            </a:r>
            <a:r>
              <a:rPr lang="en-US" sz="2700" dirty="0" spc="-3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cách.</a:t>
            </a:r>
            <a:endParaRPr lang="en-US" sz="2700" dirty="0"/>
          </a:p>
          <a:p>
            <a:pPr algn="l" indent="0" marL="0">
              <a:lnSpc>
                <a:spcPts val="3915"/>
              </a:lnSpc>
              <a:buNone/>
            </a:pPr>
            <a:r>
              <a:rPr lang="en-US" sz="27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•</a:t>
            </a:r>
            <a:r>
              <a:rPr lang="en-US" sz="2700" dirty="0" spc="-3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 lỗi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cách.</a:t>
            </a:r>
            <a:endParaRPr lang="en-US" sz="2700" dirty="0"/>
          </a:p>
          <a:p>
            <a:pPr algn="l" indent="0" marL="0">
              <a:lnSpc>
                <a:spcPts val="3915"/>
              </a:lnSpc>
              <a:buNone/>
            </a:pPr>
            <a:r>
              <a:rPr lang="en-US" sz="27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•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70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7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bộ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763000" y="1524000"/>
            <a:ext cx="86106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0" y="1771650"/>
            <a:ext cx="7810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800" b="1" spc="21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4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0" y="2247900"/>
            <a:ext cx="7810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 đội</a:t>
            </a:r>
            <a:r>
              <a:rPr lang="en-US" sz="3000" b="1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3000" b="1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000" b="1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3000" b="1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763000" y="3714750"/>
            <a:ext cx="8610600" cy="2476500"/>
          </a:xfrm>
          <a:prstGeom prst="roundRect">
            <a:avLst>
              <a:gd name="adj" fmla="val 10769"/>
            </a:avLst>
          </a:prstGeom>
          <a:solidFill>
            <a:srgbClr val="7C93FF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0" y="4000500"/>
            <a:ext cx="7810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SDK</a:t>
            </a:r>
            <a:r>
              <a:rPr lang="en-US" sz="180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CHUNG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4000" y="4476750"/>
            <a:ext cx="7810500" cy="142875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Xử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 kiện</a:t>
            </a:r>
            <a:r>
              <a:rPr lang="en-US" sz="42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4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</a:t>
            </a:r>
            <a:endParaRPr lang="en-US" sz="4200" dirty="0"/>
          </a:p>
        </p:txBody>
      </p:sp>
      <p:sp>
        <p:nvSpPr>
          <p:cNvPr id="11" name="Shape 9"/>
          <p:cNvSpPr/>
          <p:nvPr/>
        </p:nvSpPr>
        <p:spPr>
          <a:xfrm>
            <a:off x="8763000" y="6477000"/>
            <a:ext cx="86106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0" y="6724650"/>
            <a:ext cx="7810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0" y="7200900"/>
            <a:ext cx="7810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r>
              <a:rPr lang="en-US" sz="3000" b="1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000" b="1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4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3000" b="1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3000" b="1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acc534e-502f-48e5-909c-e1644fc4ae6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 SỰ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429000"/>
            <a:ext cx="4191000" cy="2667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714750"/>
            <a:ext cx="342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191000"/>
            <a:ext cx="3429000" cy="161925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Sự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 từ</a:t>
            </a:r>
            <a:r>
              <a:rPr lang="en-US" sz="36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6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đội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096000" y="3429000"/>
            <a:ext cx="4191000" cy="2667000"/>
          </a:xfrm>
          <a:prstGeom prst="roundRect">
            <a:avLst>
              <a:gd name="adj" fmla="val 10000"/>
            </a:avLst>
          </a:prstGeom>
          <a:solidFill>
            <a:srgbClr val="B45309"/>
          </a:solidFill>
          <a:ln/>
        </p:spPr>
      </p:sp>
      <p:sp>
        <p:nvSpPr>
          <p:cNvPr id="8" name="Text 6"/>
          <p:cNvSpPr/>
          <p:nvPr/>
        </p:nvSpPr>
        <p:spPr>
          <a:xfrm>
            <a:off x="6477000" y="3714750"/>
            <a:ext cx="342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227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477000" y="4191000"/>
            <a:ext cx="3429000" cy="161925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Xác</a:t>
            </a:r>
            <a:r>
              <a:rPr lang="en-US" sz="36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thực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danh tính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11277600" y="3429000"/>
            <a:ext cx="4191000" cy="2667000"/>
          </a:xfrm>
          <a:prstGeom prst="roundRect">
            <a:avLst>
              <a:gd name="adj" fmla="val 10000"/>
            </a:avLst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11658600" y="3714750"/>
            <a:ext cx="342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223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1658600" y="4191000"/>
            <a:ext cx="3429000" cy="161925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Phân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quyền</a:t>
            </a:r>
            <a:endParaRPr lang="en-US" sz="3600" dirty="0"/>
          </a:p>
        </p:txBody>
      </p:sp>
      <p:sp>
        <p:nvSpPr>
          <p:cNvPr id="13" name="Connector line-1792374483416-481332383"/>
          <p:cNvSpPr/>
          <p:nvPr/>
        </p:nvSpPr>
        <p:spPr>
          <a:xfrm>
            <a:off x="5162550" y="4762500"/>
            <a:ext cx="8572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74483417-848777755"/>
          <p:cNvSpPr/>
          <p:nvPr/>
        </p:nvSpPr>
        <p:spPr>
          <a:xfrm>
            <a:off x="10344150" y="4762500"/>
            <a:ext cx="8572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Connector line-1792374483417-707487832"/>
          <p:cNvSpPr/>
          <p:nvPr/>
        </p:nvSpPr>
        <p:spPr>
          <a:xfrm>
            <a:off x="15525750" y="4762500"/>
            <a:ext cx="16192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5621000" y="5048250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58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vào</a:t>
            </a:r>
            <a:r>
              <a:rPr lang="en-US" sz="2058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058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2058" dirty="0"/>
          </a:p>
        </p:txBody>
      </p:sp>
      <p:sp>
        <p:nvSpPr>
          <p:cNvPr id="17" name="Text 15"/>
          <p:cNvSpPr/>
          <p:nvPr/>
        </p:nvSpPr>
        <p:spPr>
          <a:xfrm>
            <a:off x="914400" y="68580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5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này,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6999a8c4-9d93-40cc-9b58-55f2c7b0ce1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TIỆN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</a:t>
            </a:r>
            <a:r>
              <a:rPr lang="en-US" sz="1950" b="1" spc="2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Việc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vận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hằng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ngày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000500"/>
          </a:xfrm>
          <a:prstGeom prst="roundRect">
            <a:avLst>
              <a:gd name="adj" fmla="val 6667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90900"/>
            <a:ext cx="4476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4" kern="0">
                <a:solidFill>
                  <a:srgbClr val="CFE8E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295400" y="4476750"/>
            <a:ext cx="4476750" cy="19050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Sửa</a:t>
            </a: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hỏng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6534150" y="3048000"/>
            <a:ext cx="5219700" cy="4000500"/>
          </a:xfrm>
          <a:prstGeom prst="roundRect">
            <a:avLst>
              <a:gd name="adj" fmla="val 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15150" y="3390900"/>
            <a:ext cx="4476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6915150" y="4476750"/>
            <a:ext cx="4476750" cy="19050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cụm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khỏe</a:t>
            </a:r>
            <a:endParaRPr lang="en-US" sz="3900" dirty="0"/>
          </a:p>
        </p:txBody>
      </p:sp>
      <p:sp>
        <p:nvSpPr>
          <p:cNvPr id="10" name="Shape 8"/>
          <p:cNvSpPr/>
          <p:nvPr/>
        </p:nvSpPr>
        <p:spPr>
          <a:xfrm>
            <a:off x="12153900" y="3048000"/>
            <a:ext cx="5219700" cy="4000500"/>
          </a:xfrm>
          <a:prstGeom prst="roundRect">
            <a:avLst>
              <a:gd name="adj" fmla="val 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34900" y="3390900"/>
            <a:ext cx="4476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9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12534900" y="4476750"/>
            <a:ext cx="4476750" cy="19050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Làm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quản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trị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914400" y="7620000"/>
            <a:ext cx="164592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nguồn: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tiện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 lo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867d260-0a61-4f43-abce-52b310ace91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1950" b="1" spc="28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195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b="1" spc="27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Chia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 miền,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</a:t>
            </a: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giãn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6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2895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23850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70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-4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AWS,</a:t>
            </a:r>
            <a:r>
              <a:rPr lang="en-US" sz="27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7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2862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445770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66725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6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vùng,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57150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588645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09600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 MSK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7143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FF6A4D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731520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2438400" y="752475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 co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giãn theo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CPU.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5b08ee22-7d88-4ce7-b235-6b81e9af52e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miền:</a:t>
            </a:r>
            <a:r>
              <a:rPr lang="en-US" sz="6900" dirty="0" spc="-9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3048000"/>
          </a:xfrm>
          <a:prstGeom prst="roundRect">
            <a:avLst>
              <a:gd name="adj" fmla="val 10000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4290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endParaRPr lang="en-US" sz="1950" dirty="0"/>
          </a:p>
        </p:txBody>
      </p:sp>
      <p:sp>
        <p:nvSpPr>
          <p:cNvPr id="6" name="Text richtext-1792374555332-945892296"/>
          <p:cNvSpPr/>
          <p:nvPr/>
        </p:nvSpPr>
        <p:spPr>
          <a:xfrm>
            <a:off x="1371600" y="3905250"/>
            <a:ext cx="7086600" cy="3619500"/>
          </a:xfrm>
          <a:prstGeom prst="rect">
            <a:avLst/>
          </a:prstGeom>
          <a:noFill/>
          <a:ln/>
        </p:spPr>
        <p:txBody>
          <a:bodyPr wrap="square" lIns="0" tIns="1715" rIns="0" bIns="-1715" rtlCol="0" anchor="t"/>
          <a:lstStyle/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7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 co giãn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Sự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 chỉ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chạm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72600" y="3048000"/>
            <a:ext cx="8001000" cy="3048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4290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MẤT</a:t>
            </a:r>
            <a:endParaRPr lang="en-US" sz="1950" dirty="0"/>
          </a:p>
        </p:txBody>
      </p:sp>
      <p:sp>
        <p:nvSpPr>
          <p:cNvPr id="9" name="Text richtext-1792374555355-312574917"/>
          <p:cNvSpPr/>
          <p:nvPr/>
        </p:nvSpPr>
        <p:spPr>
          <a:xfrm>
            <a:off x="9829800" y="3905250"/>
            <a:ext cx="7086600" cy="3619500"/>
          </a:xfrm>
          <a:prstGeom prst="rect">
            <a:avLst/>
          </a:prstGeom>
          <a:noFill/>
          <a:ln/>
        </p:spPr>
        <p:txBody>
          <a:bodyPr wrap="square" lIns="0" tIns="1715" rIns="0" bIns="-1715" rtlCol="0" anchor="t"/>
          <a:lstStyle/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Sự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 hai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nơi.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6667500"/>
            <a:ext cx="164592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Đánh</a:t>
            </a:r>
            <a:r>
              <a:rPr lang="en-US" sz="19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9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nêu;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bàn.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2554e128-8553-430d-8699-2096695f85b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14288" rIns="0" bIns="-14288" rtlCol="0" anchor="t"/>
          <a:lstStyle/>
          <a:p>
            <a:pPr algn="l" indent="0" marL="0">
              <a:lnSpc>
                <a:spcPts val="5175"/>
              </a:lnSpc>
              <a:buNone/>
            </a:pPr>
            <a:r>
              <a:rPr lang="en-US" sz="4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Đội</a:t>
            </a:r>
            <a:r>
              <a:rPr lang="en-US" sz="4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thanh</a:t>
            </a:r>
            <a:r>
              <a:rPr lang="en-US" sz="4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r>
              <a:rPr lang="en-US" sz="4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lặng</a:t>
            </a:r>
            <a:r>
              <a:rPr lang="en-US" sz="4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lẽ</a:t>
            </a:r>
            <a:r>
              <a:rPr lang="en-US" sz="45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45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45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45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trường.</a:t>
            </a:r>
            <a:r>
              <a:rPr lang="en-US" sz="4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45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chặn?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333500" y="2857500"/>
            <a:ext cx="3810000" cy="952500"/>
          </a:xfrm>
          <a:prstGeom prst="roundRect">
            <a:avLst>
              <a:gd name="adj" fmla="val 24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Đội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7239000" y="2857500"/>
            <a:ext cx="3810000" cy="952500"/>
          </a:xfrm>
          <a:prstGeom prst="roundRect">
            <a:avLst>
              <a:gd name="adj" fmla="val 24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Sổ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3144500" y="2857500"/>
            <a:ext cx="3810000" cy="952500"/>
          </a:xfrm>
          <a:prstGeom prst="roundRect">
            <a:avLst>
              <a:gd name="adj" fmla="val 24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SDK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2550" dirty="0"/>
          </a:p>
        </p:txBody>
      </p:sp>
      <p:sp>
        <p:nvSpPr>
          <p:cNvPr id="7" name="Connector line-1792374576260-191686492"/>
          <p:cNvSpPr/>
          <p:nvPr/>
        </p:nvSpPr>
        <p:spPr>
          <a:xfrm>
            <a:off x="3238500" y="38100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8" name="Connector line-1792374576261-301891351"/>
          <p:cNvSpPr/>
          <p:nvPr/>
        </p:nvSpPr>
        <p:spPr>
          <a:xfrm>
            <a:off x="9144000" y="38100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9" name="Connector line-1792374576261-520083901"/>
          <p:cNvSpPr/>
          <p:nvPr/>
        </p:nvSpPr>
        <p:spPr>
          <a:xfrm>
            <a:off x="15049500" y="38100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3524250" y="4286250"/>
            <a:ext cx="5334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5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2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250" dirty="0"/>
          </a:p>
        </p:txBody>
      </p:sp>
      <p:sp>
        <p:nvSpPr>
          <p:cNvPr id="11" name="Connector line-1792374576264-642575694"/>
          <p:cNvSpPr/>
          <p:nvPr/>
        </p:nvSpPr>
        <p:spPr>
          <a:xfrm>
            <a:off x="3333750" y="4953000"/>
            <a:ext cx="57150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3524250" y="5429250"/>
            <a:ext cx="5334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r>
              <a:rPr lang="en-US" sz="225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schema</a:t>
            </a:r>
            <a:r>
              <a:rPr lang="en-US" sz="2250" b="1" dirty="0" spc="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25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250" dirty="0"/>
          </a:p>
        </p:txBody>
      </p:sp>
      <p:sp>
        <p:nvSpPr>
          <p:cNvPr id="13" name="Connector line-1792374576267-166838687"/>
          <p:cNvSpPr/>
          <p:nvPr/>
        </p:nvSpPr>
        <p:spPr>
          <a:xfrm flipH="1">
            <a:off x="3333750" y="6096000"/>
            <a:ext cx="57150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lgDash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429750" y="6572250"/>
            <a:ext cx="5334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250" b="1" dirty="0" spc="1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2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endParaRPr lang="en-US" sz="2250" dirty="0"/>
          </a:p>
        </p:txBody>
      </p:sp>
      <p:sp>
        <p:nvSpPr>
          <p:cNvPr id="15" name="Connector line-1792374576270-978096290"/>
          <p:cNvSpPr/>
          <p:nvPr/>
        </p:nvSpPr>
        <p:spPr>
          <a:xfrm>
            <a:off x="9239250" y="7239000"/>
            <a:ext cx="57150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914400" y="847725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âm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thầm làm hỏng các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21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8a954d39-2977-4039-80e2-dd73a27f06f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47650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2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25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25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SDK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Software</a:t>
                      </a:r>
                      <a:r>
                        <a:rPr lang="en-US" sz="22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Development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bộ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công</a:t>
                      </a:r>
                      <a:r>
                        <a:rPr lang="en-US" sz="225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cụ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các</a:t>
                      </a:r>
                      <a:r>
                        <a:rPr lang="en-US" sz="2250" dirty="0" spc="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đội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dùng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MSK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Managed</a:t>
                      </a:r>
                      <a:r>
                        <a:rPr lang="en-US" sz="22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Streaming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for</a:t>
                      </a:r>
                      <a:r>
                        <a:rPr lang="en-US" sz="2250" dirty="0" spc="-3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Kafka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Kafka</a:t>
                      </a:r>
                      <a:r>
                        <a:rPr lang="en-US" sz="2250" dirty="0" spc="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được</a:t>
                      </a: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Amazon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vận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hành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giúp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65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AWS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Amazon</a:t>
                      </a:r>
                      <a:r>
                        <a:rPr lang="en-US" sz="2250" dirty="0" spc="-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Web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Services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đám</a:t>
                      </a: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mây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Amazon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CPU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Central</a:t>
                      </a:r>
                      <a:r>
                        <a:rPr lang="en-US" sz="225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Processing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Unit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bộ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xử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lý;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chỉ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số</a:t>
                      </a:r>
                      <a:r>
                        <a:rPr lang="en-US" sz="2250" dirty="0" spc="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để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co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giãn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6771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80962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86296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McDonald's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672b3841-ee7b-42f8-ab5f-7414a3b958f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2026-10-19T01:50:12Z</dcterms:created>
  <dcterms:modified xsi:type="dcterms:W3CDTF">2026-10-19T01:50:12Z</dcterms:modified>
</cp:coreProperties>
</file>