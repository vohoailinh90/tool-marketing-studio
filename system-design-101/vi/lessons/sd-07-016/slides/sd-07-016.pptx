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Tránh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chống</a:t>
            </a:r>
            <a:r>
              <a:rPr lang="en-US" sz="81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trùng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30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0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3000" dirty="0"/>
          </a:p>
        </p:txBody>
      </p:sp>
      <p:sp>
        <p:nvSpPr>
          <p:cNvPr id="5" name="Connector line-1792382182885-155814379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 một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0" y="2190750"/>
            <a:ext cx="5905500" cy="4953000"/>
          </a:xfrm>
          <a:prstGeom prst="rect">
            <a:avLst/>
          </a:prstGeom>
          <a:noFill/>
          <a:ln/>
        </p:spPr>
        <p:txBody>
          <a:bodyPr wrap="square" lIns="0" tIns="330190" rIns="0" bIns="-330190" rtlCol="0" anchor="ctr"/>
          <a:lstStyle/>
          <a:p>
            <a:pPr algn="ctr" indent="0" marL="0">
              <a:lnSpc>
                <a:spcPts val="32499"/>
              </a:lnSpc>
              <a:buNone/>
            </a:pPr>
            <a:r>
              <a:rPr lang="en-US" sz="32499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2499" dirty="0"/>
          </a:p>
        </p:txBody>
      </p:sp>
      <p:sp>
        <p:nvSpPr>
          <p:cNvPr id="9" name="Text 7"/>
          <p:cNvSpPr/>
          <p:nvPr/>
        </p:nvSpPr>
        <p:spPr>
          <a:xfrm>
            <a:off x="11430000" y="7239000"/>
            <a:ext cx="590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3c027960-a6a8-489e-910b-f8c4929e2e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Lỗi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xảy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 nghiêm</a:t>
            </a: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hai việc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ccc5a88-4e60-42b6-a3ce-495e3efd3ad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ĐÚNG</a:t>
            </a:r>
            <a:r>
              <a:rPr lang="en-US" sz="180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vế,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533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VẾ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0" y="2857500"/>
            <a:ext cx="952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ĐẢM</a:t>
            </a:r>
            <a:r>
              <a:rPr lang="en-US" sz="1650" b="1" spc="20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endParaRPr lang="en-US" sz="1650" dirty="0"/>
          </a:p>
        </p:txBody>
      </p:sp>
      <p:sp>
        <p:nvSpPr>
          <p:cNvPr id="6" name="Connector line-1792382185024-585951877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F3EEE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46710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620000" y="3467100"/>
            <a:ext cx="9429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(retry).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0863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86350"/>
            <a:ext cx="6096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20000" y="5086350"/>
            <a:ext cx="9429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(idempotency).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7048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vế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đúng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1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0a8a40a-15e4-4482-9339-a8543e52b5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 lần,</a:t>
            </a: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thanh</a:t>
            </a: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23850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400" dirty="0"/>
          </a:p>
        </p:txBody>
      </p:sp>
      <p:sp>
        <p:nvSpPr>
          <p:cNvPr id="6" name="Connector line-1792382185847-548105496"/>
          <p:cNvSpPr/>
          <p:nvPr/>
        </p:nvSpPr>
        <p:spPr>
          <a:xfrm>
            <a:off x="4438650" y="43815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010150" y="42576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3238500"/>
            <a:ext cx="34290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8300" y="323850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400" dirty="0"/>
          </a:p>
        </p:txBody>
      </p:sp>
      <p:sp>
        <p:nvSpPr>
          <p:cNvPr id="10" name="Connector line-1792382185857-617756007"/>
          <p:cNvSpPr/>
          <p:nvPr/>
        </p:nvSpPr>
        <p:spPr>
          <a:xfrm>
            <a:off x="8782050" y="43815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53550" y="42576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3238500"/>
            <a:ext cx="3429000" cy="22860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323850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3: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</a:t>
            </a:r>
            <a:endParaRPr lang="en-US" sz="2400" dirty="0"/>
          </a:p>
        </p:txBody>
      </p:sp>
      <p:sp>
        <p:nvSpPr>
          <p:cNvPr id="14" name="Connector line-1792382185860-786823750"/>
          <p:cNvSpPr/>
          <p:nvPr/>
        </p:nvSpPr>
        <p:spPr>
          <a:xfrm>
            <a:off x="13125450" y="43815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3696950" y="42576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44600" y="3238500"/>
            <a:ext cx="3429000" cy="2286000"/>
          </a:xfrm>
          <a:prstGeom prst="roundRect">
            <a:avLst>
              <a:gd name="adj" fmla="val 13333"/>
            </a:avLst>
          </a:prstGeom>
          <a:solidFill>
            <a:srgbClr val="F6E3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35100" y="3238500"/>
            <a:ext cx="3048000" cy="2286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4: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6286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286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la;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b="1" dirty="0" spc="4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ceaf4a8-0209-481d-b238-cc5cc67a3b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1800" b="1" spc="29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4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tạo, hết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524250"/>
            <a:ext cx="16459200" cy="3048000"/>
          </a:xfrm>
          <a:prstGeom prst="roundRect">
            <a:avLst>
              <a:gd name="adj" fmla="val 12500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524250"/>
            <a:ext cx="15697200" cy="30480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ctr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cùng</a:t>
            </a:r>
            <a:r>
              <a:rPr lang="en-US" sz="48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48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48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6953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UUID,</a:t>
            </a:r>
            <a:r>
              <a:rPr lang="en-US" sz="2250" dirty="0" spc="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a5cf0036-8a10-4b6b-9b83-5a2eb0211a6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Ý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tưởng,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cũ.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2ea071b-0314-4410-9e38-eda298b1844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Thử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mình</a:t>
            </a:r>
            <a:r>
              <a:rPr lang="en-US" sz="69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 mang</a:t>
            </a:r>
            <a:r>
              <a:rPr lang="en-US" sz="24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00" dirty="0" spc="-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spc="21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7" name="Text richtext-1792382188369-302644965"/>
          <p:cNvSpPr/>
          <p:nvPr/>
        </p:nvSpPr>
        <p:spPr>
          <a:xfrm>
            <a:off x="12954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550" dirty="0" spc="-3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0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10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10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10" name="Text richtext-1792382188389-394982017"/>
          <p:cNvSpPr/>
          <p:nvPr/>
        </p:nvSpPr>
        <p:spPr>
          <a:xfrm>
            <a:off x="97536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5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Vế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có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Đây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bb42c1d-eb35-467a-9ae8-e92b7f6d1e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2189138-59881694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 khóa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phần,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vẽ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"cùng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quả".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25dae24-62a6-4a01-8fdc-13e09d58ae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19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9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lệnh.</a:t>
            </a:r>
            <a:endParaRPr lang="en-US" sz="1950" dirty="0"/>
          </a:p>
        </p:txBody>
      </p:sp>
      <p:sp>
        <p:nvSpPr>
          <p:cNvPr id="16" name="Connector line-1792382190118-565806270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2190122-864322431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0373478d-1fa2-43ff-a220-6558f58b10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2026-10-19T03:56:55Z</dcterms:created>
  <dcterms:modified xsi:type="dcterms:W3CDTF">2026-10-19T03:56:55Z</dcterms:modified>
</cp:coreProperties>
</file>