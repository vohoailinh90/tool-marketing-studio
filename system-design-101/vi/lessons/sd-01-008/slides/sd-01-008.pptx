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60613" rIns="0" bIns="-60613" rtlCol="0" anchor="t"/>
          <a:lstStyle/>
          <a:p>
            <a:pPr algn="l" indent="0" marL="0">
              <a:lnSpc>
                <a:spcPts val="7422"/>
              </a:lnSpc>
              <a:buNone/>
            </a:pPr>
            <a:r>
              <a:rPr lang="en-US" sz="7069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7069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7069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7069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7069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7069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069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069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550" dirty="0"/>
          </a:p>
        </p:txBody>
      </p:sp>
      <p:sp>
        <p:nvSpPr>
          <p:cNvPr id="5" name="Connector line-1792293232495-367031303"/>
          <p:cNvSpPr/>
          <p:nvPr/>
        </p:nvSpPr>
        <p:spPr>
          <a:xfrm>
            <a:off x="914400" y="7239000"/>
            <a:ext cx="7810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67600"/>
            <a:ext cx="78105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CSS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làm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1950" dirty="0"/>
          </a:p>
        </p:txBody>
      </p:sp>
      <p:sp>
        <p:nvSpPr>
          <p:cNvPr id="7" name="Connector line-1792293232498-338694039"/>
          <p:cNvSpPr/>
          <p:nvPr/>
        </p:nvSpPr>
        <p:spPr>
          <a:xfrm flipH="1">
            <a:off x="10096500" y="1809750"/>
            <a:ext cx="666750" cy="11430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8" name="Connector line-1792293232499-325455372"/>
          <p:cNvSpPr/>
          <p:nvPr/>
        </p:nvSpPr>
        <p:spPr>
          <a:xfrm>
            <a:off x="10763250" y="1809750"/>
            <a:ext cx="666750" cy="11430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9" name="Connector line-1792293232499-350005908"/>
          <p:cNvSpPr/>
          <p:nvPr/>
        </p:nvSpPr>
        <p:spPr>
          <a:xfrm>
            <a:off x="11430000" y="2952750"/>
            <a:ext cx="0" cy="11430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5621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Shape 9"/>
          <p:cNvSpPr/>
          <p:nvPr/>
        </p:nvSpPr>
        <p:spPr>
          <a:xfrm>
            <a:off x="9848850" y="27051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82350" y="27051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350" y="38481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45339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</a:t>
            </a:r>
            <a:endParaRPr lang="en-US" sz="2250" dirty="0"/>
          </a:p>
        </p:txBody>
      </p:sp>
      <p:sp>
        <p:nvSpPr>
          <p:cNvPr id="15" name="Connector line-1792293232510-354947278"/>
          <p:cNvSpPr/>
          <p:nvPr/>
        </p:nvSpPr>
        <p:spPr>
          <a:xfrm flipH="1">
            <a:off x="10096500" y="5715000"/>
            <a:ext cx="666750" cy="11430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Connector line-1792293232511-20663134"/>
          <p:cNvSpPr/>
          <p:nvPr/>
        </p:nvSpPr>
        <p:spPr>
          <a:xfrm>
            <a:off x="10763250" y="5715000"/>
            <a:ext cx="666750" cy="11430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7" name="Connector line-1792293232511-208190729"/>
          <p:cNvSpPr/>
          <p:nvPr/>
        </p:nvSpPr>
        <p:spPr>
          <a:xfrm>
            <a:off x="10096500" y="6858000"/>
            <a:ext cx="0" cy="11430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515600" y="546735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9" name="Shape 17"/>
          <p:cNvSpPr/>
          <p:nvPr/>
        </p:nvSpPr>
        <p:spPr>
          <a:xfrm>
            <a:off x="9848850" y="661035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82350" y="661035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48850" y="775335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0" y="83820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CSSOM</a:t>
            </a:r>
            <a:endParaRPr lang="en-US" sz="2250" dirty="0"/>
          </a:p>
        </p:txBody>
      </p:sp>
      <p:sp>
        <p:nvSpPr>
          <p:cNvPr id="23" name="Connector line-1792293232514-273466150"/>
          <p:cNvSpPr/>
          <p:nvPr/>
        </p:nvSpPr>
        <p:spPr>
          <a:xfrm>
            <a:off x="12382500" y="3143250"/>
            <a:ext cx="1714500" cy="10477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293232514-372518056"/>
          <p:cNvSpPr/>
          <p:nvPr/>
        </p:nvSpPr>
        <p:spPr>
          <a:xfrm flipV="1">
            <a:off x="12382500" y="5524500"/>
            <a:ext cx="1714500" cy="10477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293232515-485820817"/>
          <p:cNvSpPr/>
          <p:nvPr/>
        </p:nvSpPr>
        <p:spPr>
          <a:xfrm flipH="1">
            <a:off x="15049500" y="4191000"/>
            <a:ext cx="666750" cy="11430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6" name="Connector line-1792293232515-506539539"/>
          <p:cNvSpPr/>
          <p:nvPr/>
        </p:nvSpPr>
        <p:spPr>
          <a:xfrm>
            <a:off x="15716250" y="4191000"/>
            <a:ext cx="666750" cy="11430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7" name="Connector line-1792293232515-758491784"/>
          <p:cNvSpPr/>
          <p:nvPr/>
        </p:nvSpPr>
        <p:spPr>
          <a:xfrm>
            <a:off x="16383000" y="5334000"/>
            <a:ext cx="0" cy="11430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468600" y="39433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9" name="Shape 27"/>
          <p:cNvSpPr/>
          <p:nvPr/>
        </p:nvSpPr>
        <p:spPr>
          <a:xfrm>
            <a:off x="14801850" y="50863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135350" y="50863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16135350" y="62293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01850" y="6229350"/>
            <a:ext cx="495300" cy="495300"/>
          </a:xfrm>
          <a:prstGeom prst="ellipse">
            <a:avLst/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4287500" y="7048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Render</a:t>
            </a:r>
            <a:r>
              <a:rPr lang="en-US" sz="22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c8f7ebee-4374-4265-90a6-8eb22cf538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PHÂN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CSSOM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HTML → CÂY DOM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536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CSS → CÂY CSSOM</a:t>
            </a:r>
            <a:endParaRPr lang="en-US" sz="1650" dirty="0"/>
          </a:p>
        </p:txBody>
      </p:sp>
      <p:sp>
        <p:nvSpPr>
          <p:cNvPr id="8" name="Connector line-1792293251737-248614278"/>
          <p:cNvSpPr/>
          <p:nvPr/>
        </p:nvSpPr>
        <p:spPr>
          <a:xfrm flipH="1">
            <a:off x="1619250" y="4572000"/>
            <a:ext cx="571500" cy="9525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Connector line-1792293251738-978004137"/>
          <p:cNvSpPr/>
          <p:nvPr/>
        </p:nvSpPr>
        <p:spPr>
          <a:xfrm>
            <a:off x="2190750" y="4572000"/>
            <a:ext cx="571500" cy="9525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0" name="Connector line-1792293251738-258448664"/>
          <p:cNvSpPr/>
          <p:nvPr/>
        </p:nvSpPr>
        <p:spPr>
          <a:xfrm>
            <a:off x="2762250" y="5524500"/>
            <a:ext cx="0" cy="9525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943100" y="43243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52768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52768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62293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Connector line-1792293251739-898503619"/>
          <p:cNvSpPr/>
          <p:nvPr/>
        </p:nvSpPr>
        <p:spPr>
          <a:xfrm flipH="1">
            <a:off x="10077450" y="4572000"/>
            <a:ext cx="571500" cy="9525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6" name="Connector line-1792293251739-100307906"/>
          <p:cNvSpPr/>
          <p:nvPr/>
        </p:nvSpPr>
        <p:spPr>
          <a:xfrm>
            <a:off x="10648950" y="4572000"/>
            <a:ext cx="571500" cy="9525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7" name="Connector line-1792293251739-922432789"/>
          <p:cNvSpPr/>
          <p:nvPr/>
        </p:nvSpPr>
        <p:spPr>
          <a:xfrm>
            <a:off x="10077450" y="5524500"/>
            <a:ext cx="0" cy="9525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401300" y="43243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Shape 17"/>
          <p:cNvSpPr/>
          <p:nvPr/>
        </p:nvSpPr>
        <p:spPr>
          <a:xfrm>
            <a:off x="9829800" y="52768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0" y="52768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9800" y="62293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000500" y="419100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của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4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458700" y="419100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dáng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b="1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2400" dirty="0"/>
          </a:p>
        </p:txBody>
      </p:sp>
      <p:sp>
        <p:nvSpPr>
          <p:cNvPr id="24" name="Connector line-1792293251756-36075096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8" name="Text 36"/>
          <p:cNvSpPr/>
          <p:nvPr/>
        </p:nvSpPr>
        <p:spPr>
          <a:xfrm>
            <a:off x="1428750" y="762000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CSSOM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dáng.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1fad0c54-8c67-4d50-a048-25f4b117e0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RENDER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cây,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5143500" y="2705100"/>
            <a:ext cx="581025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143500" y="2705100"/>
            <a:ext cx="581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4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</a:t>
            </a:r>
            <a:r>
              <a:rPr lang="en-US" sz="24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182350" y="2705100"/>
            <a:ext cx="619125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1182350" y="27051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Chiếm</a:t>
            </a: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576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display: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69595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6959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visibility: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hidden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143500" y="3657600"/>
            <a:ext cx="581025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350" y="3657600"/>
            <a:ext cx="619125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5143500" y="5695950"/>
            <a:ext cx="5810250" cy="1809750"/>
          </a:xfrm>
          <a:prstGeom prst="roundRect">
            <a:avLst>
              <a:gd name="adj" fmla="val 14737"/>
            </a:avLst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82350" y="5695950"/>
            <a:ext cx="6191250" cy="1809750"/>
          </a:xfrm>
          <a:prstGeom prst="roundRect">
            <a:avLst>
              <a:gd name="adj" fmla="val 14737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524500" y="39052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5100" dirty="0"/>
          </a:p>
        </p:txBody>
      </p:sp>
      <p:sp>
        <p:nvSpPr>
          <p:cNvPr id="17" name="Text 15"/>
          <p:cNvSpPr/>
          <p:nvPr/>
        </p:nvSpPr>
        <p:spPr>
          <a:xfrm>
            <a:off x="5524500" y="47625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</a:t>
            </a:r>
            <a:r>
              <a:rPr lang="en-US" sz="2400" dirty="0" spc="-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563350" y="3905250"/>
            <a:ext cx="5429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5100" dirty="0"/>
          </a:p>
        </p:txBody>
      </p:sp>
      <p:sp>
        <p:nvSpPr>
          <p:cNvPr id="19" name="Text 17"/>
          <p:cNvSpPr/>
          <p:nvPr/>
        </p:nvSpPr>
        <p:spPr>
          <a:xfrm>
            <a:off x="11563350" y="4762500"/>
            <a:ext cx="5429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141: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 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524500" y="59436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endParaRPr lang="en-US" sz="5100" dirty="0"/>
          </a:p>
        </p:txBody>
      </p:sp>
      <p:sp>
        <p:nvSpPr>
          <p:cNvPr id="21" name="Text 19"/>
          <p:cNvSpPr/>
          <p:nvPr/>
        </p:nvSpPr>
        <p:spPr>
          <a:xfrm>
            <a:off x="5524500" y="680085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4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render</a:t>
            </a:r>
            <a:r>
              <a:rPr lang="en-US" sz="240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563350" y="5943600"/>
            <a:ext cx="5429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endParaRPr lang="en-US" sz="5100" dirty="0"/>
          </a:p>
        </p:txBody>
      </p:sp>
      <p:sp>
        <p:nvSpPr>
          <p:cNvPr id="23" name="Text 21"/>
          <p:cNvSpPr/>
          <p:nvPr/>
        </p:nvSpPr>
        <p:spPr>
          <a:xfrm>
            <a:off x="11563350" y="6800850"/>
            <a:ext cx="5429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nhìn</a:t>
            </a:r>
            <a:r>
              <a:rPr lang="en-US" sz="2325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325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325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325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325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325" dirty="0"/>
          </a:p>
        </p:txBody>
      </p:sp>
      <p:sp>
        <p:nvSpPr>
          <p:cNvPr id="24" name="Shape 22"/>
          <p:cNvSpPr/>
          <p:nvPr/>
        </p:nvSpPr>
        <p:spPr>
          <a:xfrm>
            <a:off x="914400" y="784860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428750" y="7848600"/>
            <a:ext cx="1543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&lt;head&gt;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tree.</a:t>
            </a:r>
            <a:endParaRPr lang="en-US" sz="2400" dirty="0"/>
          </a:p>
        </p:txBody>
      </p:sp>
      <p:sp>
        <p:nvSpPr>
          <p:cNvPr id="26" name="Connector line-1792293286223-29241818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84b82090-c1a5-4996-a0d0-203ec0d1ca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kích</a:t>
            </a:r>
            <a:r>
              <a:rPr lang="en-US" sz="57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thước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1051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visibility:</a:t>
            </a:r>
            <a:r>
              <a:rPr lang="en-US" sz="24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hidden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40957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-4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endParaRPr lang="en-US" sz="22500" dirty="0"/>
          </a:p>
        </p:txBody>
      </p:sp>
      <p:sp>
        <p:nvSpPr>
          <p:cNvPr id="8" name="Text 6"/>
          <p:cNvSpPr/>
          <p:nvPr/>
        </p:nvSpPr>
        <p:spPr>
          <a:xfrm>
            <a:off x="4876800" y="5619750"/>
            <a:ext cx="190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px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295400" y="6858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53600" y="31051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display:</a:t>
            </a:r>
            <a:r>
              <a:rPr lang="en-US" sz="240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53600" y="3619500"/>
            <a:ext cx="2476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22500" dirty="0"/>
          </a:p>
        </p:txBody>
      </p:sp>
      <p:sp>
        <p:nvSpPr>
          <p:cNvPr id="12" name="Text 10"/>
          <p:cNvSpPr/>
          <p:nvPr/>
        </p:nvSpPr>
        <p:spPr>
          <a:xfrm>
            <a:off x="11677650" y="5619750"/>
            <a:ext cx="190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px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753600" y="6858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784860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428750" y="7848600"/>
            <a:ext cx="1543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141: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div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px.</a:t>
            </a:r>
            <a:endParaRPr lang="en-US" sz="2400" dirty="0"/>
          </a:p>
        </p:txBody>
      </p:sp>
      <p:sp>
        <p:nvSpPr>
          <p:cNvPr id="16" name="Connector line-1792293299594-73822169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1f90f5d-c16d-4933-9ea2-020456f4e1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5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RASTER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Paint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57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vẽ,</a:t>
            </a: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raster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762500" cy="3048000"/>
          </a:xfrm>
          <a:prstGeom prst="roundRect">
            <a:avLst>
              <a:gd name="adj" fmla="val 8750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6819900" y="3048000"/>
            <a:ext cx="4762500" cy="3048000"/>
          </a:xfrm>
          <a:prstGeom prst="roundRect">
            <a:avLst>
              <a:gd name="adj" fmla="val 8750"/>
            </a:avLst>
          </a:prstGeom>
          <a:solidFill>
            <a:srgbClr val="F3DFB8"/>
          </a:solidFill>
          <a:ln/>
        </p:spPr>
      </p:sp>
      <p:sp>
        <p:nvSpPr>
          <p:cNvPr id="6" name="Shape 4"/>
          <p:cNvSpPr/>
          <p:nvPr/>
        </p:nvSpPr>
        <p:spPr>
          <a:xfrm>
            <a:off x="12725400" y="3048000"/>
            <a:ext cx="4648200" cy="3048000"/>
          </a:xfrm>
          <a:prstGeom prst="roundRect">
            <a:avLst>
              <a:gd name="adj" fmla="val 875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3909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PAINT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" y="38481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4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95400" y="4762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00900" y="33909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RASTER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200900" y="38481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200900" y="4762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lệnh</a:t>
            </a:r>
            <a:r>
              <a:rPr lang="en-US" sz="2400" dirty="0" spc="-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400" dirty="0" spc="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106400" y="33909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106400" y="38481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Màn</a:t>
            </a:r>
            <a:r>
              <a:rPr lang="en-US" sz="48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106400" y="4762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6" name="Connector line-1792293314641-306869311"/>
          <p:cNvSpPr/>
          <p:nvPr/>
        </p:nvSpPr>
        <p:spPr>
          <a:xfrm>
            <a:off x="5772150" y="4572000"/>
            <a:ext cx="952500" cy="0"/>
          </a:xfrm>
          <a:prstGeom prst="line">
            <a:avLst/>
          </a:prstGeom>
          <a:noFill/>
          <a:ln w="6667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93314641-431227108"/>
          <p:cNvSpPr/>
          <p:nvPr/>
        </p:nvSpPr>
        <p:spPr>
          <a:xfrm>
            <a:off x="11677650" y="4572000"/>
            <a:ext cx="952500" cy="0"/>
          </a:xfrm>
          <a:prstGeom prst="line">
            <a:avLst/>
          </a:prstGeom>
          <a:noFill/>
          <a:ln w="6667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6667500"/>
            <a:ext cx="16459200" cy="1238250"/>
          </a:xfrm>
          <a:prstGeom prst="roundRect">
            <a:avLst>
              <a:gd name="adj" fmla="val 36923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666750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cuối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thị.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paint,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raster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lớp.</a:t>
            </a:r>
            <a:endParaRPr lang="en-US" sz="2250" dirty="0"/>
          </a:p>
        </p:txBody>
      </p:sp>
      <p:sp>
        <p:nvSpPr>
          <p:cNvPr id="20" name="Connector line-1792293314645-28160873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41448a0-a940-47a0-8e34-7a328fed9e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· GHÉP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ĐÔI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5334000" cy="323850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6762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676400" y="3238500"/>
            <a:ext cx="5334000" cy="323850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2000250" y="35052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8" name="Connector line-1792293337412-635479804"/>
          <p:cNvSpPr/>
          <p:nvPr/>
        </p:nvSpPr>
        <p:spPr>
          <a:xfrm>
            <a:off x="7334250" y="5143500"/>
            <a:ext cx="1047750" cy="0"/>
          </a:xfrm>
          <a:prstGeom prst="line">
            <a:avLst/>
          </a:prstGeom>
          <a:noFill/>
          <a:ln w="6667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72500" y="41910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2500" y="4191000"/>
            <a:ext cx="3619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GPU</a:t>
            </a:r>
            <a:r>
              <a:rPr lang="en-US" sz="30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ghép</a:t>
            </a: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lớp</a:t>
            </a:r>
            <a:endParaRPr lang="en-US" sz="3000" dirty="0"/>
          </a:p>
        </p:txBody>
      </p:sp>
      <p:sp>
        <p:nvSpPr>
          <p:cNvPr id="11" name="Connector line-1792293337416-4917185"/>
          <p:cNvSpPr/>
          <p:nvPr/>
        </p:nvSpPr>
        <p:spPr>
          <a:xfrm>
            <a:off x="12306300" y="5143500"/>
            <a:ext cx="1047750" cy="0"/>
          </a:xfrm>
          <a:prstGeom prst="line">
            <a:avLst/>
          </a:prstGeom>
          <a:noFill/>
          <a:ln w="6667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525500" y="4191000"/>
            <a:ext cx="38481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0" y="4191000"/>
            <a:ext cx="3848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Màn</a:t>
            </a:r>
            <a:r>
              <a:rPr lang="en-US" sz="30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572500" y="6667500"/>
            <a:ext cx="88011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048750" y="6667500"/>
            <a:ext cx="7848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5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bớt.</a:t>
            </a:r>
            <a:endParaRPr lang="en-US" sz="2550" dirty="0"/>
          </a:p>
        </p:txBody>
      </p:sp>
      <p:sp>
        <p:nvSpPr>
          <p:cNvPr id="16" name="Connector line-1792293337420-98650270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51823a5-6036-4ebb-8605-c45d8887a0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80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0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0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layout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95400" y="259080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334000" y="25908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LAYOUT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0" y="25908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7750" y="3105150"/>
            <a:ext cx="3619500" cy="7810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310515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width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334000" y="29718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lại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(reflow)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430000" y="2971800"/>
            <a:ext cx="552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2481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7750" y="4381500"/>
            <a:ext cx="3619500" cy="7810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38150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left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334000" y="42481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lại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(reflow)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430000" y="4248150"/>
            <a:ext cx="552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55245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7750" y="5657850"/>
            <a:ext cx="3619500" cy="7810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565785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334000" y="55245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30000" y="5524500"/>
            <a:ext cx="552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thêm lần nào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4400" y="7048500"/>
            <a:ext cx="16459200" cy="1047750"/>
          </a:xfrm>
          <a:prstGeom prst="roundRect">
            <a:avLst>
              <a:gd name="adj" fmla="val 43636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428750" y="704850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scale()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translate().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transform.</a:t>
            </a:r>
            <a:endParaRPr lang="en-US" sz="2250" dirty="0"/>
          </a:p>
        </p:txBody>
      </p:sp>
      <p:sp>
        <p:nvSpPr>
          <p:cNvPr id="24" name="Connector line-1792293354999-13520577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492d210-0e8e-4d69-b530-6eaafe41a1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ctr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930"/>
              </a:lnSpc>
              <a:buNone/>
            </a:pPr>
            <a:r>
              <a:rPr lang="en-US" sz="66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dây</a:t>
            </a:r>
            <a:r>
              <a:rPr lang="en-US" sz="66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chuyền</a:t>
            </a:r>
            <a:r>
              <a:rPr lang="en-US" sz="66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cứng</a:t>
            </a:r>
            <a:endParaRPr lang="en-US" sz="6600" dirty="0"/>
          </a:p>
        </p:txBody>
      </p:sp>
      <p:sp>
        <p:nvSpPr>
          <p:cNvPr id="4" name="Connector line-1792293371130-566419191"/>
          <p:cNvSpPr/>
          <p:nvPr/>
        </p:nvSpPr>
        <p:spPr>
          <a:xfrm>
            <a:off x="1428750" y="4191000"/>
            <a:ext cx="15430500" cy="0"/>
          </a:xfrm>
          <a:prstGeom prst="line">
            <a:avLst/>
          </a:prstGeom>
          <a:noFill/>
          <a:ln w="571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743200" y="3981450"/>
            <a:ext cx="419100" cy="4191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Shape 4"/>
          <p:cNvSpPr/>
          <p:nvPr/>
        </p:nvSpPr>
        <p:spPr>
          <a:xfrm>
            <a:off x="8934450" y="3981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14935200" y="3981450"/>
            <a:ext cx="419100" cy="4191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3981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934450" y="3981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935200" y="3981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66750" y="4762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66750" y="5905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8000" y="4762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Stylesheet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858000" y="5905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858750" y="4762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 phân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858750" y="5905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4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7429500"/>
            <a:ext cx="9525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3500" y="7429500"/>
            <a:ext cx="876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668000" y="7429500"/>
            <a:ext cx="67056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74295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cho mọi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JavaScript.</a:t>
            </a:r>
            <a:endParaRPr lang="en-US" sz="2400" dirty="0"/>
          </a:p>
        </p:txBody>
      </p:sp>
      <p:sp>
        <p:nvSpPr>
          <p:cNvPr id="21" name="Connector line-1792293371155-1223917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bf3dbcc6-93a4-45f1-ad2d-5b21610a14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93391222-11484729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142875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4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tử,</a:t>
            </a: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display:</a:t>
            </a: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none,</a:t>
            </a: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visibility: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hidden.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184"/>
              </a:lnSpc>
              <a:buNone/>
            </a:pPr>
            <a:r>
              <a:rPr lang="en-US" sz="48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48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</a:t>
            </a:r>
            <a:r>
              <a:rPr lang="en-US" sz="4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48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480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8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render</a:t>
            </a:r>
            <a:r>
              <a:rPr lang="en-US" sz="480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tree,</a:t>
            </a:r>
            <a:r>
              <a:rPr lang="en-US" sz="4800" dirty="0" spc="-5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4800" dirty="0" spc="-3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914400" y="3810000"/>
            <a:ext cx="7810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63100" y="3810000"/>
            <a:ext cx="7810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400" y="44958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944100" y="44958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247900" y="440055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display: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none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896600" y="440055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visibility: hidden</a:t>
            </a:r>
            <a:endParaRPr lang="en-US" sz="3900" dirty="0"/>
          </a:p>
        </p:txBody>
      </p:sp>
      <p:sp>
        <p:nvSpPr>
          <p:cNvPr id="23" name="Shape 21"/>
          <p:cNvSpPr/>
          <p:nvPr/>
        </p:nvSpPr>
        <p:spPr>
          <a:xfrm>
            <a:off x="914400" y="6572250"/>
            <a:ext cx="16459200" cy="2286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1428750" y="6915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28750" y="73914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0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0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visibility:</a:t>
            </a:r>
            <a:r>
              <a:rPr lang="en-US" sz="30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hidden:</a:t>
            </a:r>
            <a:pPr algn="l" indent="0" marL="0">
              <a:lnSpc>
                <a:spcPts val="3750"/>
              </a:lnSpc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layout.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display: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 render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tree.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18d1695-1770-44a6-9a3b-0b61890b3a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33337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4381500" y="2495550"/>
            <a:ext cx="33337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7848600" y="2495550"/>
            <a:ext cx="33337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391150"/>
            <a:ext cx="33337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4381500" y="5391150"/>
            <a:ext cx="33337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7848600" y="5391150"/>
            <a:ext cx="33337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705100"/>
            <a:ext cx="2800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181100" y="3486150"/>
            <a:ext cx="28003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Markup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81100" y="4191000"/>
            <a:ext cx="280035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thẻ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648200" y="2705100"/>
            <a:ext cx="2800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48200" y="3486150"/>
            <a:ext cx="28003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Document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48200" y="4191000"/>
            <a:ext cx="280035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trang;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9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 được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115300" y="2705100"/>
            <a:ext cx="2800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115300" y="3486150"/>
            <a:ext cx="28003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Cascading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 Sheets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15300" y="4191000"/>
            <a:ext cx="280035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 mô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sắc,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cỡ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9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81100" y="5600700"/>
            <a:ext cx="2800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CSSOM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181100" y="6381750"/>
            <a:ext cx="28003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81100" y="7086600"/>
            <a:ext cx="280035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648200" y="5600700"/>
            <a:ext cx="2800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GPU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648200" y="6381750"/>
            <a:ext cx="28003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Graphics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648200" y="7086600"/>
            <a:ext cx="280035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Chip</a:t>
            </a:r>
            <a:r>
              <a:rPr lang="en-US" sz="19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19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115300" y="5600700"/>
            <a:ext cx="2800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115300" y="6381750"/>
            <a:ext cx="28003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115300" y="7086600"/>
            <a:ext cx="280035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9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0" y="2495550"/>
            <a:ext cx="5943600" cy="5657850"/>
          </a:xfrm>
          <a:prstGeom prst="roundRect">
            <a:avLst>
              <a:gd name="adj" fmla="val 4040"/>
            </a:avLst>
          </a:prstGeom>
          <a:solidFill>
            <a:srgbClr val="F3EEE3"/>
          </a:solidFill>
          <a:ln/>
        </p:spPr>
      </p:sp>
      <p:sp>
        <p:nvSpPr>
          <p:cNvPr id="29" name="Text 27"/>
          <p:cNvSpPr/>
          <p:nvPr/>
        </p:nvSpPr>
        <p:spPr>
          <a:xfrm>
            <a:off x="11811000" y="27813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811000" y="327660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1811000" y="36385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811000" y="424815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1811000" y="46101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How</a:t>
            </a:r>
            <a:r>
              <a:rPr lang="en-US" sz="195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browsers</a:t>
            </a:r>
            <a:r>
              <a:rPr lang="en-US" sz="195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811000" y="49339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Critical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rendering</a:t>
            </a:r>
            <a:r>
              <a:rPr lang="en-US" sz="19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811000" y="554355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Chrome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811000" y="59055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RenderingNG</a:t>
            </a:r>
            <a:r>
              <a:rPr lang="en-US" sz="195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811000" y="651510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1811000" y="68770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element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811000" y="74295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2026-10-13;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clone.</a:t>
            </a:r>
            <a:endParaRPr lang="en-US" sz="1800" dirty="0"/>
          </a:p>
        </p:txBody>
      </p:sp>
      <p:sp>
        <p:nvSpPr>
          <p:cNvPr id="40" name="Connector line-1792293416693-7396360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f7d1e3d4-a715-4322-a29c-65f8ecd36e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2026-10-18T11:10:16Z</dcterms:created>
  <dcterms:modified xsi:type="dcterms:W3CDTF">2026-10-18T11:10:16Z</dcterms:modified>
</cp:coreProperties>
</file>