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505075"/>
          </a:xfrm>
          <a:prstGeom prst="rect">
            <a:avLst/>
          </a:prstGeom>
          <a:noFill/>
          <a:ln/>
        </p:spPr>
        <p:txBody>
          <a:bodyPr wrap="square" lIns="0" tIns="59563" rIns="0" bIns="-59563" rtlCol="0" anchor="t"/>
          <a:lstStyle/>
          <a:p>
            <a:pPr algn="l" indent="0" marL="0">
              <a:lnSpc>
                <a:spcPts val="7298"/>
              </a:lnSpc>
              <a:buNone/>
            </a:pPr>
            <a:r>
              <a:rPr lang="en-US" sz="69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r>
              <a:rPr lang="en-US" sz="69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5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5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mới:</a:t>
            </a:r>
            <a:r>
              <a:rPr lang="en-US" sz="69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biên,</a:t>
            </a:r>
            <a:r>
              <a:rPr lang="en-US" sz="6950" dirty="0" spc="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695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69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biên,</a:t>
            </a:r>
            <a:r>
              <a:rPr lang="en-US" sz="695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game</a:t>
            </a:r>
            <a:r>
              <a:rPr lang="en-US" sz="695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</a:t>
            </a:r>
            <a:endParaRPr lang="en-US" sz="695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thứ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 “biên”,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bài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524500"/>
            <a:ext cx="5334000" cy="2667000"/>
          </a:xfrm>
          <a:prstGeom prst="roundRect">
            <a:avLst>
              <a:gd name="adj" fmla="val 85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7300" y="5810250"/>
            <a:ext cx="464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9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 biên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57300" y="6762750"/>
            <a:ext cx="46482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553200" y="5524500"/>
            <a:ext cx="5334000" cy="2667000"/>
          </a:xfrm>
          <a:prstGeom prst="roundRect">
            <a:avLst>
              <a:gd name="adj" fmla="val 857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96100" y="5810250"/>
            <a:ext cx="464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Điện</a:t>
            </a:r>
            <a:r>
              <a:rPr lang="en-US" sz="3900" dirty="0" spc="-1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39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896100" y="6762750"/>
            <a:ext cx="46482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mang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12192000" y="5524500"/>
            <a:ext cx="5334000" cy="2667000"/>
          </a:xfrm>
          <a:prstGeom prst="roundRect">
            <a:avLst>
              <a:gd name="adj" fmla="val 85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34900" y="5810250"/>
            <a:ext cx="464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85" dirty="0" spc="-1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Chơi</a:t>
            </a:r>
            <a:r>
              <a:rPr lang="en-US" sz="3385" dirty="0" spc="-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game trên</a:t>
            </a:r>
            <a:r>
              <a:rPr lang="en-US" sz="3385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</a:t>
            </a:r>
            <a:endParaRPr lang="en-US" sz="3385" dirty="0"/>
          </a:p>
        </p:txBody>
      </p:sp>
      <p:sp>
        <p:nvSpPr>
          <p:cNvPr id="13" name="Text 11"/>
          <p:cNvSpPr/>
          <p:nvPr/>
        </p:nvSpPr>
        <p:spPr>
          <a:xfrm>
            <a:off x="12534900" y="6762750"/>
            <a:ext cx="46482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b="1" dirty="0" spc="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9620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ByteByteGo,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9111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f9775ca6-7581-4137-a80b-9cbbfffebb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2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r>
              <a:rPr lang="en-US" sz="7200" dirty="0" spc="-9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“biên”,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72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52400" cy="4000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0480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6576" rIns="0" bIns="-36576" rtlCol="0" anchor="ctr"/>
          <a:lstStyle/>
          <a:p>
            <a:pPr algn="l" indent="0" marL="0">
              <a:lnSpc>
                <a:spcPts val="8064"/>
              </a:lnSpc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Biết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CDN giúp</a:t>
            </a:r>
            <a:r>
              <a:rPr lang="en-US" sz="72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 nào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dụng,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2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524000" y="7715250"/>
            <a:ext cx="4381500" cy="8001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ảnh,</a:t>
            </a:r>
            <a:r>
              <a:rPr lang="en-US" sz="2250" b="1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CSS,</a:t>
            </a:r>
            <a:r>
              <a:rPr lang="en-US" sz="22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172200" y="7715250"/>
            <a:ext cx="4762500" cy="8001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2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b="1" dirty="0" spc="2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b="1" dirty="0" spc="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201400" y="7715250"/>
            <a:ext cx="4000500" cy="8001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game</a:t>
            </a:r>
            <a:endParaRPr lang="en-US" sz="2250" dirty="0"/>
          </a:p>
        </p:txBody>
      </p:sp>
      <p:sp>
        <p:nvSpPr>
          <p:cNvPr id="9" name="Connector line-1792370791671-63702434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216bd2d-d355-4435-97ab-f388698941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4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3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·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b="1" spc="27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67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nghiệm: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 ms,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nginx làm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biên,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 10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429000"/>
          <a:ext cx="13716000" cy="914400"/>
        </p:xfrm>
        <a:graphic>
          <a:graphicData uri="http://schemas.openxmlformats.org/drawingml/2006/table">
            <a:tbl>
              <a:tblPr/>
              <a:tblGrid>
                <a:gridCol w="4608576"/>
                <a:gridCol w="3621024"/>
                <a:gridCol w="4279392"/>
                <a:gridCol w="3950208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10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Đường</a:t>
                      </a:r>
                      <a:r>
                        <a:rPr lang="en-US" sz="2700" b="1" dirty="0" spc="-1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dẫn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21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Lần</a:t>
                      </a:r>
                      <a:r>
                        <a:rPr lang="en-US" sz="2700" b="1" dirty="0" spc="8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đầu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2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9</a:t>
                      </a:r>
                      <a:r>
                        <a:rPr lang="en-US" sz="2700" b="1" dirty="0" spc="-1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r>
                        <a:rPr lang="en-US" sz="2700" b="1" dirty="0" spc="1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6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Máy</a:t>
                      </a:r>
                      <a:r>
                        <a:rPr lang="en-US" sz="2700" b="1" dirty="0" spc="-9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gốc</a:t>
                      </a:r>
                      <a:r>
                        <a:rPr lang="en-US" sz="2700" b="1" dirty="0" spc="0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9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Tệp</a:t>
                      </a:r>
                      <a:r>
                        <a:rPr lang="en-US" sz="270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7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chung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204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0,3</a:t>
                      </a:r>
                      <a:r>
                        <a:rPr lang="en-US" sz="2700" b="1" dirty="0" spc="-3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</a:t>
                      </a:r>
                      <a:r>
                        <a:rPr lang="en-US" sz="2700" b="1" dirty="0" spc="-2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yêu</a:t>
                      </a:r>
                      <a:r>
                        <a:rPr lang="en-US" sz="2700" b="1" dirty="0" spc="-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cầu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4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Trang</a:t>
                      </a:r>
                      <a:r>
                        <a:rPr lang="en-US" sz="27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riêng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về</a:t>
                      </a:r>
                      <a:r>
                        <a:rPr lang="en-US" sz="270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70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gốc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202 ms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</a:t>
                      </a:r>
                      <a:r>
                        <a:rPr lang="en-US" sz="2700" dirty="0" spc="-2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yêu</a:t>
                      </a:r>
                      <a:r>
                        <a:rPr lang="en-US" sz="27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cầu</a:t>
                      </a:r>
                      <a:endParaRPr lang="en-US" sz="1200" dirty="0"/>
                    </a:p>
                  </a:txBody>
                  <a:tcPr marL="285750" marR="285750" marT="285750" marB="2857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723900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5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nhiều</a:t>
            </a:r>
            <a:r>
              <a:rPr lang="en-US" sz="2550" b="1" dirty="0" spc="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dung:</a:t>
            </a:r>
            <a:r>
              <a:rPr lang="en-US" sz="25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5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CSS,</a:t>
            </a:r>
            <a:r>
              <a:rPr lang="en-US" sz="25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8429625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18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8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lập; không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1800" dirty="0"/>
          </a:p>
        </p:txBody>
      </p:sp>
      <p:sp>
        <p:nvSpPr>
          <p:cNvPr id="8" name="Connector line-1792370805628-11209140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e845b139-706e-40e2-971d-a9451f2c371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1800" b="1" spc="26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69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19375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4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4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người: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chào,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 hàng,</a:t>
            </a:r>
            <a:r>
              <a:rPr lang="en-US" sz="2400" dirty="0" spc="-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4191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619500"/>
            <a:ext cx="342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3600" dirty="0"/>
          </a:p>
        </p:txBody>
      </p:sp>
      <p:sp>
        <p:nvSpPr>
          <p:cNvPr id="7" name="Connector line-1792370823645-294738105"/>
          <p:cNvSpPr/>
          <p:nvPr/>
        </p:nvSpPr>
        <p:spPr>
          <a:xfrm>
            <a:off x="5200650" y="4572000"/>
            <a:ext cx="85725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91250" y="3619500"/>
            <a:ext cx="4953000" cy="1905000"/>
          </a:xfrm>
          <a:prstGeom prst="roundRect">
            <a:avLst>
              <a:gd name="adj" fmla="val 14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6572250" y="3619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endParaRPr lang="en-US" sz="3600" dirty="0"/>
          </a:p>
        </p:txBody>
      </p:sp>
      <p:sp>
        <p:nvSpPr>
          <p:cNvPr id="10" name="Connector line-1792370823649-439283319"/>
          <p:cNvSpPr/>
          <p:nvPr/>
        </p:nvSpPr>
        <p:spPr>
          <a:xfrm>
            <a:off x="11239500" y="4572000"/>
            <a:ext cx="857250" cy="0"/>
          </a:xfrm>
          <a:prstGeom prst="line">
            <a:avLst/>
          </a:prstGeom>
          <a:noFill/>
          <a:ln w="57150">
            <a:solidFill>
              <a:srgbClr val="9AA0B5"/>
            </a:solidFill>
            <a:prstDash val="lg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230100" y="3619500"/>
            <a:ext cx="5143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1100" y="3619500"/>
            <a:ext cx="438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3300" dirty="0" spc="1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3300" dirty="0" spc="-4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300" dirty="0" spc="0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300" dirty="0" spc="-3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3300" dirty="0" spc="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trung</a:t>
            </a:r>
            <a:r>
              <a:rPr lang="en-US" sz="3300" dirty="0" spc="-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14400" y="6096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6334125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GIÚP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95400" y="68580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 nằm ở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quãng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đường,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72600" y="6096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3600" y="6334125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753600" y="68580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tâm: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đó,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mục.</a:t>
            </a:r>
            <a:endParaRPr lang="en-US" sz="2550" dirty="0"/>
          </a:p>
        </p:txBody>
      </p:sp>
      <p:sp>
        <p:nvSpPr>
          <p:cNvPr id="19" name="Connector line-1792370823663-90409826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c74484f-9f4e-48ff-bc29-e10552b3a0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CHƠI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GAME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25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b="1" spc="3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 cả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bấm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6900" dirty="0"/>
          </a:p>
        </p:txBody>
      </p:sp>
      <p:sp>
        <p:nvSpPr>
          <p:cNvPr id="4" name="Connector line-1792370859785-751917126"/>
          <p:cNvSpPr/>
          <p:nvPr/>
        </p:nvSpPr>
        <p:spPr>
          <a:xfrm>
            <a:off x="2190750" y="4000500"/>
            <a:ext cx="139065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981200" y="3790950"/>
            <a:ext cx="419100" cy="419100"/>
          </a:xfrm>
          <a:prstGeom prst="ellipse">
            <a:avLst/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28575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25527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6800" y="47625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Bấm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66800" y="5715000"/>
            <a:ext cx="22479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62500" y="3790950"/>
            <a:ext cx="419100" cy="419100"/>
          </a:xfrm>
          <a:prstGeom prst="ellipse">
            <a:avLst/>
          </a:prstGeom>
          <a:solidFill>
            <a:srgbClr val="0F766E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3800" y="28575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695700" y="4572000"/>
            <a:ext cx="2552700" cy="19050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8100" y="47625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848100" y="5715000"/>
            <a:ext cx="22479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lên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543800" y="3790950"/>
            <a:ext cx="419100" cy="419100"/>
          </a:xfrm>
          <a:prstGeom prst="ellipse">
            <a:avLst/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5100" y="28575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477000" y="4572000"/>
            <a:ext cx="25527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47625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game,</a:t>
            </a:r>
            <a:r>
              <a:rPr lang="en-US" sz="24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29400" y="5715000"/>
            <a:ext cx="22479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325100" y="3790950"/>
            <a:ext cx="419100" cy="419100"/>
          </a:xfrm>
          <a:prstGeom prst="ellipse">
            <a:avLst/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6400" y="28575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258300" y="4572000"/>
            <a:ext cx="25527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0700" y="47625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410700" y="5715000"/>
            <a:ext cx="22479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106400" y="3790950"/>
            <a:ext cx="419100" cy="419100"/>
          </a:xfrm>
          <a:prstGeom prst="ellipse">
            <a:avLst/>
          </a:prstGeom>
          <a:solidFill>
            <a:srgbClr val="0F766E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7700" y="28575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12039600" y="4572000"/>
            <a:ext cx="2552700" cy="19050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92000" y="47625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192000" y="5715000"/>
            <a:ext cx="22479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887700" y="3790950"/>
            <a:ext cx="419100" cy="419100"/>
          </a:xfrm>
          <a:prstGeom prst="ellipse">
            <a:avLst/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859000" y="28575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14820900" y="4572000"/>
            <a:ext cx="25527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73300" y="47625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nén,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4973300" y="5715000"/>
            <a:ext cx="22479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14400" y="704850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CFE8E2"/>
          </a:solidFill>
          <a:ln/>
        </p:spPr>
      </p:sp>
      <p:sp>
        <p:nvSpPr>
          <p:cNvPr id="36" name="Text 34"/>
          <p:cNvSpPr/>
          <p:nvPr/>
        </p:nvSpPr>
        <p:spPr>
          <a:xfrm>
            <a:off x="1295400" y="7048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4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dùng</a:t>
            </a:r>
            <a:r>
              <a:rPr lang="en-US" sz="240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lần:</a:t>
            </a:r>
            <a:r>
              <a:rPr lang="en-US" sz="24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00" b="1" dirty="0" spc="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9372600" y="704850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53600" y="7048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400" dirty="0"/>
          </a:p>
        </p:txBody>
      </p:sp>
      <p:sp>
        <p:nvSpPr>
          <p:cNvPr id="39" name="Connector line-1792370859817-36770547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5" name="Shape 4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6804bb87-7dc5-4dde-90fd-ccdcee5919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giá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CDN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19375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533400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429000"/>
            <a:ext cx="5334000" cy="1143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8100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57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857" dirty="0"/>
          </a:p>
        </p:txBody>
      </p:sp>
      <p:sp>
        <p:nvSpPr>
          <p:cNvPr id="8" name="Text 6"/>
          <p:cNvSpPr/>
          <p:nvPr/>
        </p:nvSpPr>
        <p:spPr>
          <a:xfrm>
            <a:off x="1295400" y="49530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0033" rIns="0" bIns="-10033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31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 hỏng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295400" y="619125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hỏng,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ngừng: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553200" y="3429000"/>
            <a:ext cx="533400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200" y="3429000"/>
            <a:ext cx="5334000" cy="1143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6934200" y="38100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57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857" dirty="0"/>
          </a:p>
        </p:txBody>
      </p:sp>
      <p:sp>
        <p:nvSpPr>
          <p:cNvPr id="13" name="Text 11"/>
          <p:cNvSpPr/>
          <p:nvPr/>
        </p:nvSpPr>
        <p:spPr>
          <a:xfrm>
            <a:off x="6934200" y="49530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0033" rIns="0" bIns="-10033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31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31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tấn</a:t>
            </a:r>
            <a:r>
              <a:rPr lang="en-US" sz="31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6934200" y="619125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chiếm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2192000" y="3429000"/>
            <a:ext cx="533400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92000" y="3429000"/>
            <a:ext cx="5334000" cy="1143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573000" y="38100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57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857" dirty="0"/>
          </a:p>
        </p:txBody>
      </p:sp>
      <p:sp>
        <p:nvSpPr>
          <p:cNvPr id="18" name="Text 16"/>
          <p:cNvSpPr/>
          <p:nvPr/>
        </p:nvSpPr>
        <p:spPr>
          <a:xfrm>
            <a:off x="12573000" y="49530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0033" rIns="0" bIns="-10033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31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31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 chậm</a:t>
            </a:r>
            <a:r>
              <a:rPr lang="en-US" sz="315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2573000" y="619125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8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nối;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endParaRPr lang="en-US" sz="2250" dirty="0"/>
          </a:p>
        </p:txBody>
      </p:sp>
      <p:sp>
        <p:nvSpPr>
          <p:cNvPr id="20" name="Connector line-1792370874179-58201316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06/09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ceec03d9-3c15-42d8-b1ec-871f5da473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phẩm,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mây: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chung?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43250"/>
          <a:ext cx="13716000" cy="914400"/>
        </p:xfrm>
        <a:graphic>
          <a:graphicData uri="http://schemas.openxmlformats.org/drawingml/2006/table">
            <a:tbl>
              <a:tblPr/>
              <a:tblGrid>
                <a:gridCol w="3950208"/>
                <a:gridCol w="4279392"/>
                <a:gridCol w="8229600"/>
              </a:tblGrid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Phần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Bản</a:t>
                      </a:r>
                      <a:r>
                        <a:rPr lang="en-US" sz="240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</a:t>
                      </a:r>
                      <a:r>
                        <a:rPr lang="en-US" sz="2400" b="1" dirty="0" spc="-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chung?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Đo</a:t>
                      </a:r>
                      <a:r>
                        <a:rPr lang="en-US" sz="2400" b="1" dirty="0" spc="0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gì,</a:t>
                      </a:r>
                      <a:r>
                        <a:rPr lang="en-US" sz="240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3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Ảnh</a:t>
                      </a:r>
                      <a:r>
                        <a:rPr lang="en-US" sz="2400" b="1" dirty="0" spc="0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sản</a:t>
                      </a:r>
                      <a:r>
                        <a:rPr lang="en-US" sz="2400" b="1" dirty="0" spc="-3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phẩm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2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Có:</a:t>
                      </a:r>
                      <a:r>
                        <a:rPr lang="en-US" sz="2400" b="1" dirty="0" spc="-11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400" b="1" dirty="0" spc="1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chủ</a:t>
                      </a:r>
                      <a:r>
                        <a:rPr lang="en-US" sz="2400" b="1" dirty="0" spc="-4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biên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Mọi</a:t>
                      </a:r>
                      <a:r>
                        <a:rPr lang="en-US" sz="2400" dirty="0" spc="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400" dirty="0" spc="-1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xem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cùng</a:t>
                      </a:r>
                      <a:r>
                        <a:rPr lang="en-US" sz="240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4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tệp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Giỏ</a:t>
                      </a:r>
                      <a:r>
                        <a:rPr lang="en-US" sz="2400" b="1" dirty="0" spc="-5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hàng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9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Quãng</a:t>
                      </a:r>
                      <a:r>
                        <a:rPr lang="en-US" sz="2400" dirty="0" spc="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đường</a:t>
                      </a:r>
                      <a:r>
                        <a:rPr lang="en-US" sz="2400" dirty="0" spc="-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hay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4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40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4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gốc?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57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Trò</a:t>
                      </a:r>
                      <a:r>
                        <a:rPr lang="en-US" sz="2400" b="1" dirty="0" spc="1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chơi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9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Cả</a:t>
                      </a: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chuỗi:</a:t>
                      </a:r>
                      <a:r>
                        <a:rPr lang="en-US" sz="240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mạng,</a:t>
                      </a:r>
                      <a:r>
                        <a:rPr lang="en-US" sz="2400" dirty="0" spc="-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r>
                        <a:rPr lang="en-US" sz="240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game,</a:t>
                      </a: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nén, giải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nén</a:t>
                      </a:r>
                      <a:endParaRPr lang="en-US" sz="1200" dirty="0"/>
                    </a:p>
                  </a:txBody>
                  <a:tcPr marL="266700" marR="266700" marT="266700" marB="2667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382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trước;</a:t>
            </a:r>
            <a:r>
              <a:rPr lang="en-US" sz="210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chỉ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100" dirty="0"/>
          </a:p>
        </p:txBody>
      </p:sp>
      <p:sp>
        <p:nvSpPr>
          <p:cNvPr id="6" name="Connector line-1792370909037-4228353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d1625f28-3b9c-4dbf-ab43-60e1865b57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3900" dirty="0"/>
          </a:p>
        </p:txBody>
      </p:sp>
      <p:sp>
        <p:nvSpPr>
          <p:cNvPr id="6" name="Text richtext-1792370920327-770783037"/>
          <p:cNvSpPr/>
          <p:nvPr/>
        </p:nvSpPr>
        <p:spPr>
          <a:xfrm>
            <a:off x="1333500" y="41910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mời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nghệ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3900" dirty="0"/>
          </a:p>
        </p:txBody>
      </p:sp>
      <p:sp>
        <p:nvSpPr>
          <p:cNvPr id="9" name="Text richtext-1792370920359-218933176"/>
          <p:cNvSpPr/>
          <p:nvPr/>
        </p:nvSpPr>
        <p:spPr>
          <a:xfrm>
            <a:off x="9791700" y="41910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cạnh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gần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MDN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biên,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game: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luận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hai thứ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550" dirty="0"/>
          </a:p>
        </p:txBody>
      </p:sp>
      <p:sp>
        <p:nvSpPr>
          <p:cNvPr id="10" name="Connector line-1792370920370-50579434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08/09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7f58430c-b0b8-4eed-a7e4-9eaa2f6f15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429000" y="291465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29000" y="329565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phối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428625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429000" y="434340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47244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Mozilla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CSS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429000" y="577215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Cascading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Style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615315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714375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4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429000" y="720090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75819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096500" y="2857500"/>
            <a:ext cx="72771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72750" y="32385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70938321-718122094"/>
          <p:cNvSpPr/>
          <p:nvPr/>
        </p:nvSpPr>
        <p:spPr>
          <a:xfrm>
            <a:off x="10572750" y="3810000"/>
            <a:ext cx="6324600" cy="3048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IETF HTTP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Working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Group: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9111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572750" y="7048500"/>
            <a:ext cx="6324600" cy="1143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18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800" dirty="0"/>
          </a:p>
        </p:txBody>
      </p:sp>
      <p:sp>
        <p:nvSpPr>
          <p:cNvPr id="20" name="Connector line-1792370938334-20469534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09/09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ccbff747-4e1c-4d5b-977d-0439875b00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2026-10-19T00:49:20Z</dcterms:created>
  <dcterms:modified xsi:type="dcterms:W3CDTF">2026-10-19T00:49:20Z</dcterms:modified>
</cp:coreProperties>
</file>