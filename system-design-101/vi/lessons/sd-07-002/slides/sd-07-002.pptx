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525000" cy="49720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6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Ví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81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ngân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ví</a:t>
            </a:r>
            <a:r>
              <a:rPr lang="en-US" sz="81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81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blockchain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858000"/>
            <a:ext cx="91440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7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 sổ</a:t>
            </a:r>
            <a:r>
              <a:rPr lang="en-US" sz="300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30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30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30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đổi?</a:t>
            </a:r>
            <a:endParaRPr lang="en-US" sz="3000" dirty="0"/>
          </a:p>
        </p:txBody>
      </p:sp>
      <p:sp>
        <p:nvSpPr>
          <p:cNvPr id="5" name="Connector line-1792378832006-940266196"/>
          <p:cNvSpPr/>
          <p:nvPr/>
        </p:nvSpPr>
        <p:spPr>
          <a:xfrm>
            <a:off x="914400" y="828675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8572500"/>
            <a:ext cx="9144000" cy="762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Sổ</a:t>
            </a:r>
            <a:r>
              <a:rPr lang="en-US" sz="210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hàng,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thanh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1650" dirty="0"/>
          </a:p>
        </p:txBody>
      </p:sp>
      <p:sp>
        <p:nvSpPr>
          <p:cNvPr id="8" name="Connector line-1792378832013-797977436"/>
          <p:cNvSpPr/>
          <p:nvPr/>
        </p:nvSpPr>
        <p:spPr>
          <a:xfrm>
            <a:off x="12287250" y="3143250"/>
            <a:ext cx="0" cy="4000500"/>
          </a:xfrm>
          <a:prstGeom prst="line">
            <a:avLst/>
          </a:prstGeom>
          <a:noFill/>
          <a:ln w="28575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12001500" y="285750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2001500" y="485775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2001500" y="685800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954000" y="2762250"/>
            <a:ext cx="4476750" cy="762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Ở</a:t>
            </a:r>
            <a:r>
              <a:rPr lang="en-US" sz="225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2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2954000" y="4762500"/>
            <a:ext cx="4476750" cy="762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Trên</a:t>
            </a:r>
            <a:r>
              <a:rPr lang="en-US" sz="2250" b="1" dirty="0" spc="-1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blockchain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2954000" y="6762750"/>
            <a:ext cx="4476750" cy="762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r>
              <a:rPr lang="en-US" sz="2250" b="1" dirty="0" spc="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6" name="Moda image moda-export-watermark-9a8d577d-0531-4f9d-86a3-6c6f2a03222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r>
              <a:rPr lang="en-US" sz="69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chiếc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ví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3619500"/>
          </a:xfrm>
          <a:prstGeom prst="roundRect">
            <a:avLst>
              <a:gd name="adj" fmla="val 10526"/>
            </a:avLst>
          </a:prstGeom>
          <a:solidFill>
            <a:srgbClr val="14161C"/>
          </a:solidFill>
          <a:ln/>
        </p:spPr>
      </p:sp>
      <p:sp>
        <p:nvSpPr>
          <p:cNvPr id="5" name="Text 3"/>
          <p:cNvSpPr/>
          <p:nvPr/>
        </p:nvSpPr>
        <p:spPr>
          <a:xfrm>
            <a:off x="1485900" y="2857500"/>
            <a:ext cx="15316200" cy="361950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3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63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sổ?</a:t>
            </a:r>
            <a:r>
              <a:rPr lang="en-US" sz="6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 thật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chuyển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3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r>
              <a:rPr lang="en-US" sz="63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ví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mấy</a:t>
            </a:r>
            <a:r>
              <a:rPr lang="en-US" sz="63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lần?</a:t>
            </a:r>
            <a:endParaRPr lang="en-US" sz="6300" dirty="0"/>
          </a:p>
        </p:txBody>
      </p:sp>
      <p:sp>
        <p:nvSpPr>
          <p:cNvPr id="6" name="Shape 4"/>
          <p:cNvSpPr/>
          <p:nvPr/>
        </p:nvSpPr>
        <p:spPr>
          <a:xfrm>
            <a:off x="914400" y="6953250"/>
            <a:ext cx="5334000" cy="1047750"/>
          </a:xfrm>
          <a:prstGeom prst="roundRect">
            <a:avLst>
              <a:gd name="adj" fmla="val 21818"/>
            </a:avLst>
          </a:prstGeom>
          <a:solidFill>
            <a:srgbClr val="CFE8E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6953250"/>
            <a:ext cx="5334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hàng: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477000" y="6953250"/>
            <a:ext cx="5334000" cy="1047750"/>
          </a:xfrm>
          <a:prstGeom prst="roundRect">
            <a:avLst>
              <a:gd name="adj" fmla="val 21818"/>
            </a:avLst>
          </a:prstGeom>
          <a:solidFill>
            <a:srgbClr val="F8D9D0"/>
          </a:solidFill>
          <a:ln/>
        </p:spPr>
      </p:sp>
      <p:sp>
        <p:nvSpPr>
          <p:cNvPr id="9" name="Text 7"/>
          <p:cNvSpPr/>
          <p:nvPr/>
        </p:nvSpPr>
        <p:spPr>
          <a:xfrm>
            <a:off x="6477000" y="6953250"/>
            <a:ext cx="5334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Blockchain: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12039600" y="6953250"/>
            <a:ext cx="5334000" cy="1047750"/>
          </a:xfrm>
          <a:prstGeom prst="roundRect">
            <a:avLst>
              <a:gd name="adj" fmla="val 21818"/>
            </a:avLst>
          </a:prstGeom>
          <a:solidFill>
            <a:srgbClr val="DDE3FA"/>
          </a:solidFill>
          <a:ln/>
        </p:spPr>
      </p:sp>
      <p:sp>
        <p:nvSpPr>
          <p:cNvPr id="11" name="Text 9"/>
          <p:cNvSpPr/>
          <p:nvPr/>
        </p:nvSpPr>
        <p:spPr>
          <a:xfrm>
            <a:off x="12039600" y="6953250"/>
            <a:ext cx="5334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khác: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382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5123eeee-3840-4d18-b570-4c3968b38f8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Sổ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9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ngay,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thật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01000" cy="4381500"/>
          </a:xfrm>
          <a:prstGeom prst="roundRect">
            <a:avLst>
              <a:gd name="adj" fmla="val 695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8610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3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SỔ</a:t>
            </a:r>
            <a:r>
              <a:rPr lang="en-US" sz="1950" b="1" spc="21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24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 HÀNG</a:t>
            </a:r>
            <a:endParaRPr lang="en-US" sz="1950" dirty="0"/>
          </a:p>
        </p:txBody>
      </p:sp>
      <p:sp>
        <p:nvSpPr>
          <p:cNvPr id="6" name="Text richtext-1792378834021-29102788"/>
          <p:cNvSpPr/>
          <p:nvPr/>
        </p:nvSpPr>
        <p:spPr>
          <a:xfrm>
            <a:off x="1295400" y="3657600"/>
            <a:ext cx="7239000" cy="3238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Bob</a:t>
            </a:r>
            <a:r>
              <a:rPr lang="en-US" sz="2700" dirty="0" spc="4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7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la: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B1234.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Citibank: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 từ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đầu.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50: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B1234, cộng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C512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72600" y="2762250"/>
            <a:ext cx="8001000" cy="4381500"/>
          </a:xfrm>
          <a:prstGeom prst="roundRect">
            <a:avLst>
              <a:gd name="adj" fmla="val 6957"/>
            </a:avLst>
          </a:prstGeom>
          <a:solidFill>
            <a:srgbClr val="CFE8E2"/>
          </a:solidFill>
          <a:ln/>
        </p:spPr>
      </p:sp>
      <p:sp>
        <p:nvSpPr>
          <p:cNvPr id="8" name="Text 6"/>
          <p:cNvSpPr/>
          <p:nvPr/>
        </p:nvSpPr>
        <p:spPr>
          <a:xfrm>
            <a:off x="9753600" y="308610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TIỀN</a:t>
            </a:r>
            <a:r>
              <a:rPr lang="en-US" sz="1950" b="1" spc="18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950" dirty="0"/>
          </a:p>
        </p:txBody>
      </p:sp>
      <p:sp>
        <p:nvSpPr>
          <p:cNvPr id="9" name="Text richtext-1792378834045-712018544"/>
          <p:cNvSpPr/>
          <p:nvPr/>
        </p:nvSpPr>
        <p:spPr>
          <a:xfrm>
            <a:off x="9753600" y="3657600"/>
            <a:ext cx="7239000" cy="3238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khoản.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 cuối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ngày.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Lúc</a:t>
            </a:r>
            <a:r>
              <a:rPr lang="en-US" sz="27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7620000"/>
            <a:ext cx="16459200" cy="1143000"/>
          </a:xfrm>
          <a:prstGeom prst="roundRect">
            <a:avLst>
              <a:gd name="adj" fmla="val 23333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7620000"/>
            <a:ext cx="15697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5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Rút</a:t>
            </a: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</a:t>
            </a: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lại: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 B1234,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tiền</a:t>
            </a:r>
            <a:r>
              <a:rPr lang="en-US" sz="30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mặt.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03/09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2f7e63de-572d-4a1f-a663-797c1c68274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b="1" spc="28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BLOCKCHAIN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5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Ký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900" dirty="0" spc="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riêng,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chờ</a:t>
            </a:r>
            <a:r>
              <a:rPr lang="en-US" sz="69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xác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endParaRPr lang="en-US" sz="6900" dirty="0"/>
          </a:p>
        </p:txBody>
      </p:sp>
      <p:sp>
        <p:nvSpPr>
          <p:cNvPr id="4" name="Connector line-1792378889718-654238176"/>
          <p:cNvSpPr/>
          <p:nvPr/>
        </p:nvSpPr>
        <p:spPr>
          <a:xfrm>
            <a:off x="2476500" y="4000500"/>
            <a:ext cx="12573000" cy="0"/>
          </a:xfrm>
          <a:prstGeom prst="line">
            <a:avLst/>
          </a:prstGeom>
          <a:noFill/>
          <a:ln w="57150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1905000" y="3429000"/>
            <a:ext cx="1143000" cy="1143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57150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6096000" y="3429000"/>
            <a:ext cx="1143000" cy="1143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57150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0287000" y="3429000"/>
            <a:ext cx="1143000" cy="1143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57150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4478000" y="3429000"/>
            <a:ext cx="1143000" cy="11430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952500" y="5048250"/>
            <a:ext cx="3048000" cy="1905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ctr" indent="0" marL="0">
              <a:lnSpc>
                <a:spcPts val="3188"/>
              </a:lnSpc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Bob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2550" b="1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Alice,</a:t>
            </a:r>
            <a:r>
              <a:rPr lang="en-US" sz="2550" b="1" dirty="0" spc="4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ether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5143500" y="5048250"/>
            <a:ext cx="3048000" cy="1905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ctr" indent="0" marL="0">
              <a:lnSpc>
                <a:spcPts val="3188"/>
              </a:lnSpc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Bob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9334500" y="5048250"/>
            <a:ext cx="3048000" cy="1905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ctr" indent="0" marL="0">
              <a:lnSpc>
                <a:spcPts val="3188"/>
              </a:lnSpc>
              <a:buNone/>
            </a:pPr>
            <a:r>
              <a:rPr lang="en-US" sz="25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blockchain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3525500" y="5048250"/>
            <a:ext cx="3048000" cy="1905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ctr" indent="0" marL="0">
              <a:lnSpc>
                <a:spcPts val="3188"/>
              </a:lnSpc>
              <a:buNone/>
            </a:pPr>
            <a:r>
              <a:rPr lang="en-US" sz="255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Bob</a:t>
            </a:r>
            <a:r>
              <a:rPr lang="en-US" sz="255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255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ether,</a:t>
            </a:r>
            <a:r>
              <a:rPr lang="en-US" sz="255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Alice</a:t>
            </a:r>
            <a:r>
              <a:rPr lang="en-US" sz="255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255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ether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7524750"/>
            <a:ext cx="16459200" cy="1143000"/>
          </a:xfrm>
          <a:prstGeom prst="roundRect">
            <a:avLst>
              <a:gd name="adj" fmla="val 23333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7524750"/>
            <a:ext cx="15697200" cy="1143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ctr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tiền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mặt;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 lúc</a:t>
            </a:r>
            <a:r>
              <a:rPr lang="en-US" sz="25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đầu.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8170b4c-bcd0-4bee-9233-a71049756cd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1800" b="1" spc="29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3429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1650" b="1" spc="21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953000" y="2571750"/>
            <a:ext cx="5905500" cy="60960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Ở</a:t>
            </a:r>
            <a:r>
              <a:rPr lang="en-US" sz="180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468100" y="2571750"/>
            <a:ext cx="5905500" cy="60960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22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TRÊN</a:t>
            </a:r>
            <a:r>
              <a:rPr lang="en-US" sz="1800" b="1" spc="20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BLOCKCHAIN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" y="34671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DDE3FA"/>
          </a:solidFill>
          <a:ln/>
        </p:spPr>
      </p:sp>
      <p:sp>
        <p:nvSpPr>
          <p:cNvPr id="8" name="Text 6"/>
          <p:cNvSpPr/>
          <p:nvPr/>
        </p:nvSpPr>
        <p:spPr>
          <a:xfrm>
            <a:off x="1238250" y="3467100"/>
            <a:ext cx="3429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Sổ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4953000" y="3467100"/>
            <a:ext cx="5905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Sổ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1468100" y="3467100"/>
            <a:ext cx="5905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" y="50863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38250" y="5086350"/>
            <a:ext cx="3429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8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70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4953000" y="5086350"/>
            <a:ext cx="5905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 ở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1468100" y="5086350"/>
            <a:ext cx="5905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b="1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14400" y="67056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DDE3FA"/>
          </a:solidFill>
          <a:ln/>
        </p:spPr>
      </p:sp>
      <p:sp>
        <p:nvSpPr>
          <p:cNvPr id="16" name="Text 14"/>
          <p:cNvSpPr/>
          <p:nvPr/>
        </p:nvSpPr>
        <p:spPr>
          <a:xfrm>
            <a:off x="1238250" y="6705600"/>
            <a:ext cx="3429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3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Xác</a:t>
            </a:r>
            <a:r>
              <a:rPr lang="en-US" sz="270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4953000" y="6705600"/>
            <a:ext cx="5905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 cuối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1468100" y="6705600"/>
            <a:ext cx="5905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Gần thời gian</a:t>
            </a:r>
            <a:r>
              <a:rPr lang="en-US" sz="25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914400" y="847725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Gộp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19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cầu: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95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96f4158e-b4f7-4869-b85a-91f5638b779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nhắc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</a:t>
            </a:r>
            <a:r>
              <a:rPr lang="en-US" sz="1950" b="1" spc="17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GIAN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phí;</a:t>
            </a:r>
            <a:r>
              <a:rPr lang="en-US" sz="270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64770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8580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giữ;</a:t>
            </a:r>
            <a:r>
              <a:rPr lang="en-US" sz="27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b="1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120396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206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 HÀNG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4206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 của</a:t>
            </a: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70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chịu</a:t>
            </a: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trách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7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khách.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14400" y="762000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soạn;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1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blockchain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 thể.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90125248-0b00-4031-aaf4-3191d0dc83a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dư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7429500" cy="5334000"/>
          </a:xfrm>
          <a:prstGeom prst="roundRect">
            <a:avLst>
              <a:gd name="adj" fmla="val 571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004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950" dirty="0"/>
          </a:p>
        </p:txBody>
      </p:sp>
      <p:sp>
        <p:nvSpPr>
          <p:cNvPr id="6" name="Text richtext-1792378892417-12328292"/>
          <p:cNvSpPr/>
          <p:nvPr/>
        </p:nvSpPr>
        <p:spPr>
          <a:xfrm>
            <a:off x="1295400" y="3810000"/>
            <a:ext cx="6667500" cy="40005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marL="361950" indent="-258592">
              <a:lnSpc>
                <a:spcPts val="3705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850" dirty="0" spc="-6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cách,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nhìn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bạn?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buSzPct val="100000"/>
              <a:buFont typeface="Arial"/>
              <a:buChar char="•"/>
            </a:pPr>
            <a:r>
              <a:rPr lang="en-US" sz="2850" dirty="0" spc="7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r>
              <a:rPr lang="en-US" sz="28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8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đổi?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944100" y="2857500"/>
            <a:ext cx="7429500" cy="5334000"/>
          </a:xfrm>
          <a:prstGeom prst="roundRect">
            <a:avLst>
              <a:gd name="adj" fmla="val 5714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10325100" y="32004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9" name="Text richtext-1792378892426-876039184"/>
          <p:cNvSpPr/>
          <p:nvPr/>
        </p:nvSpPr>
        <p:spPr>
          <a:xfrm>
            <a:off x="10325100" y="3810000"/>
            <a:ext cx="6667500" cy="4000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hàng: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70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dư.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khoản: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r>
              <a:rPr lang="en-US" sz="27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7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ngay,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ngày.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Blockchain: số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70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7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 chung.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76b63031-7808-43df-877f-4417b0fdba9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690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-5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905125"/>
            <a:ext cx="571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286125"/>
            <a:ext cx="1524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 sánh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ngắn,</a:t>
            </a:r>
            <a:r>
              <a:rPr lang="en-US" sz="2700" b="1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sơ</a:t>
            </a: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1866900" y="4381500"/>
            <a:ext cx="145542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47900" y="4524375"/>
            <a:ext cx="571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b="1" spc="18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247900" y="4905375"/>
            <a:ext cx="13811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dụ,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2819400" y="6000750"/>
            <a:ext cx="126492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6143625"/>
            <a:ext cx="571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 BIÊN</a:t>
            </a:r>
            <a:r>
              <a:rPr lang="en-US" sz="1800" b="1" spc="21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00400" y="6524625"/>
            <a:ext cx="11906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70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án.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14400" y="790575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bàn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Visa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PayPal</a:t>
            </a:r>
            <a:r>
              <a:rPr lang="en-US" sz="21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</a:t>
            </a:r>
            <a:r>
              <a:rPr lang="en-US" sz="21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blockchain,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7e4ddb8e-718a-41e1-8cbc-dbc132749c6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00965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181100" y="3143250"/>
            <a:ext cx="2857500" cy="4762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9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4286250" y="2762250"/>
            <a:ext cx="6477000" cy="1238250"/>
          </a:xfrm>
          <a:prstGeom prst="rect">
            <a:avLst/>
          </a:prstGeom>
          <a:noFill/>
          <a:ln/>
        </p:spPr>
        <p:txBody>
          <a:bodyPr wrap="square" lIns="0" tIns="15700" rIns="0" bIns="-15700" rtlCol="0" anchor="ctr"/>
          <a:lstStyle/>
          <a:p>
            <a:pPr algn="l" indent="0" marL="0">
              <a:lnSpc>
                <a:spcPts val="2813"/>
              </a:lnSpc>
              <a:buNone/>
            </a:pP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2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dịch,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chuyển.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4191000"/>
            <a:ext cx="100965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181100" y="4572000"/>
            <a:ext cx="2857500" cy="4762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 chỉ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4286250" y="4191000"/>
            <a:ext cx="6477000" cy="1238250"/>
          </a:xfrm>
          <a:prstGeom prst="rect">
            <a:avLst/>
          </a:prstGeom>
          <a:noFill/>
          <a:ln/>
        </p:spPr>
        <p:txBody>
          <a:bodyPr wrap="square" lIns="0" tIns="15700" rIns="0" bIns="-15700" rtlCol="0" anchor="ctr"/>
          <a:lstStyle/>
          <a:p>
            <a:pPr algn="l" indent="0" marL="0">
              <a:lnSpc>
                <a:spcPts val="2813"/>
              </a:lnSpc>
              <a:buNone/>
            </a:pPr>
            <a:r>
              <a:rPr lang="en-US" sz="22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Nơi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tiền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hóa,</a:t>
            </a:r>
            <a:r>
              <a:rPr lang="en-US" sz="22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5619750"/>
            <a:ext cx="100965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181100" y="6000750"/>
            <a:ext cx="2857500" cy="4762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Sổ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4286250" y="5619750"/>
            <a:ext cx="6477000" cy="1238250"/>
          </a:xfrm>
          <a:prstGeom prst="rect">
            <a:avLst/>
          </a:prstGeom>
          <a:noFill/>
          <a:ln/>
        </p:spPr>
        <p:txBody>
          <a:bodyPr wrap="square" lIns="0" tIns="15700" rIns="0" bIns="-15700" rtlCol="0" anchor="ctr"/>
          <a:lstStyle/>
          <a:p>
            <a:pPr algn="l" indent="0" marL="0">
              <a:lnSpc>
                <a:spcPts val="2813"/>
              </a:lnSpc>
              <a:buNone/>
            </a:pP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Sổ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blockchain.</a:t>
            </a:r>
            <a:endParaRPr lang="en-US" sz="2250" dirty="0"/>
          </a:p>
        </p:txBody>
      </p:sp>
      <p:sp>
        <p:nvSpPr>
          <p:cNvPr id="13" name="Connector line-1792378894243-718330184"/>
          <p:cNvSpPr/>
          <p:nvPr/>
        </p:nvSpPr>
        <p:spPr>
          <a:xfrm>
            <a:off x="11772900" y="2762250"/>
            <a:ext cx="0" cy="581025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12382500" y="276225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5" name="Text richtext-1792378894245-798554543"/>
          <p:cNvSpPr/>
          <p:nvPr/>
        </p:nvSpPr>
        <p:spPr>
          <a:xfrm>
            <a:off x="12382500" y="3333750"/>
            <a:ext cx="4953000" cy="1333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2382500" y="6858000"/>
            <a:ext cx="4953000" cy="180975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d915cc41-5cb0-45d6-b8c2-0cd6707e5a1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2026-10-19T03:01:59Z</dcterms:created>
  <dcterms:modified xsi:type="dcterms:W3CDTF">2026-10-19T03:01:59Z</dcterms:modified>
</cp:coreProperties>
</file>