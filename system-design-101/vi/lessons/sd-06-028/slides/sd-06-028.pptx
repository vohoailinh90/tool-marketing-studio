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096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6383000" cy="22860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75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hơn,</a:t>
            </a:r>
            <a:r>
              <a:rPr lang="en-US" sz="75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 của mỗi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52500" y="333375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nào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52500" y="44767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8250" y="4714875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Trả</a:t>
            </a: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ít</a:t>
            </a:r>
            <a:r>
              <a:rPr lang="en-US" sz="3000" dirty="0" spc="-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hơn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5429250"/>
            <a:ext cx="742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trang,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34500" y="44767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20250" y="4714875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Chờ</a:t>
            </a: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ít</a:t>
            </a:r>
            <a:r>
              <a:rPr lang="en-US" sz="3000" dirty="0" spc="-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hơn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20250" y="5429250"/>
            <a:ext cx="742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log qua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đợi,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2500" y="704850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250" b="1" dirty="0" spc="-2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nối: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3,88</a:t>
            </a:r>
            <a:r>
              <a:rPr lang="en-US" sz="22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2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0,106 ms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334500" y="704850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2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290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000</a:t>
            </a:r>
            <a:r>
              <a:rPr lang="en-US" sz="22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" y="828675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một</a:t>
            </a:r>
            <a:r>
              <a:rPr lang="en-US" sz="22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334500" y="8286750"/>
            <a:ext cx="800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2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b="1" dirty="0" spc="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73d36ba3-eb77-4dd1-aa4c-9e26227731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8750"/>
            <a:ext cx="152400" cy="495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104775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100" b="1" spc="19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1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24000" y="1619250"/>
            <a:ext cx="15716250" cy="47625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</a:t>
            </a:r>
            <a:r>
              <a:rPr lang="en-US" sz="78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</a:t>
            </a:r>
            <a:r>
              <a:rPr lang="en-US" sz="78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78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52500" y="7239000"/>
            <a:ext cx="16383000" cy="133350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Text 1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78323bb-7321-4dc0-8979-8ac6041a2e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7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Tái</a:t>
            </a:r>
            <a:r>
              <a:rPr lang="en-US" sz="75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7500" dirty="0" spc="-4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75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7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286000"/>
          <a:ext cx="13716000" cy="914400"/>
        </p:xfrm>
        <a:graphic>
          <a:graphicData uri="http://schemas.openxmlformats.org/drawingml/2006/table">
            <a:tbl>
              <a:tblPr/>
              <a:tblGrid>
                <a:gridCol w="11140440"/>
                <a:gridCol w="524256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6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Mỗi</a:t>
                      </a:r>
                      <a:r>
                        <a:rPr lang="en-US" sz="2850" dirty="0" spc="-1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truy</a:t>
                      </a:r>
                      <a:r>
                        <a:rPr lang="en-US" sz="2850" dirty="0" spc="-15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vấn</a:t>
                      </a:r>
                      <a:r>
                        <a:rPr lang="en-US" sz="2850" dirty="0" spc="-20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SELECT</a:t>
                      </a:r>
                      <a:r>
                        <a:rPr lang="en-US" sz="2850" dirty="0" spc="1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1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3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Thời gian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Mở</a:t>
                      </a:r>
                      <a:r>
                        <a:rPr lang="en-US" sz="2850" dirty="0" spc="-4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kết</a:t>
                      </a:r>
                      <a:r>
                        <a:rPr lang="en-US" sz="28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3,88</a:t>
                      </a:r>
                      <a:r>
                        <a:rPr lang="en-US" sz="2850" dirty="0" spc="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Dùng</a:t>
                      </a:r>
                      <a:r>
                        <a:rPr lang="en-US" sz="28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85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850" dirty="0" spc="-4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kết</a:t>
                      </a:r>
                      <a:r>
                        <a:rPr lang="en-US" sz="28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0,106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52500" y="64770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Giữ</a:t>
            </a:r>
            <a:r>
              <a:rPr lang="en-US" sz="30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sẵn</a:t>
            </a:r>
            <a:r>
              <a:rPr lang="en-US" sz="3000" dirty="0" spc="-3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kết</a:t>
            </a:r>
            <a:r>
              <a:rPr lang="en-US" sz="30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r>
              <a:rPr lang="en-US" sz="3000" dirty="0" spc="-1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thay</a:t>
            </a:r>
            <a:r>
              <a:rPr lang="en-US" sz="30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vì</a:t>
            </a:r>
            <a:r>
              <a:rPr lang="en-US" sz="30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mở</a:t>
            </a:r>
            <a:r>
              <a:rPr lang="en-US" sz="3000" dirty="0" spc="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r>
              <a:rPr lang="en-US" sz="30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mỗi</a:t>
            </a:r>
            <a:r>
              <a:rPr lang="en-US" sz="30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 03/10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f6d65ec3-f928-4894-a3d8-a437ac431f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5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75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50</a:t>
            </a:r>
            <a:r>
              <a:rPr lang="en-US" sz="75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75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750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290</a:t>
            </a:r>
            <a:r>
              <a:rPr lang="en-US" sz="7500" dirty="0" spc="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000</a:t>
            </a:r>
            <a:r>
              <a:rPr lang="en-US" sz="75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4765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dirty="0" spc="-31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27,7</a:t>
            </a:r>
            <a:r>
              <a:rPr lang="en-US" sz="9000" dirty="0" spc="3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333500" y="4381500"/>
            <a:ext cx="7048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OFFSET 290000: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290 050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19075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10750" y="24765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dirty="0" spc="-4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0,231</a:t>
            </a:r>
            <a:r>
              <a:rPr lang="en-US" sz="9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9906000" y="4381500"/>
            <a:ext cx="7048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(WHERE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&gt;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290000):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74295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Cùng</a:t>
            </a:r>
            <a:r>
              <a:rPr lang="en-US" sz="30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50</a:t>
            </a:r>
            <a:r>
              <a:rPr lang="en-US" sz="300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dòng,</a:t>
            </a:r>
            <a:r>
              <a:rPr lang="en-US" sz="30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khác</a:t>
            </a:r>
            <a:r>
              <a:rPr lang="en-US" sz="30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cách</a:t>
            </a:r>
            <a:r>
              <a:rPr lang="en-US" sz="3000" dirty="0" spc="2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</a:t>
            </a:r>
            <a:r>
              <a:rPr lang="en-US" sz="3000" dirty="0" spc="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tới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13c3f83-195e-4e52-916e-fa236d5b89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9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5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7500" dirty="0" spc="1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bảng,</a:t>
            </a:r>
            <a:r>
              <a:rPr lang="en-US" sz="75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500" dirty="0" spc="-1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-2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52500" y="2381250"/>
            <a:ext cx="7048500" cy="2190750"/>
          </a:xfrm>
          <a:prstGeom prst="roundRect">
            <a:avLst>
              <a:gd name="adj" fmla="val 1043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 bảng: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175</a:t>
            </a:r>
            <a:r>
              <a:rPr lang="en-US" sz="2850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741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0287000" y="2381250"/>
            <a:ext cx="7048500" cy="2190750"/>
          </a:xfrm>
          <a:prstGeom prst="roundRect">
            <a:avLst>
              <a:gd name="adj" fmla="val 10435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gzip: 3 295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327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332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850" dirty="0"/>
          </a:p>
        </p:txBody>
      </p:sp>
      <p:sp>
        <p:nvSpPr>
          <p:cNvPr id="5" name="Connector line-1792459579147-553660817"/>
          <p:cNvSpPr/>
          <p:nvPr/>
        </p:nvSpPr>
        <p:spPr>
          <a:xfrm>
            <a:off x="8001000" y="3476625"/>
            <a:ext cx="2286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952500" y="5334000"/>
            <a:ext cx="7048500" cy="2190750"/>
          </a:xfrm>
          <a:prstGeom prst="roundRect">
            <a:avLst>
              <a:gd name="adj" fmla="val 1043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dòng: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287000" y="5334000"/>
            <a:ext cx="7048500" cy="2190750"/>
          </a:xfrm>
          <a:prstGeom prst="roundRect">
            <a:avLst>
              <a:gd name="adj" fmla="val 10435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gzip:</a:t>
            </a:r>
            <a:r>
              <a:rPr lang="en-US" sz="30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580</a:t>
            </a:r>
            <a:r>
              <a:rPr lang="en-US" sz="300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3000" dirty="0"/>
          </a:p>
        </p:txBody>
      </p:sp>
      <p:sp>
        <p:nvSpPr>
          <p:cNvPr id="8" name="Connector line-1792459579153-849846744"/>
          <p:cNvSpPr/>
          <p:nvPr/>
        </p:nvSpPr>
        <p:spPr>
          <a:xfrm>
            <a:off x="8001000" y="6429375"/>
            <a:ext cx="2286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36a2bf33-1093-4928-8d31-4fae0cc2c1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7500" dirty="0" spc="-1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</a:t>
            </a:r>
            <a:r>
              <a:rPr lang="en-US" sz="75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5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500" dirty="0" spc="-2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7500" dirty="0"/>
          </a:p>
        </p:txBody>
      </p:sp>
      <p:sp>
        <p:nvSpPr>
          <p:cNvPr id="3" name="Connector line-1792459579981-644562333"/>
          <p:cNvSpPr/>
          <p:nvPr/>
        </p:nvSpPr>
        <p:spPr>
          <a:xfrm>
            <a:off x="1905000" y="3238500"/>
            <a:ext cx="14478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714500" y="3048000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0" y="3048000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0" y="3048000"/>
            <a:ext cx="381000" cy="381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0" y="3048000"/>
            <a:ext cx="381000" cy="381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3714750"/>
            <a:ext cx="342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fsync: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273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334000" y="3714750"/>
            <a:ext cx="342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đợi: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9,4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715500" y="3714750"/>
            <a:ext cx="342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r>
              <a:rPr lang="en-US" sz="22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rồi</a:t>
            </a:r>
            <a:r>
              <a:rPr lang="en-US" sz="22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giết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2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ngột:</a:t>
            </a:r>
            <a:r>
              <a:rPr lang="en-US" sz="22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 log</a:t>
            </a:r>
            <a:r>
              <a:rPr lang="en-US" sz="22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2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097000" y="3714750"/>
            <a:ext cx="342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8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êm</a:t>
            </a:r>
            <a:r>
              <a:rPr lang="en-US" sz="2250" b="1" dirty="0" spc="-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stop():</a:t>
            </a:r>
            <a:r>
              <a:rPr lang="en-US" sz="2250" b="1" dirty="0" spc="-2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</a:t>
            </a:r>
            <a:r>
              <a:rPr lang="en-US" sz="22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</a:t>
            </a:r>
            <a:r>
              <a:rPr lang="en-US" sz="225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</a:t>
            </a:r>
            <a:r>
              <a:rPr lang="en-US" sz="225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733425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Nhanh</a:t>
            </a:r>
            <a:r>
              <a:rPr lang="en-US" sz="30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hơn,</a:t>
            </a:r>
            <a:r>
              <a:rPr lang="en-US" sz="3000" dirty="0" spc="2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nhưng</a:t>
            </a:r>
            <a:r>
              <a:rPr lang="en-US" sz="30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sập</a:t>
            </a:r>
            <a:r>
              <a:rPr lang="en-US" sz="30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thì</a:t>
            </a:r>
            <a:r>
              <a:rPr lang="en-US" sz="300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mất phần</a:t>
            </a:r>
            <a:r>
              <a:rPr lang="en-US" sz="3000" dirty="0" spc="1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chưa</a:t>
            </a:r>
            <a:r>
              <a:rPr lang="en-US" sz="300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Text 21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f9a26059-77d4-484f-bcea-072607b45d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810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52500" y="1619250"/>
            <a:ext cx="163830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192405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81250" y="1666875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37;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3124200"/>
            <a:ext cx="163830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342900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381250" y="3171825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lý;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 lại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thanh,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4629150"/>
            <a:ext cx="163830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493395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381250" y="4676775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500" y="6134100"/>
            <a:ext cx="163830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3500" y="643890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381250" y="6181725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Bể</a:t>
            </a:r>
            <a:r>
              <a:rPr lang="en-US" sz="24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cần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thước: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chiếm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7639050"/>
            <a:ext cx="163830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3500" y="794385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2381250" y="7686675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nghiệm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6" name="Shape 24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7" name="Shape 25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8" name="Text 26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cfb4b860-d99d-4fea-bbe4-382930c2e5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GET</a:t>
            </a: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/orders?page=N:</a:t>
            </a: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chậm?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52500" y="2000250"/>
            <a:ext cx="163830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Triệu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chứng: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 càng chậm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52500" y="371475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sâu,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dòng bị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(27,7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khóa)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6000750"/>
            <a:ext cx="16383000" cy="2571750"/>
          </a:xfrm>
          <a:prstGeom prst="roundRect">
            <a:avLst>
              <a:gd name="adj" fmla="val 740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Sửa: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(next_after=290050);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WHERE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&gt;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:khóa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ORDER</a:t>
            </a:r>
            <a:r>
              <a:rPr lang="en-US" sz="2550" b="1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LIMIT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Text 1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e99d3ff-a6d9-49af-9f45-e55a327736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7200" dirty="0" spc="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52500" y="1905000"/>
            <a:ext cx="16383000" cy="1581150"/>
          </a:xfrm>
          <a:prstGeom prst="roundRect">
            <a:avLst>
              <a:gd name="adj" fmla="val 1204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333625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81250" y="19812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khóa, vì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3714750"/>
            <a:ext cx="16383000" cy="1581150"/>
          </a:xfrm>
          <a:prstGeom prst="roundRect">
            <a:avLst>
              <a:gd name="adj" fmla="val 12048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4143375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381250" y="379095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QueueHandler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làm chậm luồng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5524500"/>
            <a:ext cx="16383000" cy="1581150"/>
          </a:xfrm>
          <a:prstGeom prst="roundRect">
            <a:avLst>
              <a:gd name="adj" fmla="val 1204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5953125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381250" y="56007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trust;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mở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7334250"/>
            <a:ext cx="16383000" cy="1581150"/>
          </a:xfrm>
          <a:prstGeom prst="roundRect">
            <a:avLst>
              <a:gd name="adj" fmla="val 12048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3500" y="7762875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381250" y="741045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chỗ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sửa: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9148cab-3241-48c9-9d13-8e1ee6e695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85750"/>
            <a:ext cx="163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 ngữ</a:t>
            </a:r>
            <a:r>
              <a:rPr lang="en-US" sz="60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390525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API: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114925" y="1428750"/>
            <a:ext cx="390525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JSON: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 thành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277350" y="1428750"/>
            <a:ext cx="390525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SQL: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439775" y="1428750"/>
            <a:ext cx="390525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HTTP: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 dùng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" y="2857500"/>
            <a:ext cx="390525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TCP: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14925" y="2857500"/>
            <a:ext cx="390525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TLS: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277350" y="2857500"/>
            <a:ext cx="390525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KB: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kilobyte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439775" y="2857500"/>
            <a:ext cx="390525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MB: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megabyte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" y="4762500"/>
            <a:ext cx="163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100" dirty="0"/>
          </a:p>
        </p:txBody>
      </p:sp>
      <p:sp>
        <p:nvSpPr>
          <p:cNvPr id="12" name="Text richtext-1792459583437-547875058"/>
          <p:cNvSpPr/>
          <p:nvPr/>
        </p:nvSpPr>
        <p:spPr>
          <a:xfrm>
            <a:off x="952500" y="5238750"/>
            <a:ext cx="16383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queries.sgml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psycopg: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Connection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pools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3.13: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Logging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Cookbook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Mozilla: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Compression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Text 21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007671a6-45c6-4691-a3b5-09926bd6f7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2026-10-20T01:27:04Z</dcterms:created>
  <dcterms:modified xsi:type="dcterms:W3CDTF">2026-10-20T01:27:04Z</dcterms:modified>
</cp:coreProperties>
</file>