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fals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8288000" cy="10287000"/>
  <p:notesSz cx="10287000" cy="18288000"/>
  <p:embeddedFontLst>
    <p:embeddedFont>
      <p:font typeface="Be Vietnam Pro"/>
      <p:regular r:id="rId19"/>
      <p:bold r:id="rId17"/>
    </p:embeddedFont>
    <p:embeddedFont>
      <p:font typeface="Bricolage Grotesque ExtraBold"/>
      <p:regular r:id="rId18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font" Target="fonts/font1.fntdata"/><Relationship Id="rId18" Type="http://schemas.openxmlformats.org/officeDocument/2006/relationships/font" Target="fonts/font2.fntdata"/><Relationship Id="rId19" Type="http://schemas.openxmlformats.org/officeDocument/2006/relationships/font" Target="fonts/font3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09600"/>
            <a:ext cx="9525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7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800" b="1" spc="299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800" b="1" spc="301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80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b="1" spc="29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80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08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143000"/>
            <a:ext cx="10096500" cy="4476750"/>
          </a:xfrm>
          <a:prstGeom prst="rect">
            <a:avLst/>
          </a:prstGeom>
          <a:noFill/>
          <a:ln/>
        </p:spPr>
        <p:txBody>
          <a:bodyPr wrap="square" lIns="0" tIns="54007" rIns="0" bIns="-54007" rtlCol="0" anchor="t"/>
          <a:lstStyle/>
          <a:p>
            <a:pPr algn="l" indent="0" marL="0">
              <a:lnSpc>
                <a:spcPts val="6615"/>
              </a:lnSpc>
              <a:buNone/>
            </a:pPr>
            <a:r>
              <a:rPr lang="en-US" sz="6300" dirty="0" spc="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Quốc</a:t>
            </a:r>
            <a:r>
              <a:rPr lang="en-US" sz="6300" dirty="0" spc="-27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tế</a:t>
            </a:r>
            <a:r>
              <a:rPr lang="en-US" sz="6300" dirty="0" spc="-8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hóa</a:t>
            </a:r>
            <a:r>
              <a:rPr lang="en-US" sz="6300" dirty="0" spc="-7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một</a:t>
            </a:r>
            <a:r>
              <a:rPr lang="en-US" sz="6300" dirty="0" spc="-3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website</a:t>
            </a:r>
            <a:r>
              <a:rPr lang="en-US" sz="63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bán</a:t>
            </a:r>
            <a:r>
              <a:rPr lang="en-US" sz="6300" dirty="0" spc="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hàng: năm</a:t>
            </a:r>
            <a:r>
              <a:rPr lang="en-US" sz="6300" dirty="0" spc="2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mảng,</a:t>
            </a:r>
            <a:r>
              <a:rPr lang="en-US" sz="6300" dirty="0" spc="-66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và</a:t>
            </a:r>
            <a:r>
              <a:rPr lang="en-US" sz="6300" dirty="0" spc="9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những</a:t>
            </a:r>
            <a:r>
              <a:rPr lang="en-US" sz="63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chỗ</a:t>
            </a:r>
            <a:r>
              <a:rPr lang="en-US" sz="63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máy</a:t>
            </a:r>
            <a:r>
              <a:rPr lang="en-US" sz="63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làm</a:t>
            </a:r>
            <a:r>
              <a:rPr lang="en-US" sz="63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giúp</a:t>
            </a:r>
            <a:endParaRPr lang="en-US" sz="6300" dirty="0"/>
          </a:p>
        </p:txBody>
      </p:sp>
      <p:sp>
        <p:nvSpPr>
          <p:cNvPr id="4" name="Text 2"/>
          <p:cNvSpPr/>
          <p:nvPr/>
        </p:nvSpPr>
        <p:spPr>
          <a:xfrm>
            <a:off x="914400" y="6572250"/>
            <a:ext cx="9525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33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Lưu</a:t>
            </a:r>
            <a:r>
              <a:rPr lang="en-US" sz="2833" dirty="0" spc="-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giờ</a:t>
            </a:r>
            <a:r>
              <a:rPr lang="en-US" sz="2833" dirty="0" spc="-1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New</a:t>
            </a:r>
            <a:r>
              <a:rPr lang="en-US" sz="2833" dirty="0" spc="-5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York:</a:t>
            </a:r>
            <a:r>
              <a:rPr lang="en-US" sz="2833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hai</a:t>
            </a:r>
            <a:r>
              <a:rPr lang="en-US" sz="2833" dirty="0" spc="1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đơn</a:t>
            </a:r>
            <a:r>
              <a:rPr lang="en-US" sz="2833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cách nhau</a:t>
            </a:r>
            <a:r>
              <a:rPr lang="en-US" sz="2833" dirty="0" spc="-7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bao</a:t>
            </a:r>
            <a:r>
              <a:rPr lang="en-US" sz="2833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lâu?</a:t>
            </a:r>
            <a:endParaRPr lang="en-US" sz="2833" dirty="0"/>
          </a:p>
        </p:txBody>
      </p:sp>
      <p:sp>
        <p:nvSpPr>
          <p:cNvPr id="5" name="Connector line-1792422147892-100024565"/>
          <p:cNvSpPr/>
          <p:nvPr/>
        </p:nvSpPr>
        <p:spPr>
          <a:xfrm>
            <a:off x="914400" y="7620000"/>
            <a:ext cx="8610600" cy="0"/>
          </a:xfrm>
          <a:prstGeom prst="line">
            <a:avLst/>
          </a:prstGeom>
          <a:noFill/>
          <a:ln w="19050">
            <a:solidFill>
              <a:srgbClr val="2A2E3B"/>
            </a:solidFill>
            <a:prstDash val="solid"/>
            <a:headEnd type="none"/>
            <a:tailEnd type="none"/>
          </a:ln>
        </p:spPr>
      </p:sp>
      <p:sp>
        <p:nvSpPr>
          <p:cNvPr id="6" name="Text 4"/>
          <p:cNvSpPr/>
          <p:nvPr/>
        </p:nvSpPr>
        <p:spPr>
          <a:xfrm>
            <a:off x="914400" y="7905750"/>
            <a:ext cx="9525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 spc="-48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Tách</a:t>
            </a:r>
            <a:r>
              <a:rPr lang="en-US" sz="21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mọi thứ</a:t>
            </a:r>
            <a:r>
              <a:rPr lang="en-US" sz="21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phụ</a:t>
            </a:r>
            <a:r>
              <a:rPr lang="en-US" sz="2100" dirty="0" spc="-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thuộc</a:t>
            </a:r>
            <a:r>
              <a:rPr lang="en-US" sz="2100" dirty="0" spc="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nước</a:t>
            </a:r>
            <a:r>
              <a:rPr lang="en-US" sz="21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khỏi</a:t>
            </a:r>
            <a:r>
              <a:rPr lang="en-US" sz="2100" dirty="0" spc="-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mã</a:t>
            </a:r>
            <a:r>
              <a:rPr lang="en-US" sz="210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914400" y="9715500"/>
            <a:ext cx="8572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system-design-101</a:t>
            </a:r>
            <a:r>
              <a:rPr lang="en-US" sz="1650" dirty="0" spc="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nhóm</a:t>
            </a:r>
            <a:r>
              <a:rPr lang="en-US" sz="1650" dirty="0" spc="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hệ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thống</a:t>
            </a:r>
            <a:r>
              <a:rPr lang="en-US" sz="1650" dirty="0" spc="-7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hoạt</a:t>
            </a:r>
            <a:r>
              <a:rPr lang="en-US" sz="1650" dirty="0" spc="8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động</a:t>
            </a:r>
            <a:r>
              <a:rPr lang="en-US" sz="1650" dirty="0" spc="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thế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nào</a:t>
            </a:r>
            <a:endParaRPr lang="en-US" sz="1650" dirty="0"/>
          </a:p>
        </p:txBody>
      </p:sp>
      <p:sp>
        <p:nvSpPr>
          <p:cNvPr id="8" name="Shape 6"/>
          <p:cNvSpPr/>
          <p:nvPr/>
        </p:nvSpPr>
        <p:spPr>
          <a:xfrm>
            <a:off x="9525000" y="4476750"/>
            <a:ext cx="2857500" cy="2857500"/>
          </a:xfrm>
          <a:prstGeom prst="ellipse">
            <a:avLst/>
          </a:prstGeom>
          <a:noFill/>
          <a:ln w="28575">
            <a:solidFill>
              <a:srgbClr val="7C93FF">
                <a:alpha val="25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953625" y="4905375"/>
            <a:ext cx="2000250" cy="2000250"/>
          </a:xfrm>
          <a:prstGeom prst="ellipse">
            <a:avLst/>
          </a:prstGeom>
          <a:noFill/>
          <a:ln w="28575">
            <a:solidFill>
              <a:srgbClr val="7C93FF">
                <a:alpha val="5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363200" y="5314950"/>
            <a:ext cx="1181100" cy="1181100"/>
          </a:xfrm>
          <a:prstGeom prst="ellipse">
            <a:avLst/>
          </a:prstGeom>
          <a:solidFill>
            <a:srgbClr val="1E212B"/>
          </a:solidFill>
          <a:ln w="38100">
            <a:solidFill>
              <a:srgbClr val="F3EEE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363200" y="5695950"/>
            <a:ext cx="11811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b="1" dirty="0" spc="-1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Website</a:t>
            </a:r>
            <a:endParaRPr lang="en-US" sz="1950" dirty="0"/>
          </a:p>
        </p:txBody>
      </p:sp>
      <p:sp>
        <p:nvSpPr>
          <p:cNvPr id="12" name="Shape 10"/>
          <p:cNvSpPr/>
          <p:nvPr/>
        </p:nvSpPr>
        <p:spPr>
          <a:xfrm>
            <a:off x="11544300" y="3238500"/>
            <a:ext cx="1600200" cy="2571750"/>
          </a:xfrm>
          <a:custGeom>
            <a:avLst/>
            <a:gdLst/>
            <a:ahLst/>
            <a:cxnLst/>
            <a:rect l="l" t="t" r="r" b="b"/>
            <a:pathLst>
              <a:path w="1600200" h="2571750">
                <a:moveTo>
                  <a:pt x="0" y="2571750"/>
                </a:moveTo>
                <a:cubicBezTo>
                  <a:pt x="838200" y="2571750"/>
                  <a:pt x="838200" y="0"/>
                  <a:pt x="1600200" y="0"/>
                </a:cubicBezTo>
              </a:path>
            </a:pathLst>
          </a:custGeom>
          <a:ln w="47625">
            <a:solidFill>
              <a:srgbClr val="7C93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1544300" y="4762500"/>
            <a:ext cx="1600200" cy="1104900"/>
          </a:xfrm>
          <a:custGeom>
            <a:avLst/>
            <a:gdLst/>
            <a:ahLst/>
            <a:cxnLst/>
            <a:rect l="l" t="t" r="r" b="b"/>
            <a:pathLst>
              <a:path w="1600200" h="1104900">
                <a:moveTo>
                  <a:pt x="0" y="1104900"/>
                </a:moveTo>
                <a:cubicBezTo>
                  <a:pt x="742950" y="1104900"/>
                  <a:pt x="838200" y="0"/>
                  <a:pt x="1600200" y="0"/>
                </a:cubicBezTo>
              </a:path>
            </a:pathLst>
          </a:custGeom>
          <a:ln w="47625">
            <a:solidFill>
              <a:srgbClr val="FFB45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1544300" y="5943600"/>
            <a:ext cx="1600200" cy="723900"/>
          </a:xfrm>
          <a:custGeom>
            <a:avLst/>
            <a:gdLst/>
            <a:ahLst/>
            <a:cxnLst/>
            <a:rect l="l" t="t" r="r" b="b"/>
            <a:pathLst>
              <a:path w="1600200" h="723900">
                <a:moveTo>
                  <a:pt x="0" y="0"/>
                </a:moveTo>
                <a:cubicBezTo>
                  <a:pt x="742950" y="0"/>
                  <a:pt x="838200" y="723900"/>
                  <a:pt x="1600200" y="723900"/>
                </a:cubicBezTo>
              </a:path>
            </a:pathLst>
          </a:custGeom>
          <a:ln w="47625">
            <a:solidFill>
              <a:srgbClr val="3DD6A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1544300" y="6000750"/>
            <a:ext cx="1600200" cy="2190750"/>
          </a:xfrm>
          <a:custGeom>
            <a:avLst/>
            <a:gdLst/>
            <a:ahLst/>
            <a:cxnLst/>
            <a:rect l="l" t="t" r="r" b="b"/>
            <a:pathLst>
              <a:path w="1600200" h="2190750">
                <a:moveTo>
                  <a:pt x="0" y="0"/>
                </a:moveTo>
                <a:cubicBezTo>
                  <a:pt x="838200" y="0"/>
                  <a:pt x="838200" y="2190750"/>
                  <a:pt x="1600200" y="2190750"/>
                </a:cubicBezTo>
              </a:path>
            </a:pathLst>
          </a:custGeom>
          <a:ln w="47625">
            <a:solidFill>
              <a:srgbClr val="FF6A4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3144500" y="2876550"/>
            <a:ext cx="4762500" cy="723900"/>
          </a:xfrm>
          <a:prstGeom prst="roundRect">
            <a:avLst>
              <a:gd name="adj" fmla="val 50000"/>
            </a:avLst>
          </a:prstGeom>
          <a:solidFill>
            <a:srgbClr val="1E212B"/>
          </a:solidFill>
          <a:ln w="28575">
            <a:solidFill>
              <a:srgbClr val="7C93FF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b="1" dirty="0" spc="-11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Ngôn</a:t>
            </a:r>
            <a:r>
              <a:rPr lang="en-US" sz="1950" b="1" dirty="0" spc="-4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ngữ</a:t>
            </a:r>
            <a:r>
              <a:rPr lang="en-US" sz="1950" b="1" dirty="0" spc="-17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950" b="1" dirty="0" spc="-4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bố</a:t>
            </a:r>
            <a:r>
              <a:rPr lang="en-US" sz="1950" b="1" dirty="0" spc="0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cục</a:t>
            </a:r>
            <a:endParaRPr lang="en-US" sz="1950" dirty="0"/>
          </a:p>
        </p:txBody>
      </p:sp>
      <p:sp>
        <p:nvSpPr>
          <p:cNvPr id="17" name="Text 15"/>
          <p:cNvSpPr/>
          <p:nvPr/>
        </p:nvSpPr>
        <p:spPr>
          <a:xfrm>
            <a:off x="13144500" y="4400550"/>
            <a:ext cx="4762500" cy="723900"/>
          </a:xfrm>
          <a:prstGeom prst="roundRect">
            <a:avLst>
              <a:gd name="adj" fmla="val 50000"/>
            </a:avLst>
          </a:prstGeom>
          <a:solidFill>
            <a:srgbClr val="1E212B"/>
          </a:solidFill>
          <a:ln w="28575">
            <a:solidFill>
              <a:srgbClr val="FFB454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b="1" dirty="0" spc="-2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Múi giờ</a:t>
            </a:r>
            <a:endParaRPr lang="en-US" sz="1950" dirty="0"/>
          </a:p>
        </p:txBody>
      </p:sp>
      <p:sp>
        <p:nvSpPr>
          <p:cNvPr id="18" name="Text 16"/>
          <p:cNvSpPr/>
          <p:nvPr/>
        </p:nvSpPr>
        <p:spPr>
          <a:xfrm>
            <a:off x="13144500" y="6305550"/>
            <a:ext cx="4762500" cy="723900"/>
          </a:xfrm>
          <a:prstGeom prst="roundRect">
            <a:avLst>
              <a:gd name="adj" fmla="val 50000"/>
            </a:avLst>
          </a:prstGeom>
          <a:solidFill>
            <a:srgbClr val="1E212B"/>
          </a:solidFill>
          <a:ln w="28575">
            <a:solidFill>
              <a:srgbClr val="3DD6A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b="1" dirty="0" spc="0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Tiền</a:t>
            </a:r>
            <a:r>
              <a:rPr lang="en-US" sz="1950" b="1" dirty="0" spc="-3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tệ</a:t>
            </a:r>
            <a:endParaRPr lang="en-US" sz="1950" dirty="0"/>
          </a:p>
        </p:txBody>
      </p:sp>
      <p:sp>
        <p:nvSpPr>
          <p:cNvPr id="19" name="Text 17"/>
          <p:cNvSpPr/>
          <p:nvPr/>
        </p:nvSpPr>
        <p:spPr>
          <a:xfrm>
            <a:off x="13144500" y="7829550"/>
            <a:ext cx="4762500" cy="723900"/>
          </a:xfrm>
          <a:prstGeom prst="roundRect">
            <a:avLst>
              <a:gd name="adj" fmla="val 50000"/>
            </a:avLst>
          </a:prstGeom>
          <a:solidFill>
            <a:srgbClr val="1E212B"/>
          </a:solidFill>
          <a:ln w="28575">
            <a:solidFill>
              <a:srgbClr val="FF6A4D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b="1" dirty="0" spc="0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Pháp</a:t>
            </a:r>
            <a:r>
              <a:rPr lang="en-US" sz="1950" b="1" dirty="0" spc="1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nhân</a:t>
            </a:r>
            <a:r>
              <a:rPr lang="en-US" sz="1950" b="1" dirty="0" spc="-18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950" b="1" dirty="0" spc="-22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kế</a:t>
            </a:r>
            <a:r>
              <a:rPr lang="en-US" sz="1950" b="1" dirty="0" spc="-3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toán</a:t>
            </a:r>
            <a:endParaRPr lang="en-US" sz="1950" dirty="0"/>
          </a:p>
        </p:txBody>
      </p:sp>
      <p:sp>
        <p:nvSpPr>
          <p:cNvPr id="20" name="Shape 18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1" name="Moda image moda-export-watermark-da650f84-f567-46d0-8087-8cf123678f49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4287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TÌNH</a:t>
            </a:r>
            <a:r>
              <a:rPr lang="en-US" sz="1800" b="1" spc="301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HUỐNG</a:t>
            </a:r>
            <a:r>
              <a:rPr lang="en-US" sz="1800" b="1" spc="254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800" b="1" spc="303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MỤC</a:t>
            </a:r>
            <a:r>
              <a:rPr lang="en-US" sz="1800" b="1" spc="300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TIÊU</a:t>
            </a:r>
            <a:endParaRPr lang="en-US" sz="1800" dirty="0"/>
          </a:p>
        </p:txBody>
      </p:sp>
      <p:sp>
        <p:nvSpPr>
          <p:cNvPr id="3" name="Shape 1"/>
          <p:cNvSpPr/>
          <p:nvPr/>
        </p:nvSpPr>
        <p:spPr>
          <a:xfrm>
            <a:off x="914400" y="2667000"/>
            <a:ext cx="133350" cy="4000500"/>
          </a:xfrm>
          <a:prstGeom prst="roundRect">
            <a:avLst>
              <a:gd name="adj" fmla="val 50000"/>
            </a:avLst>
          </a:prstGeom>
          <a:solidFill>
            <a:srgbClr val="1F3FD1"/>
          </a:solidFill>
          <a:ln/>
        </p:spPr>
      </p:sp>
      <p:sp>
        <p:nvSpPr>
          <p:cNvPr id="4" name="Text 2"/>
          <p:cNvSpPr/>
          <p:nvPr/>
        </p:nvSpPr>
        <p:spPr>
          <a:xfrm>
            <a:off x="1428750" y="2667000"/>
            <a:ext cx="15240000" cy="3810000"/>
          </a:xfrm>
          <a:prstGeom prst="rect">
            <a:avLst/>
          </a:prstGeom>
          <a:noFill/>
          <a:ln/>
        </p:spPr>
        <p:txBody>
          <a:bodyPr wrap="square" lIns="0" tIns="59436" rIns="0" bIns="-59436" rtlCol="0" anchor="t"/>
          <a:lstStyle/>
          <a:p>
            <a:pPr algn="l" indent="0" marL="0">
              <a:lnSpc>
                <a:spcPts val="8424"/>
              </a:lnSpc>
              <a:buNone/>
            </a:pPr>
            <a:r>
              <a:rPr lang="en-US" sz="7800" dirty="0" spc="-137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Tách</a:t>
            </a:r>
            <a:r>
              <a:rPr lang="en-US" sz="7800" dirty="0" spc="-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mọi</a:t>
            </a:r>
            <a:r>
              <a:rPr lang="en-US" sz="78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thứ</a:t>
            </a:r>
            <a:r>
              <a:rPr lang="en-US" sz="78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phụ</a:t>
            </a:r>
            <a:r>
              <a:rPr lang="en-US" sz="78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thuộc</a:t>
            </a:r>
            <a:r>
              <a:rPr lang="en-US" sz="7800" dirty="0" spc="-11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nước</a:t>
            </a:r>
            <a:r>
              <a:rPr lang="en-US" sz="7800" dirty="0" spc="-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khỏi</a:t>
            </a:r>
            <a:r>
              <a:rPr lang="en-US" sz="7800" dirty="0" spc="-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mã nguồn.</a:t>
            </a:r>
            <a:endParaRPr lang="en-US" sz="7800" dirty="0"/>
          </a:p>
        </p:txBody>
      </p:sp>
      <p:sp>
        <p:nvSpPr>
          <p:cNvPr id="5" name="Text 3"/>
          <p:cNvSpPr/>
          <p:nvPr/>
        </p:nvSpPr>
        <p:spPr>
          <a:xfrm>
            <a:off x="1428750" y="7239000"/>
            <a:ext cx="142875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 spc="-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Năm</a:t>
            </a:r>
            <a:r>
              <a:rPr lang="en-US" sz="3000" b="1" dirty="0" spc="-5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mảng,</a:t>
            </a:r>
            <a:r>
              <a:rPr lang="en-US" sz="3000" b="1" dirty="0" spc="-26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3000" b="1" dirty="0" spc="-17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vài</a:t>
            </a:r>
            <a:r>
              <a:rPr lang="en-US" sz="3000" b="1" dirty="0" spc="-5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chỗ</a:t>
            </a:r>
            <a:r>
              <a:rPr lang="en-US" sz="3000" b="1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dễ</a:t>
            </a:r>
            <a:r>
              <a:rPr lang="en-US" sz="3000" b="1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sai.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219200" y="9391650"/>
            <a:ext cx="190500" cy="19050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8481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 08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02/10</a:t>
            </a:r>
            <a:endParaRPr lang="en-US" sz="1650" dirty="0"/>
          </a:p>
        </p:txBody>
      </p:sp>
      <p:sp>
        <p:nvSpPr>
          <p:cNvPr id="17" name="Shape 15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18" name="Moda image moda-export-watermark-59370401-ddb9-43d7-9869-09c1c28536ec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4287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1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1</a:t>
            </a:r>
            <a:r>
              <a:rPr lang="en-US" sz="1800" b="1" spc="300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 NGÔN NGỮ</a:t>
            </a:r>
            <a:r>
              <a:rPr lang="en-US" sz="1800" b="1" spc="254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800" b="1" spc="294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BỐ</a:t>
            </a:r>
            <a:r>
              <a:rPr lang="en-US" sz="1800" b="1" spc="304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CỤC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066800"/>
          </a:xfrm>
          <a:prstGeom prst="rect">
            <a:avLst/>
          </a:prstGeom>
          <a:noFill/>
          <a:ln/>
        </p:spPr>
        <p:txBody>
          <a:bodyPr wrap="square" lIns="0" tIns="59150" rIns="0" bIns="-59150" rtlCol="0" anchor="ctr"/>
          <a:lstStyle/>
          <a:p>
            <a:pPr algn="l" indent="0" marL="0">
              <a:lnSpc>
                <a:spcPts val="7245"/>
              </a:lnSpc>
              <a:buNone/>
            </a:pPr>
            <a:r>
              <a:rPr lang="en-US" sz="6900" dirty="0" spc="-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Ba</a:t>
            </a:r>
            <a:r>
              <a:rPr lang="en-US" sz="6900" dirty="0" spc="-4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lớp</a:t>
            </a:r>
            <a:r>
              <a:rPr lang="en-US" sz="69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từ</a:t>
            </a:r>
            <a:r>
              <a:rPr lang="en-US" sz="69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chữ</a:t>
            </a:r>
            <a:r>
              <a:rPr lang="en-US" sz="6900" dirty="0" spc="-6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tới</a:t>
            </a:r>
            <a:r>
              <a:rPr lang="en-US" sz="69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cách</a:t>
            </a:r>
            <a:r>
              <a:rPr lang="en-US" sz="6900" dirty="0" spc="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hiển</a:t>
            </a:r>
            <a:r>
              <a:rPr lang="en-US" sz="69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thị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2952750"/>
            <a:ext cx="12382500" cy="1428750"/>
          </a:xfrm>
          <a:prstGeom prst="roundRect">
            <a:avLst>
              <a:gd name="adj" fmla="val 18667"/>
            </a:avLst>
          </a:prstGeom>
          <a:solidFill>
            <a:srgbClr val="DDE3FA"/>
          </a:solidFill>
          <a:ln w="28575">
            <a:solidFill>
              <a:srgbClr val="1F3FD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333500" y="3143250"/>
            <a:ext cx="11620500" cy="1047750"/>
          </a:xfrm>
          <a:prstGeom prst="rect">
            <a:avLst/>
          </a:prstGeom>
          <a:noFill/>
          <a:ln/>
        </p:spPr>
        <p:txBody>
          <a:bodyPr wrap="square" lIns="0" tIns="18859" rIns="0" bIns="-18859" rtlCol="0" anchor="ctr"/>
          <a:lstStyle/>
          <a:p>
            <a:pPr algn="l" indent="0" marL="0">
              <a:lnSpc>
                <a:spcPts val="3375"/>
              </a:lnSpc>
              <a:buNone/>
            </a:pPr>
            <a:r>
              <a:rPr lang="en-US" sz="2700" b="1" dirty="0" spc="-5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Văn</a:t>
            </a:r>
            <a:r>
              <a:rPr lang="en-US" sz="270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</a:t>
            </a:r>
            <a:r>
              <a:rPr lang="en-US" sz="270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tách khỏi</a:t>
            </a:r>
            <a:r>
              <a:rPr lang="en-US" sz="2700" b="1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mã,</a:t>
            </a:r>
            <a:r>
              <a:rPr lang="en-US" sz="2700" b="1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70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ghép</a:t>
            </a:r>
            <a:r>
              <a:rPr lang="en-US" sz="270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chuỗi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1485900" y="4667250"/>
            <a:ext cx="12382500" cy="1428750"/>
          </a:xfrm>
          <a:prstGeom prst="roundRect">
            <a:avLst>
              <a:gd name="adj" fmla="val 18667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905000" y="4857750"/>
            <a:ext cx="11620500" cy="1047750"/>
          </a:xfrm>
          <a:prstGeom prst="rect">
            <a:avLst/>
          </a:prstGeom>
          <a:noFill/>
          <a:ln/>
        </p:spPr>
        <p:txBody>
          <a:bodyPr wrap="square" lIns="0" tIns="18859" rIns="0" bIns="-18859" rtlCol="0" anchor="ctr"/>
          <a:lstStyle/>
          <a:p>
            <a:pPr algn="l" indent="0" marL="0">
              <a:lnSpc>
                <a:spcPts val="3375"/>
              </a:lnSpc>
              <a:buNone/>
            </a:pPr>
            <a:r>
              <a:rPr lang="en-US" sz="270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Bố</a:t>
            </a:r>
            <a:r>
              <a:rPr lang="en-US" sz="270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cục</a:t>
            </a:r>
            <a:r>
              <a:rPr lang="en-US" sz="2700" b="1" dirty="0" spc="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chừa</a:t>
            </a:r>
            <a:r>
              <a:rPr lang="en-US" sz="270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chỗ cho</a:t>
            </a:r>
            <a:r>
              <a:rPr lang="en-US" sz="270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chữ dài</a:t>
            </a:r>
            <a:r>
              <a:rPr lang="en-US" sz="2700" b="1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ngắn</a:t>
            </a:r>
            <a:endParaRPr lang="en-US" sz="2700" dirty="0"/>
          </a:p>
        </p:txBody>
      </p:sp>
      <p:sp>
        <p:nvSpPr>
          <p:cNvPr id="8" name="Shape 6"/>
          <p:cNvSpPr/>
          <p:nvPr/>
        </p:nvSpPr>
        <p:spPr>
          <a:xfrm>
            <a:off x="2057400" y="6381750"/>
            <a:ext cx="12382500" cy="1428750"/>
          </a:xfrm>
          <a:prstGeom prst="roundRect">
            <a:avLst>
              <a:gd name="adj" fmla="val 18667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476500" y="6572250"/>
            <a:ext cx="11620500" cy="1047750"/>
          </a:xfrm>
          <a:prstGeom prst="rect">
            <a:avLst/>
          </a:prstGeom>
          <a:noFill/>
          <a:ln/>
        </p:spPr>
        <p:txBody>
          <a:bodyPr wrap="square" lIns="0" tIns="18859" rIns="0" bIns="-18859" rtlCol="0" anchor="ctr"/>
          <a:lstStyle/>
          <a:p>
            <a:pPr algn="l" indent="0" marL="0">
              <a:lnSpc>
                <a:spcPts val="3375"/>
              </a:lnSpc>
              <a:buNone/>
            </a:pPr>
            <a:r>
              <a:rPr lang="en-US" sz="270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Số,</a:t>
            </a:r>
            <a:r>
              <a:rPr lang="en-US" sz="2700" b="1" dirty="0" spc="-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ngày,</a:t>
            </a:r>
            <a:r>
              <a:rPr lang="en-US" sz="2700" b="1" dirty="0" spc="1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địa</a:t>
            </a:r>
            <a:r>
              <a:rPr lang="en-US" sz="270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</a:t>
            </a:r>
            <a:r>
              <a:rPr lang="en-US" sz="2700" b="1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đổi</a:t>
            </a:r>
            <a:r>
              <a:rPr lang="en-US" sz="2700" b="1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theo</a:t>
            </a:r>
            <a:r>
              <a:rPr lang="en-US" sz="2700" b="1" dirty="0" spc="2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từng</a:t>
            </a:r>
            <a:r>
              <a:rPr lang="en-US" sz="270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nơi</a:t>
            </a:r>
            <a:endParaRPr lang="en-US" sz="2700" dirty="0"/>
          </a:p>
        </p:txBody>
      </p:sp>
      <p:sp>
        <p:nvSpPr>
          <p:cNvPr id="10" name="Shape 8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543050" y="9391650"/>
            <a:ext cx="190500" cy="19050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8481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 08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 03/10</a:t>
            </a:r>
            <a:endParaRPr lang="en-US" sz="1650" dirty="0"/>
          </a:p>
        </p:txBody>
      </p:sp>
      <p:sp>
        <p:nvSpPr>
          <p:cNvPr id="21" name="Shape 19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2" name="Moda image moda-export-watermark-88831510-dff0-48c0-8f26-31d354488217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4287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3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THỬ</a:t>
            </a:r>
            <a:r>
              <a:rPr lang="en-US" sz="1800" b="1" spc="300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NGHIỆM:</a:t>
            </a:r>
            <a:r>
              <a:rPr lang="en-US" sz="1800" b="1" spc="308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SỐ</a:t>
            </a:r>
            <a:r>
              <a:rPr lang="en-US" sz="1800" b="1" spc="254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800" b="1" spc="264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NGÀY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066800"/>
          </a:xfrm>
          <a:prstGeom prst="rect">
            <a:avLst/>
          </a:prstGeom>
          <a:noFill/>
          <a:ln/>
        </p:spPr>
        <p:txBody>
          <a:bodyPr wrap="square" lIns="0" tIns="59150" rIns="0" bIns="-59150" rtlCol="0" anchor="ctr"/>
          <a:lstStyle/>
          <a:p>
            <a:pPr algn="l" indent="0" marL="0">
              <a:lnSpc>
                <a:spcPts val="7245"/>
              </a:lnSpc>
              <a:buNone/>
            </a:pPr>
            <a:r>
              <a:rPr lang="en-US" sz="6900" dirty="0" spc="7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Cùng</a:t>
            </a:r>
            <a:r>
              <a:rPr lang="en-US" sz="6900" dirty="0" spc="-1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một</a:t>
            </a:r>
            <a:r>
              <a:rPr lang="en-US" sz="69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giá</a:t>
            </a:r>
            <a:r>
              <a:rPr lang="en-US" sz="6900" dirty="0" spc="2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trị,</a:t>
            </a:r>
            <a:r>
              <a:rPr lang="en-US" sz="69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bốn</a:t>
            </a:r>
            <a:r>
              <a:rPr lang="en-US" sz="69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cách</a:t>
            </a:r>
            <a:r>
              <a:rPr lang="en-US" sz="69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viết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2762250"/>
            <a:ext cx="16459200" cy="762000"/>
          </a:xfrm>
          <a:prstGeom prst="roundRect">
            <a:avLst>
              <a:gd name="adj" fmla="val 25000"/>
            </a:avLst>
          </a:prstGeom>
          <a:solidFill>
            <a:srgbClr val="7C93FF"/>
          </a:solidFill>
          <a:ln/>
        </p:spPr>
      </p:sp>
      <p:sp>
        <p:nvSpPr>
          <p:cNvPr id="5" name="Text 3"/>
          <p:cNvSpPr/>
          <p:nvPr/>
        </p:nvSpPr>
        <p:spPr>
          <a:xfrm>
            <a:off x="1200150" y="2762250"/>
            <a:ext cx="28575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​</a:t>
            </a:r>
            <a:endParaRPr lang="en-US" sz="1950" dirty="0"/>
          </a:p>
        </p:txBody>
      </p:sp>
      <p:sp>
        <p:nvSpPr>
          <p:cNvPr id="6" name="Text 4"/>
          <p:cNvSpPr/>
          <p:nvPr/>
        </p:nvSpPr>
        <p:spPr>
          <a:xfrm>
            <a:off x="4191000" y="2762250"/>
            <a:ext cx="32385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50" b="1" spc="148" kern="0" dirty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ANH-MỸ</a:t>
            </a:r>
            <a:endParaRPr lang="en-US" sz="1950" dirty="0"/>
          </a:p>
        </p:txBody>
      </p:sp>
      <p:sp>
        <p:nvSpPr>
          <p:cNvPr id="7" name="Text 5"/>
          <p:cNvSpPr/>
          <p:nvPr/>
        </p:nvSpPr>
        <p:spPr>
          <a:xfrm>
            <a:off x="7620000" y="2762250"/>
            <a:ext cx="32385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50" b="1" spc="151" kern="0" dirty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VIỆT</a:t>
            </a:r>
            <a:r>
              <a:rPr lang="en-US" sz="1950" b="1" spc="147" kern="0" dirty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NAM</a:t>
            </a:r>
            <a:endParaRPr lang="en-US" sz="1950" dirty="0"/>
          </a:p>
        </p:txBody>
      </p:sp>
      <p:sp>
        <p:nvSpPr>
          <p:cNvPr id="8" name="Text 6"/>
          <p:cNvSpPr/>
          <p:nvPr/>
        </p:nvSpPr>
        <p:spPr>
          <a:xfrm>
            <a:off x="11049000" y="2762250"/>
            <a:ext cx="28575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50" b="1" spc="100" kern="0" dirty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NHẬT</a:t>
            </a:r>
            <a:endParaRPr lang="en-US" sz="1950" dirty="0"/>
          </a:p>
        </p:txBody>
      </p:sp>
      <p:sp>
        <p:nvSpPr>
          <p:cNvPr id="9" name="Text 7"/>
          <p:cNvSpPr/>
          <p:nvPr/>
        </p:nvSpPr>
        <p:spPr>
          <a:xfrm>
            <a:off x="14097000" y="2762250"/>
            <a:ext cx="3048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50" b="1" spc="152" kern="0" dirty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ĐỨC</a:t>
            </a:r>
            <a:endParaRPr lang="en-US" sz="1950" dirty="0"/>
          </a:p>
        </p:txBody>
      </p:sp>
      <p:sp>
        <p:nvSpPr>
          <p:cNvPr id="10" name="Shape 8"/>
          <p:cNvSpPr/>
          <p:nvPr/>
        </p:nvSpPr>
        <p:spPr>
          <a:xfrm>
            <a:off x="914400" y="3657600"/>
            <a:ext cx="16459200" cy="1047750"/>
          </a:xfrm>
          <a:prstGeom prst="roundRect">
            <a:avLst>
              <a:gd name="adj" fmla="val 16364"/>
            </a:avLst>
          </a:prstGeom>
          <a:solidFill>
            <a:srgbClr val="1E212B"/>
          </a:solidFill>
          <a:ln/>
        </p:spPr>
      </p:sp>
      <p:sp>
        <p:nvSpPr>
          <p:cNvPr id="11" name="Text 9"/>
          <p:cNvSpPr/>
          <p:nvPr/>
        </p:nvSpPr>
        <p:spPr>
          <a:xfrm>
            <a:off x="1200150" y="3657600"/>
            <a:ext cx="285750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50" b="1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Số</a:t>
            </a:r>
            <a:endParaRPr lang="en-US" sz="2250" dirty="0"/>
          </a:p>
        </p:txBody>
      </p:sp>
      <p:sp>
        <p:nvSpPr>
          <p:cNvPr id="12" name="Text 10"/>
          <p:cNvSpPr/>
          <p:nvPr/>
        </p:nvSpPr>
        <p:spPr>
          <a:xfrm>
            <a:off x="4191000" y="3657600"/>
            <a:ext cx="323850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50" dirty="0" spc="-5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1,234,567.891</a:t>
            </a:r>
            <a:endParaRPr lang="en-US" sz="2250" dirty="0"/>
          </a:p>
        </p:txBody>
      </p:sp>
      <p:sp>
        <p:nvSpPr>
          <p:cNvPr id="13" name="Text 11"/>
          <p:cNvSpPr/>
          <p:nvPr/>
        </p:nvSpPr>
        <p:spPr>
          <a:xfrm>
            <a:off x="7620000" y="3657600"/>
            <a:ext cx="323850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50" dirty="0" spc="-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1.234.567,891</a:t>
            </a:r>
            <a:endParaRPr lang="en-US" sz="2250" dirty="0"/>
          </a:p>
        </p:txBody>
      </p:sp>
      <p:sp>
        <p:nvSpPr>
          <p:cNvPr id="14" name="Text 12"/>
          <p:cNvSpPr/>
          <p:nvPr/>
        </p:nvSpPr>
        <p:spPr>
          <a:xfrm>
            <a:off x="11049000" y="3657600"/>
            <a:ext cx="285750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50" dirty="0" spc="-5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1,234,567.891</a:t>
            </a:r>
            <a:endParaRPr lang="en-US" sz="2250" dirty="0"/>
          </a:p>
        </p:txBody>
      </p:sp>
      <p:sp>
        <p:nvSpPr>
          <p:cNvPr id="15" name="Text 13"/>
          <p:cNvSpPr/>
          <p:nvPr/>
        </p:nvSpPr>
        <p:spPr>
          <a:xfrm>
            <a:off x="14097000" y="3657600"/>
            <a:ext cx="304800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50" dirty="0" spc="-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1.234.567,891</a:t>
            </a:r>
            <a:endParaRPr lang="en-US" sz="2250" dirty="0"/>
          </a:p>
        </p:txBody>
      </p:sp>
      <p:sp>
        <p:nvSpPr>
          <p:cNvPr id="16" name="Shape 14"/>
          <p:cNvSpPr/>
          <p:nvPr/>
        </p:nvSpPr>
        <p:spPr>
          <a:xfrm>
            <a:off x="914400" y="4838700"/>
            <a:ext cx="16459200" cy="1047750"/>
          </a:xfrm>
          <a:prstGeom prst="roundRect">
            <a:avLst>
              <a:gd name="adj" fmla="val 16364"/>
            </a:avLst>
          </a:prstGeom>
          <a:solidFill>
            <a:srgbClr val="1E212B"/>
          </a:solidFill>
          <a:ln/>
        </p:spPr>
      </p:sp>
      <p:sp>
        <p:nvSpPr>
          <p:cNvPr id="17" name="Text 15"/>
          <p:cNvSpPr/>
          <p:nvPr/>
        </p:nvSpPr>
        <p:spPr>
          <a:xfrm>
            <a:off x="1200150" y="4838700"/>
            <a:ext cx="285750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50" b="1" dirty="0" spc="-1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Ngày</a:t>
            </a:r>
            <a:r>
              <a:rPr lang="en-US" sz="2250" b="1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ngắn</a:t>
            </a:r>
            <a:endParaRPr lang="en-US" sz="2250" dirty="0"/>
          </a:p>
        </p:txBody>
      </p:sp>
      <p:sp>
        <p:nvSpPr>
          <p:cNvPr id="18" name="Text 16"/>
          <p:cNvSpPr/>
          <p:nvPr/>
        </p:nvSpPr>
        <p:spPr>
          <a:xfrm>
            <a:off x="4191000" y="4838700"/>
            <a:ext cx="323850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50" dirty="0" spc="-38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3/8/26</a:t>
            </a:r>
            <a:endParaRPr lang="en-US" sz="2250" dirty="0"/>
          </a:p>
        </p:txBody>
      </p:sp>
      <p:sp>
        <p:nvSpPr>
          <p:cNvPr id="19" name="Text 17"/>
          <p:cNvSpPr/>
          <p:nvPr/>
        </p:nvSpPr>
        <p:spPr>
          <a:xfrm>
            <a:off x="7620000" y="4838700"/>
            <a:ext cx="323850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50" dirty="0" spc="-4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8/3/26</a:t>
            </a:r>
            <a:endParaRPr lang="en-US" sz="2250" dirty="0"/>
          </a:p>
        </p:txBody>
      </p:sp>
      <p:sp>
        <p:nvSpPr>
          <p:cNvPr id="20" name="Text 18"/>
          <p:cNvSpPr/>
          <p:nvPr/>
        </p:nvSpPr>
        <p:spPr>
          <a:xfrm>
            <a:off x="11049000" y="4838700"/>
            <a:ext cx="285750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50" dirty="0" spc="-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2026/03/08</a:t>
            </a:r>
            <a:endParaRPr lang="en-US" sz="2250" dirty="0"/>
          </a:p>
        </p:txBody>
      </p:sp>
      <p:sp>
        <p:nvSpPr>
          <p:cNvPr id="21" name="Text 19"/>
          <p:cNvSpPr/>
          <p:nvPr/>
        </p:nvSpPr>
        <p:spPr>
          <a:xfrm>
            <a:off x="14097000" y="4838700"/>
            <a:ext cx="304800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5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08.03.26</a:t>
            </a:r>
            <a:endParaRPr lang="en-US" sz="2250" dirty="0"/>
          </a:p>
        </p:txBody>
      </p:sp>
      <p:sp>
        <p:nvSpPr>
          <p:cNvPr id="22" name="Text 20"/>
          <p:cNvSpPr/>
          <p:nvPr/>
        </p:nvSpPr>
        <p:spPr>
          <a:xfrm>
            <a:off x="914400" y="6572250"/>
            <a:ext cx="16459200" cy="1143000"/>
          </a:xfrm>
          <a:prstGeom prst="rect">
            <a:avLst/>
          </a:prstGeom>
          <a:noFill/>
          <a:ln/>
        </p:spPr>
        <p:txBody>
          <a:bodyPr wrap="square" lIns="0" tIns="9700" rIns="0" bIns="-9700" rtlCol="0" anchor="t"/>
          <a:lstStyle/>
          <a:p>
            <a:pPr algn="l" indent="0" marL="0">
              <a:lnSpc>
                <a:spcPts val="3443"/>
              </a:lnSpc>
              <a:buNone/>
            </a:pPr>
            <a:r>
              <a:rPr lang="en-US" sz="255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Dạng</a:t>
            </a:r>
            <a:r>
              <a:rPr lang="en-US" sz="2550" dirty="0" spc="-3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3/8</a:t>
            </a:r>
            <a:r>
              <a:rPr lang="en-US" sz="2550" dirty="0" spc="1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đọc</a:t>
            </a:r>
            <a:r>
              <a:rPr lang="en-US" sz="255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thành</a:t>
            </a:r>
            <a:r>
              <a:rPr lang="en-US" sz="255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tháng</a:t>
            </a:r>
            <a:r>
              <a:rPr lang="en-US" sz="2550" dirty="0" spc="-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</a:t>
            </a:r>
            <a:r>
              <a:rPr lang="en-US" sz="2550" dirty="0" spc="-1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hay</a:t>
            </a:r>
            <a:r>
              <a:rPr lang="en-US" sz="255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tháng 8</a:t>
            </a:r>
            <a:r>
              <a:rPr lang="en-US" sz="255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tùy</a:t>
            </a:r>
            <a:r>
              <a:rPr lang="en-US" sz="2550" dirty="0" spc="5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2550" dirty="0" spc="9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đọc.</a:t>
            </a:r>
            <a:endParaRPr lang="en-US" sz="2550" dirty="0"/>
          </a:p>
        </p:txBody>
      </p:sp>
      <p:sp>
        <p:nvSpPr>
          <p:cNvPr id="23" name="Shape 21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866900" y="9391650"/>
            <a:ext cx="190500" cy="190500"/>
          </a:xfrm>
          <a:prstGeom prst="ellipse">
            <a:avLst/>
          </a:prstGeom>
          <a:solidFill>
            <a:srgbClr val="FF6A4D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6B708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6B708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6B708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6B708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6B708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8481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6B708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 08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04/10</a:t>
            </a:r>
            <a:endParaRPr lang="en-US" sz="1650" dirty="0"/>
          </a:p>
        </p:txBody>
      </p:sp>
      <p:sp>
        <p:nvSpPr>
          <p:cNvPr id="34" name="Shape 32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5" name="Moda image moda-export-watermark-753fa8f2-54d8-4b17-9a82-6c4b48abca06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4287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12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SỐ</a:t>
            </a:r>
            <a:r>
              <a:rPr lang="en-US" sz="1800" b="1" spc="301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NHIỀU</a:t>
            </a:r>
            <a:r>
              <a:rPr lang="en-US" sz="1800" b="1" spc="253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800" b="1" spc="303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THỨ</a:t>
            </a:r>
            <a:r>
              <a:rPr lang="en-US" sz="1800" b="1" spc="301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TỰ TỪ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066800"/>
          </a:xfrm>
          <a:prstGeom prst="rect">
            <a:avLst/>
          </a:prstGeom>
          <a:noFill/>
          <a:ln/>
        </p:spPr>
        <p:txBody>
          <a:bodyPr wrap="square" lIns="0" tIns="59150" rIns="0" bIns="-59150" rtlCol="0" anchor="ctr"/>
          <a:lstStyle/>
          <a:p>
            <a:pPr algn="l" indent="0" marL="0">
              <a:lnSpc>
                <a:spcPts val="7245"/>
              </a:lnSpc>
              <a:buNone/>
            </a:pPr>
            <a:r>
              <a:rPr lang="en-US" sz="6900" dirty="0" spc="1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Đừng</a:t>
            </a:r>
            <a:r>
              <a:rPr lang="en-US" sz="6900" dirty="0" spc="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ghép</a:t>
            </a:r>
            <a:r>
              <a:rPr lang="en-US" sz="69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câu từ</a:t>
            </a:r>
            <a:r>
              <a:rPr lang="en-US" sz="69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các</a:t>
            </a:r>
            <a:r>
              <a:rPr lang="en-US" sz="69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mảnh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2952750"/>
            <a:ext cx="8001000" cy="4476750"/>
          </a:xfrm>
          <a:prstGeom prst="roundRect">
            <a:avLst>
              <a:gd name="adj" fmla="val 6809"/>
            </a:avLst>
          </a:prstGeom>
          <a:solidFill>
            <a:srgbClr val="DDE3FA"/>
          </a:solidFill>
          <a:ln/>
        </p:spPr>
      </p:sp>
      <p:sp>
        <p:nvSpPr>
          <p:cNvPr id="5" name="Text 3"/>
          <p:cNvSpPr/>
          <p:nvPr/>
        </p:nvSpPr>
        <p:spPr>
          <a:xfrm>
            <a:off x="1333500" y="3333750"/>
            <a:ext cx="7239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spc="204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DẠNG</a:t>
            </a:r>
            <a:r>
              <a:rPr lang="en-US" sz="2100" b="1" spc="232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SỐ</a:t>
            </a:r>
            <a:r>
              <a:rPr lang="en-US" sz="2100" b="1" spc="222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NHIỀU</a:t>
            </a:r>
            <a:endParaRPr lang="en-US" sz="2100" dirty="0"/>
          </a:p>
        </p:txBody>
      </p:sp>
      <p:sp>
        <p:nvSpPr>
          <p:cNvPr id="6" name="Text richtext-1792422156725-675060906"/>
          <p:cNvSpPr/>
          <p:nvPr/>
        </p:nvSpPr>
        <p:spPr>
          <a:xfrm>
            <a:off x="1333500" y="4000500"/>
            <a:ext cx="7239000" cy="3238500"/>
          </a:xfrm>
          <a:prstGeom prst="rect">
            <a:avLst/>
          </a:prstGeom>
          <a:noFill/>
          <a:ln/>
        </p:spPr>
        <p:txBody>
          <a:bodyPr wrap="square" lIns="0" tIns="13764" rIns="0" bIns="-13764" rtlCol="0" anchor="t"/>
          <a:lstStyle/>
          <a:p>
            <a:pPr algn="l" marL="323850" indent="-231371">
              <a:lnSpc>
                <a:spcPts val="3315"/>
              </a:lnSpc>
              <a:spcAft>
                <a:spcPts val="1050"/>
              </a:spcAft>
              <a:buSzPct val="100000"/>
              <a:buFont typeface="Arial"/>
              <a:buChar char="•"/>
            </a:pPr>
            <a:r>
              <a:rPr lang="en-US" sz="255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Tiếng</a:t>
            </a:r>
            <a:r>
              <a:rPr lang="en-US" sz="255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Anh:</a:t>
            </a:r>
            <a:r>
              <a:rPr lang="en-US" sz="2550" b="1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thêm</a:t>
            </a:r>
            <a:r>
              <a:rPr lang="en-US" sz="255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 dạng</a:t>
            </a:r>
            <a:endParaRPr lang="en-US" sz="2550" dirty="0"/>
          </a:p>
          <a:p>
            <a:pPr algn="l" marL="323850" indent="-231371">
              <a:lnSpc>
                <a:spcPts val="3315"/>
              </a:lnSpc>
              <a:spcAft>
                <a:spcPts val="1050"/>
              </a:spcAft>
              <a:buSzPct val="100000"/>
              <a:buFont typeface="Arial"/>
              <a:buChar char="•"/>
            </a:pPr>
            <a:r>
              <a:rPr lang="en-US" sz="255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Việt</a:t>
            </a:r>
            <a:r>
              <a:rPr lang="en-US" sz="2550" b="1" dirty="0" spc="-2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55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Nhật:</a:t>
            </a:r>
            <a:r>
              <a:rPr lang="en-US" sz="2550" b="1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 thêm</a:t>
            </a:r>
            <a:endParaRPr lang="en-US" sz="2550" dirty="0"/>
          </a:p>
          <a:p>
            <a:pPr algn="l" marL="323850" indent="-231371">
              <a:lnSpc>
                <a:spcPts val="3315"/>
              </a:lnSpc>
              <a:spcAft>
                <a:spcPts val="1050"/>
              </a:spcAft>
              <a:buSzPct val="100000"/>
              <a:buFont typeface="Arial"/>
              <a:buChar char="•"/>
            </a:pPr>
            <a:r>
              <a:rPr lang="en-US" sz="255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Tiếng</a:t>
            </a:r>
            <a:r>
              <a:rPr lang="en-US" sz="2550" b="1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Nga:</a:t>
            </a:r>
            <a:r>
              <a:rPr lang="en-US" sz="2550" b="1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thêm</a:t>
            </a:r>
            <a:r>
              <a:rPr lang="en-US" sz="255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</a:t>
            </a:r>
            <a:r>
              <a:rPr lang="en-US" sz="255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dạng</a:t>
            </a:r>
            <a:endParaRPr lang="en-US" sz="2550" dirty="0"/>
          </a:p>
          <a:p>
            <a:pPr algn="l" marL="323850" indent="-231371">
              <a:lnSpc>
                <a:spcPts val="3315"/>
              </a:lnSpc>
              <a:buSzPct val="100000"/>
              <a:buFont typeface="Arial"/>
              <a:buChar char="•"/>
            </a:pPr>
            <a:r>
              <a:rPr lang="en-US" sz="255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Tiếng</a:t>
            </a:r>
            <a:r>
              <a:rPr lang="en-US" sz="255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Ả</a:t>
            </a:r>
            <a:r>
              <a:rPr lang="en-US" sz="2550" b="1" dirty="0" spc="-2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Rập:</a:t>
            </a:r>
            <a:r>
              <a:rPr lang="en-US" sz="2550" b="1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thêm</a:t>
            </a:r>
            <a:r>
              <a:rPr lang="en-US" sz="255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5</a:t>
            </a:r>
            <a:r>
              <a:rPr lang="en-US" sz="255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dạng</a:t>
            </a:r>
            <a:endParaRPr lang="en-US" sz="2550" dirty="0"/>
          </a:p>
        </p:txBody>
      </p:sp>
      <p:sp>
        <p:nvSpPr>
          <p:cNvPr id="7" name="Shape 5"/>
          <p:cNvSpPr/>
          <p:nvPr/>
        </p:nvSpPr>
        <p:spPr>
          <a:xfrm>
            <a:off x="9372600" y="2952750"/>
            <a:ext cx="8001000" cy="4476750"/>
          </a:xfrm>
          <a:prstGeom prst="roundRect">
            <a:avLst>
              <a:gd name="adj" fmla="val 6809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791700" y="3333750"/>
            <a:ext cx="7239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spc="227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THỨ</a:t>
            </a:r>
            <a:r>
              <a:rPr lang="en-US" sz="2100" b="1" spc="226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TỰ TỪ</a:t>
            </a:r>
            <a:endParaRPr lang="en-US" sz="2100" dirty="0"/>
          </a:p>
        </p:txBody>
      </p:sp>
      <p:sp>
        <p:nvSpPr>
          <p:cNvPr id="9" name="Text richtext-1792422156747-105563090"/>
          <p:cNvSpPr/>
          <p:nvPr/>
        </p:nvSpPr>
        <p:spPr>
          <a:xfrm>
            <a:off x="9791700" y="4000500"/>
            <a:ext cx="7239000" cy="3238500"/>
          </a:xfrm>
          <a:prstGeom prst="rect">
            <a:avLst/>
          </a:prstGeom>
          <a:noFill/>
          <a:ln/>
        </p:spPr>
        <p:txBody>
          <a:bodyPr wrap="square" lIns="0" tIns="13764" rIns="0" bIns="-13764" rtlCol="0" anchor="t"/>
          <a:lstStyle/>
          <a:p>
            <a:pPr algn="l" marL="323850" indent="-231371">
              <a:lnSpc>
                <a:spcPts val="3315"/>
              </a:lnSpc>
              <a:spcAft>
                <a:spcPts val="1050"/>
              </a:spcAft>
              <a:buSzPct val="100000"/>
              <a:buFont typeface="Arial"/>
              <a:buChar char="•"/>
            </a:pPr>
            <a:r>
              <a:rPr lang="en-US" sz="255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Mẫu</a:t>
            </a:r>
            <a:r>
              <a:rPr lang="en-US" sz="255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ghép</a:t>
            </a:r>
            <a:r>
              <a:rPr lang="en-US" sz="255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 mảnh</a:t>
            </a:r>
            <a:r>
              <a:rPr lang="en-US" sz="2550" b="1" dirty="0" spc="-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gãy</a:t>
            </a:r>
            <a:r>
              <a:rPr lang="en-US" sz="255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khi</a:t>
            </a:r>
            <a:r>
              <a:rPr lang="en-US" sz="2550" b="1" dirty="0" spc="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đổi</a:t>
            </a:r>
            <a:r>
              <a:rPr lang="en-US" sz="2550" b="1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ngôn</a:t>
            </a:r>
            <a:r>
              <a:rPr lang="en-US" sz="255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ngữ</a:t>
            </a:r>
            <a:endParaRPr lang="en-US" sz="2550" dirty="0"/>
          </a:p>
          <a:p>
            <a:pPr algn="l" marL="323850" indent="-231371">
              <a:lnSpc>
                <a:spcPts val="3315"/>
              </a:lnSpc>
              <a:spcAft>
                <a:spcPts val="1050"/>
              </a:spcAft>
              <a:buSzPct val="100000"/>
              <a:buFont typeface="Arial"/>
              <a:buChar char="•"/>
            </a:pPr>
            <a:r>
              <a:rPr lang="en-US" sz="255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Tiếng</a:t>
            </a:r>
            <a:r>
              <a:rPr lang="en-US" sz="2550" b="1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Nhật</a:t>
            </a:r>
            <a:r>
              <a:rPr lang="en-US" sz="255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đặt</a:t>
            </a:r>
            <a:r>
              <a:rPr lang="en-US" sz="255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"giỏ"</a:t>
            </a:r>
            <a:r>
              <a:rPr lang="en-US" sz="2550" b="1" dirty="0" spc="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đầu</a:t>
            </a:r>
            <a:r>
              <a:rPr lang="en-US" sz="255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câu</a:t>
            </a:r>
            <a:endParaRPr lang="en-US" sz="2550" dirty="0"/>
          </a:p>
          <a:p>
            <a:pPr algn="l" marL="323850" indent="-231371">
              <a:lnSpc>
                <a:spcPts val="3315"/>
              </a:lnSpc>
              <a:buSzPct val="100000"/>
              <a:buFont typeface="Arial"/>
              <a:buChar char="•"/>
            </a:pPr>
            <a:r>
              <a:rPr lang="en-US" sz="255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Cả câu</a:t>
            </a:r>
            <a:r>
              <a:rPr lang="en-US" sz="255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55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chỗ</a:t>
            </a:r>
            <a:r>
              <a:rPr lang="en-US" sz="2550" b="1" dirty="0" spc="-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trống</a:t>
            </a:r>
            <a:r>
              <a:rPr lang="en-US" sz="2550" b="1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2550" b="1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55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mục</a:t>
            </a:r>
            <a:r>
              <a:rPr lang="en-US" sz="255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dịch</a:t>
            </a:r>
            <a:endParaRPr lang="en-US" sz="2550" dirty="0"/>
          </a:p>
        </p:txBody>
      </p:sp>
      <p:sp>
        <p:nvSpPr>
          <p:cNvPr id="10" name="Shape 8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190750" y="9391650"/>
            <a:ext cx="190500" cy="19050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8481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 08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05/10</a:t>
            </a:r>
            <a:endParaRPr lang="en-US" sz="1650" dirty="0"/>
          </a:p>
        </p:txBody>
      </p:sp>
      <p:sp>
        <p:nvSpPr>
          <p:cNvPr id="21" name="Shape 19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2" name="Moda image moda-export-watermark-93870ca5-f9b1-4e23-8175-c8c0fc5c4a9f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4287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95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2</a:t>
            </a:r>
            <a:r>
              <a:rPr lang="en-US" sz="1800" b="1" spc="300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b="1" spc="301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MÚI</a:t>
            </a:r>
            <a:r>
              <a:rPr lang="en-US" sz="1800" b="1" spc="299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GIỜ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066800"/>
          </a:xfrm>
          <a:prstGeom prst="rect">
            <a:avLst/>
          </a:prstGeom>
          <a:noFill/>
          <a:ln/>
        </p:spPr>
        <p:txBody>
          <a:bodyPr wrap="square" lIns="0" tIns="59150" rIns="0" bIns="-59150" rtlCol="0" anchor="ctr"/>
          <a:lstStyle/>
          <a:p>
            <a:pPr algn="l" indent="0" marL="0">
              <a:lnSpc>
                <a:spcPts val="7245"/>
              </a:lnSpc>
              <a:buNone/>
            </a:pPr>
            <a:r>
              <a:rPr lang="en-US" sz="69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Đồng hồ</a:t>
            </a:r>
            <a:r>
              <a:rPr lang="en-US" sz="6900" dirty="0" spc="-3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New</a:t>
            </a:r>
            <a:r>
              <a:rPr lang="en-US" sz="6900" dirty="0" spc="-12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York</a:t>
            </a:r>
            <a:r>
              <a:rPr lang="en-US" sz="69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nhảy</a:t>
            </a:r>
            <a:r>
              <a:rPr lang="en-US" sz="6900" dirty="0" spc="-1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một</a:t>
            </a:r>
            <a:r>
              <a:rPr lang="en-US" sz="69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giờ</a:t>
            </a:r>
            <a:endParaRPr lang="en-US" sz="6900" dirty="0"/>
          </a:p>
        </p:txBody>
      </p:sp>
      <p:sp>
        <p:nvSpPr>
          <p:cNvPr id="4" name="Connector line-1792422158082-940970569"/>
          <p:cNvSpPr/>
          <p:nvPr/>
        </p:nvSpPr>
        <p:spPr>
          <a:xfrm>
            <a:off x="1905000" y="4095750"/>
            <a:ext cx="14478000" cy="0"/>
          </a:xfrm>
          <a:prstGeom prst="line">
            <a:avLst/>
          </a:prstGeom>
          <a:noFill/>
          <a:ln w="57150">
            <a:solidFill>
              <a:srgbClr val="FFB454"/>
            </a:solidFill>
            <a:prstDash val="solid"/>
            <a:headEnd type="none"/>
            <a:tailEnd type="none"/>
          </a:ln>
        </p:spPr>
      </p:sp>
      <p:sp>
        <p:nvSpPr>
          <p:cNvPr id="5" name="Shape 3"/>
          <p:cNvSpPr/>
          <p:nvPr/>
        </p:nvSpPr>
        <p:spPr>
          <a:xfrm>
            <a:off x="2724150" y="3771900"/>
            <a:ext cx="647700" cy="647700"/>
          </a:xfrm>
          <a:prstGeom prst="ellipse">
            <a:avLst/>
          </a:prstGeom>
          <a:solidFill>
            <a:srgbClr val="FFB454"/>
          </a:solidFill>
          <a:ln/>
        </p:spPr>
      </p:sp>
      <p:sp>
        <p:nvSpPr>
          <p:cNvPr id="6" name="Shape 4"/>
          <p:cNvSpPr/>
          <p:nvPr/>
        </p:nvSpPr>
        <p:spPr>
          <a:xfrm>
            <a:off x="8820150" y="3771900"/>
            <a:ext cx="647700" cy="647700"/>
          </a:xfrm>
          <a:prstGeom prst="ellipse">
            <a:avLst/>
          </a:prstGeom>
          <a:solidFill>
            <a:srgbClr val="1E212B"/>
          </a:solidFill>
          <a:ln w="38100">
            <a:solidFill>
              <a:srgbClr val="FFB45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4916150" y="3771900"/>
            <a:ext cx="647700" cy="647700"/>
          </a:xfrm>
          <a:prstGeom prst="ellipse">
            <a:avLst/>
          </a:prstGeom>
          <a:solidFill>
            <a:srgbClr val="FFB454"/>
          </a:solidFill>
          <a:ln/>
        </p:spPr>
      </p:sp>
      <p:sp>
        <p:nvSpPr>
          <p:cNvPr id="8" name="Text 6"/>
          <p:cNvSpPr/>
          <p:nvPr/>
        </p:nvSpPr>
        <p:spPr>
          <a:xfrm>
            <a:off x="1333500" y="4762500"/>
            <a:ext cx="3429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50" b="1" dirty="0" spc="-5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01:59</a:t>
            </a:r>
            <a:r>
              <a:rPr lang="en-US" sz="2250" b="1" dirty="0" spc="0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(-05:00)</a:t>
            </a:r>
            <a:endParaRPr lang="en-US" sz="2250" dirty="0"/>
          </a:p>
        </p:txBody>
      </p:sp>
      <p:sp>
        <p:nvSpPr>
          <p:cNvPr id="9" name="Text 7"/>
          <p:cNvSpPr/>
          <p:nvPr/>
        </p:nvSpPr>
        <p:spPr>
          <a:xfrm>
            <a:off x="7429500" y="4762500"/>
            <a:ext cx="3429000" cy="762000"/>
          </a:xfrm>
          <a:prstGeom prst="rect">
            <a:avLst/>
          </a:prstGeom>
          <a:noFill/>
          <a:ln/>
        </p:spPr>
        <p:txBody>
          <a:bodyPr wrap="square" lIns="0" tIns="15700" rIns="0" bIns="-15700" rtlCol="0" anchor="t"/>
          <a:lstStyle/>
          <a:p>
            <a:pPr algn="ctr" indent="0" marL="0">
              <a:lnSpc>
                <a:spcPts val="2813"/>
              </a:lnSpc>
              <a:buNone/>
            </a:pPr>
            <a:r>
              <a:rPr lang="en-US" sz="2250" b="1" dirty="0" spc="16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Thực</a:t>
            </a:r>
            <a:r>
              <a:rPr lang="en-US" sz="2250" b="1" dirty="0" spc="-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tế</a:t>
            </a:r>
            <a:r>
              <a:rPr lang="en-US" sz="2250" b="1" dirty="0" spc="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</a:t>
            </a:r>
            <a:r>
              <a:rPr lang="en-US" sz="2250" b="1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 phút</a:t>
            </a:r>
            <a:endParaRPr lang="en-US" sz="2250" dirty="0"/>
          </a:p>
        </p:txBody>
      </p:sp>
      <p:sp>
        <p:nvSpPr>
          <p:cNvPr id="10" name="Text 8"/>
          <p:cNvSpPr/>
          <p:nvPr/>
        </p:nvSpPr>
        <p:spPr>
          <a:xfrm>
            <a:off x="13525500" y="4762500"/>
            <a:ext cx="3429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50" b="1" dirty="0" spc="1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03:01</a:t>
            </a:r>
            <a:r>
              <a:rPr lang="en-US" sz="2250" b="1" dirty="0" spc="-1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(-04:00)</a:t>
            </a:r>
            <a:endParaRPr lang="en-US" sz="2250" dirty="0"/>
          </a:p>
        </p:txBody>
      </p:sp>
      <p:sp>
        <p:nvSpPr>
          <p:cNvPr id="11" name="Shape 9"/>
          <p:cNvSpPr/>
          <p:nvPr/>
        </p:nvSpPr>
        <p:spPr>
          <a:xfrm>
            <a:off x="914400" y="6191250"/>
            <a:ext cx="3905250" cy="1905000"/>
          </a:xfrm>
          <a:prstGeom prst="roundRect">
            <a:avLst>
              <a:gd name="adj" fmla="val 12000"/>
            </a:avLst>
          </a:prstGeom>
          <a:solidFill>
            <a:srgbClr val="1E212B"/>
          </a:solidFill>
          <a:ln/>
        </p:spPr>
      </p:sp>
      <p:sp>
        <p:nvSpPr>
          <p:cNvPr id="12" name="Shape 10"/>
          <p:cNvSpPr/>
          <p:nvPr/>
        </p:nvSpPr>
        <p:spPr>
          <a:xfrm>
            <a:off x="5010150" y="6191250"/>
            <a:ext cx="3905250" cy="1905000"/>
          </a:xfrm>
          <a:prstGeom prst="roundRect">
            <a:avLst>
              <a:gd name="adj" fmla="val 12000"/>
            </a:avLst>
          </a:prstGeom>
          <a:solidFill>
            <a:srgbClr val="1E212B"/>
          </a:solidFill>
          <a:ln/>
        </p:spPr>
      </p:sp>
      <p:sp>
        <p:nvSpPr>
          <p:cNvPr id="13" name="Shape 11"/>
          <p:cNvSpPr/>
          <p:nvPr/>
        </p:nvSpPr>
        <p:spPr>
          <a:xfrm>
            <a:off x="9105900" y="6191250"/>
            <a:ext cx="3905250" cy="1905000"/>
          </a:xfrm>
          <a:prstGeom prst="roundRect">
            <a:avLst>
              <a:gd name="adj" fmla="val 12000"/>
            </a:avLst>
          </a:prstGeom>
          <a:solidFill>
            <a:srgbClr val="1E212B"/>
          </a:solidFill>
          <a:ln/>
        </p:spPr>
      </p:sp>
      <p:sp>
        <p:nvSpPr>
          <p:cNvPr id="14" name="Shape 12"/>
          <p:cNvSpPr/>
          <p:nvPr/>
        </p:nvSpPr>
        <p:spPr>
          <a:xfrm>
            <a:off x="13201650" y="6191250"/>
            <a:ext cx="4171950" cy="1905000"/>
          </a:xfrm>
          <a:prstGeom prst="roundRect">
            <a:avLst>
              <a:gd name="adj" fmla="val 12000"/>
            </a:avLst>
          </a:prstGeom>
          <a:solidFill>
            <a:srgbClr val="1E212B"/>
          </a:solidFill>
          <a:ln/>
        </p:spPr>
      </p:sp>
      <p:sp>
        <p:nvSpPr>
          <p:cNvPr id="15" name="Text 13"/>
          <p:cNvSpPr/>
          <p:nvPr/>
        </p:nvSpPr>
        <p:spPr>
          <a:xfrm>
            <a:off x="1200150" y="6429375"/>
            <a:ext cx="33337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124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UTC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200150" y="6905625"/>
            <a:ext cx="333375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b="1" dirty="0" spc="-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06:30</a:t>
            </a:r>
            <a:endParaRPr lang="en-US" sz="2550" dirty="0"/>
          </a:p>
        </p:txBody>
      </p:sp>
      <p:sp>
        <p:nvSpPr>
          <p:cNvPr id="17" name="Text 15"/>
          <p:cNvSpPr/>
          <p:nvPr/>
        </p:nvSpPr>
        <p:spPr>
          <a:xfrm>
            <a:off x="5295900" y="6429375"/>
            <a:ext cx="33337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151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HÀ</a:t>
            </a:r>
            <a:r>
              <a:rPr lang="en-US" sz="1800" b="1" spc="150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NỘI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5295900" y="6905625"/>
            <a:ext cx="333375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b="1" dirty="0" spc="-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13:30</a:t>
            </a:r>
            <a:r>
              <a:rPr lang="en-US" sz="255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(+07:00)</a:t>
            </a:r>
            <a:endParaRPr lang="en-US" sz="2550" dirty="0"/>
          </a:p>
        </p:txBody>
      </p:sp>
      <p:sp>
        <p:nvSpPr>
          <p:cNvPr id="19" name="Text 17"/>
          <p:cNvSpPr/>
          <p:nvPr/>
        </p:nvSpPr>
        <p:spPr>
          <a:xfrm>
            <a:off x="9391650" y="6429375"/>
            <a:ext cx="33337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128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TOKYO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9391650" y="6905625"/>
            <a:ext cx="333375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b="1" dirty="0" spc="-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15:30</a:t>
            </a:r>
            <a:r>
              <a:rPr lang="en-US" sz="255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(+09:00)</a:t>
            </a:r>
            <a:endParaRPr lang="en-US" sz="2550" dirty="0"/>
          </a:p>
        </p:txBody>
      </p:sp>
      <p:sp>
        <p:nvSpPr>
          <p:cNvPr id="21" name="Text 19"/>
          <p:cNvSpPr/>
          <p:nvPr/>
        </p:nvSpPr>
        <p:spPr>
          <a:xfrm>
            <a:off x="13487400" y="6429375"/>
            <a:ext cx="3619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152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NEW</a:t>
            </a:r>
            <a:r>
              <a:rPr lang="en-US" sz="1800" b="1" spc="144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YORK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3487400" y="6905625"/>
            <a:ext cx="36195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b="1" dirty="0" spc="-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01:30</a:t>
            </a:r>
            <a:r>
              <a:rPr lang="en-US" sz="255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(-05:00)</a:t>
            </a:r>
            <a:endParaRPr lang="en-US" sz="2550" dirty="0"/>
          </a:p>
        </p:txBody>
      </p:sp>
      <p:sp>
        <p:nvSpPr>
          <p:cNvPr id="23" name="Text 21"/>
          <p:cNvSpPr/>
          <p:nvPr/>
        </p:nvSpPr>
        <p:spPr>
          <a:xfrm>
            <a:off x="914400" y="8477250"/>
            <a:ext cx="161925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Cùng</a:t>
            </a:r>
            <a:r>
              <a:rPr lang="en-US" sz="2100" dirty="0" spc="-8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1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thời</a:t>
            </a:r>
            <a:r>
              <a:rPr lang="en-US" sz="2100" dirty="0" spc="18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điểm</a:t>
            </a:r>
            <a:r>
              <a:rPr lang="en-US" sz="2100" dirty="0" spc="-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06:30</a:t>
            </a:r>
            <a:r>
              <a:rPr lang="en-US" sz="2100" dirty="0" spc="-3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UTC;</a:t>
            </a:r>
            <a:r>
              <a:rPr lang="en-US" sz="21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Hà</a:t>
            </a:r>
            <a:r>
              <a:rPr lang="en-US" sz="21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Nội</a:t>
            </a:r>
            <a:r>
              <a:rPr lang="en-US" sz="21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luôn</a:t>
            </a:r>
            <a:r>
              <a:rPr lang="en-US" sz="2100" dirty="0" spc="-5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+07:00.</a:t>
            </a:r>
            <a:endParaRPr lang="en-US" sz="2100" dirty="0"/>
          </a:p>
        </p:txBody>
      </p:sp>
      <p:sp>
        <p:nvSpPr>
          <p:cNvPr id="24" name="Shape 22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514600" y="9391650"/>
            <a:ext cx="190500" cy="190500"/>
          </a:xfrm>
          <a:prstGeom prst="ellipse">
            <a:avLst/>
          </a:prstGeom>
          <a:solidFill>
            <a:srgbClr val="FF6A4D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6B708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6B708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6B708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8481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6B708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 08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06/10</a:t>
            </a:r>
            <a:endParaRPr lang="en-US" sz="1650" dirty="0"/>
          </a:p>
        </p:txBody>
      </p:sp>
      <p:sp>
        <p:nvSpPr>
          <p:cNvPr id="35" name="Shape 33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6" name="Moda image moda-export-watermark-c22e783e-7584-4540-81f7-a71eec5c7ec1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4287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99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3</a:t>
            </a:r>
            <a:r>
              <a:rPr lang="en-US" sz="1800" b="1" spc="300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b="1" spc="299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TIỀN</a:t>
            </a:r>
            <a:r>
              <a:rPr lang="en-US" sz="1800" b="1" spc="300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TỆ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066800"/>
          </a:xfrm>
          <a:prstGeom prst="rect">
            <a:avLst/>
          </a:prstGeom>
          <a:noFill/>
          <a:ln/>
        </p:spPr>
        <p:txBody>
          <a:bodyPr wrap="square" lIns="0" tIns="59150" rIns="0" bIns="-59150" rtlCol="0" anchor="ctr"/>
          <a:lstStyle/>
          <a:p>
            <a:pPr algn="l" indent="0" marL="0">
              <a:lnSpc>
                <a:spcPts val="7245"/>
              </a:lnSpc>
              <a:buNone/>
            </a:pPr>
            <a:r>
              <a:rPr lang="en-US" sz="6900" dirty="0" spc="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Tiền</a:t>
            </a:r>
            <a:r>
              <a:rPr lang="en-US" sz="6900" dirty="0" spc="1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đồng</a:t>
            </a:r>
            <a:r>
              <a:rPr lang="en-US" sz="69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không</a:t>
            </a:r>
            <a:r>
              <a:rPr lang="en-US" sz="69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có</a:t>
            </a:r>
            <a:r>
              <a:rPr lang="en-US" sz="6900" dirty="0" spc="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phần lẻ</a:t>
            </a:r>
            <a:endParaRPr lang="en-US" sz="6900" dirty="0"/>
          </a:p>
        </p:txBody>
      </p:sp>
      <p:sp>
        <p:nvSpPr>
          <p:cNvPr id="4" name="Text 2"/>
          <p:cNvSpPr/>
          <p:nvPr/>
        </p:nvSpPr>
        <p:spPr>
          <a:xfrm>
            <a:off x="914400" y="2762250"/>
            <a:ext cx="857250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0" dirty="0" spc="74" kern="0">
                <a:solidFill>
                  <a:srgbClr val="0F766E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1.234</a:t>
            </a:r>
            <a:r>
              <a:rPr lang="en-US" sz="15000" dirty="0" spc="-5" kern="0">
                <a:solidFill>
                  <a:srgbClr val="0F766E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₫</a:t>
            </a:r>
            <a:endParaRPr lang="en-US" sz="15000" dirty="0"/>
          </a:p>
        </p:txBody>
      </p:sp>
      <p:sp>
        <p:nvSpPr>
          <p:cNvPr id="5" name="Text 3"/>
          <p:cNvSpPr/>
          <p:nvPr/>
        </p:nvSpPr>
        <p:spPr>
          <a:xfrm>
            <a:off x="914400" y="6191250"/>
            <a:ext cx="8572500" cy="1143000"/>
          </a:xfrm>
          <a:prstGeom prst="rect">
            <a:avLst/>
          </a:prstGeom>
          <a:noFill/>
          <a:ln/>
        </p:spPr>
        <p:txBody>
          <a:bodyPr wrap="square" lIns="0" tIns="12954" rIns="0" bIns="-12954" rtlCol="0" anchor="t"/>
          <a:lstStyle/>
          <a:p>
            <a:pPr algn="l" indent="0" marL="0">
              <a:lnSpc>
                <a:spcPts val="3120"/>
              </a:lnSpc>
              <a:buNone/>
            </a:pPr>
            <a:r>
              <a:rPr lang="en-US" sz="240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1234,5</a:t>
            </a:r>
            <a:r>
              <a:rPr lang="en-US" sz="2400" dirty="0" spc="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đồng</a:t>
            </a:r>
            <a:r>
              <a:rPr lang="en-US" sz="24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hiển</a:t>
            </a:r>
            <a:r>
              <a:rPr lang="en-US" sz="240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thị ở</a:t>
            </a:r>
            <a:r>
              <a:rPr lang="en-US" sz="2400" dirty="0" spc="-6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Việt</a:t>
            </a:r>
            <a:r>
              <a:rPr lang="en-US" sz="240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Nam,</a:t>
            </a:r>
            <a:r>
              <a:rPr lang="en-US" sz="2400" dirty="0" spc="18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đã</a:t>
            </a:r>
            <a:r>
              <a:rPr lang="en-US" sz="240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làm</a:t>
            </a:r>
            <a:r>
              <a:rPr lang="en-US" sz="2400" dirty="0" spc="-17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tròn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9715500" y="3048000"/>
            <a:ext cx="7658100" cy="1619250"/>
          </a:xfrm>
          <a:prstGeom prst="roundRect">
            <a:avLst>
              <a:gd name="adj" fmla="val 16471"/>
            </a:avLst>
          </a:prstGeom>
          <a:solidFill>
            <a:srgbClr val="CFE8E2"/>
          </a:solidFill>
          <a:ln/>
        </p:spPr>
      </p:sp>
      <p:sp>
        <p:nvSpPr>
          <p:cNvPr id="7" name="Text 5"/>
          <p:cNvSpPr/>
          <p:nvPr/>
        </p:nvSpPr>
        <p:spPr>
          <a:xfrm>
            <a:off x="10096500" y="3048000"/>
            <a:ext cx="6953250" cy="161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5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Tiền</a:t>
            </a:r>
            <a:r>
              <a:rPr lang="en-US" sz="255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hiển</a:t>
            </a:r>
            <a:r>
              <a:rPr lang="en-US" sz="255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thị</a:t>
            </a:r>
            <a:r>
              <a:rPr lang="en-US" sz="255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khác</a:t>
            </a:r>
            <a:r>
              <a:rPr lang="en-US" sz="255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tiền</a:t>
            </a:r>
            <a:r>
              <a:rPr lang="en-US" sz="2550" b="1" dirty="0" spc="-1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quyết</a:t>
            </a:r>
            <a:r>
              <a:rPr lang="en-US" sz="255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toán</a:t>
            </a:r>
            <a:endParaRPr lang="en-US" sz="2550" dirty="0"/>
          </a:p>
        </p:txBody>
      </p:sp>
      <p:sp>
        <p:nvSpPr>
          <p:cNvPr id="8" name="Shape 6"/>
          <p:cNvSpPr/>
          <p:nvPr/>
        </p:nvSpPr>
        <p:spPr>
          <a:xfrm>
            <a:off x="9715500" y="4953000"/>
            <a:ext cx="7658100" cy="1619250"/>
          </a:xfrm>
          <a:prstGeom prst="roundRect">
            <a:avLst>
              <a:gd name="adj" fmla="val 16471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096500" y="4953000"/>
            <a:ext cx="6953250" cy="161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50" b="1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Cần</a:t>
            </a:r>
            <a:r>
              <a:rPr lang="en-US" sz="255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dịch</a:t>
            </a:r>
            <a:r>
              <a:rPr lang="en-US" sz="255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vụ</a:t>
            </a:r>
            <a:r>
              <a:rPr lang="en-US" sz="255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quy</a:t>
            </a:r>
            <a:r>
              <a:rPr lang="en-US" sz="2550" b="1" dirty="0" spc="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đổi để</a:t>
            </a:r>
            <a:r>
              <a:rPr lang="en-US" sz="2550" b="1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báo giá</a:t>
            </a:r>
            <a:endParaRPr lang="en-US" sz="2550" dirty="0"/>
          </a:p>
        </p:txBody>
      </p:sp>
      <p:sp>
        <p:nvSpPr>
          <p:cNvPr id="10" name="Shape 8"/>
          <p:cNvSpPr/>
          <p:nvPr/>
        </p:nvSpPr>
        <p:spPr>
          <a:xfrm>
            <a:off x="9715500" y="6858000"/>
            <a:ext cx="7658100" cy="1619250"/>
          </a:xfrm>
          <a:prstGeom prst="roundRect">
            <a:avLst>
              <a:gd name="adj" fmla="val 16471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096500" y="6858000"/>
            <a:ext cx="6953250" cy="161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50" b="1" dirty="0" spc="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Chưa</a:t>
            </a:r>
            <a:r>
              <a:rPr lang="en-US" sz="255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thử:</a:t>
            </a:r>
            <a:r>
              <a:rPr lang="en-US" sz="255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quy</a:t>
            </a:r>
            <a:r>
              <a:rPr lang="en-US" sz="2550" b="1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đổi,</a:t>
            </a:r>
            <a:r>
              <a:rPr lang="en-US" sz="2550" b="1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giá</a:t>
            </a:r>
            <a:r>
              <a:rPr lang="en-US" sz="2550" b="1" dirty="0" spc="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trị</a:t>
            </a:r>
            <a:r>
              <a:rPr lang="en-US" sz="2550" b="1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thật</a:t>
            </a:r>
            <a:endParaRPr lang="en-US" sz="2550" dirty="0"/>
          </a:p>
        </p:txBody>
      </p:sp>
      <p:sp>
        <p:nvSpPr>
          <p:cNvPr id="12" name="Shape 10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838450" y="9391650"/>
            <a:ext cx="190500" cy="19050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8481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 08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-1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07/10</a:t>
            </a:r>
            <a:endParaRPr lang="en-US" sz="1650" dirty="0"/>
          </a:p>
        </p:txBody>
      </p:sp>
      <p:sp>
        <p:nvSpPr>
          <p:cNvPr id="23" name="Shape 21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4" name="Moda image moda-export-watermark-4453a939-02a4-47de-a515-67e4441df995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4287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96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4</a:t>
            </a:r>
            <a:r>
              <a:rPr lang="en-US" sz="180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 PHÁP NHÂN</a:t>
            </a:r>
            <a:r>
              <a:rPr lang="en-US" sz="1800" b="1" spc="253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800" b="1" spc="301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KẾ</a:t>
            </a:r>
            <a:r>
              <a:rPr lang="en-US" sz="1800" b="1" spc="268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TOÁN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066800"/>
          </a:xfrm>
          <a:prstGeom prst="rect">
            <a:avLst/>
          </a:prstGeom>
          <a:noFill/>
          <a:ln/>
        </p:spPr>
        <p:txBody>
          <a:bodyPr wrap="square" lIns="0" tIns="59150" rIns="0" bIns="-59150" rtlCol="0" anchor="ctr"/>
          <a:lstStyle/>
          <a:p>
            <a:pPr algn="l" indent="0" marL="0">
              <a:lnSpc>
                <a:spcPts val="7245"/>
              </a:lnSpc>
              <a:buNone/>
            </a:pPr>
            <a:r>
              <a:rPr lang="en-US" sz="69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Mỗi</a:t>
            </a:r>
            <a:r>
              <a:rPr lang="en-US" sz="6900" dirty="0" spc="-10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nước</a:t>
            </a:r>
            <a:r>
              <a:rPr lang="en-US" sz="6900" dirty="0" spc="-1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một</a:t>
            </a:r>
            <a:r>
              <a:rPr lang="en-US" sz="69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bộ</a:t>
            </a:r>
            <a:r>
              <a:rPr lang="en-US" sz="69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sổ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3048000"/>
            <a:ext cx="5257800" cy="3238500"/>
          </a:xfrm>
          <a:prstGeom prst="roundRect">
            <a:avLst>
              <a:gd name="adj" fmla="val 9412"/>
            </a:avLst>
          </a:prstGeom>
          <a:solidFill>
            <a:srgbClr val="1E212B"/>
          </a:solidFill>
          <a:ln w="28575">
            <a:solidFill>
              <a:srgbClr val="FF6A4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295400" y="3429000"/>
            <a:ext cx="4495800" cy="2571750"/>
          </a:xfrm>
          <a:prstGeom prst="rect">
            <a:avLst/>
          </a:prstGeom>
          <a:noFill/>
          <a:ln/>
        </p:spPr>
        <p:txBody>
          <a:bodyPr wrap="square" lIns="0" tIns="14573" rIns="0" bIns="-14573" rtlCol="0" anchor="t"/>
          <a:lstStyle/>
          <a:p>
            <a:pPr algn="l" indent="0" marL="0">
              <a:lnSpc>
                <a:spcPts val="3510"/>
              </a:lnSpc>
              <a:buNone/>
            </a:pPr>
            <a:r>
              <a:rPr lang="en-US" sz="2700" b="1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Mỗi</a:t>
            </a:r>
            <a:r>
              <a:rPr lang="en-US" sz="2700" b="1" dirty="0" spc="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nước</a:t>
            </a:r>
            <a:r>
              <a:rPr lang="en-US" sz="2700" b="1" dirty="0" spc="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thường</a:t>
            </a:r>
            <a:r>
              <a:rPr lang="en-US" sz="2700" b="1" dirty="0" spc="-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700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pháp</a:t>
            </a:r>
            <a:r>
              <a:rPr lang="en-US" sz="270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nhân</a:t>
            </a:r>
            <a:r>
              <a:rPr lang="en-US" sz="270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riêng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6515100" y="3048000"/>
            <a:ext cx="5257800" cy="3238500"/>
          </a:xfrm>
          <a:prstGeom prst="roundRect">
            <a:avLst>
              <a:gd name="adj" fmla="val 9412"/>
            </a:avLst>
          </a:prstGeom>
          <a:solidFill>
            <a:srgbClr val="1E212B"/>
          </a:solidFill>
          <a:ln w="28575">
            <a:solidFill>
              <a:srgbClr val="FF6A4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96100" y="3429000"/>
            <a:ext cx="4495800" cy="2571750"/>
          </a:xfrm>
          <a:prstGeom prst="rect">
            <a:avLst/>
          </a:prstGeom>
          <a:noFill/>
          <a:ln/>
        </p:spPr>
        <p:txBody>
          <a:bodyPr wrap="square" lIns="0" tIns="14573" rIns="0" bIns="-14573" rtlCol="0" anchor="t"/>
          <a:lstStyle/>
          <a:p>
            <a:pPr algn="l" indent="0" marL="0">
              <a:lnSpc>
                <a:spcPts val="3510"/>
              </a:lnSpc>
              <a:buNone/>
            </a:pPr>
            <a:r>
              <a:rPr lang="en-US" sz="2700" b="1" dirty="0" spc="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Chuẩn</a:t>
            </a:r>
            <a:r>
              <a:rPr lang="en-US" sz="2700" b="1" dirty="0" spc="-3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kế</a:t>
            </a:r>
            <a:r>
              <a:rPr lang="en-US" sz="2700" b="1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toán</a:t>
            </a:r>
            <a:r>
              <a:rPr lang="en-US" sz="270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khác nhau</a:t>
            </a:r>
            <a:endParaRPr lang="en-US" sz="2700" dirty="0"/>
          </a:p>
        </p:txBody>
      </p:sp>
      <p:sp>
        <p:nvSpPr>
          <p:cNvPr id="8" name="Shape 6"/>
          <p:cNvSpPr/>
          <p:nvPr/>
        </p:nvSpPr>
        <p:spPr>
          <a:xfrm>
            <a:off x="12115800" y="3048000"/>
            <a:ext cx="5257800" cy="3238500"/>
          </a:xfrm>
          <a:prstGeom prst="roundRect">
            <a:avLst>
              <a:gd name="adj" fmla="val 9412"/>
            </a:avLst>
          </a:prstGeom>
          <a:solidFill>
            <a:srgbClr val="1E212B"/>
          </a:solidFill>
          <a:ln w="28575">
            <a:solidFill>
              <a:srgbClr val="FF6A4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2496800" y="3429000"/>
            <a:ext cx="4495800" cy="2571750"/>
          </a:xfrm>
          <a:prstGeom prst="rect">
            <a:avLst/>
          </a:prstGeom>
          <a:noFill/>
          <a:ln/>
        </p:spPr>
        <p:txBody>
          <a:bodyPr wrap="square" lIns="0" tIns="14573" rIns="0" bIns="-14573" rtlCol="0" anchor="t"/>
          <a:lstStyle/>
          <a:p>
            <a:pPr algn="l" indent="0" marL="0">
              <a:lnSpc>
                <a:spcPts val="3510"/>
              </a:lnSpc>
              <a:buNone/>
            </a:pPr>
            <a:r>
              <a:rPr lang="en-US" sz="2700" b="1" dirty="0" spc="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Quản</a:t>
            </a:r>
            <a:r>
              <a:rPr lang="en-US" sz="270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lý</a:t>
            </a:r>
            <a:r>
              <a:rPr lang="en-US" sz="270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quỹ</a:t>
            </a:r>
            <a:r>
              <a:rPr lang="en-US" sz="270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ở cấp</a:t>
            </a:r>
            <a:r>
              <a:rPr lang="en-US" sz="2700" b="1" dirty="0" spc="-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công</a:t>
            </a:r>
            <a:r>
              <a:rPr lang="en-US" sz="2700" b="1" dirty="0" spc="-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ty</a:t>
            </a:r>
            <a:endParaRPr lang="en-US" sz="2700" dirty="0"/>
          </a:p>
        </p:txBody>
      </p:sp>
      <p:sp>
        <p:nvSpPr>
          <p:cNvPr id="10" name="Text 8"/>
          <p:cNvSpPr/>
          <p:nvPr/>
        </p:nvSpPr>
        <p:spPr>
          <a:xfrm>
            <a:off x="914400" y="7048500"/>
            <a:ext cx="161925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dirty="0" spc="1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Chưa</a:t>
            </a:r>
            <a:r>
              <a:rPr lang="en-US" sz="270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thử:</a:t>
            </a:r>
            <a:r>
              <a:rPr lang="en-US" sz="2700" dirty="0" spc="-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pháp</a:t>
            </a:r>
            <a:r>
              <a:rPr lang="en-US" sz="270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nhân,</a:t>
            </a:r>
            <a:r>
              <a:rPr lang="en-US" sz="2700" dirty="0" spc="-45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kế</a:t>
            </a:r>
            <a:r>
              <a:rPr lang="en-US" sz="2700" dirty="0" spc="-1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toán,</a:t>
            </a:r>
            <a:r>
              <a:rPr lang="en-US" sz="270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quy</a:t>
            </a:r>
            <a:r>
              <a:rPr lang="en-US" sz="2700" dirty="0" spc="1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đổi</a:t>
            </a:r>
            <a:r>
              <a:rPr lang="en-US" sz="2700" dirty="0" spc="-1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ngoại</a:t>
            </a:r>
            <a:r>
              <a:rPr lang="en-US" sz="2700" dirty="0" spc="-16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tệ.</a:t>
            </a:r>
            <a:endParaRPr lang="en-US" sz="2700" dirty="0"/>
          </a:p>
        </p:txBody>
      </p:sp>
      <p:sp>
        <p:nvSpPr>
          <p:cNvPr id="11" name="Text 9"/>
          <p:cNvSpPr/>
          <p:nvPr/>
        </p:nvSpPr>
        <p:spPr>
          <a:xfrm>
            <a:off x="914400" y="7715250"/>
            <a:ext cx="161925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dirty="0" spc="-4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Kết</a:t>
            </a:r>
            <a:r>
              <a:rPr lang="en-US" sz="2100" dirty="0" spc="-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quả</a:t>
            </a:r>
            <a:r>
              <a:rPr lang="en-US" sz="210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CLDR</a:t>
            </a:r>
            <a:r>
              <a:rPr lang="en-US" sz="2100" dirty="0" spc="1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đổi</a:t>
            </a:r>
            <a:r>
              <a:rPr lang="en-US" sz="2100" dirty="0" spc="-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theo</a:t>
            </a:r>
            <a:r>
              <a:rPr lang="en-US" sz="210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phiên</a:t>
            </a:r>
            <a:r>
              <a:rPr lang="en-US" sz="2100" dirty="0" spc="-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</a:t>
            </a:r>
            <a:r>
              <a:rPr lang="en-US" sz="21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dữ</a:t>
            </a:r>
            <a:r>
              <a:rPr lang="en-US" sz="210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liệu.</a:t>
            </a:r>
            <a:endParaRPr lang="en-US" sz="2100" dirty="0"/>
          </a:p>
        </p:txBody>
      </p:sp>
      <p:sp>
        <p:nvSpPr>
          <p:cNvPr id="12" name="Shape 10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162300" y="9391650"/>
            <a:ext cx="190500" cy="190500"/>
          </a:xfrm>
          <a:prstGeom prst="ellipse">
            <a:avLst/>
          </a:prstGeom>
          <a:solidFill>
            <a:srgbClr val="FF6A4D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6B708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8481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6B708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 08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08/10</a:t>
            </a:r>
            <a:endParaRPr lang="en-US" sz="1650" dirty="0"/>
          </a:p>
        </p:txBody>
      </p:sp>
      <p:sp>
        <p:nvSpPr>
          <p:cNvPr id="23" name="Shape 21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4" name="Moda image moda-export-watermark-0fc1478c-ef8f-4146-80a1-691cef341fb1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4287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NHÌN</a:t>
            </a:r>
            <a:r>
              <a:rPr lang="en-US" sz="1800" b="1" spc="302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</a:t>
            </a:r>
            <a:r>
              <a:rPr lang="en-US" sz="1800" b="1" spc="297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TRẢ</a:t>
            </a:r>
            <a:r>
              <a:rPr lang="en-US" sz="1800" b="1" spc="279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LỜI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066800"/>
          </a:xfrm>
          <a:prstGeom prst="rect">
            <a:avLst/>
          </a:prstGeom>
          <a:noFill/>
          <a:ln/>
        </p:spPr>
        <p:txBody>
          <a:bodyPr wrap="square" lIns="0" tIns="59150" rIns="0" bIns="-59150" rtlCol="0" anchor="ctr"/>
          <a:lstStyle/>
          <a:p>
            <a:pPr algn="l" indent="0" marL="0">
              <a:lnSpc>
                <a:spcPts val="7245"/>
              </a:lnSpc>
              <a:buNone/>
            </a:pPr>
            <a:r>
              <a:rPr lang="en-US" sz="6900" dirty="0" spc="-1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Lưu</a:t>
            </a:r>
            <a:r>
              <a:rPr lang="en-US" sz="69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giờ</a:t>
            </a:r>
            <a:r>
              <a:rPr lang="en-US" sz="6900" dirty="0" spc="-3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New</a:t>
            </a:r>
            <a:r>
              <a:rPr lang="en-US" sz="6900" dirty="0" spc="-10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York:</a:t>
            </a:r>
            <a:r>
              <a:rPr lang="en-US" sz="6900" dirty="0" spc="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hai</a:t>
            </a:r>
            <a:r>
              <a:rPr lang="en-US" sz="6900" dirty="0" spc="-3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đơn</a:t>
            </a:r>
            <a:r>
              <a:rPr lang="en-US" sz="69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cách nhau?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2857500"/>
            <a:ext cx="16459200" cy="1619250"/>
          </a:xfrm>
          <a:prstGeom prst="roundRect">
            <a:avLst>
              <a:gd name="adj" fmla="val 18824"/>
            </a:avLst>
          </a:prstGeom>
          <a:solidFill>
            <a:srgbClr val="F8D9D0"/>
          </a:solidFill>
          <a:ln/>
        </p:spPr>
      </p:sp>
      <p:sp>
        <p:nvSpPr>
          <p:cNvPr id="5" name="Text 3"/>
          <p:cNvSpPr/>
          <p:nvPr/>
        </p:nvSpPr>
        <p:spPr>
          <a:xfrm>
            <a:off x="1333500" y="3095625"/>
            <a:ext cx="1143000" cy="1143000"/>
          </a:xfrm>
          <a:prstGeom prst="roundRect">
            <a:avLst>
              <a:gd name="adj" fmla="val 50000"/>
            </a:avLst>
          </a:prstGeom>
          <a:solidFill>
            <a:srgbClr val="E8472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500" dirty="0" spc="-5" kern="0">
                <a:solidFill>
                  <a:srgbClr val="FFFF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1</a:t>
            </a:r>
            <a:endParaRPr lang="en-US" sz="4500" dirty="0"/>
          </a:p>
        </p:txBody>
      </p:sp>
      <p:sp>
        <p:nvSpPr>
          <p:cNvPr id="6" name="Text 4"/>
          <p:cNvSpPr/>
          <p:nvPr/>
        </p:nvSpPr>
        <p:spPr>
          <a:xfrm>
            <a:off x="2952750" y="3095625"/>
            <a:ext cx="14097000" cy="1143000"/>
          </a:xfrm>
          <a:prstGeom prst="rect">
            <a:avLst/>
          </a:prstGeom>
          <a:noFill/>
          <a:ln/>
        </p:spPr>
        <p:txBody>
          <a:bodyPr wrap="square" lIns="0" tIns="19891" rIns="0" bIns="-19891" rtlCol="0" anchor="ctr"/>
          <a:lstStyle/>
          <a:p>
            <a:pPr algn="l" indent="0" marL="0">
              <a:lnSpc>
                <a:spcPts val="3563"/>
              </a:lnSpc>
              <a:buNone/>
            </a:pPr>
            <a:r>
              <a:rPr lang="en-US" sz="285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Hiệu</a:t>
            </a:r>
            <a:r>
              <a:rPr lang="en-US" sz="285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hai</a:t>
            </a:r>
            <a:r>
              <a:rPr lang="en-US" sz="2850" b="1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giờ</a:t>
            </a:r>
            <a:r>
              <a:rPr lang="en-US" sz="2850" b="1" dirty="0" spc="2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địa</a:t>
            </a:r>
            <a:r>
              <a:rPr lang="en-US" sz="2850" b="1" dirty="0" spc="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phương:</a:t>
            </a:r>
            <a:r>
              <a:rPr lang="en-US" sz="285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62</a:t>
            </a:r>
            <a:r>
              <a:rPr lang="en-US" sz="285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phút.</a:t>
            </a:r>
            <a:endParaRPr lang="en-US" sz="2850" dirty="0"/>
          </a:p>
        </p:txBody>
      </p:sp>
      <p:sp>
        <p:nvSpPr>
          <p:cNvPr id="7" name="Shape 5"/>
          <p:cNvSpPr/>
          <p:nvPr/>
        </p:nvSpPr>
        <p:spPr>
          <a:xfrm>
            <a:off x="914400" y="4857750"/>
            <a:ext cx="16459200" cy="1619250"/>
          </a:xfrm>
          <a:prstGeom prst="roundRect">
            <a:avLst>
              <a:gd name="adj" fmla="val 18824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333500" y="5095875"/>
            <a:ext cx="1143000" cy="1143000"/>
          </a:xfrm>
          <a:prstGeom prst="roundRect">
            <a:avLst>
              <a:gd name="adj" fmla="val 50000"/>
            </a:avLst>
          </a:prstGeom>
          <a:solidFill>
            <a:srgbClr val="E8472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500" dirty="0" spc="4" kern="0">
                <a:solidFill>
                  <a:srgbClr val="FFFF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2</a:t>
            </a:r>
            <a:endParaRPr lang="en-US" sz="4500" dirty="0"/>
          </a:p>
        </p:txBody>
      </p:sp>
      <p:sp>
        <p:nvSpPr>
          <p:cNvPr id="9" name="Text 7"/>
          <p:cNvSpPr/>
          <p:nvPr/>
        </p:nvSpPr>
        <p:spPr>
          <a:xfrm>
            <a:off x="2952750" y="5095875"/>
            <a:ext cx="14097000" cy="1143000"/>
          </a:xfrm>
          <a:prstGeom prst="rect">
            <a:avLst/>
          </a:prstGeom>
          <a:noFill/>
          <a:ln/>
        </p:spPr>
        <p:txBody>
          <a:bodyPr wrap="square" lIns="0" tIns="19891" rIns="0" bIns="-19891" rtlCol="0" anchor="ctr"/>
          <a:lstStyle/>
          <a:p>
            <a:pPr algn="l" indent="0" marL="0">
              <a:lnSpc>
                <a:spcPts val="3563"/>
              </a:lnSpc>
              <a:buNone/>
            </a:pPr>
            <a:r>
              <a:rPr lang="en-US" sz="2850" b="1" dirty="0" spc="1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Thực</a:t>
            </a:r>
            <a:r>
              <a:rPr lang="en-US" sz="2850" b="1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tế</a:t>
            </a:r>
            <a:r>
              <a:rPr lang="en-US" sz="285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</a:t>
            </a:r>
            <a:r>
              <a:rPr lang="en-US" sz="2850" b="1" dirty="0" spc="-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trôi</a:t>
            </a:r>
            <a:r>
              <a:rPr lang="en-US" sz="2850" b="1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qua</a:t>
            </a:r>
            <a:r>
              <a:rPr lang="en-US" sz="2850" b="1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</a:t>
            </a:r>
            <a:r>
              <a:rPr lang="en-US" sz="285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phút.</a:t>
            </a:r>
            <a:endParaRPr lang="en-US" sz="2850" dirty="0"/>
          </a:p>
        </p:txBody>
      </p:sp>
      <p:sp>
        <p:nvSpPr>
          <p:cNvPr id="10" name="Shape 8"/>
          <p:cNvSpPr/>
          <p:nvPr/>
        </p:nvSpPr>
        <p:spPr>
          <a:xfrm>
            <a:off x="914400" y="6858000"/>
            <a:ext cx="16459200" cy="1619250"/>
          </a:xfrm>
          <a:prstGeom prst="roundRect">
            <a:avLst>
              <a:gd name="adj" fmla="val 18824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333500" y="7096125"/>
            <a:ext cx="1143000" cy="1143000"/>
          </a:xfrm>
          <a:prstGeom prst="roundRect">
            <a:avLst>
              <a:gd name="adj" fmla="val 50000"/>
            </a:avLst>
          </a:prstGeom>
          <a:solidFill>
            <a:srgbClr val="E8472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500" dirty="0" spc="5" kern="0">
                <a:solidFill>
                  <a:srgbClr val="FFFF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3</a:t>
            </a:r>
            <a:endParaRPr lang="en-US" sz="4500" dirty="0"/>
          </a:p>
        </p:txBody>
      </p:sp>
      <p:sp>
        <p:nvSpPr>
          <p:cNvPr id="12" name="Text 10"/>
          <p:cNvSpPr/>
          <p:nvPr/>
        </p:nvSpPr>
        <p:spPr>
          <a:xfrm>
            <a:off x="2952750" y="7096125"/>
            <a:ext cx="14097000" cy="1143000"/>
          </a:xfrm>
          <a:prstGeom prst="rect">
            <a:avLst/>
          </a:prstGeom>
          <a:noFill/>
          <a:ln/>
        </p:spPr>
        <p:txBody>
          <a:bodyPr wrap="square" lIns="0" tIns="19891" rIns="0" bIns="-19891" rtlCol="0" anchor="ctr"/>
          <a:lstStyle/>
          <a:p>
            <a:pPr algn="l" indent="0" marL="0">
              <a:lnSpc>
                <a:spcPts val="3563"/>
              </a:lnSpc>
              <a:buNone/>
            </a:pPr>
            <a:r>
              <a:rPr lang="en-US" sz="2850" b="1" dirty="0" spc="3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Lưu</a:t>
            </a:r>
            <a:r>
              <a:rPr lang="en-US" sz="2850" b="1" dirty="0" spc="-2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UTC:</a:t>
            </a:r>
            <a:r>
              <a:rPr lang="en-US" sz="285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hiệu</a:t>
            </a:r>
            <a:r>
              <a:rPr lang="en-US" sz="285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đúng</a:t>
            </a:r>
            <a:r>
              <a:rPr lang="en-US" sz="2850" b="1" dirty="0" spc="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</a:t>
            </a:r>
            <a:r>
              <a:rPr lang="en-US" sz="285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phút.</a:t>
            </a:r>
            <a:endParaRPr lang="en-US" sz="2850" dirty="0"/>
          </a:p>
        </p:txBody>
      </p:sp>
      <p:sp>
        <p:nvSpPr>
          <p:cNvPr id="13" name="Shape 11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486150" y="9391650"/>
            <a:ext cx="190500" cy="19050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8481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 08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09/10</a:t>
            </a:r>
            <a:endParaRPr lang="en-US" sz="1650" dirty="0"/>
          </a:p>
        </p:txBody>
      </p:sp>
      <p:sp>
        <p:nvSpPr>
          <p:cNvPr id="24" name="Shape 22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5" name="Moda image moda-export-watermark-b20b582c-2d40-48be-82f0-1e787d3b32d4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4287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5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THUẬT</a:t>
            </a:r>
            <a:r>
              <a:rPr lang="en-US" sz="180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NGỮ</a:t>
            </a:r>
            <a:r>
              <a:rPr lang="en-US" sz="1800" b="1" spc="254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80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0477500" cy="1066800"/>
          </a:xfrm>
          <a:prstGeom prst="rect">
            <a:avLst/>
          </a:prstGeom>
          <a:noFill/>
          <a:ln/>
        </p:spPr>
        <p:txBody>
          <a:bodyPr wrap="square" lIns="0" tIns="59150" rIns="0" bIns="-59150" rtlCol="0" anchor="ctr"/>
          <a:lstStyle/>
          <a:p>
            <a:pPr algn="l" indent="0" marL="0">
              <a:lnSpc>
                <a:spcPts val="7245"/>
              </a:lnSpc>
              <a:buNone/>
            </a:pPr>
            <a:r>
              <a:rPr lang="en-US" sz="69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Hai</a:t>
            </a:r>
            <a:r>
              <a:rPr lang="en-US" sz="69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thuật</a:t>
            </a:r>
            <a:r>
              <a:rPr lang="en-US" sz="69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ngữ cần</a:t>
            </a:r>
            <a:r>
              <a:rPr lang="en-US" sz="69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nhớ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3048000"/>
            <a:ext cx="10668000" cy="1428750"/>
          </a:xfrm>
          <a:prstGeom prst="roundRect">
            <a:avLst>
              <a:gd name="adj" fmla="val 16000"/>
            </a:avLst>
          </a:prstGeom>
          <a:solidFill>
            <a:srgbClr val="1E212B"/>
          </a:solidFill>
          <a:ln/>
        </p:spPr>
      </p:sp>
      <p:sp>
        <p:nvSpPr>
          <p:cNvPr id="5" name="Text 3"/>
          <p:cNvSpPr/>
          <p:nvPr/>
        </p:nvSpPr>
        <p:spPr>
          <a:xfrm>
            <a:off x="1238250" y="3524250"/>
            <a:ext cx="1905000" cy="476250"/>
          </a:xfrm>
          <a:prstGeom prst="roundRect">
            <a:avLst>
              <a:gd name="adj" fmla="val 50000"/>
            </a:avLst>
          </a:prstGeom>
          <a:solidFill>
            <a:srgbClr val="F3EEE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b="1" dirty="0" spc="-3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UTC</a:t>
            </a:r>
            <a:endParaRPr lang="en-US" sz="1950" dirty="0"/>
          </a:p>
        </p:txBody>
      </p:sp>
      <p:sp>
        <p:nvSpPr>
          <p:cNvPr id="6" name="Text 4"/>
          <p:cNvSpPr/>
          <p:nvPr/>
        </p:nvSpPr>
        <p:spPr>
          <a:xfrm>
            <a:off x="3429000" y="3238500"/>
            <a:ext cx="790575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5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Giờ</a:t>
            </a:r>
            <a:r>
              <a:rPr lang="en-US" sz="2250" dirty="0" spc="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phối</a:t>
            </a:r>
            <a:r>
              <a:rPr lang="en-US" sz="2250" dirty="0" spc="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hợp</a:t>
            </a:r>
            <a:r>
              <a:rPr lang="en-US" sz="225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quốc</a:t>
            </a:r>
            <a:r>
              <a:rPr lang="en-US" sz="2250" dirty="0" spc="-1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tế,</a:t>
            </a:r>
            <a:r>
              <a:rPr lang="en-US" sz="225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250" dirty="0" spc="1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đổi</a:t>
            </a:r>
            <a:r>
              <a:rPr lang="en-US" sz="2250" dirty="0" spc="-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theo</a:t>
            </a:r>
            <a:r>
              <a:rPr lang="en-US" sz="2250" dirty="0" spc="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mùa.</a:t>
            </a:r>
            <a:endParaRPr lang="en-US" sz="2250" dirty="0"/>
          </a:p>
        </p:txBody>
      </p:sp>
      <p:sp>
        <p:nvSpPr>
          <p:cNvPr id="7" name="Shape 5"/>
          <p:cNvSpPr/>
          <p:nvPr/>
        </p:nvSpPr>
        <p:spPr>
          <a:xfrm>
            <a:off x="914400" y="4762500"/>
            <a:ext cx="10668000" cy="1428750"/>
          </a:xfrm>
          <a:prstGeom prst="roundRect">
            <a:avLst>
              <a:gd name="adj" fmla="val 16000"/>
            </a:avLst>
          </a:prstGeom>
          <a:solidFill>
            <a:srgbClr val="1E212B"/>
          </a:solidFill>
          <a:ln/>
        </p:spPr>
      </p:sp>
      <p:sp>
        <p:nvSpPr>
          <p:cNvPr id="8" name="Text 6"/>
          <p:cNvSpPr/>
          <p:nvPr/>
        </p:nvSpPr>
        <p:spPr>
          <a:xfrm>
            <a:off x="1238250" y="5238750"/>
            <a:ext cx="1905000" cy="476250"/>
          </a:xfrm>
          <a:prstGeom prst="roundRect">
            <a:avLst>
              <a:gd name="adj" fmla="val 50000"/>
            </a:avLst>
          </a:prstGeom>
          <a:solidFill>
            <a:srgbClr val="3DD6A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CLDR</a:t>
            </a:r>
            <a:endParaRPr lang="en-US" sz="1950" dirty="0"/>
          </a:p>
        </p:txBody>
      </p:sp>
      <p:sp>
        <p:nvSpPr>
          <p:cNvPr id="9" name="Text 7"/>
          <p:cNvSpPr/>
          <p:nvPr/>
        </p:nvSpPr>
        <p:spPr>
          <a:xfrm>
            <a:off x="3429000" y="4953000"/>
            <a:ext cx="790575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5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Kho</a:t>
            </a:r>
            <a:r>
              <a:rPr lang="en-US" sz="2250" dirty="0" spc="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quy</a:t>
            </a:r>
            <a:r>
              <a:rPr lang="en-US" sz="2250" dirty="0" spc="-1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tắc</a:t>
            </a:r>
            <a:r>
              <a:rPr lang="en-US" sz="2250" dirty="0" spc="-16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về</a:t>
            </a:r>
            <a:r>
              <a:rPr lang="en-US" sz="2250" dirty="0" spc="-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số,</a:t>
            </a:r>
            <a:r>
              <a:rPr lang="en-US" sz="2250" dirty="0" spc="-15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ngày,</a:t>
            </a:r>
            <a:r>
              <a:rPr lang="en-US" sz="225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tiền</a:t>
            </a:r>
            <a:r>
              <a:rPr lang="en-US" sz="2250" dirty="0" spc="-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theo</a:t>
            </a:r>
            <a:r>
              <a:rPr lang="en-US" sz="2250" dirty="0" spc="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vùng.</a:t>
            </a:r>
            <a:endParaRPr lang="en-US" sz="2250" dirty="0"/>
          </a:p>
        </p:txBody>
      </p:sp>
      <p:sp>
        <p:nvSpPr>
          <p:cNvPr id="10" name="Connector line-1792422162141-377917953"/>
          <p:cNvSpPr/>
          <p:nvPr/>
        </p:nvSpPr>
        <p:spPr>
          <a:xfrm>
            <a:off x="12382500" y="3048000"/>
            <a:ext cx="0" cy="5334000"/>
          </a:xfrm>
          <a:prstGeom prst="line">
            <a:avLst/>
          </a:prstGeom>
          <a:noFill/>
          <a:ln w="19050">
            <a:solidFill>
              <a:srgbClr val="2A2E3B"/>
            </a:solidFill>
            <a:prstDash val="solid"/>
            <a:headEnd type="none"/>
            <a:tailEnd type="none"/>
          </a:ln>
        </p:spPr>
      </p:sp>
      <p:sp>
        <p:nvSpPr>
          <p:cNvPr id="11" name="Text 9"/>
          <p:cNvSpPr/>
          <p:nvPr/>
        </p:nvSpPr>
        <p:spPr>
          <a:xfrm>
            <a:off x="12858750" y="3048000"/>
            <a:ext cx="4762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spc="224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</a:t>
            </a:r>
            <a:r>
              <a:rPr lang="en-US" sz="2100" b="1" spc="222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ĐỐI</a:t>
            </a:r>
            <a:r>
              <a:rPr lang="en-US" sz="2100" b="1" spc="223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CHIẾU</a:t>
            </a:r>
            <a:endParaRPr lang="en-US" sz="2100" dirty="0"/>
          </a:p>
        </p:txBody>
      </p:sp>
      <p:sp>
        <p:nvSpPr>
          <p:cNvPr id="12" name="Text richtext-1792422162143-954368047"/>
          <p:cNvSpPr/>
          <p:nvPr/>
        </p:nvSpPr>
        <p:spPr>
          <a:xfrm>
            <a:off x="12858750" y="3619500"/>
            <a:ext cx="4762500" cy="2857500"/>
          </a:xfrm>
          <a:prstGeom prst="rect">
            <a:avLst/>
          </a:prstGeom>
          <a:noFill/>
          <a:ln/>
        </p:spPr>
        <p:txBody>
          <a:bodyPr wrap="square" lIns="0" tIns="11335" rIns="0" bIns="-11335" rtlCol="0" anchor="t"/>
          <a:lstStyle/>
          <a:p>
            <a:pPr algn="l" marL="266700" indent="-190541">
              <a:lnSpc>
                <a:spcPts val="2730"/>
              </a:lnSpc>
              <a:spcAft>
                <a:spcPts val="1050"/>
              </a:spcAft>
              <a:buSzPct val="100000"/>
              <a:buFont typeface="Arial"/>
              <a:buChar char="•"/>
            </a:pPr>
            <a:r>
              <a:rPr lang="en-US" sz="2100" dirty="0" spc="-5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ByteByteGo: bài</a:t>
            </a:r>
            <a:r>
              <a:rPr lang="en-US" sz="210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nguồn,</a:t>
            </a:r>
            <a:r>
              <a:rPr lang="en-US" sz="2100" dirty="0" spc="-5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</a:t>
            </a:r>
            <a:r>
              <a:rPr lang="en-US" sz="2100" dirty="0" spc="-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cố</a:t>
            </a:r>
            <a:r>
              <a:rPr lang="en-US" sz="2100" dirty="0" spc="18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định</a:t>
            </a:r>
            <a:endParaRPr lang="en-US" sz="2100" dirty="0"/>
          </a:p>
          <a:p>
            <a:pPr algn="l" marL="266700" indent="-190541">
              <a:lnSpc>
                <a:spcPts val="2730"/>
              </a:lnSpc>
              <a:buSzPct val="100000"/>
              <a:buFont typeface="Arial"/>
              <a:buChar char="•"/>
            </a:pPr>
            <a:r>
              <a:rPr lang="en-US" sz="2100" dirty="0" spc="7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Python</a:t>
            </a:r>
            <a:r>
              <a:rPr lang="en-US" sz="2100" dirty="0" spc="-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</a:t>
            </a:r>
            <a:r>
              <a:rPr lang="en-US" sz="2100" dirty="0" spc="-1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với</a:t>
            </a:r>
            <a:r>
              <a:rPr lang="en-US" sz="2100" dirty="0" spc="-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Babel</a:t>
            </a:r>
            <a:r>
              <a:rPr lang="en-US" sz="2100" dirty="0" spc="-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2.18.0</a:t>
            </a:r>
            <a:r>
              <a:rPr lang="en-US" sz="2100" dirty="0" spc="-18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100" dirty="0" spc="-9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zoneinfo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12858750" y="6667500"/>
            <a:ext cx="4762500" cy="1714500"/>
          </a:xfrm>
          <a:prstGeom prst="rect">
            <a:avLst/>
          </a:prstGeom>
          <a:noFill/>
          <a:ln/>
        </p:spPr>
        <p:txBody>
          <a:bodyPr wrap="square" lIns="0" tIns="6858" rIns="0" bIns="-6858" rtlCol="0" anchor="t"/>
          <a:lstStyle/>
          <a:p>
            <a:pPr algn="l" indent="0" marL="0">
              <a:lnSpc>
                <a:spcPts val="2430"/>
              </a:lnSpc>
              <a:buNone/>
            </a:pPr>
            <a:r>
              <a:rPr lang="en-US" sz="1800" dirty="0" spc="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Đã</a:t>
            </a:r>
            <a:r>
              <a:rPr lang="en-US" sz="1800" dirty="0" spc="1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đối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chiếu</a:t>
            </a:r>
            <a:r>
              <a:rPr lang="en-US" sz="1800" dirty="0" spc="-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r>
              <a:rPr lang="en-US" sz="1800" dirty="0" spc="-1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ngày</a:t>
            </a:r>
            <a:r>
              <a:rPr lang="en-US" sz="180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2026-10-19.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</a:t>
            </a:r>
            <a:r>
              <a:rPr lang="en-US" sz="18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minh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họa</a:t>
            </a:r>
            <a:r>
              <a:rPr lang="en-US" sz="180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1800" dirty="0" spc="-5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thiết</a:t>
            </a:r>
            <a:r>
              <a:rPr lang="en-US" sz="1800" dirty="0" spc="-28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kế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mới.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810000" y="9391650"/>
            <a:ext cx="190500" cy="190500"/>
          </a:xfrm>
          <a:prstGeom prst="ellipse">
            <a:avLst/>
          </a:prstGeom>
          <a:solidFill>
            <a:srgbClr val="FF6A4D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 08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10/10</a:t>
            </a:r>
            <a:endParaRPr lang="en-US" sz="1650" dirty="0"/>
          </a:p>
        </p:txBody>
      </p:sp>
      <p:sp>
        <p:nvSpPr>
          <p:cNvPr id="25" name="Shape 23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6" name="Moda image moda-export-watermark-cd9ab434-e916-4aa9-abf3-f6146889c3bf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2026-10-19T15:03:05Z</dcterms:created>
  <dcterms:modified xsi:type="dcterms:W3CDTF">2026-10-19T15:03:05Z</dcterms:modified>
</cp:coreProperties>
</file>