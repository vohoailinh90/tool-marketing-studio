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16459200" cy="2505075"/>
          </a:xfrm>
          <a:prstGeom prst="rect">
            <a:avLst/>
          </a:prstGeom>
          <a:noFill/>
          <a:ln/>
        </p:spPr>
        <p:txBody>
          <a:bodyPr wrap="square" lIns="0" tIns="82296" rIns="0" bIns="-82296" rtlCol="0" anchor="t"/>
          <a:lstStyle/>
          <a:p>
            <a:pPr algn="l" indent="0" marL="0">
              <a:lnSpc>
                <a:spcPts val="8100"/>
              </a:lnSpc>
              <a:buNone/>
            </a:pPr>
            <a:r>
              <a:rPr lang="en-US" sz="81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Làm</a:t>
            </a:r>
            <a:r>
              <a:rPr lang="en-US" sz="8100" dirty="0" spc="-4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tốt</a:t>
            </a:r>
            <a:r>
              <a:rPr lang="en-US" sz="81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phỏng</a:t>
            </a:r>
            <a:r>
              <a:rPr lang="en-US" sz="8100" dirty="0" spc="-6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vấn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thiết</a:t>
            </a:r>
            <a:r>
              <a:rPr lang="en-US" sz="8100" dirty="0" spc="-6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hệ</a:t>
            </a:r>
            <a:r>
              <a:rPr lang="en-US" sz="81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thống:</a:t>
            </a:r>
            <a:r>
              <a:rPr lang="en-US" sz="81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bảy</a:t>
            </a:r>
            <a:r>
              <a:rPr lang="en-US" sz="8100" dirty="0" spc="-10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bước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19100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Thiếu</a:t>
            </a:r>
            <a:r>
              <a:rPr lang="en-US" sz="300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30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3000" dirty="0" spc="-4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30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căn</a:t>
            </a:r>
            <a:r>
              <a:rPr lang="en-US" sz="3000" dirty="0" spc="7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5715000"/>
            <a:ext cx="2219325" cy="1905000"/>
          </a:xfrm>
          <a:prstGeom prst="roundRect">
            <a:avLst>
              <a:gd name="adj" fmla="val 12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43000" y="5905500"/>
            <a:ext cx="1762125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364" dirty="0" spc="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364" dirty="0"/>
          </a:p>
        </p:txBody>
      </p:sp>
      <p:sp>
        <p:nvSpPr>
          <p:cNvPr id="7" name="Text 5"/>
          <p:cNvSpPr/>
          <p:nvPr/>
        </p:nvSpPr>
        <p:spPr>
          <a:xfrm>
            <a:off x="1143000" y="6667500"/>
            <a:ext cx="1762125" cy="80010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t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b="1" dirty="0" spc="-6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Yêu</a:t>
            </a:r>
            <a:r>
              <a:rPr lang="en-US" sz="19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3286125" y="5715000"/>
            <a:ext cx="2219325" cy="1905000"/>
          </a:xfrm>
          <a:prstGeom prst="roundRect">
            <a:avLst>
              <a:gd name="adj" fmla="val 12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14725" y="5905500"/>
            <a:ext cx="1762125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364" dirty="0" spc="5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364" dirty="0"/>
          </a:p>
        </p:txBody>
      </p:sp>
      <p:sp>
        <p:nvSpPr>
          <p:cNvPr id="10" name="Text 8"/>
          <p:cNvSpPr/>
          <p:nvPr/>
        </p:nvSpPr>
        <p:spPr>
          <a:xfrm>
            <a:off x="3514725" y="6667500"/>
            <a:ext cx="1762125" cy="80010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t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</a:t>
            </a:r>
            <a:r>
              <a:rPr lang="en-US" sz="19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endParaRPr lang="en-US" sz="1950" dirty="0"/>
          </a:p>
        </p:txBody>
      </p:sp>
      <p:sp>
        <p:nvSpPr>
          <p:cNvPr id="11" name="Shape 9"/>
          <p:cNvSpPr/>
          <p:nvPr/>
        </p:nvSpPr>
        <p:spPr>
          <a:xfrm>
            <a:off x="5657850" y="5715000"/>
            <a:ext cx="2219325" cy="1905000"/>
          </a:xfrm>
          <a:prstGeom prst="roundRect">
            <a:avLst>
              <a:gd name="adj" fmla="val 12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886450" y="5905500"/>
            <a:ext cx="1762125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364" dirty="0" spc="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364" dirty="0"/>
          </a:p>
        </p:txBody>
      </p:sp>
      <p:sp>
        <p:nvSpPr>
          <p:cNvPr id="13" name="Text 11"/>
          <p:cNvSpPr/>
          <p:nvPr/>
        </p:nvSpPr>
        <p:spPr>
          <a:xfrm>
            <a:off x="5886450" y="6667500"/>
            <a:ext cx="1762125" cy="80010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t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Thiết</a:t>
            </a:r>
            <a:r>
              <a:rPr lang="en-US" sz="1950" b="1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9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r>
              <a:rPr lang="en-US" sz="19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endParaRPr lang="en-US" sz="1950" dirty="0"/>
          </a:p>
        </p:txBody>
      </p:sp>
      <p:sp>
        <p:nvSpPr>
          <p:cNvPr id="14" name="Shape 12"/>
          <p:cNvSpPr/>
          <p:nvPr/>
        </p:nvSpPr>
        <p:spPr>
          <a:xfrm>
            <a:off x="8029575" y="5715000"/>
            <a:ext cx="2219325" cy="1905000"/>
          </a:xfrm>
          <a:prstGeom prst="roundRect">
            <a:avLst>
              <a:gd name="adj" fmla="val 12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58175" y="5905500"/>
            <a:ext cx="1762125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364" dirty="0" spc="-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4364" dirty="0"/>
          </a:p>
        </p:txBody>
      </p:sp>
      <p:sp>
        <p:nvSpPr>
          <p:cNvPr id="16" name="Text 14"/>
          <p:cNvSpPr/>
          <p:nvPr/>
        </p:nvSpPr>
        <p:spPr>
          <a:xfrm>
            <a:off x="8258175" y="6667500"/>
            <a:ext cx="1762125" cy="80010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t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19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1950" dirty="0"/>
          </a:p>
        </p:txBody>
      </p:sp>
      <p:sp>
        <p:nvSpPr>
          <p:cNvPr id="17" name="Shape 15"/>
          <p:cNvSpPr/>
          <p:nvPr/>
        </p:nvSpPr>
        <p:spPr>
          <a:xfrm>
            <a:off x="10401300" y="5715000"/>
            <a:ext cx="2219325" cy="1905000"/>
          </a:xfrm>
          <a:prstGeom prst="roundRect">
            <a:avLst>
              <a:gd name="adj" fmla="val 12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629900" y="5905500"/>
            <a:ext cx="1762125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364" dirty="0" spc="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</a:t>
            </a:r>
            <a:endParaRPr lang="en-US" sz="4364" dirty="0"/>
          </a:p>
        </p:txBody>
      </p:sp>
      <p:sp>
        <p:nvSpPr>
          <p:cNvPr id="19" name="Text 17"/>
          <p:cNvSpPr/>
          <p:nvPr/>
        </p:nvSpPr>
        <p:spPr>
          <a:xfrm>
            <a:off x="10629900" y="6667500"/>
            <a:ext cx="1762125" cy="80010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t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19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endParaRPr lang="en-US" sz="1950" dirty="0"/>
          </a:p>
        </p:txBody>
      </p:sp>
      <p:sp>
        <p:nvSpPr>
          <p:cNvPr id="20" name="Shape 18"/>
          <p:cNvSpPr/>
          <p:nvPr/>
        </p:nvSpPr>
        <p:spPr>
          <a:xfrm>
            <a:off x="12773025" y="5715000"/>
            <a:ext cx="2219325" cy="1905000"/>
          </a:xfrm>
          <a:prstGeom prst="roundRect">
            <a:avLst>
              <a:gd name="adj" fmla="val 12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3001625" y="5905500"/>
            <a:ext cx="1762125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364" dirty="0" spc="-4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6</a:t>
            </a:r>
            <a:endParaRPr lang="en-US" sz="4364" dirty="0"/>
          </a:p>
        </p:txBody>
      </p:sp>
      <p:sp>
        <p:nvSpPr>
          <p:cNvPr id="22" name="Text 20"/>
          <p:cNvSpPr/>
          <p:nvPr/>
        </p:nvSpPr>
        <p:spPr>
          <a:xfrm>
            <a:off x="13001625" y="6667500"/>
            <a:ext cx="1762125" cy="80010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t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Mở</a:t>
            </a:r>
            <a:r>
              <a:rPr lang="en-US" sz="195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rộng,</a:t>
            </a:r>
            <a:r>
              <a:rPr lang="en-US" sz="19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19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endParaRPr lang="en-US" sz="1950" dirty="0"/>
          </a:p>
        </p:txBody>
      </p:sp>
      <p:sp>
        <p:nvSpPr>
          <p:cNvPr id="23" name="Shape 21"/>
          <p:cNvSpPr/>
          <p:nvPr/>
        </p:nvSpPr>
        <p:spPr>
          <a:xfrm>
            <a:off x="15144750" y="5715000"/>
            <a:ext cx="2219325" cy="1905000"/>
          </a:xfrm>
          <a:prstGeom prst="roundRect">
            <a:avLst>
              <a:gd name="adj" fmla="val 12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5373350" y="5905500"/>
            <a:ext cx="1762125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364" dirty="0" spc="-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7</a:t>
            </a:r>
            <a:endParaRPr lang="en-US" sz="4364" dirty="0"/>
          </a:p>
        </p:txBody>
      </p:sp>
      <p:sp>
        <p:nvSpPr>
          <p:cNvPr id="25" name="Text 23"/>
          <p:cNvSpPr/>
          <p:nvPr/>
        </p:nvSpPr>
        <p:spPr>
          <a:xfrm>
            <a:off x="15373350" y="6667500"/>
            <a:ext cx="1762125" cy="80010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t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Độ</a:t>
            </a:r>
            <a:r>
              <a:rPr lang="en-US" sz="19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19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cậy</a:t>
            </a:r>
            <a:endParaRPr lang="en-US" sz="1950" dirty="0"/>
          </a:p>
        </p:txBody>
      </p:sp>
      <p:sp>
        <p:nvSpPr>
          <p:cNvPr id="26" name="Text 24"/>
          <p:cNvSpPr/>
          <p:nvPr/>
        </p:nvSpPr>
        <p:spPr>
          <a:xfrm>
            <a:off x="914400" y="8001000"/>
            <a:ext cx="164592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100" dirty="0" spc="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đồ,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kịch</a:t>
            </a:r>
            <a:r>
              <a:rPr lang="en-US" sz="21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bản: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 tự</a:t>
            </a:r>
            <a:r>
              <a:rPr lang="en-US" sz="21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1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2100" dirty="0"/>
          </a:p>
        </p:txBody>
      </p:sp>
      <p:sp>
        <p:nvSpPr>
          <p:cNvPr id="27" name="Text 25"/>
          <p:cNvSpPr/>
          <p:nvPr/>
        </p:nvSpPr>
        <p:spPr>
          <a:xfrm>
            <a:off x="914400" y="962025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ví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16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xuyên</a:t>
            </a: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suốt: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 vụ rút</a:t>
            </a: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gọn</a:t>
            </a:r>
            <a:r>
              <a:rPr lang="en-US" sz="165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5cc753ce-0fda-4209-8ce9-eedf3dc8d7a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VÌ</a:t>
            </a:r>
            <a:r>
              <a:rPr lang="en-US" sz="1800" b="1" spc="27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1800" b="1" spc="28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27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KHUNG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914400" y="1905000"/>
            <a:ext cx="152400" cy="40005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1905000"/>
            <a:ext cx="15944850" cy="4000500"/>
          </a:xfrm>
          <a:prstGeom prst="rect">
            <a:avLst/>
          </a:prstGeom>
          <a:noFill/>
          <a:ln/>
        </p:spPr>
        <p:txBody>
          <a:bodyPr wrap="square" lIns="0" tIns="59436" rIns="0" bIns="-59436" rtlCol="0" anchor="ctr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78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7800" dirty="0" spc="-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sót</a:t>
            </a:r>
            <a:r>
              <a:rPr lang="en-US" sz="7800" dirty="0" spc="2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78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quan</a:t>
            </a:r>
            <a:r>
              <a:rPr lang="en-US" sz="78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trọng,</a:t>
            </a:r>
            <a:r>
              <a:rPr lang="en-US" sz="78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luôn</a:t>
            </a:r>
            <a:r>
              <a:rPr lang="en-US" sz="7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biết</a:t>
            </a:r>
            <a:r>
              <a:rPr lang="en-US" sz="7800" dirty="0" spc="-1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mình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</a:t>
            </a:r>
            <a:r>
              <a:rPr lang="en-US" sz="78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đâu.</a:t>
            </a:r>
            <a:endParaRPr lang="en-US" sz="7800" dirty="0"/>
          </a:p>
        </p:txBody>
      </p:sp>
      <p:sp>
        <p:nvSpPr>
          <p:cNvPr id="5" name="Shape 3"/>
          <p:cNvSpPr/>
          <p:nvPr/>
        </p:nvSpPr>
        <p:spPr>
          <a:xfrm>
            <a:off x="914400" y="6858000"/>
            <a:ext cx="16459200" cy="1428750"/>
          </a:xfrm>
          <a:prstGeom prst="roundRect">
            <a:avLst>
              <a:gd name="adj" fmla="val 1866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33500" y="7048500"/>
            <a:ext cx="4000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b="1" spc="22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</a:t>
            </a:r>
            <a:r>
              <a:rPr lang="en-US" sz="195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1950" b="1" spc="22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XUYÊN</a:t>
            </a:r>
            <a:r>
              <a:rPr lang="en-US" sz="1950" b="1" spc="20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SUỐT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5334000" y="7048500"/>
            <a:ext cx="11620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33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33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33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rút</a:t>
            </a:r>
            <a:r>
              <a:rPr lang="en-US" sz="330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gọn</a:t>
            </a:r>
            <a:r>
              <a:rPr lang="en-US" sz="330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33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endParaRPr lang="en-US" sz="3300" dirty="0"/>
          </a:p>
        </p:txBody>
      </p:sp>
      <p:sp>
        <p:nvSpPr>
          <p:cNvPr id="8" name="Connector line-1792370180111-308826409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1" name="Shape 9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04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46c7aaea-04d0-4e82-9ade-2db155854e0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80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800" b="1" spc="25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9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80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1800" b="1" spc="28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RÕ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Làm</a:t>
            </a:r>
            <a:r>
              <a:rPr lang="en-US" sz="7200" dirty="0" spc="-2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gì,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72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bao</a:t>
            </a: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nhiêu</a:t>
            </a:r>
            <a:r>
              <a:rPr lang="en-US" sz="7200" dirty="0" spc="-5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người?</a:t>
            </a:r>
            <a:endParaRPr lang="en-US" sz="7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857500"/>
          <a:ext cx="13716000" cy="914400"/>
        </p:xfrm>
        <a:graphic>
          <a:graphicData uri="http://schemas.openxmlformats.org/drawingml/2006/table">
            <a:tbl>
              <a:tblPr/>
              <a:tblGrid>
                <a:gridCol w="3621024"/>
                <a:gridCol w="6419088"/>
                <a:gridCol w="6419088"/>
              </a:tblGrid>
              <a:tr h="762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400" b="1" dirty="0" spc="12" kern="0">
                          <a:solidFill>
                            <a:srgbClr val="FBF8F2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Bước</a:t>
                      </a:r>
                      <a:endParaRPr lang="en-US" sz="1200" dirty="0"/>
                    </a:p>
                  </a:txBody>
                  <a:tcPr marL="285750" marR="285750" marT="285750" marB="6477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F3FD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400" b="1" dirty="0" spc="-5" kern="0">
                          <a:solidFill>
                            <a:srgbClr val="FBF8F2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Nói</a:t>
                      </a:r>
                      <a:r>
                        <a:rPr lang="en-US" sz="2400" b="1" dirty="0" spc="-14" kern="0">
                          <a:solidFill>
                            <a:srgbClr val="FBF8F2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ra</a:t>
                      </a:r>
                      <a:r>
                        <a:rPr lang="en-US" sz="2400" b="1" dirty="0" spc="13" kern="0">
                          <a:solidFill>
                            <a:srgbClr val="FBF8F2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điều</a:t>
                      </a:r>
                      <a:r>
                        <a:rPr lang="en-US" sz="2400" b="1" dirty="0" spc="-1" kern="0">
                          <a:solidFill>
                            <a:srgbClr val="FBF8F2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gì</a:t>
                      </a:r>
                      <a:endParaRPr lang="en-US" sz="1200" dirty="0"/>
                    </a:p>
                  </a:txBody>
                  <a:tcPr marL="285750" marR="285750" marT="285750" marB="6477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F3FD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400" b="1" dirty="0" spc="-40" kern="0">
                          <a:solidFill>
                            <a:srgbClr val="FBF8F2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Với</a:t>
                      </a:r>
                      <a:r>
                        <a:rPr lang="en-US" sz="2400" b="1" dirty="0" spc="0" kern="0">
                          <a:solidFill>
                            <a:srgbClr val="FBF8F2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dịch</a:t>
                      </a:r>
                      <a:r>
                        <a:rPr lang="en-US" sz="2400" b="1" dirty="0" spc="2" kern="0">
                          <a:solidFill>
                            <a:srgbClr val="FBF8F2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vụ</a:t>
                      </a:r>
                      <a:r>
                        <a:rPr lang="en-US" sz="2400" b="1" dirty="0" spc="3" kern="0">
                          <a:solidFill>
                            <a:srgbClr val="FBF8F2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rút</a:t>
                      </a:r>
                      <a:r>
                        <a:rPr lang="en-US" sz="2400" b="1" dirty="0" spc="-9" kern="0">
                          <a:solidFill>
                            <a:srgbClr val="FBF8F2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gọn</a:t>
                      </a:r>
                      <a:endParaRPr lang="en-US" sz="1200" dirty="0"/>
                    </a:p>
                  </a:txBody>
                  <a:tcPr marL="285750" marR="285750" marT="285750" marB="6477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F3FD1"/>
                    </a:solidFill>
                  </a:tcPr>
                </a:tc>
              </a:tr>
              <a:tr h="18097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400" b="1" dirty="0" spc="-3" kern="0">
                          <a:solidFill>
                            <a:srgbClr val="1F3FD1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1</a:t>
                      </a:r>
                      <a:r>
                        <a:rPr lang="en-US" sz="2400" b="1" dirty="0" spc="-2" kern="0">
                          <a:solidFill>
                            <a:srgbClr val="1F3FD1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·</a:t>
                      </a:r>
                      <a:r>
                        <a:rPr lang="en-US" sz="2400" b="1" dirty="0" spc="-65" kern="0">
                          <a:solidFill>
                            <a:srgbClr val="1F3FD1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Yêu</a:t>
                      </a:r>
                      <a:r>
                        <a:rPr lang="en-US" sz="2400" b="1" dirty="0" spc="1" kern="0">
                          <a:solidFill>
                            <a:srgbClr val="1F3FD1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cầu</a:t>
                      </a:r>
                      <a:endParaRPr lang="en-US" sz="1200" dirty="0"/>
                    </a:p>
                  </a:txBody>
                  <a:tcPr marL="285750" marR="285750" marT="285750" marB="2857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400" dirty="0" spc="-5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Tách</a:t>
                      </a:r>
                      <a:r>
                        <a:rPr lang="en-US" sz="2400" dirty="0" spc="1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điều</a:t>
                      </a:r>
                      <a:r>
                        <a:rPr lang="en-US" sz="2400" dirty="0" spc="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làm</a:t>
                      </a:r>
                      <a:r>
                        <a:rPr lang="en-US" sz="2400" dirty="0" spc="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được</a:t>
                      </a: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khỏi</a:t>
                      </a:r>
                      <a:r>
                        <a:rPr lang="en-US" sz="2400" dirty="0" spc="1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mức</a:t>
                      </a:r>
                      <a:r>
                        <a:rPr lang="en-US" sz="2400" dirty="0" spc="-9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chất</a:t>
                      </a:r>
                      <a:r>
                        <a:rPr lang="en-US" sz="2400" dirty="0" spc="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lượng</a:t>
                      </a: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phải</a:t>
                      </a:r>
                      <a:r>
                        <a:rPr lang="en-US" sz="24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đạt</a:t>
                      </a:r>
                      <a:endParaRPr lang="en-US" sz="1200" dirty="0"/>
                    </a:p>
                  </a:txBody>
                  <a:tcPr marL="285750" marR="285750" marT="285750" marB="2857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Dán</a:t>
                      </a:r>
                      <a:r>
                        <a:rPr lang="en-US" sz="2400" dirty="0" spc="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đường</a:t>
                      </a:r>
                      <a:r>
                        <a:rPr lang="en-US" sz="24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dẫn dài,</a:t>
                      </a: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nhận</a:t>
                      </a:r>
                      <a:r>
                        <a:rPr lang="en-US" sz="2400" dirty="0" spc="-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ngắn;</a:t>
                      </a:r>
                      <a:r>
                        <a:rPr lang="en-US" sz="2400" dirty="0" spc="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mở</a:t>
                      </a: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nhanh, không hỏng</a:t>
                      </a:r>
                      <a:endParaRPr lang="en-US" sz="1200" dirty="0"/>
                    </a:p>
                  </a:txBody>
                  <a:tcPr marL="285750" marR="285750" marT="285750" marB="2857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8097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400" b="1" dirty="0" spc="6" kern="0">
                          <a:solidFill>
                            <a:srgbClr val="1F3FD1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2</a:t>
                      </a:r>
                      <a:r>
                        <a:rPr lang="en-US" sz="2400" b="1" dirty="0" spc="-2" kern="0">
                          <a:solidFill>
                            <a:srgbClr val="1F3FD1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· Quy</a:t>
                      </a:r>
                      <a:r>
                        <a:rPr lang="en-US" sz="2400" b="1" dirty="0" spc="-3" kern="0">
                          <a:solidFill>
                            <a:srgbClr val="1F3FD1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mô</a:t>
                      </a:r>
                      <a:endParaRPr lang="en-US" sz="1200" dirty="0"/>
                    </a:p>
                  </a:txBody>
                  <a:tcPr marL="285750" marR="285750" marT="285750" marB="2857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400" dirty="0" spc="-1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Đặt</a:t>
                      </a:r>
                      <a:r>
                        <a:rPr lang="en-US" sz="24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giả</a:t>
                      </a:r>
                      <a:r>
                        <a:rPr lang="en-US" sz="2400" dirty="0" spc="2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định</a:t>
                      </a:r>
                      <a:r>
                        <a:rPr lang="en-US" sz="2400" dirty="0" spc="-2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rõ,</a:t>
                      </a:r>
                      <a:r>
                        <a:rPr lang="en-US" sz="240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suy</a:t>
                      </a:r>
                      <a:r>
                        <a:rPr lang="en-US" sz="2400" dirty="0" spc="-3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ra</a:t>
                      </a:r>
                      <a:r>
                        <a:rPr lang="en-US" sz="2400" dirty="0" spc="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dữ</a:t>
                      </a: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liệu,</a:t>
                      </a:r>
                      <a:r>
                        <a:rPr lang="en-US" sz="2400" dirty="0" spc="1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lưu</a:t>
                      </a:r>
                      <a:r>
                        <a:rPr lang="en-US" sz="2400" dirty="0" spc="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lượng</a:t>
                      </a:r>
                      <a:endParaRPr lang="en-US" sz="1200" dirty="0"/>
                    </a:p>
                  </a:txBody>
                  <a:tcPr marL="285750" marR="285750" marT="285750" marB="2857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400" dirty="0" spc="9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Đường</a:t>
                      </a:r>
                      <a:r>
                        <a:rPr lang="en-US" sz="24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dẫn</a:t>
                      </a:r>
                      <a:r>
                        <a:rPr lang="en-US" sz="2400" dirty="0" spc="-9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tạo</a:t>
                      </a: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mỗi</a:t>
                      </a:r>
                      <a:r>
                        <a:rPr lang="en-US" sz="2400" dirty="0" spc="-1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ngày;</a:t>
                      </a:r>
                      <a:r>
                        <a:rPr lang="en-US" sz="2400" dirty="0" spc="-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tỷ</a:t>
                      </a:r>
                      <a:r>
                        <a:rPr lang="en-US" sz="24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lệ</a:t>
                      </a:r>
                      <a:r>
                        <a:rPr lang="en-US" sz="2400" dirty="0" spc="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mở</a:t>
                      </a:r>
                      <a:r>
                        <a:rPr lang="en-US" sz="2400" dirty="0" spc="-1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trên</a:t>
                      </a:r>
                      <a:r>
                        <a:rPr lang="en-US" sz="2400" dirty="0" spc="-9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tạo</a:t>
                      </a:r>
                      <a:endParaRPr lang="en-US" sz="1200" dirty="0"/>
                    </a:p>
                  </a:txBody>
                  <a:tcPr marL="285750" marR="285750" marT="285750" marB="2857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14400" y="7620000"/>
            <a:ext cx="16459200" cy="857250"/>
          </a:xfrm>
          <a:prstGeom prst="roundRect">
            <a:avLst>
              <a:gd name="adj" fmla="val 50000"/>
            </a:avLst>
          </a:prstGeom>
          <a:solidFill>
            <a:srgbClr val="DDE3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 số</a:t>
            </a:r>
            <a:r>
              <a:rPr lang="en-US" sz="2550" b="1" dirty="0" spc="-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b="1" dirty="0" spc="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550" b="1" dirty="0" spc="-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2550" b="1" dirty="0" spc="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550" b="1" dirty="0" spc="-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550" b="1" dirty="0" spc="7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endParaRPr lang="en-US" sz="2550" dirty="0"/>
          </a:p>
        </p:txBody>
      </p:sp>
      <p:sp>
        <p:nvSpPr>
          <p:cNvPr id="6" name="Connector line-1792370193248-610739398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7" name="Shape 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0" name="Shape 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04 ·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650" dirty="0"/>
          </a:p>
        </p:txBody>
      </p:sp>
      <p:sp>
        <p:nvSpPr>
          <p:cNvPr id="18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902f9bdd-9019-4d25-8163-4f7d7017026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80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800" b="1" spc="25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9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80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8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PHÁC</a:t>
            </a:r>
            <a:r>
              <a:rPr lang="en-US" sz="1800" b="1" spc="28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THẢO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16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Vài</a:t>
            </a:r>
            <a:r>
              <a:rPr lang="en-US" sz="72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khối,</a:t>
            </a:r>
            <a:r>
              <a:rPr lang="en-US" sz="7200" dirty="0" spc="-2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rồi</a:t>
            </a:r>
            <a:r>
              <a:rPr lang="en-US" sz="7200" dirty="0" spc="-6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tới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72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8001000" cy="5715000"/>
          </a:xfrm>
          <a:prstGeom prst="roundRect">
            <a:avLst>
              <a:gd name="adj" fmla="val 4667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143250"/>
            <a:ext cx="723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4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r>
              <a:rPr lang="en-US" sz="3900" dirty="0" spc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· Thiết</a:t>
            </a:r>
            <a:r>
              <a:rPr lang="en-US" sz="3900" dirty="0" spc="-3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</a:t>
            </a:r>
            <a:r>
              <a:rPr lang="en-US" sz="3900" dirty="0" spc="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cấp</a:t>
            </a:r>
            <a:r>
              <a:rPr lang="en-US" sz="3900" dirty="0" spc="4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cao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1333500" y="4286250"/>
            <a:ext cx="1905000" cy="1047750"/>
          </a:xfrm>
          <a:prstGeom prst="roundRect">
            <a:avLst>
              <a:gd name="adj" fmla="val 18182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endParaRPr lang="en-US" sz="2100" dirty="0"/>
          </a:p>
        </p:txBody>
      </p:sp>
      <p:sp>
        <p:nvSpPr>
          <p:cNvPr id="7" name="Connector line-1792370211475-657049195"/>
          <p:cNvSpPr/>
          <p:nvPr/>
        </p:nvSpPr>
        <p:spPr>
          <a:xfrm>
            <a:off x="3333750" y="4667250"/>
            <a:ext cx="666750" cy="0"/>
          </a:xfrm>
          <a:prstGeom prst="line">
            <a:avLst/>
          </a:prstGeom>
          <a:noFill/>
          <a:ln w="38100">
            <a:solidFill>
              <a:srgbClr val="FFB454"/>
            </a:solidFill>
            <a:prstDash val="solid"/>
            <a:headEnd type="none"/>
            <a:tailEnd type="triangle" w="lg" len="lg"/>
          </a:ln>
        </p:spPr>
      </p:sp>
      <p:sp>
        <p:nvSpPr>
          <p:cNvPr id="8" name="Text 6"/>
          <p:cNvSpPr/>
          <p:nvPr/>
        </p:nvSpPr>
        <p:spPr>
          <a:xfrm>
            <a:off x="4095750" y="4286250"/>
            <a:ext cx="2095500" cy="1047750"/>
          </a:xfrm>
          <a:prstGeom prst="roundRect">
            <a:avLst>
              <a:gd name="adj" fmla="val 18182"/>
            </a:avLst>
          </a:prstGeom>
          <a:solidFill>
            <a:srgbClr val="14161C"/>
          </a:solidFill>
          <a:ln w="19050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vài</a:t>
            </a:r>
            <a:r>
              <a:rPr lang="en-US" sz="2100" b="1" dirty="0" spc="-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khối</a:t>
            </a:r>
            <a:endParaRPr lang="en-US" sz="2100" dirty="0"/>
          </a:p>
        </p:txBody>
      </p:sp>
      <p:sp>
        <p:nvSpPr>
          <p:cNvPr id="9" name="Connector line-1792370211477-141599028"/>
          <p:cNvSpPr/>
          <p:nvPr/>
        </p:nvSpPr>
        <p:spPr>
          <a:xfrm>
            <a:off x="6286500" y="4667250"/>
            <a:ext cx="666750" cy="0"/>
          </a:xfrm>
          <a:prstGeom prst="line">
            <a:avLst/>
          </a:prstGeom>
          <a:noFill/>
          <a:ln w="38100">
            <a:solidFill>
              <a:srgbClr val="FFB454"/>
            </a:solidFill>
            <a:prstDash val="solid"/>
            <a:headEnd type="none"/>
            <a:tailEnd type="triangle" w="lg" len="lg"/>
          </a:ln>
        </p:spPr>
      </p:sp>
      <p:sp>
        <p:nvSpPr>
          <p:cNvPr id="10" name="Text 8"/>
          <p:cNvSpPr/>
          <p:nvPr/>
        </p:nvSpPr>
        <p:spPr>
          <a:xfrm>
            <a:off x="7048500" y="4286250"/>
            <a:ext cx="1524000" cy="1047750"/>
          </a:xfrm>
          <a:prstGeom prst="roundRect">
            <a:avLst>
              <a:gd name="adj" fmla="val 18182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2286000" y="5334000"/>
            <a:ext cx="5524500" cy="762000"/>
          </a:xfrm>
          <a:custGeom>
            <a:avLst/>
            <a:gdLst/>
            <a:ahLst/>
            <a:cxnLst/>
            <a:rect l="l" t="t" r="r" b="b"/>
            <a:pathLst>
              <a:path w="5524500" h="762000">
                <a:moveTo>
                  <a:pt x="5524500" y="0"/>
                </a:moveTo>
                <a:cubicBezTo>
                  <a:pt x="5524500" y="762000"/>
                  <a:pt x="0" y="762000"/>
                  <a:pt x="0" y="95250"/>
                </a:cubicBezTo>
              </a:path>
            </a:pathLst>
          </a:custGeom>
          <a:ln w="28575">
            <a:solidFill>
              <a:srgbClr val="9AA0B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333500" y="619125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-2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rồi</a:t>
            </a:r>
            <a:r>
              <a:rPr lang="en-US" sz="19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quay</a:t>
            </a:r>
            <a:r>
              <a:rPr lang="en-US" sz="195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1333500" y="6953250"/>
            <a:ext cx="7239000" cy="1333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Đủ</a:t>
            </a:r>
            <a:r>
              <a:rPr lang="en-US" sz="2550" dirty="0" spc="-3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kể</a:t>
            </a:r>
            <a:r>
              <a:rPr lang="en-US" sz="25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5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550" dirty="0" spc="3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55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về,</a:t>
            </a:r>
            <a:r>
              <a:rPr lang="en-US" sz="255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tiết.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9372600" y="2857500"/>
            <a:ext cx="8001000" cy="5715000"/>
          </a:xfrm>
          <a:prstGeom prst="roundRect">
            <a:avLst>
              <a:gd name="adj" fmla="val 4667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791700" y="3143250"/>
            <a:ext cx="723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5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r>
              <a:rPr lang="en-US" sz="3900" dirty="0" spc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·</a:t>
            </a:r>
            <a:r>
              <a:rPr lang="en-US" sz="3900" dirty="0" spc="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3900" dirty="0" spc="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endParaRPr lang="en-US" sz="3900" dirty="0"/>
          </a:p>
        </p:txBody>
      </p:sp>
      <p:sp>
        <p:nvSpPr>
          <p:cNvPr id="16" name="Text 14"/>
          <p:cNvSpPr/>
          <p:nvPr/>
        </p:nvSpPr>
        <p:spPr>
          <a:xfrm>
            <a:off x="9791700" y="409575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THỰC</a:t>
            </a:r>
            <a:r>
              <a:rPr lang="en-US" sz="195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9791700" y="4572000"/>
            <a:ext cx="7162800" cy="9525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 w="19050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đường dẫn ngắn → đường dẫn dài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9791700" y="581025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TRUY</a:t>
            </a:r>
            <a:r>
              <a:rPr lang="en-US" sz="1950" b="1" spc="18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r>
              <a:rPr lang="en-US" sz="195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endParaRPr lang="en-US" sz="1950" dirty="0"/>
          </a:p>
        </p:txBody>
      </p:sp>
      <p:sp>
        <p:nvSpPr>
          <p:cNvPr id="19" name="Text 17"/>
          <p:cNvSpPr/>
          <p:nvPr/>
        </p:nvSpPr>
        <p:spPr>
          <a:xfrm>
            <a:off x="9791700" y="6286500"/>
            <a:ext cx="7162800" cy="9525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 w="19050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</a:t>
            </a:r>
            <a:r>
              <a:rPr lang="en-US" sz="24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4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24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9791700" y="7524750"/>
            <a:ext cx="7239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9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2550" b="1" dirty="0" spc="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2550" b="1" dirty="0" spc="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550" b="1" dirty="0" spc="-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550" b="1" dirty="0" spc="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nơi</a:t>
            </a:r>
            <a:r>
              <a:rPr lang="en-US" sz="2550" b="1" dirty="0" spc="27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lưu.</a:t>
            </a:r>
            <a:endParaRPr lang="en-US" sz="2550" dirty="0"/>
          </a:p>
        </p:txBody>
      </p:sp>
      <p:sp>
        <p:nvSpPr>
          <p:cNvPr id="21" name="Connector line-1792370211516-352781283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2E3240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6" name="Shape 24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04 · 04/10</a:t>
            </a:r>
            <a:endParaRPr lang="en-US" sz="165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edd4349c-0149-45d8-9a94-77a8b30eb55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 5</a:t>
            </a:r>
            <a:r>
              <a:rPr lang="en-US" sz="1800" b="1" spc="25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9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</a:t>
            </a:r>
            <a:r>
              <a:rPr lang="en-US" sz="180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6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ĐÀO</a:t>
            </a:r>
            <a:r>
              <a:rPr lang="en-US" sz="1800" b="1" spc="28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Giao</a:t>
            </a: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diện,</a:t>
            </a:r>
            <a:r>
              <a:rPr lang="en-US" sz="7200" dirty="0" spc="-2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rồi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chỗ</a:t>
            </a:r>
            <a:r>
              <a:rPr lang="en-US" sz="7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nghẽn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6096000" cy="5715000"/>
          </a:xfrm>
          <a:prstGeom prst="roundRect">
            <a:avLst>
              <a:gd name="adj" fmla="val 4667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143250"/>
            <a:ext cx="5334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4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</a:t>
            </a:r>
            <a:r>
              <a:rPr lang="en-US" sz="3900" dirty="0" spc="0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·</a:t>
            </a:r>
            <a:r>
              <a:rPr lang="en-US" sz="3900" dirty="0" spc="3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Giao</a:t>
            </a:r>
            <a:r>
              <a:rPr lang="en-US" sz="3900" dirty="0" spc="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diện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1295400" y="4095750"/>
            <a:ext cx="2476500" cy="9525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1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“tạo”</a:t>
            </a:r>
            <a:endParaRPr lang="en-US" sz="2850" dirty="0"/>
          </a:p>
        </p:txBody>
      </p:sp>
      <p:sp>
        <p:nvSpPr>
          <p:cNvPr id="7" name="Text 5"/>
          <p:cNvSpPr/>
          <p:nvPr/>
        </p:nvSpPr>
        <p:spPr>
          <a:xfrm>
            <a:off x="4000500" y="4095750"/>
            <a:ext cx="2476500" cy="9525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3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“mở”</a:t>
            </a:r>
            <a:endParaRPr lang="en-US" sz="2850" dirty="0"/>
          </a:p>
        </p:txBody>
      </p:sp>
      <p:sp>
        <p:nvSpPr>
          <p:cNvPr id="8" name="Text richtext-1792370228025-654843807"/>
          <p:cNvSpPr/>
          <p:nvPr/>
        </p:nvSpPr>
        <p:spPr>
          <a:xfrm>
            <a:off x="1295400" y="5429250"/>
            <a:ext cx="5334000" cy="2857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550" dirty="0" spc="-7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Trao</a:t>
            </a:r>
            <a:r>
              <a:rPr lang="en-US" sz="25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 thành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phần?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Dạng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cặp?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7524750" y="2952750"/>
            <a:ext cx="98488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-4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6</a:t>
            </a:r>
            <a:r>
              <a:rPr lang="en-US" sz="3900" dirty="0" spc="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· Mở</a:t>
            </a:r>
            <a:r>
              <a:rPr lang="en-US" sz="3900" dirty="0" spc="-7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rộng</a:t>
            </a:r>
            <a:r>
              <a:rPr lang="en-US" sz="3900" dirty="0" spc="-38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3900" dirty="0" spc="3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hiệu</a:t>
            </a:r>
            <a:r>
              <a:rPr lang="en-US" sz="3900" dirty="0" spc="5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năng</a:t>
            </a:r>
            <a:endParaRPr lang="en-US" sz="3900" dirty="0"/>
          </a:p>
        </p:txBody>
      </p:sp>
      <p:sp>
        <p:nvSpPr>
          <p:cNvPr id="10" name="Text 8"/>
          <p:cNvSpPr/>
          <p:nvPr/>
        </p:nvSpPr>
        <p:spPr>
          <a:xfrm>
            <a:off x="7524750" y="3905250"/>
            <a:ext cx="9848850" cy="1238250"/>
          </a:xfrm>
          <a:prstGeom prst="roundRect">
            <a:avLst>
              <a:gd name="adj" fmla="val 18462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2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Khi</a:t>
            </a:r>
            <a:r>
              <a:rPr lang="en-US" sz="2850" b="1" dirty="0" spc="-1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r>
              <a:rPr lang="en-US" sz="2850" b="1" dirty="0" spc="-3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tăng, chỗ</a:t>
            </a:r>
            <a:r>
              <a:rPr lang="en-US" sz="2850" b="1" dirty="0" spc="3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850" b="1" dirty="0" spc="-7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nghẽn</a:t>
            </a:r>
            <a:r>
              <a:rPr lang="en-US" sz="2850" b="1" dirty="0" spc="9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trước?</a:t>
            </a:r>
            <a:endParaRPr lang="en-US" sz="2850" dirty="0"/>
          </a:p>
        </p:txBody>
      </p:sp>
      <p:sp>
        <p:nvSpPr>
          <p:cNvPr id="11" name="Connector line-1792370228052-158694346"/>
          <p:cNvSpPr/>
          <p:nvPr/>
        </p:nvSpPr>
        <p:spPr>
          <a:xfrm>
            <a:off x="12449175" y="5191125"/>
            <a:ext cx="0" cy="428625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7524750" y="5667375"/>
            <a:ext cx="9848850" cy="1143000"/>
          </a:xfrm>
          <a:prstGeom prst="roundRect">
            <a:avLst>
              <a:gd name="adj" fmla="val 20000"/>
            </a:avLst>
          </a:prstGeom>
          <a:solidFill>
            <a:srgbClr val="CFE8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Nêu</a:t>
            </a:r>
            <a:r>
              <a:rPr lang="en-US" sz="2700" b="1" dirty="0" spc="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700" b="1" dirty="0" spc="-9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gỡ</a:t>
            </a:r>
            <a:r>
              <a:rPr lang="en-US" sz="2700" b="1" dirty="0" spc="-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700" b="1" dirty="0" spc="2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700" b="1" dirty="0" spc="-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endParaRPr lang="en-US" sz="2700" dirty="0"/>
          </a:p>
        </p:txBody>
      </p:sp>
      <p:sp>
        <p:nvSpPr>
          <p:cNvPr id="13" name="Connector line-1792370228055-289666249"/>
          <p:cNvSpPr/>
          <p:nvPr/>
        </p:nvSpPr>
        <p:spPr>
          <a:xfrm>
            <a:off x="12449175" y="6858000"/>
            <a:ext cx="0" cy="428625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7524750" y="7334250"/>
            <a:ext cx="9848850" cy="1143000"/>
          </a:xfrm>
          <a:prstGeom prst="roundRect">
            <a:avLst>
              <a:gd name="adj" fmla="val 20000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4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Kèm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cái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70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endParaRPr lang="en-US" sz="2700" dirty="0"/>
          </a:p>
        </p:txBody>
      </p:sp>
      <p:sp>
        <p:nvSpPr>
          <p:cNvPr id="15" name="Connector line-1792370228057-271242864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1" name="Shape 1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04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86642811-b4e2-44a8-a522-ae0d2f29ad5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1800" b="1" spc="23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CẬY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“Nếu</a:t>
            </a: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nó</a:t>
            </a: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hỏng</a:t>
            </a:r>
            <a:r>
              <a:rPr lang="en-US" sz="7200" dirty="0" spc="-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thì sao?”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4000500"/>
            <a:ext cx="3200400" cy="1428750"/>
          </a:xfrm>
          <a:prstGeom prst="roundRect">
            <a:avLst>
              <a:gd name="adj" fmla="val 16000"/>
            </a:avLst>
          </a:prstGeom>
          <a:solidFill>
            <a:srgbClr val="F3EEE3"/>
          </a:solidFill>
          <a:ln w="28575">
            <a:solidFill>
              <a:srgbClr val="F3EEE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endParaRPr lang="en-US" sz="2700" dirty="0"/>
          </a:p>
        </p:txBody>
      </p:sp>
      <p:sp>
        <p:nvSpPr>
          <p:cNvPr id="5" name="Connector line-1792370247675-807354233"/>
          <p:cNvSpPr/>
          <p:nvPr/>
        </p:nvSpPr>
        <p:spPr>
          <a:xfrm>
            <a:off x="4210050" y="4714875"/>
            <a:ext cx="990600" cy="0"/>
          </a:xfrm>
          <a:prstGeom prst="line">
            <a:avLst/>
          </a:prstGeom>
          <a:noFill/>
          <a:ln w="38100">
            <a:solidFill>
              <a:srgbClr val="9AA0B5"/>
            </a:solidFill>
            <a:prstDash val="solid"/>
            <a:headEnd type="none"/>
            <a:tailEnd type="triangle" w="lg" len="lg"/>
          </a:ln>
        </p:spPr>
      </p:sp>
      <p:sp>
        <p:nvSpPr>
          <p:cNvPr id="6" name="Text 4"/>
          <p:cNvSpPr/>
          <p:nvPr/>
        </p:nvSpPr>
        <p:spPr>
          <a:xfrm>
            <a:off x="5334000" y="4000500"/>
            <a:ext cx="32004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khối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8020050" y="3676650"/>
            <a:ext cx="647700" cy="6477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8" name="Text 6"/>
          <p:cNvSpPr/>
          <p:nvPr/>
        </p:nvSpPr>
        <p:spPr>
          <a:xfrm>
            <a:off x="8020050" y="36766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?</a:t>
            </a:r>
            <a:endParaRPr lang="en-US" sz="3300" dirty="0"/>
          </a:p>
        </p:txBody>
      </p:sp>
      <p:sp>
        <p:nvSpPr>
          <p:cNvPr id="9" name="Connector line-1792370247680-746023841"/>
          <p:cNvSpPr/>
          <p:nvPr/>
        </p:nvSpPr>
        <p:spPr>
          <a:xfrm>
            <a:off x="8629650" y="4714875"/>
            <a:ext cx="990600" cy="0"/>
          </a:xfrm>
          <a:prstGeom prst="line">
            <a:avLst/>
          </a:prstGeom>
          <a:noFill/>
          <a:ln w="38100">
            <a:solidFill>
              <a:srgbClr val="9AA0B5"/>
            </a:solidFill>
            <a:prstDash val="solid"/>
            <a:headEnd type="none"/>
            <a:tailEnd type="triangle" w="lg" len="lg"/>
          </a:ln>
        </p:spPr>
      </p:sp>
      <p:sp>
        <p:nvSpPr>
          <p:cNvPr id="10" name="Text 8"/>
          <p:cNvSpPr/>
          <p:nvPr/>
        </p:nvSpPr>
        <p:spPr>
          <a:xfrm>
            <a:off x="9753600" y="4000500"/>
            <a:ext cx="32004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khối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12439650" y="3676650"/>
            <a:ext cx="647700" cy="6477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2" name="Text 10"/>
          <p:cNvSpPr/>
          <p:nvPr/>
        </p:nvSpPr>
        <p:spPr>
          <a:xfrm>
            <a:off x="12439650" y="36766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?</a:t>
            </a:r>
            <a:endParaRPr lang="en-US" sz="3300" dirty="0"/>
          </a:p>
        </p:txBody>
      </p:sp>
      <p:sp>
        <p:nvSpPr>
          <p:cNvPr id="13" name="Connector line-1792370247684-715284439"/>
          <p:cNvSpPr/>
          <p:nvPr/>
        </p:nvSpPr>
        <p:spPr>
          <a:xfrm>
            <a:off x="13049250" y="4714875"/>
            <a:ext cx="990600" cy="0"/>
          </a:xfrm>
          <a:prstGeom prst="line">
            <a:avLst/>
          </a:prstGeom>
          <a:noFill/>
          <a:ln w="38100">
            <a:solidFill>
              <a:srgbClr val="9AA0B5"/>
            </a:solidFill>
            <a:prstDash val="solid"/>
            <a:headEnd type="none"/>
            <a:tailEnd type="triangle" w="lg" len="lg"/>
          </a:ln>
        </p:spPr>
      </p:sp>
      <p:sp>
        <p:nvSpPr>
          <p:cNvPr id="14" name="Text 12"/>
          <p:cNvSpPr/>
          <p:nvPr/>
        </p:nvSpPr>
        <p:spPr>
          <a:xfrm>
            <a:off x="14173200" y="4000500"/>
            <a:ext cx="32004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700" dirty="0"/>
          </a:p>
        </p:txBody>
      </p:sp>
      <p:sp>
        <p:nvSpPr>
          <p:cNvPr id="15" name="Shape 13"/>
          <p:cNvSpPr/>
          <p:nvPr/>
        </p:nvSpPr>
        <p:spPr>
          <a:xfrm>
            <a:off x="16859250" y="3676650"/>
            <a:ext cx="647700" cy="6477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6" name="Text 14"/>
          <p:cNvSpPr/>
          <p:nvPr/>
        </p:nvSpPr>
        <p:spPr>
          <a:xfrm>
            <a:off x="16859250" y="36766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?</a:t>
            </a:r>
            <a:endParaRPr lang="en-US" sz="3300" dirty="0"/>
          </a:p>
        </p:txBody>
      </p:sp>
      <p:sp>
        <p:nvSpPr>
          <p:cNvPr id="17" name="Text 15"/>
          <p:cNvSpPr/>
          <p:nvPr/>
        </p:nvSpPr>
        <p:spPr>
          <a:xfrm>
            <a:off x="914400" y="590550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7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700" dirty="0" spc="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khối</a:t>
            </a:r>
            <a:r>
              <a:rPr lang="en-US" sz="270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27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270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đó.</a:t>
            </a:r>
            <a:endParaRPr lang="en-US" sz="2700" dirty="0"/>
          </a:p>
        </p:txBody>
      </p:sp>
      <p:sp>
        <p:nvSpPr>
          <p:cNvPr id="18" name="Shape 16"/>
          <p:cNvSpPr/>
          <p:nvPr/>
        </p:nvSpPr>
        <p:spPr>
          <a:xfrm>
            <a:off x="914400" y="7048500"/>
            <a:ext cx="16459200" cy="1333500"/>
          </a:xfrm>
          <a:prstGeom prst="roundRect">
            <a:avLst>
              <a:gd name="adj" fmla="val 20000"/>
            </a:avLst>
          </a:prstGeom>
          <a:solidFill>
            <a:srgbClr val="FF6A4D"/>
          </a:solidFill>
          <a:ln/>
        </p:spPr>
      </p:sp>
      <p:sp>
        <p:nvSpPr>
          <p:cNvPr id="19" name="Text 17"/>
          <p:cNvSpPr/>
          <p:nvPr/>
        </p:nvSpPr>
        <p:spPr>
          <a:xfrm>
            <a:off x="1428750" y="7143750"/>
            <a:ext cx="15430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Chỗ</a:t>
            </a:r>
            <a:r>
              <a:rPr lang="en-US" sz="30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30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30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30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3000" b="1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ngừng</a:t>
            </a:r>
            <a:r>
              <a:rPr lang="en-US" sz="30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30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</a:t>
            </a:r>
            <a:r>
              <a:rPr lang="en-US" sz="30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phòng.</a:t>
            </a:r>
            <a:endParaRPr lang="en-US" sz="3000" dirty="0"/>
          </a:p>
        </p:txBody>
      </p:sp>
      <p:sp>
        <p:nvSpPr>
          <p:cNvPr id="20" name="Connector line-1792370247694-166772852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2E3240"/>
            </a:solidFill>
            <a:prstDash val="solid"/>
            <a:headEnd type="none"/>
            <a:tailEnd type="none"/>
          </a:ln>
        </p:spPr>
      </p:sp>
      <p:sp>
        <p:nvSpPr>
          <p:cNvPr id="21" name="Shape 1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7" name="Shape 25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04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32" name="Shape 3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3" name="Moda image moda-export-watermark-b61cd7d6-ce82-4b8e-b007-b3da9640646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8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Bản</a:t>
            </a:r>
            <a:r>
              <a:rPr lang="en-US" sz="72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đồ,</a:t>
            </a: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kịch</a:t>
            </a:r>
            <a:r>
              <a:rPr lang="en-US" sz="72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238500"/>
            <a:ext cx="8001000" cy="3619500"/>
          </a:xfrm>
          <a:prstGeom prst="roundRect">
            <a:avLst>
              <a:gd name="adj" fmla="val 736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571875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195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PHỎNG</a:t>
            </a:r>
            <a:r>
              <a:rPr lang="en-US" sz="1950" b="1" spc="18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endParaRPr lang="en-US" sz="1950" dirty="0"/>
          </a:p>
        </p:txBody>
      </p:sp>
      <p:sp>
        <p:nvSpPr>
          <p:cNvPr id="6" name="Text richtext-1792370261343-966102469"/>
          <p:cNvSpPr/>
          <p:nvPr/>
        </p:nvSpPr>
        <p:spPr>
          <a:xfrm>
            <a:off x="1333500" y="4191000"/>
            <a:ext cx="7239000" cy="24765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marL="361950" indent="-258592">
              <a:lnSpc>
                <a:spcPts val="3990"/>
              </a:lnSpc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 muốn</a:t>
            </a:r>
            <a:r>
              <a:rPr lang="en-US" sz="285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đào</a:t>
            </a:r>
            <a:r>
              <a:rPr lang="en-US" sz="28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endParaRPr lang="en-US" sz="2850" dirty="0"/>
          </a:p>
          <a:p>
            <a:pPr algn="l" marL="361950" indent="-258592">
              <a:lnSpc>
                <a:spcPts val="3990"/>
              </a:lnSpc>
              <a:buSzPct val="100000"/>
              <a:buFont typeface="Arial"/>
              <a:buChar char="•"/>
            </a:pP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Hoặc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nhảy</a:t>
            </a:r>
            <a:r>
              <a:rPr lang="en-US" sz="28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sang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8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9372600" y="3238500"/>
            <a:ext cx="8001000" cy="3619500"/>
          </a:xfrm>
          <a:prstGeom prst="roundRect">
            <a:avLst>
              <a:gd name="adj" fmla="val 7368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91700" y="3571875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</a:t>
            </a:r>
            <a:r>
              <a:rPr lang="en-US" sz="1950" b="1" spc="23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950" b="1" spc="2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950" b="1" spc="22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1950" b="1" spc="22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950" dirty="0"/>
          </a:p>
        </p:txBody>
      </p:sp>
      <p:sp>
        <p:nvSpPr>
          <p:cNvPr id="9" name="Text richtext-1792370261363-296629639"/>
          <p:cNvSpPr/>
          <p:nvPr/>
        </p:nvSpPr>
        <p:spPr>
          <a:xfrm>
            <a:off x="9791700" y="4191000"/>
            <a:ext cx="7239000" cy="24765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marL="361950" indent="-258592">
              <a:lnSpc>
                <a:spcPts val="3990"/>
              </a:lnSpc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850" dirty="0" spc="-5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r>
              <a:rPr lang="en-US" sz="2850" dirty="0" spc="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2850" dirty="0" spc="-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endParaRPr lang="en-US" sz="2850" dirty="0"/>
          </a:p>
          <a:p>
            <a:pPr algn="l" marL="361950" indent="-258592">
              <a:lnSpc>
                <a:spcPts val="3990"/>
              </a:lnSpc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Nói</a:t>
            </a:r>
            <a:r>
              <a:rPr lang="en-US" sz="28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chúng</a:t>
            </a:r>
            <a:r>
              <a:rPr lang="en-US" sz="285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endParaRPr lang="en-US" sz="2850" dirty="0"/>
          </a:p>
          <a:p>
            <a:pPr algn="l" marL="361950" indent="-258592">
              <a:lnSpc>
                <a:spcPts val="3990"/>
              </a:lnSpc>
              <a:buSzPct val="100000"/>
              <a:buFont typeface="Arial"/>
              <a:buChar char="•"/>
            </a:pP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Sẵn</a:t>
            </a:r>
            <a:r>
              <a:rPr lang="en-US" sz="28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sàng</a:t>
            </a:r>
            <a:r>
              <a:rPr lang="en-US" sz="28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 bị</a:t>
            </a:r>
            <a:r>
              <a:rPr lang="en-US" sz="28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endParaRPr lang="en-US" sz="2850" dirty="0"/>
          </a:p>
        </p:txBody>
      </p:sp>
      <p:sp>
        <p:nvSpPr>
          <p:cNvPr id="10" name="Connector line-1792370261371-449788149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8" name="Shape 16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04 ·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b6939591-9b9c-428a-975b-6982dd8ce08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t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5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Chưa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biết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quy</a:t>
            </a:r>
            <a:r>
              <a:rPr lang="en-US" sz="69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mô: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bỏ</a:t>
            </a:r>
            <a:r>
              <a:rPr lang="en-US" sz="690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sót</a:t>
            </a:r>
            <a:r>
              <a:rPr lang="en-US" sz="6900" dirty="0" spc="-9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bước</a:t>
            </a:r>
            <a:r>
              <a:rPr lang="en-US" sz="6900" dirty="0" spc="-3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nào?</a:t>
            </a:r>
            <a:endParaRPr lang="en-US" sz="6900" dirty="0"/>
          </a:p>
        </p:txBody>
      </p:sp>
      <p:sp>
        <p:nvSpPr>
          <p:cNvPr id="4" name="Connector line-1792370281594-239781472"/>
          <p:cNvSpPr/>
          <p:nvPr/>
        </p:nvSpPr>
        <p:spPr>
          <a:xfrm>
            <a:off x="2000250" y="4191000"/>
            <a:ext cx="14287500" cy="0"/>
          </a:xfrm>
          <a:prstGeom prst="line">
            <a:avLst/>
          </a:prstGeom>
          <a:noFill/>
          <a:ln w="57150">
            <a:solidFill>
              <a:srgbClr val="2E3240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1524000" y="3714750"/>
            <a:ext cx="952500" cy="952500"/>
          </a:xfrm>
          <a:prstGeom prst="ellipse">
            <a:avLst/>
          </a:prstGeom>
          <a:solidFill>
            <a:srgbClr val="7C93FF"/>
          </a:solidFill>
          <a:ln w="38100">
            <a:solidFill>
              <a:srgbClr val="7C93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524000" y="3762375"/>
            <a:ext cx="952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857250" y="4857750"/>
            <a:ext cx="2286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77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Yêu</a:t>
            </a:r>
            <a:r>
              <a:rPr lang="en-US" sz="210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3905250" y="3714750"/>
            <a:ext cx="952500" cy="952500"/>
          </a:xfrm>
          <a:prstGeom prst="ellipse">
            <a:avLst/>
          </a:prstGeom>
          <a:solidFill>
            <a:srgbClr val="7C93FF"/>
          </a:solidFill>
          <a:ln w="38100">
            <a:solidFill>
              <a:srgbClr val="7C93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905250" y="3762375"/>
            <a:ext cx="952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3238500" y="4857750"/>
            <a:ext cx="2286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</a:t>
            </a:r>
            <a:r>
              <a:rPr lang="en-US" sz="2100" b="1" dirty="0" spc="-9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6286500" y="3714750"/>
            <a:ext cx="952500" cy="952500"/>
          </a:xfrm>
          <a:prstGeom prst="ellipse">
            <a:avLst/>
          </a:prstGeom>
          <a:solidFill>
            <a:srgbClr val="1E212B"/>
          </a:solidFill>
          <a:ln w="38100">
            <a:solidFill>
              <a:srgbClr val="6B6A6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86500" y="3762375"/>
            <a:ext cx="952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-4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5619750" y="4857750"/>
            <a:ext cx="2286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Cấp</a:t>
            </a:r>
            <a:r>
              <a:rPr lang="en-US" sz="2100" b="1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8667750" y="3714750"/>
            <a:ext cx="952500" cy="952500"/>
          </a:xfrm>
          <a:prstGeom prst="ellipse">
            <a:avLst/>
          </a:prstGeom>
          <a:solidFill>
            <a:srgbClr val="1E212B"/>
          </a:solidFill>
          <a:ln w="38100">
            <a:solidFill>
              <a:srgbClr val="6B6A6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67750" y="3762375"/>
            <a:ext cx="952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-2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8001000" y="4857750"/>
            <a:ext cx="2286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2100" b="1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11049000" y="3714750"/>
            <a:ext cx="952500" cy="952500"/>
          </a:xfrm>
          <a:prstGeom prst="ellipse">
            <a:avLst/>
          </a:prstGeom>
          <a:solidFill>
            <a:srgbClr val="1E212B"/>
          </a:solidFill>
          <a:ln w="38100">
            <a:solidFill>
              <a:srgbClr val="6B6A6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049000" y="3762375"/>
            <a:ext cx="952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-4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10382250" y="4857750"/>
            <a:ext cx="2286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2100" b="1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13430250" y="3714750"/>
            <a:ext cx="952500" cy="952500"/>
          </a:xfrm>
          <a:prstGeom prst="ellipse">
            <a:avLst/>
          </a:prstGeom>
          <a:solidFill>
            <a:srgbClr val="1E212B"/>
          </a:solidFill>
          <a:ln w="38100">
            <a:solidFill>
              <a:srgbClr val="6B6A6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3430250" y="3762375"/>
            <a:ext cx="952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6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6</a:t>
            </a:r>
            <a:endParaRPr lang="en-US" sz="3600" dirty="0"/>
          </a:p>
        </p:txBody>
      </p:sp>
      <p:sp>
        <p:nvSpPr>
          <p:cNvPr id="22" name="Text 20"/>
          <p:cNvSpPr/>
          <p:nvPr/>
        </p:nvSpPr>
        <p:spPr>
          <a:xfrm>
            <a:off x="12763500" y="4857750"/>
            <a:ext cx="2286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Mở</a:t>
            </a:r>
            <a:r>
              <a:rPr lang="en-US" sz="2100" b="1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</a:t>
            </a:r>
            <a:endParaRPr lang="en-US" sz="2100" dirty="0"/>
          </a:p>
        </p:txBody>
      </p:sp>
      <p:sp>
        <p:nvSpPr>
          <p:cNvPr id="23" name="Shape 21"/>
          <p:cNvSpPr/>
          <p:nvPr/>
        </p:nvSpPr>
        <p:spPr>
          <a:xfrm>
            <a:off x="15811500" y="3714750"/>
            <a:ext cx="952500" cy="952500"/>
          </a:xfrm>
          <a:prstGeom prst="ellipse">
            <a:avLst/>
          </a:prstGeom>
          <a:solidFill>
            <a:srgbClr val="1E212B"/>
          </a:solidFill>
          <a:ln w="38100">
            <a:solidFill>
              <a:srgbClr val="6B6A6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5811500" y="3762375"/>
            <a:ext cx="952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5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7</a:t>
            </a:r>
            <a:endParaRPr lang="en-US" sz="3600" dirty="0"/>
          </a:p>
        </p:txBody>
      </p:sp>
      <p:sp>
        <p:nvSpPr>
          <p:cNvPr id="25" name="Text 23"/>
          <p:cNvSpPr/>
          <p:nvPr/>
        </p:nvSpPr>
        <p:spPr>
          <a:xfrm>
            <a:off x="15144750" y="4857750"/>
            <a:ext cx="2286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Tin</a:t>
            </a:r>
            <a:r>
              <a:rPr lang="en-US" sz="2100" b="1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cậy</a:t>
            </a:r>
            <a:endParaRPr lang="en-US" sz="2100" dirty="0"/>
          </a:p>
        </p:txBody>
      </p:sp>
      <p:sp>
        <p:nvSpPr>
          <p:cNvPr id="26" name="Shape 24"/>
          <p:cNvSpPr/>
          <p:nvPr/>
        </p:nvSpPr>
        <p:spPr>
          <a:xfrm>
            <a:off x="914400" y="5905500"/>
            <a:ext cx="16459200" cy="2571750"/>
          </a:xfrm>
          <a:prstGeom prst="roundRect">
            <a:avLst>
              <a:gd name="adj" fmla="val 1037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428750" y="6191250"/>
            <a:ext cx="15430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spc="-84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Bước</a:t>
            </a:r>
            <a:r>
              <a:rPr lang="en-US" sz="4800" dirty="0" spc="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</a:t>
            </a:r>
            <a:r>
              <a:rPr lang="en-US" sz="4800" dirty="0" spc="-56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4800" dirty="0" spc="-6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bước</a:t>
            </a:r>
            <a:r>
              <a:rPr lang="en-US" sz="4800" dirty="0" spc="-4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</a:t>
            </a:r>
            <a:endParaRPr lang="en-US" sz="4800" dirty="0"/>
          </a:p>
        </p:txBody>
      </p:sp>
      <p:sp>
        <p:nvSpPr>
          <p:cNvPr id="28" name="Text 26"/>
          <p:cNvSpPr/>
          <p:nvPr/>
        </p:nvSpPr>
        <p:spPr>
          <a:xfrm>
            <a:off x="1428750" y="7143750"/>
            <a:ext cx="15430500" cy="11430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căn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 cơ</a:t>
            </a:r>
            <a:r>
              <a:rPr lang="en-US" sz="27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liệu, cache.</a:t>
            </a:r>
            <a:endParaRPr lang="en-US" sz="2700" dirty="0"/>
          </a:p>
        </p:txBody>
      </p:sp>
      <p:sp>
        <p:nvSpPr>
          <p:cNvPr id="29" name="Connector line-1792370281622-15779220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2E3240"/>
            </a:solidFill>
            <a:prstDash val="solid"/>
            <a:headEnd type="none"/>
            <a:tailEnd type="none"/>
          </a:ln>
        </p:spPr>
      </p:sp>
      <p:sp>
        <p:nvSpPr>
          <p:cNvPr id="30" name="Shape 2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8" name="Shape 36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04 · 08/10</a:t>
            </a:r>
            <a:endParaRPr lang="en-US" sz="1650" dirty="0"/>
          </a:p>
        </p:txBody>
      </p:sp>
      <p:sp>
        <p:nvSpPr>
          <p:cNvPr id="41" name="Shape 3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2" name="Moda image moda-export-watermark-284705ef-c1c0-44b1-b079-1d044ebd056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800" b="1" spc="28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 ·</a:t>
            </a:r>
            <a:r>
              <a:rPr lang="en-US" sz="1800" b="1" spc="27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KHUNG</a:t>
            </a:r>
            <a:r>
              <a:rPr lang="en-US" sz="1800" b="1" spc="29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System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Design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Primer: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bốn</a:t>
            </a:r>
            <a:r>
              <a:rPr lang="en-US" sz="6900" dirty="0" spc="-9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bước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990600"/>
          </a:xfrm>
          <a:prstGeom prst="roundRect">
            <a:avLst>
              <a:gd name="adj" fmla="val 2115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38250" y="2857500"/>
            <a:ext cx="85725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2286000" y="2857500"/>
            <a:ext cx="104775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Nêu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dụng,</a:t>
            </a:r>
            <a:r>
              <a:rPr lang="en-US" sz="270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ràng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buộc, giả</a:t>
            </a:r>
            <a:r>
              <a:rPr lang="en-US" sz="270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14478000" y="3067050"/>
            <a:ext cx="2571750" cy="57150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làm</a:t>
            </a:r>
            <a:r>
              <a:rPr lang="en-US" sz="2100" b="1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rõ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914400" y="4000500"/>
            <a:ext cx="16459200" cy="990600"/>
          </a:xfrm>
          <a:prstGeom prst="roundRect">
            <a:avLst>
              <a:gd name="adj" fmla="val 2115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38250" y="4000500"/>
            <a:ext cx="85725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2286000" y="4000500"/>
            <a:ext cx="104775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6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Vẽ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700" dirty="0" spc="-4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14478000" y="4210050"/>
            <a:ext cx="2571750" cy="57150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phác thảo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914400" y="5143500"/>
            <a:ext cx="16459200" cy="990600"/>
          </a:xfrm>
          <a:prstGeom prst="roundRect">
            <a:avLst>
              <a:gd name="adj" fmla="val 2115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38250" y="5143500"/>
            <a:ext cx="85725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800" dirty="0"/>
          </a:p>
        </p:txBody>
      </p:sp>
      <p:sp>
        <p:nvSpPr>
          <p:cNvPr id="14" name="Text 12"/>
          <p:cNvSpPr/>
          <p:nvPr/>
        </p:nvSpPr>
        <p:spPr>
          <a:xfrm>
            <a:off x="2286000" y="5143500"/>
            <a:ext cx="104775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Thiết</a:t>
            </a:r>
            <a:r>
              <a:rPr lang="en-US" sz="2700" dirty="0" spc="-4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cốt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lõi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14478000" y="5353050"/>
            <a:ext cx="2571750" cy="57150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đào</a:t>
            </a:r>
            <a:r>
              <a:rPr lang="en-US" sz="2100" b="1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914400" y="6286500"/>
            <a:ext cx="16459200" cy="990600"/>
          </a:xfrm>
          <a:prstGeom prst="roundRect">
            <a:avLst>
              <a:gd name="adj" fmla="val 2115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38250" y="6286500"/>
            <a:ext cx="85725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4800" dirty="0"/>
          </a:p>
        </p:txBody>
      </p:sp>
      <p:sp>
        <p:nvSpPr>
          <p:cNvPr id="18" name="Text 16"/>
          <p:cNvSpPr/>
          <p:nvPr/>
        </p:nvSpPr>
        <p:spPr>
          <a:xfrm>
            <a:off x="2286000" y="6286500"/>
            <a:ext cx="104775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Mở</a:t>
            </a:r>
            <a:r>
              <a:rPr lang="en-US" sz="270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700" dirty="0" spc="-4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endParaRPr lang="en-US" sz="2700" dirty="0"/>
          </a:p>
        </p:txBody>
      </p:sp>
      <p:sp>
        <p:nvSpPr>
          <p:cNvPr id="19" name="Text 17"/>
          <p:cNvSpPr/>
          <p:nvPr/>
        </p:nvSpPr>
        <p:spPr>
          <a:xfrm>
            <a:off x="14478000" y="6496050"/>
            <a:ext cx="2571750" cy="57150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mở</a:t>
            </a:r>
            <a:r>
              <a:rPr lang="en-US" sz="2100" b="1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914400" y="7620000"/>
            <a:ext cx="16459200" cy="9525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270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khung,</a:t>
            </a:r>
            <a:r>
              <a:rPr lang="en-US" sz="270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luyện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quen</a:t>
            </a:r>
            <a:endParaRPr lang="en-US" sz="2700" dirty="0"/>
          </a:p>
        </p:txBody>
      </p:sp>
      <p:sp>
        <p:nvSpPr>
          <p:cNvPr id="21" name="Connector line-1792370294887-453592056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1" name="Shape 29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04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e9d0eab7-9369-457d-a410-3a18bee64db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800" b="1" spc="20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 cần</a:t>
            </a: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3048000"/>
            <a:ext cx="2857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0" dirty="0" spc="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API</a:t>
            </a:r>
            <a:endParaRPr lang="en-US" sz="6600" dirty="0"/>
          </a:p>
        </p:txBody>
      </p:sp>
      <p:sp>
        <p:nvSpPr>
          <p:cNvPr id="5" name="Text 3"/>
          <p:cNvSpPr/>
          <p:nvPr/>
        </p:nvSpPr>
        <p:spPr>
          <a:xfrm>
            <a:off x="4000500" y="3028950"/>
            <a:ext cx="533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Application</a:t>
            </a:r>
            <a:r>
              <a:rPr lang="en-US" sz="18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Programming</a:t>
            </a:r>
            <a:r>
              <a:rPr lang="en-US" sz="18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Interface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00500" y="3429000"/>
            <a:ext cx="5334000" cy="15240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</a:t>
            </a:r>
            <a:r>
              <a:rPr lang="en-US" sz="240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ước</a:t>
            </a:r>
            <a:r>
              <a:rPr lang="en-US" sz="2400" dirty="0" spc="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4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40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24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nhau.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914400" y="5524500"/>
            <a:ext cx="2857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0" dirty="0" spc="9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CSDL</a:t>
            </a:r>
            <a:endParaRPr lang="en-US" sz="6600" dirty="0"/>
          </a:p>
        </p:txBody>
      </p:sp>
      <p:sp>
        <p:nvSpPr>
          <p:cNvPr id="8" name="Text 6"/>
          <p:cNvSpPr/>
          <p:nvPr/>
        </p:nvSpPr>
        <p:spPr>
          <a:xfrm>
            <a:off x="4000500" y="5505450"/>
            <a:ext cx="533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cơ</a:t>
            </a:r>
            <a:r>
              <a:rPr lang="en-US" sz="18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80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(database)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000500" y="5905500"/>
            <a:ext cx="5334000" cy="15240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Nơi</a:t>
            </a:r>
            <a:r>
              <a:rPr lang="en-US" sz="2400" dirty="0" spc="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4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4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</a:t>
            </a:r>
            <a:r>
              <a:rPr lang="en-US" sz="240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2400" dirty="0" spc="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tìm,</a:t>
            </a:r>
            <a:r>
              <a:rPr lang="en-US" sz="240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sửa.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10096500" y="3048000"/>
            <a:ext cx="7277100" cy="5334000"/>
          </a:xfrm>
          <a:prstGeom prst="roundRect">
            <a:avLst>
              <a:gd name="adj" fmla="val 5000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10572750" y="3429000"/>
            <a:ext cx="6324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0572750" y="4000500"/>
            <a:ext cx="6324600" cy="24765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Primer: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 cách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cận phỏng</a:t>
            </a:r>
            <a:r>
              <a:rPr lang="en-US" sz="225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10572750" y="6858000"/>
            <a:ext cx="6324600" cy="1333500"/>
          </a:xfrm>
          <a:prstGeom prst="rect">
            <a:avLst/>
          </a:prstGeom>
          <a:noFill/>
          <a:ln/>
        </p:spPr>
        <p:txBody>
          <a:bodyPr wrap="square" lIns="0" tIns="4001" rIns="0" bIns="-4001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2026-10-13;</a:t>
            </a: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khung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kinh</a:t>
            </a: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nghiệm,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chuẩn.</a:t>
            </a:r>
            <a:endParaRPr lang="en-US" sz="1800" dirty="0"/>
          </a:p>
        </p:txBody>
      </p:sp>
      <p:sp>
        <p:nvSpPr>
          <p:cNvPr id="14" name="Connector line-1792370309405-929173506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2E3240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81000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5" name="Text 23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04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e9a462cd-bd4d-4482-82ae-3a724c151ec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2026-10-19T04:25:52Z</dcterms:created>
  <dcterms:modified xsi:type="dcterms:W3CDTF">2026-10-19T04:25:52Z</dcterms:modified>
</cp:coreProperties>
</file>