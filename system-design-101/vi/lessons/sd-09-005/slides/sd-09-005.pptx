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43000"/>
            <a:ext cx="952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334500" cy="257175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5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Merge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rebase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2952750"/>
            <a:ext cx="933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Ghép</a:t>
            </a:r>
            <a:r>
              <a:rPr lang="en-US" sz="3600" dirty="0" spc="3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lịch</a:t>
            </a:r>
            <a:r>
              <a:rPr lang="en-US" sz="3600" dirty="0" spc="2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</a:t>
            </a:r>
            <a:r>
              <a:rPr lang="en-US" sz="3600" dirty="0" spc="3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 nhau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42862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Main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59055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295900" y="59055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Merge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68580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Rebase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295900" y="68580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</a:t>
            </a:r>
            <a:endParaRPr lang="en-US" sz="2100" dirty="0"/>
          </a:p>
        </p:txBody>
      </p:sp>
      <p:sp>
        <p:nvSpPr>
          <p:cNvPr id="10" name="Connector line-1792370328997-299805080"/>
          <p:cNvSpPr/>
          <p:nvPr/>
        </p:nvSpPr>
        <p:spPr>
          <a:xfrm flipV="1">
            <a:off x="11811000" y="3238500"/>
            <a:ext cx="3048000" cy="152400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11" name="Connector line-1792370328998-695412967"/>
          <p:cNvSpPr/>
          <p:nvPr/>
        </p:nvSpPr>
        <p:spPr>
          <a:xfrm>
            <a:off x="11811000" y="4762500"/>
            <a:ext cx="3048000" cy="152400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277600" y="4229100"/>
            <a:ext cx="1066800" cy="10668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77600" y="4495800"/>
            <a:ext cx="1066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4325600" y="2705100"/>
            <a:ext cx="1066800" cy="10668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9AA0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325600" y="2971800"/>
            <a:ext cx="1066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4325600" y="5753100"/>
            <a:ext cx="1066800" cy="10668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4325600" y="6019800"/>
            <a:ext cx="1066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621000" y="3048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main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5621000" y="6096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feature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4400" y="9334500"/>
            <a:ext cx="952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ID: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 của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ea84fed6-d7ba-4064-bce3-8b41969c2f2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800" b="1" spc="27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1800" b="1" spc="26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 MỚI</a:t>
            </a:r>
            <a:r>
              <a:rPr lang="en-US" sz="1800" b="1" spc="2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286000"/>
            <a:ext cx="152400" cy="238125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190750"/>
            <a:ext cx="15240000" cy="2667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81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8100" dirty="0" spc="-7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81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lịch</a:t>
            </a:r>
            <a:r>
              <a:rPr lang="en-US" sz="81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sử,</a:t>
            </a:r>
            <a:r>
              <a:rPr lang="en-US" sz="81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81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81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81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8100" dirty="0" spc="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đổi?</a:t>
            </a:r>
            <a:endParaRPr lang="en-US" sz="8100" dirty="0"/>
          </a:p>
        </p:txBody>
      </p:sp>
      <p:sp>
        <p:nvSpPr>
          <p:cNvPr id="5" name="Shape 3"/>
          <p:cNvSpPr/>
          <p:nvPr/>
        </p:nvSpPr>
        <p:spPr>
          <a:xfrm>
            <a:off x="1524000" y="5619750"/>
            <a:ext cx="7429500" cy="1905000"/>
          </a:xfrm>
          <a:prstGeom prst="roundRect">
            <a:avLst>
              <a:gd name="adj" fmla="val 14000"/>
            </a:avLst>
          </a:prstGeom>
          <a:solidFill>
            <a:srgbClr val="CFE8E2"/>
          </a:solidFill>
          <a:ln/>
        </p:spPr>
      </p:sp>
      <p:sp>
        <p:nvSpPr>
          <p:cNvPr id="6" name="Text 4"/>
          <p:cNvSpPr/>
          <p:nvPr/>
        </p:nvSpPr>
        <p:spPr>
          <a:xfrm>
            <a:off x="1905000" y="5857875"/>
            <a:ext cx="666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9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Merge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905000" y="6477000"/>
            <a:ext cx="666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429750" y="5619750"/>
            <a:ext cx="7429500" cy="1905000"/>
          </a:xfrm>
          <a:prstGeom prst="roundRect">
            <a:avLst>
              <a:gd name="adj" fmla="val 14000"/>
            </a:avLst>
          </a:prstGeom>
          <a:solidFill>
            <a:srgbClr val="F8D9D0"/>
          </a:solidFill>
          <a:ln/>
        </p:spPr>
      </p:sp>
      <p:sp>
        <p:nvSpPr>
          <p:cNvPr id="9" name="Text 7"/>
          <p:cNvSpPr/>
          <p:nvPr/>
        </p:nvSpPr>
        <p:spPr>
          <a:xfrm>
            <a:off x="9810750" y="5857875"/>
            <a:ext cx="666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Rebase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810750" y="6477000"/>
            <a:ext cx="666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 mới</a:t>
            </a:r>
            <a:endParaRPr lang="en-US" sz="2550" dirty="0"/>
          </a:p>
        </p:txBody>
      </p:sp>
      <p:sp>
        <p:nvSpPr>
          <p:cNvPr id="11" name="Connector line-1792370330157-58848583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867bdc55-273b-47bc-8389-749d0d68f9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 nhánh</a:t>
            </a:r>
            <a:r>
              <a:rPr lang="en-US" sz="72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tách</a:t>
            </a:r>
            <a:r>
              <a:rPr lang="en-US" sz="72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181600" cy="4762500"/>
          </a:xfrm>
          <a:prstGeom prst="roundRect">
            <a:avLst>
              <a:gd name="adj" fmla="val 56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33750"/>
            <a:ext cx="441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GỐC CHUNG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2933700" y="4476750"/>
            <a:ext cx="1143000" cy="1143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2933700" y="476250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-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295400" y="6477000"/>
            <a:ext cx="44196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Nhánh tính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6553200" y="3048000"/>
            <a:ext cx="5181600" cy="4762500"/>
          </a:xfrm>
          <a:prstGeom prst="roundRect">
            <a:avLst>
              <a:gd name="adj" fmla="val 56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34200" y="3333750"/>
            <a:ext cx="441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MAIN</a:t>
            </a:r>
            <a:endParaRPr lang="en-US" sz="1950" dirty="0"/>
          </a:p>
        </p:txBody>
      </p:sp>
      <p:sp>
        <p:nvSpPr>
          <p:cNvPr id="11" name="Connector line-1792370331022-167301249"/>
          <p:cNvSpPr/>
          <p:nvPr/>
        </p:nvSpPr>
        <p:spPr>
          <a:xfrm>
            <a:off x="8001000" y="5048250"/>
            <a:ext cx="228600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34250" y="4572000"/>
            <a:ext cx="952500" cy="952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7334250" y="4781550"/>
            <a:ext cx="95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0096500" y="4572000"/>
            <a:ext cx="952500" cy="952500"/>
          </a:xfrm>
          <a:prstGeom prst="ellipse">
            <a:avLst/>
          </a:prstGeom>
          <a:solidFill>
            <a:srgbClr val="FBF8F2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0" y="4781550"/>
            <a:ext cx="95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934200" y="6477000"/>
            <a:ext cx="44196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Main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2192000" y="3048000"/>
            <a:ext cx="5181600" cy="4762500"/>
          </a:xfrm>
          <a:prstGeom prst="roundRect">
            <a:avLst>
              <a:gd name="adj" fmla="val 56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573000" y="3333750"/>
            <a:ext cx="441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FEATURE</a:t>
            </a:r>
            <a:endParaRPr lang="en-US" sz="1950" dirty="0"/>
          </a:p>
        </p:txBody>
      </p:sp>
      <p:sp>
        <p:nvSpPr>
          <p:cNvPr id="19" name="Connector line-1792370331032-314282644"/>
          <p:cNvSpPr/>
          <p:nvPr/>
        </p:nvSpPr>
        <p:spPr>
          <a:xfrm>
            <a:off x="13639800" y="5048250"/>
            <a:ext cx="22860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2973050" y="4572000"/>
            <a:ext cx="952500" cy="952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12973050" y="4781550"/>
            <a:ext cx="95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15735300" y="4572000"/>
            <a:ext cx="952500" cy="9525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15735300" y="4781550"/>
            <a:ext cx="95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2573000" y="6477000"/>
            <a:ext cx="44196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 lúc,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</a:t>
            </a:r>
            <a:endParaRPr lang="en-US" sz="2550" dirty="0"/>
          </a:p>
        </p:txBody>
      </p:sp>
      <p:sp>
        <p:nvSpPr>
          <p:cNvPr id="25" name="Connector line-1792370331037-49474131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7ee9abad-40b2-4fcb-985c-75c2c80fc80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MERGE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800" b="1" spc="27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2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cha: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</a:t>
            </a:r>
            <a:endParaRPr lang="en-US" sz="7200" dirty="0"/>
          </a:p>
        </p:txBody>
      </p:sp>
      <p:sp>
        <p:nvSpPr>
          <p:cNvPr id="4" name="Connector line-1792370362274-847292902"/>
          <p:cNvSpPr/>
          <p:nvPr/>
        </p:nvSpPr>
        <p:spPr>
          <a:xfrm flipV="1">
            <a:off x="2095500" y="3810000"/>
            <a:ext cx="3238500" cy="152400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5" name="Connector line-1792370362274-827570929"/>
          <p:cNvSpPr/>
          <p:nvPr/>
        </p:nvSpPr>
        <p:spPr>
          <a:xfrm>
            <a:off x="2095500" y="5334000"/>
            <a:ext cx="3238500" cy="152400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6" name="Connector line-1792370362274-718673555"/>
          <p:cNvSpPr/>
          <p:nvPr/>
        </p:nvSpPr>
        <p:spPr>
          <a:xfrm>
            <a:off x="5334000" y="3810000"/>
            <a:ext cx="3238500" cy="152400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7" name="Connector line-1792370362274-506118642"/>
          <p:cNvSpPr/>
          <p:nvPr/>
        </p:nvSpPr>
        <p:spPr>
          <a:xfrm flipV="1">
            <a:off x="5334000" y="5334000"/>
            <a:ext cx="3238500" cy="152400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562100" y="4800600"/>
            <a:ext cx="1066800" cy="10668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62100" y="5067300"/>
            <a:ext cx="1066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800600" y="3276600"/>
            <a:ext cx="1066800" cy="10668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3543300"/>
            <a:ext cx="1066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800600" y="6324600"/>
            <a:ext cx="1066800" cy="10668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6591300"/>
            <a:ext cx="1066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7943850" y="4705350"/>
            <a:ext cx="1257300" cy="12573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7943850" y="5048250"/>
            <a:ext cx="1257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10287000" y="3143250"/>
            <a:ext cx="7086600" cy="4476750"/>
          </a:xfrm>
          <a:prstGeom prst="roundRect">
            <a:avLst>
              <a:gd name="adj" fmla="val 5957"/>
            </a:avLst>
          </a:prstGeom>
          <a:solidFill>
            <a:srgbClr val="1E212B"/>
          </a:solidFill>
          <a:ln/>
        </p:spPr>
      </p:sp>
      <p:sp>
        <p:nvSpPr>
          <p:cNvPr id="17" name="Text richtext-1792370362284-831357458"/>
          <p:cNvSpPr/>
          <p:nvPr/>
        </p:nvSpPr>
        <p:spPr>
          <a:xfrm>
            <a:off x="10668000" y="3524250"/>
            <a:ext cx="6324600" cy="3810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Merge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 nối hai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</a:t>
            </a:r>
            <a:r>
              <a:rPr lang="en-US" sz="25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merge</a:t>
            </a:r>
            <a:r>
              <a:rPr lang="en-US" sz="2550" dirty="0" spc="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550" dirty="0"/>
          </a:p>
        </p:txBody>
      </p:sp>
      <p:sp>
        <p:nvSpPr>
          <p:cNvPr id="18" name="Connector line-1792370362305-81958709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69e54a6f-8a17-4c48-ad8c-48ae65105c4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REBASE</a:t>
            </a:r>
            <a:r>
              <a:rPr lang="en-US" sz="1800" b="1" spc="27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FEATURE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Phát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</a:t>
            </a:r>
            <a:r>
              <a:rPr lang="en-US" sz="7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nền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</a:t>
            </a:r>
            <a:endParaRPr lang="en-US" sz="7200" dirty="0"/>
          </a:p>
        </p:txBody>
      </p:sp>
      <p:sp>
        <p:nvSpPr>
          <p:cNvPr id="4" name="Connector line-1792370363147-164929926"/>
          <p:cNvSpPr/>
          <p:nvPr/>
        </p:nvSpPr>
        <p:spPr>
          <a:xfrm>
            <a:off x="3390900" y="4953000"/>
            <a:ext cx="29337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5" name="Connector line-1792370363147-62425381"/>
          <p:cNvSpPr/>
          <p:nvPr/>
        </p:nvSpPr>
        <p:spPr>
          <a:xfrm>
            <a:off x="7772400" y="4953000"/>
            <a:ext cx="29337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000250" y="4286250"/>
            <a:ext cx="1333500" cy="1333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2000250" y="4648200"/>
            <a:ext cx="1333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381750" y="4286250"/>
            <a:ext cx="1333500" cy="1333500"/>
          </a:xfrm>
          <a:prstGeom prst="ellipse">
            <a:avLst/>
          </a:prstGeom>
          <a:solidFill>
            <a:srgbClr val="FBF8F2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1750" y="4648200"/>
            <a:ext cx="1333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0763250" y="4286250"/>
            <a:ext cx="1333500" cy="1333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Text 9"/>
          <p:cNvSpPr/>
          <p:nvPr/>
        </p:nvSpPr>
        <p:spPr>
          <a:xfrm>
            <a:off x="10763250" y="4648200"/>
            <a:ext cx="1333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F′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14763750" y="4286250"/>
            <a:ext cx="1333500" cy="1333500"/>
          </a:xfrm>
          <a:prstGeom prst="ellipse">
            <a:avLst/>
          </a:prstGeom>
          <a:solidFill>
            <a:srgbClr val="F3EEE3"/>
          </a:solidFill>
          <a:ln w="38100">
            <a:solidFill>
              <a:srgbClr val="B4AEA0"/>
            </a:solidFill>
            <a:prstDash val="lgDash"/>
          </a:ln>
        </p:spPr>
      </p:sp>
      <p:sp>
        <p:nvSpPr>
          <p:cNvPr id="13" name="Text 11"/>
          <p:cNvSpPr/>
          <p:nvPr/>
        </p:nvSpPr>
        <p:spPr>
          <a:xfrm>
            <a:off x="14763750" y="4648200"/>
            <a:ext cx="1333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4" kern="0">
                <a:solidFill>
                  <a:srgbClr val="B4AE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</a:t>
            </a:r>
            <a:endParaRPr lang="en-US" sz="3600" dirty="0"/>
          </a:p>
        </p:txBody>
      </p:sp>
      <p:sp>
        <p:nvSpPr>
          <p:cNvPr id="14" name="Connector line-1792370363158-461293381"/>
          <p:cNvSpPr/>
          <p:nvPr/>
        </p:nvSpPr>
        <p:spPr>
          <a:xfrm flipH="1">
            <a:off x="12287250" y="4953000"/>
            <a:ext cx="2190750" cy="0"/>
          </a:xfrm>
          <a:prstGeom prst="line">
            <a:avLst/>
          </a:prstGeom>
          <a:noFill/>
          <a:ln w="38100">
            <a:solidFill>
              <a:srgbClr val="B4AEA0"/>
            </a:solidFill>
            <a:prstDash val="lgDash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14097000" y="5905500"/>
            <a:ext cx="266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1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6858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8D9D0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7096125"/>
            <a:ext cx="15621000" cy="762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F′ thường có parent mới và ID mới. Lịch sử nhìn thẳng hơn.</a:t>
            </a:r>
            <a:endParaRPr lang="en-US" sz="2700" dirty="0"/>
          </a:p>
        </p:txBody>
      </p:sp>
      <p:sp>
        <p:nvSpPr>
          <p:cNvPr id="18" name="Connector line-1792370363163-22062104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63841857-2cb8-4241-928a-f7c635f674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0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1800" b="1" spc="29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F′</a:t>
            </a:r>
            <a:r>
              <a:rPr lang="en-US" sz="72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ID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953000"/>
          </a:xfrm>
          <a:prstGeom prst="roundRect">
            <a:avLst>
              <a:gd name="adj" fmla="val 5385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4290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MERGE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90650" y="400050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4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endParaRPr lang="en-US" sz="4200" dirty="0"/>
          </a:p>
        </p:txBody>
      </p:sp>
      <p:sp>
        <p:nvSpPr>
          <p:cNvPr id="7" name="Text richtext-1792370364027-380708430"/>
          <p:cNvSpPr/>
          <p:nvPr/>
        </p:nvSpPr>
        <p:spPr>
          <a:xfrm>
            <a:off x="1390650" y="5048250"/>
            <a:ext cx="7048500" cy="2667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 nối hai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3048000"/>
            <a:ext cx="8001000" cy="4953000"/>
          </a:xfrm>
          <a:prstGeom prst="roundRect">
            <a:avLst>
              <a:gd name="adj" fmla="val 5385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9848850" y="34290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4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REBASE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848850" y="400050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Viết lại</a:t>
            </a:r>
            <a:endParaRPr lang="en-US" sz="4200" dirty="0"/>
          </a:p>
        </p:txBody>
      </p:sp>
      <p:sp>
        <p:nvSpPr>
          <p:cNvPr id="11" name="Text richtext-1792370364036-125270359"/>
          <p:cNvSpPr/>
          <p:nvPr/>
        </p:nvSpPr>
        <p:spPr>
          <a:xfrm>
            <a:off x="9848850" y="5048250"/>
            <a:ext cx="7048500" cy="2667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F′ có parent mới, ID mới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550" dirty="0" spc="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550" dirty="0" spc="-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dirty="0" spc="1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550" dirty="0"/>
          </a:p>
        </p:txBody>
      </p:sp>
      <p:sp>
        <p:nvSpPr>
          <p:cNvPr id="12" name="Connector line-1792370364041-67937878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9968c0ee-d0b9-43fd-b9e2-79df883b1b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286000"/>
            <a:ext cx="152400" cy="238125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190750"/>
            <a:ext cx="15240000" cy="26670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Rebase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75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mặc</a:t>
            </a:r>
            <a:r>
              <a:rPr lang="en-US" sz="75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định.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524000" y="533400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Nhất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khi</a:t>
            </a:r>
            <a:r>
              <a:rPr lang="en-US" sz="28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 chung.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524000" y="6477000"/>
            <a:ext cx="123825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25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nhất?</a:t>
            </a:r>
            <a:r>
              <a:rPr lang="en-US" sz="2250" b="1" dirty="0" spc="-2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250" b="1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rebase</a:t>
            </a:r>
            <a:r>
              <a:rPr lang="en-US" sz="225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2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250" b="1" dirty="0" spc="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250" b="1" dirty="0" spc="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250" dirty="0"/>
          </a:p>
        </p:txBody>
      </p:sp>
      <p:sp>
        <p:nvSpPr>
          <p:cNvPr id="7" name="Connector line-1792370395773-55353680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1947753d-d101-4223-8de5-514bafa806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</a:t>
            </a:r>
            <a:r>
              <a:rPr lang="en-US" sz="63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merge</a:t>
            </a:r>
            <a:r>
              <a:rPr lang="en-US" sz="63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đều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3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parent?</a:t>
            </a:r>
            <a:endParaRPr lang="en-US" sz="6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857500"/>
          <a:ext cx="13716000" cy="914400"/>
        </p:xfrm>
        <a:graphic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Lịch</a:t>
                      </a:r>
                      <a:r>
                        <a:rPr lang="en-US" sz="255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sử</a:t>
                      </a:r>
                      <a:r>
                        <a:rPr lang="en-US" sz="255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lúc</a:t>
                      </a:r>
                      <a:r>
                        <a:rPr lang="en-US" sz="2550" b="1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merge</a:t>
                      </a:r>
                      <a:endParaRPr lang="en-US" sz="1200" dirty="0"/>
                    </a:p>
                  </a:txBody>
                  <a:tcPr marL="304800" marR="304800" marT="262890" marB="26289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4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Kết</a:t>
                      </a:r>
                      <a:r>
                        <a:rPr lang="en-US" sz="255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quả</a:t>
                      </a:r>
                      <a:endParaRPr lang="en-US" sz="1200" dirty="0"/>
                    </a:p>
                  </a:txBody>
                  <a:tcPr marL="304800" marR="304800" marT="262890" marB="26289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543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Hai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nhánh</a:t>
                      </a:r>
                      <a:r>
                        <a:rPr lang="en-US" sz="2550" dirty="0" spc="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đã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phân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nhánh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1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Commit</a:t>
                      </a:r>
                      <a:r>
                        <a:rPr lang="en-US" sz="2550" b="1" dirty="0" spc="0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</a:t>
                      </a:r>
                      <a:r>
                        <a:rPr lang="en-US" sz="2550" b="1" dirty="0" spc="-3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550" b="1" dirty="0" spc="0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hai</a:t>
                      </a:r>
                      <a:r>
                        <a:rPr lang="en-US" sz="2550" b="1" dirty="0" spc="-14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parent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</a:tr>
              <a:tr h="1543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Nhánh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nhận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chỉ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cần</a:t>
                      </a:r>
                      <a:r>
                        <a:rPr lang="en-US" sz="2550" dirty="0" spc="3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tiến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24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Fast-forward,</a:t>
                      </a:r>
                      <a:r>
                        <a:rPr lang="en-US" sz="2550" b="1" dirty="0" spc="-7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r>
                        <a:rPr lang="en-US" sz="2550" b="1" dirty="0" spc="2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tạo</a:t>
                      </a:r>
                      <a:r>
                        <a:rPr lang="en-US" sz="2550" b="1" dirty="0" spc="-16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merge</a:t>
                      </a:r>
                      <a:r>
                        <a:rPr lang="en-US" sz="2550" b="1" dirty="0" spc="-3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commit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FB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23900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Không.</a:t>
            </a:r>
            <a:r>
              <a:rPr lang="en-US" sz="2700" b="1" dirty="0" spc="-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7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 hợp.</a:t>
            </a:r>
            <a:endParaRPr lang="en-US" sz="2700" dirty="0"/>
          </a:p>
        </p:txBody>
      </p:sp>
      <p:sp>
        <p:nvSpPr>
          <p:cNvPr id="6" name="Connector line-1792370396621-84453330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03c77bf3-875b-4f1e-b494-7b5b91f80c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0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Ghép</a:t>
            </a:r>
            <a:r>
              <a:rPr lang="en-US" sz="7200" dirty="0" spc="-7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xong</a:t>
            </a:r>
            <a:r>
              <a:rPr lang="en-US" sz="72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72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90750" y="3190875"/>
            <a:ext cx="15144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ancestry, không</a:t>
            </a:r>
            <a:r>
              <a:rPr lang="en-US" sz="28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3815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90750" y="4524375"/>
            <a:ext cx="15144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14400" y="57150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90750" y="5857875"/>
            <a:ext cx="15144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Lịch sử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85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14400" y="7239000"/>
            <a:ext cx="12382500" cy="9525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Merge và</a:t>
            </a:r>
            <a:r>
              <a:rPr lang="en-US" sz="2250" b="1" dirty="0" spc="-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rebase</a:t>
            </a:r>
            <a:r>
              <a:rPr lang="en-US" sz="2250" b="1" dirty="0" spc="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2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2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2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2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endParaRPr lang="en-US" sz="2250" dirty="0"/>
          </a:p>
        </p:txBody>
      </p:sp>
      <p:sp>
        <p:nvSpPr>
          <p:cNvPr id="11" name="Connector line-1792370397459-25352062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1c7d46ae-742f-4f03-bb16-904a96a68e4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9525000" cy="5524500"/>
          </a:xfrm>
          <a:prstGeom prst="roundRect">
            <a:avLst>
              <a:gd name="adj" fmla="val 482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86125"/>
            <a:ext cx="8763000" cy="1143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</a:t>
            </a:r>
            <a:pPr algn="l" indent="0" marL="0">
              <a:lnSpc>
                <a:spcPts val="3240"/>
              </a:lnSpc>
              <a:buNone/>
            </a:pP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(IDentifier):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33500" y="4619625"/>
            <a:ext cx="8763000" cy="1143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-1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merge</a:t>
            </a:r>
            <a:r>
              <a:rPr lang="en-US" sz="24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hai lịch sử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33500" y="5953125"/>
            <a:ext cx="8763000" cy="1143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-1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fast-forward</a:t>
            </a:r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 nhận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tiến,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201400" y="3048000"/>
            <a:ext cx="6172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9" name="Text richtext-1792370398287-331711491"/>
          <p:cNvSpPr/>
          <p:nvPr/>
        </p:nvSpPr>
        <p:spPr>
          <a:xfrm>
            <a:off x="11201400" y="3619500"/>
            <a:ext cx="6172200" cy="4572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22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merge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22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rebase</a:t>
            </a:r>
            <a:endParaRPr lang="en-US" sz="2250" dirty="0"/>
          </a:p>
        </p:txBody>
      </p:sp>
      <p:sp>
        <p:nvSpPr>
          <p:cNvPr id="10" name="Connector line-1792370398295-90950315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a487b8c3-c013-4502-bcf2-64a355a3705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2026-10-19T00:40:27Z</dcterms:created>
  <dcterms:modified xsi:type="dcterms:W3CDTF">2026-10-19T00:40:27Z</dcterms:modified>
</cp:coreProperties>
</file>