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Linux</a:t>
            </a:r>
            <a:r>
              <a:rPr lang="en-US" sz="8100" dirty="0" spc="-3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8100" dirty="0" spc="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chậm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-6" kern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ở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-6" kern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505"/>
              </a:lnSpc>
              <a:buNone/>
            </a:pPr>
            <a:r>
              <a:rPr lang="en-US" sz="81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đâu?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30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Connector line-1792338145178-815207429"/>
          <p:cNvSpPr/>
          <p:nvPr/>
        </p:nvSpPr>
        <p:spPr>
          <a:xfrm>
            <a:off x="914400" y="6667500"/>
            <a:ext cx="91440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343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8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19450" y="77343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giây,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24500" y="77343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</a:t>
            </a:r>
            <a:r>
              <a:rPr lang="en-US" sz="18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wait-online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29550" y="7734300"/>
            <a:ext cx="22288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18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8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63250" y="95250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106150" y="1295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020550" y="1257300"/>
            <a:ext cx="514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Đo:</a:t>
            </a:r>
            <a:r>
              <a:rPr lang="en-US" sz="4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time,</a:t>
            </a: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blame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1106150" y="22479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4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763250" y="371475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06150" y="40576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020550" y="4019550"/>
            <a:ext cx="514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1106150" y="50101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critical-chain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763250" y="647700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106150" y="68199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020550" y="6781800"/>
            <a:ext cx="514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Nhật</a:t>
            </a: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1106150" y="77724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journalctl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-b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14400" y="6819900"/>
            <a:ext cx="209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700" dirty="0"/>
          </a:p>
        </p:txBody>
      </p:sp>
      <p:sp>
        <p:nvSpPr>
          <p:cNvPr id="24" name="Text 22"/>
          <p:cNvSpPr/>
          <p:nvPr/>
        </p:nvSpPr>
        <p:spPr>
          <a:xfrm>
            <a:off x="3219450" y="6819900"/>
            <a:ext cx="209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69,6</a:t>
            </a:r>
            <a:endParaRPr lang="en-US" sz="5700" dirty="0"/>
          </a:p>
        </p:txBody>
      </p:sp>
      <p:sp>
        <p:nvSpPr>
          <p:cNvPr id="25" name="Text 23"/>
          <p:cNvSpPr/>
          <p:nvPr/>
        </p:nvSpPr>
        <p:spPr>
          <a:xfrm>
            <a:off x="5524500" y="6819900"/>
            <a:ext cx="209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20,9</a:t>
            </a:r>
            <a:endParaRPr lang="en-US" sz="5700" dirty="0"/>
          </a:p>
        </p:txBody>
      </p:sp>
      <p:sp>
        <p:nvSpPr>
          <p:cNvPr id="26" name="Text 24"/>
          <p:cNvSpPr/>
          <p:nvPr/>
        </p:nvSpPr>
        <p:spPr>
          <a:xfrm>
            <a:off x="7829550" y="6819900"/>
            <a:ext cx="22288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57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b126c80-7c07-4c0a-be3d-2a66197a99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7200" dirty="0" spc="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động,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714750"/>
            <a:ext cx="762000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 9,6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(ví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systemd).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476500"/>
          </a:xfrm>
          <a:prstGeom prst="roundRect">
            <a:avLst>
              <a:gd name="adj" fmla="val 1076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65722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5000" y="1295400"/>
            <a:ext cx="7467600" cy="2133600"/>
          </a:xfrm>
          <a:prstGeom prst="roundRect">
            <a:avLst>
              <a:gd name="adj" fmla="val 10714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9867900" y="1638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706100" y="16002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5582900" y="1676400"/>
            <a:ext cx="110490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69,6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67900" y="2495550"/>
            <a:ext cx="68199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initrd,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userspace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0" y="3771900"/>
            <a:ext cx="7467600" cy="2133600"/>
          </a:xfrm>
          <a:prstGeom prst="roundRect">
            <a:avLst>
              <a:gd name="adj" fmla="val 10714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867900" y="41148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06100" y="40767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6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Xếp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5582900" y="4152900"/>
            <a:ext cx="11049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32,9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867900" y="4972050"/>
            <a:ext cx="68199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blame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 theo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525000" y="6248400"/>
            <a:ext cx="7467600" cy="2133600"/>
          </a:xfrm>
          <a:prstGeom prst="roundRect">
            <a:avLst>
              <a:gd name="adj" fmla="val 10714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9867900" y="6591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706100" y="65532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3900" dirty="0" spc="-3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3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5582900" y="6629400"/>
            <a:ext cx="11049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20,9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867900" y="7448550"/>
            <a:ext cx="68199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critical-chain,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journalctl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-b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57300" y="70104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1050"/>
              </a:spcAft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550" dirty="0"/>
          </a:p>
          <a:p>
            <a:pPr algn="l" indent="0" marL="0">
              <a:lnSpc>
                <a:spcPts val="3315"/>
              </a:lnSpc>
              <a:spcAft>
                <a:spcPts val="1050"/>
              </a:spcAft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blame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critical-chain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4443d89d-db56-4fc4-8c90-75f5bf05e3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time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31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1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1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initrd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kernel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9565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initrd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2959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userspace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73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048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bật,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001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17145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06100" y="13906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Nhân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06100" y="19812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2,584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86900" y="30670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3581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06100" y="32575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initrd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06100" y="38481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19,176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86900" y="49339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448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706100" y="51244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3000" dirty="0" spc="-2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706100" y="57150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47,847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486900" y="68008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9791700" y="7315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706100" y="69913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Tổng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706100" y="75819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9,608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3304bed-e6ae-4d9c-ab08-6cd9ec0bb3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BLAME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blame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31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 nào</a:t>
            </a:r>
            <a:r>
              <a:rPr lang="en-US" sz="31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1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 lâu</a:t>
            </a:r>
            <a:r>
              <a:rPr lang="en-US" sz="31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pmlogger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95650" y="495300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wait-online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4864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dev-vda1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048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001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17145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06100" y="13906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pmlogger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06100" y="19812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32,875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86900" y="30670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CF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3581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06100" y="32575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wait-online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06100" y="38481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20,905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86900" y="49339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CFE8E2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448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706100" y="51244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dev-vda1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706100" y="57150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13,299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486900" y="68008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CFE8E2"/>
          </a:solidFill>
          <a:ln/>
        </p:spPr>
      </p:sp>
      <p:sp>
        <p:nvSpPr>
          <p:cNvPr id="26" name="Text 24"/>
          <p:cNvSpPr/>
          <p:nvPr/>
        </p:nvSpPr>
        <p:spPr>
          <a:xfrm>
            <a:off x="9791700" y="7315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706100" y="69913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0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706100" y="75819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Type=simple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5daf130-9ca0-404b-b5bd-64af41007a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CRITICAL-CHAIN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 chặn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31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 nào</a:t>
            </a:r>
            <a:r>
              <a:rPr lang="en-US" sz="31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3150" b="1" dirty="0" spc="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 mà</a:t>
            </a: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7622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@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867150" y="4953000"/>
            <a:ext cx="19050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962650" y="4953000"/>
            <a:ext cx="13335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73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048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cộng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29,247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001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17145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06100" y="13906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wait-online</a:t>
            </a:r>
            <a:r>
              <a:rPr lang="en-US" sz="3000" dirty="0" spc="-3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+20,905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06100" y="19812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71,5%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86900" y="30670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3581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06100" y="32575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networkd</a:t>
            </a:r>
            <a:r>
              <a:rPr lang="en-US" sz="3000" dirty="0" spc="-3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+1,690</a:t>
            </a:r>
            <a:r>
              <a:rPr lang="en-US" sz="30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06100" y="38481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11,109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86900" y="49339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448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706100" y="51244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pmlogger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706100" y="57150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nằm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486900" y="6800850"/>
            <a:ext cx="75438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9791700" y="7315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706100" y="69913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706100" y="75819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11781c40-1adc-4678-9cc4-afacdf23e2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JOURNALCTL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Nhật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72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journalctl</a:t>
            </a:r>
            <a:r>
              <a:rPr lang="en-US" sz="30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-b</a:t>
            </a:r>
            <a:r>
              <a:rPr lang="en-US" sz="3000" b="1" dirty="0" spc="-2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30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3238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-b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343400" y="55245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-p err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6858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7277100"/>
            <a:ext cx="7048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blame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nói vì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6900" y="1181100"/>
            <a:ext cx="7543800" cy="1257300"/>
          </a:xfrm>
          <a:prstGeom prst="roundRect">
            <a:avLst>
              <a:gd name="adj" fmla="val 18182"/>
            </a:avLst>
          </a:prstGeom>
          <a:solidFill>
            <a:srgbClr val="DDE3FA"/>
          </a:solidFill>
          <a:ln/>
        </p:spPr>
      </p:sp>
      <p:sp>
        <p:nvSpPr>
          <p:cNvPr id="12" name="Text 10"/>
          <p:cNvSpPr/>
          <p:nvPr/>
        </p:nvSpPr>
        <p:spPr>
          <a:xfrm>
            <a:off x="9791700" y="14859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706100" y="12954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-b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706100" y="1752600"/>
            <a:ext cx="6096000" cy="6477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86900" y="2571750"/>
            <a:ext cx="75438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9791700" y="28765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706100" y="26860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-b</a:t>
            </a:r>
            <a:r>
              <a:rPr lang="en-US" sz="2700" dirty="0" spc="-4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-1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706100" y="3143250"/>
            <a:ext cx="6096000" cy="6477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86900" y="3962400"/>
            <a:ext cx="7543800" cy="125730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9791700" y="4267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706100" y="40767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-p</a:t>
            </a:r>
            <a:r>
              <a:rPr lang="en-US" sz="27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err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9486900" y="5353050"/>
            <a:ext cx="7543800" cy="1257300"/>
          </a:xfrm>
          <a:prstGeom prst="roundRect">
            <a:avLst>
              <a:gd name="adj" fmla="val 18182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9791700" y="56578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706100" y="54673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-k</a:t>
            </a:r>
            <a:endParaRPr lang="en-US" sz="2700" dirty="0"/>
          </a:p>
        </p:txBody>
      </p:sp>
      <p:sp>
        <p:nvSpPr>
          <p:cNvPr id="25" name="Connector line-1792338853015-180249507"/>
          <p:cNvSpPr/>
          <p:nvPr/>
        </p:nvSpPr>
        <p:spPr>
          <a:xfrm>
            <a:off x="9525000" y="68199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486900" y="6991350"/>
            <a:ext cx="3657600" cy="1504950"/>
          </a:xfrm>
          <a:prstGeom prst="roundRect">
            <a:avLst>
              <a:gd name="adj" fmla="val 15190"/>
            </a:avLst>
          </a:prstGeom>
          <a:solidFill>
            <a:srgbClr val="CFE8E2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71056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--list-boots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3373100" y="6991350"/>
            <a:ext cx="3657600" cy="1504950"/>
          </a:xfrm>
          <a:prstGeom prst="roundRect">
            <a:avLst>
              <a:gd name="adj" fmla="val 15190"/>
            </a:avLst>
          </a:prstGeom>
          <a:solidFill>
            <a:srgbClr val="CFE8E2"/>
          </a:solidFill>
          <a:ln/>
        </p:spPr>
      </p:sp>
      <p:sp>
        <p:nvSpPr>
          <p:cNvPr id="29" name="Text 27"/>
          <p:cNvSpPr/>
          <p:nvPr/>
        </p:nvSpPr>
        <p:spPr>
          <a:xfrm>
            <a:off x="13601700" y="71056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-u</a:t>
            </a:r>
            <a:r>
              <a:rPr lang="en-US" sz="2550" dirty="0" spc="-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25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706100" y="4514850"/>
            <a:ext cx="6096000" cy="7048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10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(mức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hơn)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706100" y="5905500"/>
            <a:ext cx="6096000" cy="7048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nhân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9715500" y="7524750"/>
            <a:ext cx="3238500" cy="962025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19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khởi</a:t>
            </a:r>
            <a:r>
              <a:rPr lang="en-US" sz="19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3601700" y="7524750"/>
            <a:ext cx="3238500" cy="962025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14400" y="43053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-k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nhân.</a:t>
            </a:r>
            <a:endParaRPr lang="en-US" sz="27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3df32827-9225-401a-800a-d508fa1802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dụ,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72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blame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676900"/>
            <a:ext cx="20955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00400" y="5676900"/>
            <a:ext cx="32385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66750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69342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3342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blame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86900" y="1181100"/>
            <a:ext cx="3733800" cy="314325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140970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Container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829800" y="2209800"/>
            <a:ext cx="10477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blame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049000" y="22098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journalctl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49300" y="1181100"/>
            <a:ext cx="3581400" cy="314325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0" y="140970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2700" dirty="0" spc="-3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792200" y="22098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timespan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773400" y="2209800"/>
            <a:ext cx="10668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verify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792200" y="3048000"/>
            <a:ext cx="12382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5220950" y="3048000"/>
            <a:ext cx="12382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endParaRPr lang="en-US" sz="2250" dirty="0"/>
          </a:p>
        </p:txBody>
      </p:sp>
      <p:sp>
        <p:nvSpPr>
          <p:cNvPr id="22" name="Connector line-1792339247773-408694636"/>
          <p:cNvSpPr/>
          <p:nvPr/>
        </p:nvSpPr>
        <p:spPr>
          <a:xfrm>
            <a:off x="12877800" y="2514600"/>
            <a:ext cx="8953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486900" y="4552950"/>
            <a:ext cx="7543800" cy="800100"/>
          </a:xfrm>
          <a:prstGeom prst="roundRect">
            <a:avLst>
              <a:gd name="adj" fmla="val 28571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9486900" y="5619750"/>
            <a:ext cx="7543800" cy="2857500"/>
          </a:xfrm>
          <a:prstGeom prst="roundRect">
            <a:avLst>
              <a:gd name="adj" fmla="val 8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9829800" y="58864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829800" y="3105150"/>
            <a:ext cx="323850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9829800" y="6381750"/>
            <a:ext cx="6953250" cy="2000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1650"/>
              </a:spcAft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550" dirty="0"/>
          </a:p>
          <a:p>
            <a:pPr algn="l" indent="0" marL="0">
              <a:lnSpc>
                <a:spcPts val="3315"/>
              </a:lnSpc>
              <a:spcAft>
                <a:spcPts val="1650"/>
              </a:spcAft>
              <a:buNone/>
            </a:pP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Firmware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 khởi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nhanh</a:t>
            </a:r>
            <a:endParaRPr lang="en-US" sz="25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be2b065c-d98d-41a7-aa99-bc3396a93d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581400"/>
            <a:ext cx="7620000" cy="2819400"/>
          </a:xfrm>
          <a:prstGeom prst="roundRect">
            <a:avLst>
              <a:gd name="adj" fmla="val 9459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8481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4286250"/>
            <a:ext cx="7048500" cy="2000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blame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pmlogger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32,875 giây.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591300"/>
            <a:ext cx="7620000" cy="1885950"/>
          </a:xfrm>
          <a:prstGeom prst="roundRect">
            <a:avLst>
              <a:gd name="adj" fmla="val 14141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6858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7296150"/>
            <a:ext cx="7048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nên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nào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11620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86900" y="1638300"/>
            <a:ext cx="7543800" cy="2133600"/>
          </a:xfrm>
          <a:prstGeom prst="roundRect">
            <a:avLst>
              <a:gd name="adj" fmla="val 10714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1981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706100" y="18669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3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5697200" y="2000250"/>
            <a:ext cx="106680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06100" y="2628900"/>
            <a:ext cx="6096000" cy="990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hiển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thị;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mới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486900" y="3962400"/>
            <a:ext cx="7543800" cy="2133600"/>
          </a:xfrm>
          <a:prstGeom prst="roundRect">
            <a:avLst>
              <a:gd name="adj" fmla="val 10714"/>
            </a:avLst>
          </a:prstGeom>
          <a:solidFill>
            <a:srgbClr val="CF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4305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06100" y="4191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wait-online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5697200" y="4324350"/>
            <a:ext cx="106680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706100" y="4953000"/>
            <a:ext cx="6096000" cy="990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+20,905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486900" y="6286500"/>
            <a:ext cx="754380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/>
        </p:spPr>
      </p:sp>
      <p:sp>
        <p:nvSpPr>
          <p:cNvPr id="23" name="Text 21"/>
          <p:cNvSpPr/>
          <p:nvPr/>
        </p:nvSpPr>
        <p:spPr>
          <a:xfrm>
            <a:off x="9791700" y="6629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706100" y="65151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journalctl</a:t>
            </a:r>
            <a:r>
              <a:rPr lang="en-US" sz="33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-b</a:t>
            </a:r>
            <a:r>
              <a:rPr lang="en-US" sz="33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-u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5697200" y="6648450"/>
            <a:ext cx="1066800" cy="419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706100" y="7277100"/>
            <a:ext cx="6096000" cy="11049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467ea41d-42b4-4e07-84b1-c73c8bd571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771900"/>
            <a:ext cx="7620000" cy="4991100"/>
          </a:xfrm>
          <a:prstGeom prst="roundRect">
            <a:avLst>
              <a:gd name="adj" fmla="val 53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40386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451485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spcAft>
                <a:spcPts val="1200"/>
              </a:spcAft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400" dirty="0"/>
          </a:p>
          <a:p>
            <a:pPr algn="l" indent="0" marL="0">
              <a:lnSpc>
                <a:spcPts val="3120"/>
              </a:lnSpc>
              <a:spcAft>
                <a:spcPts val="1200"/>
              </a:spcAft>
              <a:buNone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systemd: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systemd-analyze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systemd: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journalctl</a:t>
            </a:r>
            <a:endParaRPr lang="en-US" sz="2400" dirty="0"/>
          </a:p>
        </p:txBody>
      </p:sp>
      <p:sp>
        <p:nvSpPr>
          <p:cNvPr id="7" name="Connector line-1792339393634-50798034"/>
          <p:cNvSpPr/>
          <p:nvPr/>
        </p:nvSpPr>
        <p:spPr>
          <a:xfrm>
            <a:off x="1257300" y="7277100"/>
            <a:ext cx="69342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57300" y="75247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1200150"/>
            <a:ext cx="609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time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16040100" y="1409700"/>
            <a:ext cx="304800" cy="304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0" y="1409700"/>
            <a:ext cx="304800" cy="3048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6878300" y="1409700"/>
            <a:ext cx="304800" cy="304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3590925"/>
            <a:ext cx="822960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3876675"/>
            <a:ext cx="609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6878300" y="4086225"/>
            <a:ext cx="304800" cy="304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6267450"/>
            <a:ext cx="822960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6900" y="6553200"/>
            <a:ext cx="609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30" kern="0">
                <a:solidFill>
                  <a:srgbClr val="C4C8D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4200" dirty="0" spc="0" kern="0">
                <a:solidFill>
                  <a:srgbClr val="C4C8D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16878300" y="6762750"/>
            <a:ext cx="304800" cy="304800"/>
          </a:xfrm>
          <a:prstGeom prst="ellipse">
            <a:avLst/>
          </a:prstGeom>
          <a:solidFill>
            <a:srgbClr val="C4C8D6"/>
          </a:solidFill>
          <a:ln/>
        </p:spPr>
      </p:sp>
      <p:sp>
        <p:nvSpPr>
          <p:cNvPr id="20" name="Text 18"/>
          <p:cNvSpPr/>
          <p:nvPr/>
        </p:nvSpPr>
        <p:spPr>
          <a:xfrm>
            <a:off x="9486900" y="7448550"/>
            <a:ext cx="75438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486900" y="2095500"/>
            <a:ext cx="75438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dịch vụ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bật,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9486900" y="4772025"/>
            <a:ext cx="75438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đảm: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acaa790-6131-465f-b93d-4895abc6b2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2026-10-19T14:49:12Z</dcterms:created>
  <dcterms:modified xsi:type="dcterms:W3CDTF">2026-10-19T14:49:12Z</dcterms:modified>
</cp:coreProperties>
</file>