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ACID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81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3150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31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315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315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381500"/>
            <a:ext cx="8382000" cy="952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2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25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hứa</a:t>
            </a:r>
            <a:r>
              <a:rPr lang="en-US" sz="22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914400" y="952500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sd-04-044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0477500" y="914400"/>
            <a:ext cx="3333750" cy="38100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820400" y="1619250"/>
            <a:ext cx="2762250" cy="2266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0" dirty="0" spc="-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endParaRPr lang="en-US" sz="10500" dirty="0"/>
          </a:p>
        </p:txBody>
      </p:sp>
      <p:sp>
        <p:nvSpPr>
          <p:cNvPr id="9" name="Text 7"/>
          <p:cNvSpPr/>
          <p:nvPr/>
        </p:nvSpPr>
        <p:spPr>
          <a:xfrm>
            <a:off x="10820400" y="3810000"/>
            <a:ext cx="276225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4039850" y="914400"/>
            <a:ext cx="3333750" cy="38100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382750" y="1619250"/>
            <a:ext cx="2762250" cy="2266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</a:t>
            </a:r>
            <a:endParaRPr lang="en-US" sz="10500" dirty="0"/>
          </a:p>
        </p:txBody>
      </p:sp>
      <p:sp>
        <p:nvSpPr>
          <p:cNvPr id="12" name="Text 10"/>
          <p:cNvSpPr/>
          <p:nvPr/>
        </p:nvSpPr>
        <p:spPr>
          <a:xfrm>
            <a:off x="14382750" y="3810000"/>
            <a:ext cx="276225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Nhất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0477500" y="4953000"/>
            <a:ext cx="3333750" cy="38100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820400" y="5276850"/>
            <a:ext cx="2762250" cy="2266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</a:t>
            </a:r>
            <a:endParaRPr lang="en-US" sz="10500" dirty="0"/>
          </a:p>
        </p:txBody>
      </p:sp>
      <p:sp>
        <p:nvSpPr>
          <p:cNvPr id="15" name="Text 13"/>
          <p:cNvSpPr/>
          <p:nvPr/>
        </p:nvSpPr>
        <p:spPr>
          <a:xfrm>
            <a:off x="10820400" y="7848600"/>
            <a:ext cx="276225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4039850" y="4953000"/>
            <a:ext cx="3333750" cy="38100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382750" y="5276850"/>
            <a:ext cx="2762250" cy="2266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</a:t>
            </a:r>
            <a:endParaRPr lang="en-US" sz="10500" dirty="0"/>
          </a:p>
        </p:txBody>
      </p:sp>
      <p:sp>
        <p:nvSpPr>
          <p:cNvPr id="18" name="Text 16"/>
          <p:cNvSpPr/>
          <p:nvPr/>
        </p:nvSpPr>
        <p:spPr>
          <a:xfrm>
            <a:off x="14382750" y="7848600"/>
            <a:ext cx="276225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Bền</a:t>
            </a:r>
            <a:r>
              <a:rPr lang="en-US" sz="2550" b="1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vững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6947156f-5b8d-4752-8f88-00aadf3a0f0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6900" dirty="0" spc="-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hứa,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14300" cy="12382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428750" y="2857500"/>
            <a:ext cx="15240000" cy="1333500"/>
          </a:xfrm>
          <a:prstGeom prst="rect">
            <a:avLst/>
          </a:prstGeom>
          <a:noFill/>
          <a:ln/>
        </p:spPr>
        <p:txBody>
          <a:bodyPr wrap="square" lIns="0" tIns="49530" rIns="0" bIns="-49530" rtlCol="0" anchor="t"/>
          <a:lstStyle/>
          <a:p>
            <a:pPr algn="l" indent="0" marL="0">
              <a:lnSpc>
                <a:spcPts val="8580"/>
              </a:lnSpc>
              <a:buNone/>
            </a:pPr>
            <a:r>
              <a:rPr lang="en-US" sz="78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Hiểu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chắc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 thử</a:t>
            </a:r>
            <a:r>
              <a:rPr lang="en-US" sz="78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</a:t>
            </a:r>
            <a:endParaRPr lang="en-US" sz="7800" dirty="0"/>
          </a:p>
        </p:txBody>
      </p:sp>
      <p:sp>
        <p:nvSpPr>
          <p:cNvPr id="6" name="Shape 4"/>
          <p:cNvSpPr/>
          <p:nvPr/>
        </p:nvSpPr>
        <p:spPr>
          <a:xfrm>
            <a:off x="914400" y="4953000"/>
            <a:ext cx="8001000" cy="381000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5400" y="53340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DỰNG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59055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 tài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8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9372600" y="4953000"/>
            <a:ext cx="8001000" cy="381000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53600" y="53340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1800" b="1" spc="21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ACCOUNTS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753600" y="59055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Ràng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check: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balance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&gt;=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295400" y="75247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 cả lúc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40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hứa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9753600" y="75247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4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</a:t>
            </a:r>
            <a:r>
              <a:rPr lang="en-US" sz="24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</a:t>
            </a: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16.15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e73085c-f5d3-48b9-b049-ce5917c9b5d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A,</a:t>
            </a:r>
            <a:r>
              <a:rPr lang="en-US" sz="195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Làm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trọn,</a:t>
            </a:r>
            <a:r>
              <a:rPr lang="en-US" sz="69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19400"/>
            <a:ext cx="16459200" cy="5943600"/>
          </a:xfrm>
          <a:prstGeom prst="roundRect">
            <a:avLst>
              <a:gd name="adj" fmla="val 4487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86100"/>
            <a:ext cx="1524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180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150 TỪ</a:t>
            </a:r>
            <a:r>
              <a:rPr lang="en-US" sz="1800" b="1" spc="17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b="1" spc="21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80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(CÓ</a:t>
            </a: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295400" y="3619500"/>
            <a:ext cx="15697200" cy="1428750"/>
          </a:xfrm>
          <a:prstGeom prst="roundRect">
            <a:avLst>
              <a:gd name="adj" fmla="val 13333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676400" y="384810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 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76400" y="4267200"/>
            <a:ext cx="1485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Cộng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150</a:t>
            </a: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2: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b="1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1295400" y="5238750"/>
            <a:ext cx="15697200" cy="1428750"/>
          </a:xfrm>
          <a:prstGeom prst="roundRect">
            <a:avLst>
              <a:gd name="adj" fmla="val 13333"/>
            </a:avLst>
          </a:prstGeom>
          <a:solidFill>
            <a:srgbClr val="14161C"/>
          </a:solidFill>
          <a:ln/>
        </p:spPr>
      </p:sp>
      <p:sp>
        <p:nvSpPr>
          <p:cNvPr id="10" name="Text 8"/>
          <p:cNvSpPr/>
          <p:nvPr/>
        </p:nvSpPr>
        <p:spPr>
          <a:xfrm>
            <a:off x="1676400" y="546735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76400" y="5886450"/>
            <a:ext cx="1485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4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Trừ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150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8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8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1: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1295400" y="6858000"/>
            <a:ext cx="15697200" cy="1619250"/>
          </a:xfrm>
          <a:prstGeom prst="roundRect">
            <a:avLst>
              <a:gd name="adj" fmla="val 11765"/>
            </a:avLst>
          </a:prstGeom>
          <a:solidFill>
            <a:srgbClr val="1F3FD1"/>
          </a:solidFill>
          <a:ln/>
        </p:spPr>
      </p:sp>
      <p:sp>
        <p:nvSpPr>
          <p:cNvPr id="13" name="Text 11"/>
          <p:cNvSpPr/>
          <p:nvPr/>
        </p:nvSpPr>
        <p:spPr>
          <a:xfrm>
            <a:off x="1676400" y="70866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D6DC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800" b="1" spc="214" kern="0" dirty="0">
                <a:solidFill>
                  <a:srgbClr val="D6DC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676400" y="7505700"/>
            <a:ext cx="14859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Cả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hủy:</a:t>
            </a:r>
            <a:r>
              <a:rPr lang="en-US" sz="42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100</a:t>
            </a:r>
            <a:r>
              <a:rPr lang="en-US" sz="42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100</a:t>
            </a:r>
            <a:endParaRPr lang="en-US" sz="4200" dirty="0"/>
          </a:p>
        </p:txBody>
      </p:sp>
      <p:sp>
        <p:nvSpPr>
          <p:cNvPr id="15" name="Shape 1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b677112b-7944-4675-ad4e-0a82d446fae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950" b="1" spc="22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C,</a:t>
            </a:r>
            <a:r>
              <a:rPr lang="en-US" sz="1950" b="1" spc="18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1950" b="1" spc="21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luật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05150"/>
            <a:ext cx="1524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1800" b="1" spc="21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524250"/>
            <a:ext cx="952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new</a:t>
            </a:r>
            <a:r>
              <a:rPr lang="en-US" sz="2400" dirty="0" spc="-3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row</a:t>
            </a:r>
            <a:r>
              <a:rPr lang="en-US" sz="2400" dirty="0" spc="-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violates</a:t>
            </a:r>
            <a:r>
              <a:rPr lang="en-US" sz="2400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check</a:t>
            </a:r>
            <a:r>
              <a:rPr lang="en-US" sz="2400" dirty="0" spc="-1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constraint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14400" y="4572000"/>
            <a:ext cx="80010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9149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LUẬT</a:t>
            </a:r>
            <a:r>
              <a:rPr lang="en-US" sz="180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1800" b="1" spc="20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1800" b="1" spc="2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CƠ</a:t>
            </a:r>
            <a:r>
              <a:rPr lang="en-US" sz="1800" b="1" spc="23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1800" b="1" spc="2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54864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-7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Được</a:t>
            </a: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1295400" y="66675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3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Ràng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check: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âm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372600" y="4572000"/>
            <a:ext cx="80010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9753600" y="49149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LUẬT</a:t>
            </a: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1800" b="1" spc="21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b="1" spc="2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753600" y="54864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Nó</a:t>
            </a: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biết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9753600" y="66675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2382500" y="3524250"/>
            <a:ext cx="4667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 C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b="1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CAP</a:t>
            </a:r>
            <a:endParaRPr lang="en-US" sz="24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d3bfa326-7b69-451f-80e5-fd38a43bcc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I,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mức,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800100"/>
          </a:xfrm>
          <a:prstGeom prst="roundRect">
            <a:avLst>
              <a:gd name="adj" fmla="val 2381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67050"/>
            <a:ext cx="4572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MỨC</a:t>
            </a: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</a:t>
            </a: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6286500" y="3067050"/>
            <a:ext cx="4762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 ĐỌC</a:t>
            </a:r>
            <a:r>
              <a:rPr lang="en-US" sz="19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950" b="1" spc="15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1430000" y="3067050"/>
            <a:ext cx="571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RÚT</a:t>
            </a: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950" b="1" spc="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9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14400" y="3810000"/>
            <a:ext cx="16459200" cy="2381250"/>
          </a:xfrm>
          <a:prstGeom prst="roundRect">
            <a:avLst>
              <a:gd name="adj" fmla="val 9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4095750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Read</a:t>
            </a:r>
            <a:r>
              <a:rPr lang="en-US" sz="3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committed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1295400" y="485775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10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286500" y="4095750"/>
            <a:ext cx="4762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100</a:t>
            </a:r>
            <a:r>
              <a:rPr lang="en-US" sz="3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50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6286500" y="4857750"/>
            <a:ext cx="47625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2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 nhau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1430000" y="4095750"/>
            <a:ext cx="571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Còn</a:t>
            </a:r>
            <a:r>
              <a:rPr lang="en-US" sz="3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80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11430000" y="4857750"/>
            <a:ext cx="5715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Lượt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rút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14400" y="6381750"/>
            <a:ext cx="16459200" cy="2381250"/>
          </a:xfrm>
          <a:prstGeom prst="roundRect">
            <a:avLst>
              <a:gd name="adj" fmla="val 960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95400" y="6667500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1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Repeatable</a:t>
            </a:r>
            <a:r>
              <a:rPr lang="en-US" sz="3900" dirty="0" spc="-9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read</a:t>
            </a:r>
            <a:endParaRPr lang="en-US" sz="3900" dirty="0"/>
          </a:p>
        </p:txBody>
      </p:sp>
      <p:sp>
        <p:nvSpPr>
          <p:cNvPr id="17" name="Text 15"/>
          <p:cNvSpPr/>
          <p:nvPr/>
        </p:nvSpPr>
        <p:spPr>
          <a:xfrm>
            <a:off x="1295400" y="74295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6286500" y="6667500"/>
            <a:ext cx="4762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100</a:t>
            </a:r>
            <a:r>
              <a:rPr lang="en-US" sz="3900" dirty="0" spc="-1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3900" dirty="0" spc="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100</a:t>
            </a:r>
            <a:endParaRPr lang="en-US" sz="3900" dirty="0"/>
          </a:p>
        </p:txBody>
      </p:sp>
      <p:sp>
        <p:nvSpPr>
          <p:cNvPr id="19" name="Text 17"/>
          <p:cNvSpPr/>
          <p:nvPr/>
        </p:nvSpPr>
        <p:spPr>
          <a:xfrm>
            <a:off x="6286500" y="7429500"/>
            <a:ext cx="47625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 lại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1430000" y="6667500"/>
            <a:ext cx="571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Còn</a:t>
            </a:r>
            <a:r>
              <a:rPr lang="en-US" sz="3900" dirty="0" spc="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90</a:t>
            </a:r>
            <a:endParaRPr lang="en-US" sz="3900" dirty="0"/>
          </a:p>
        </p:txBody>
      </p:sp>
      <p:sp>
        <p:nvSpPr>
          <p:cNvPr id="21" name="Text 19"/>
          <p:cNvSpPr/>
          <p:nvPr/>
        </p:nvSpPr>
        <p:spPr>
          <a:xfrm>
            <a:off x="11430000" y="7429500"/>
            <a:ext cx="5715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hủy,</a:t>
            </a:r>
            <a:r>
              <a:rPr lang="en-US" sz="22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8f07fbce-d603-4b7d-ae41-d16ce3e411a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D,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BỀN</a:t>
            </a:r>
            <a:r>
              <a:rPr lang="en-US" sz="1950" b="1" spc="24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VỮNG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Đã</a:t>
            </a:r>
            <a:r>
              <a:rPr lang="en-US" sz="6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chốt</a:t>
            </a:r>
            <a:r>
              <a:rPr lang="en-US" sz="69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mất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9144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CHỐT</a:t>
            </a:r>
            <a:r>
              <a:rPr lang="en-US" sz="180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2.000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DÒNG,</a:t>
            </a:r>
            <a:r>
              <a:rPr lang="en-US" sz="1800" b="1" spc="21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1800" b="1" spc="13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0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ĐỘT</a:t>
            </a:r>
            <a:r>
              <a:rPr lang="en-US" sz="1800" b="1" spc="20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NGỘT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3238500"/>
            <a:ext cx="9525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0" dirty="0" spc="-17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2.000</a:t>
            </a:r>
            <a:endParaRPr lang="en-US" sz="18000" dirty="0"/>
          </a:p>
        </p:txBody>
      </p:sp>
      <p:sp>
        <p:nvSpPr>
          <p:cNvPr id="6" name="Text 4"/>
          <p:cNvSpPr/>
          <p:nvPr/>
        </p:nvSpPr>
        <p:spPr>
          <a:xfrm>
            <a:off x="914400" y="6286500"/>
            <a:ext cx="914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Khởi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lại:</a:t>
            </a: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đủ,</a:t>
            </a:r>
            <a:r>
              <a:rPr lang="en-US" sz="30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nhờ</a:t>
            </a:r>
            <a:r>
              <a:rPr lang="en-US" sz="3000" b="1" dirty="0" spc="-5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WAL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7048500"/>
            <a:ext cx="914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8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Tắt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pg_ctl</a:t>
            </a:r>
            <a:r>
              <a:rPr lang="en-US" sz="24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stop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-m</a:t>
            </a:r>
            <a:r>
              <a:rPr lang="en-US" sz="24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immediate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0953750" y="2857500"/>
            <a:ext cx="6419850" cy="5905500"/>
          </a:xfrm>
          <a:prstGeom prst="roundRect">
            <a:avLst>
              <a:gd name="adj" fmla="val 4516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1334750" y="32004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SYNCHRONOUS_COMMIT</a:t>
            </a: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OFF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334750" y="3714750"/>
            <a:ext cx="57150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Chốt</a:t>
            </a:r>
            <a:r>
              <a:rPr lang="en-US" sz="24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400" dirty="0" spc="-5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WAL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</a:t>
            </a:r>
            <a:r>
              <a:rPr lang="en-US" sz="2400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1334750" y="485775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80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 CÒN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334750" y="5295900"/>
            <a:ext cx="5715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1.928</a:t>
            </a: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42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1.974</a:t>
            </a: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4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1.946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11334750" y="6572250"/>
            <a:ext cx="5715000" cy="1524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4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4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chốt</a:t>
            </a:r>
            <a:r>
              <a:rPr lang="en-US" sz="24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4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d454b384-2e87-4a62-9bfd-fcd0bb5c561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Lời</a:t>
            </a:r>
            <a:r>
              <a:rPr lang="en-US" sz="69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hứa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cũng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194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289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2667000" y="3162300"/>
            <a:ext cx="14287500" cy="762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700" b="1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committed,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chặt nhất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3053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5148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2667000" y="4648200"/>
            <a:ext cx="14287500" cy="762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Mức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chặt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hơn: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 hủy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57912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0007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2667000" y="6134100"/>
            <a:ext cx="14287500" cy="762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đĩa;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phân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chép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72771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74866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2667000" y="7620000"/>
            <a:ext cx="14287500" cy="762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đột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ngột,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70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a88f2846-70e9-4a51-98d2-8e06f8e8cfd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4287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TỬ,</a:t>
            </a:r>
            <a:r>
              <a:rPr lang="en-US" sz="1950" b="1" spc="22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1950" b="1" spc="20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Bấm</a:t>
            </a:r>
            <a:r>
              <a:rPr lang="en-US" sz="6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rút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 thật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nhanh?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19400"/>
            <a:ext cx="4953000" cy="2667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05150"/>
            <a:ext cx="4191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619500"/>
            <a:ext cx="4191000" cy="1524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7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 100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000750" y="3619500"/>
            <a:ext cx="762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→</a:t>
            </a:r>
            <a:endParaRPr lang="en-US" sz="5400" dirty="0"/>
          </a:p>
        </p:txBody>
      </p:sp>
      <p:sp>
        <p:nvSpPr>
          <p:cNvPr id="8" name="Shape 6"/>
          <p:cNvSpPr/>
          <p:nvPr/>
        </p:nvSpPr>
        <p:spPr>
          <a:xfrm>
            <a:off x="6858000" y="2819400"/>
            <a:ext cx="4953000" cy="2667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7239000" y="3105150"/>
            <a:ext cx="4191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239000" y="3619500"/>
            <a:ext cx="4191000" cy="1524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1944350" y="3619500"/>
            <a:ext cx="762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→</a:t>
            </a:r>
            <a:endParaRPr lang="en-US" sz="5400" dirty="0"/>
          </a:p>
        </p:txBody>
      </p:sp>
      <p:sp>
        <p:nvSpPr>
          <p:cNvPr id="12" name="Shape 10"/>
          <p:cNvSpPr/>
          <p:nvPr/>
        </p:nvSpPr>
        <p:spPr>
          <a:xfrm>
            <a:off x="12801600" y="2819400"/>
            <a:ext cx="4572000" cy="2667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182600" y="3105150"/>
            <a:ext cx="381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MẤT</a:t>
            </a:r>
            <a:r>
              <a:rPr lang="en-US" sz="1800" b="1" spc="20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1800" b="1" spc="18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182600" y="3619500"/>
            <a:ext cx="3810000" cy="1524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Lượt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 sau</a:t>
            </a:r>
            <a:r>
              <a:rPr lang="en-US" sz="27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đè</a:t>
            </a:r>
            <a:r>
              <a:rPr lang="en-US" sz="27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7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14400" y="5791200"/>
            <a:ext cx="16459200" cy="2971800"/>
          </a:xfrm>
          <a:prstGeom prst="roundRect">
            <a:avLst>
              <a:gd name="adj" fmla="val 8974"/>
            </a:avLst>
          </a:prstGeom>
          <a:solidFill>
            <a:srgbClr val="F3EEE3"/>
          </a:solidFill>
          <a:ln/>
        </p:spPr>
      </p:sp>
      <p:sp>
        <p:nvSpPr>
          <p:cNvPr id="16" name="Text 14"/>
          <p:cNvSpPr/>
          <p:nvPr/>
        </p:nvSpPr>
        <p:spPr>
          <a:xfrm>
            <a:off x="1295400" y="6096000"/>
            <a:ext cx="1524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800" b="1" spc="2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95400" y="6572250"/>
            <a:ext cx="15716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Để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tự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trừ: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balance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295400" y="7239000"/>
            <a:ext cx="15716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đọc: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select</a:t>
            </a:r>
            <a:r>
              <a:rPr lang="en-US" sz="2550" b="1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...</a:t>
            </a: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update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295400" y="7905750"/>
            <a:ext cx="15716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Repeatable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read,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144939ce-3e28-40f3-a637-7aca0c23dcc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4287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1950" b="1" spc="21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22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21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chữ,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95275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25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lab044;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5441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914400" y="3810000"/>
            <a:ext cx="3886200" cy="4381500"/>
          </a:xfrm>
          <a:prstGeom prst="roundRect">
            <a:avLst>
              <a:gd name="adj" fmla="val 6863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8250" y="4248150"/>
            <a:ext cx="3238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1650" b="1" spc="15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1650" b="1" spc="15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1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1650" b="1" spc="14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238250" y="5048250"/>
            <a:ext cx="3238500" cy="1714500"/>
          </a:xfrm>
          <a:prstGeom prst="rect">
            <a:avLst/>
          </a:prstGeom>
          <a:noFill/>
          <a:ln/>
        </p:spPr>
        <p:txBody>
          <a:bodyPr wrap="square" lIns="0" tIns="41148" rIns="0" bIns="-41148" rtlCol="0" anchor="t"/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48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100</a:t>
            </a:r>
            <a:r>
              <a:rPr lang="en-US" sz="4800" dirty="0" spc="-5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48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100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1238250" y="6477000"/>
            <a:ext cx="3238500" cy="1714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ràng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check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chối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105400" y="3810000"/>
            <a:ext cx="3886200" cy="4381500"/>
          </a:xfrm>
          <a:prstGeom prst="roundRect">
            <a:avLst>
              <a:gd name="adj" fmla="val 6863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29250" y="4248150"/>
            <a:ext cx="3238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65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5429250" y="5048250"/>
            <a:ext cx="3238500" cy="1714500"/>
          </a:xfrm>
          <a:prstGeom prst="rect">
            <a:avLst/>
          </a:prstGeom>
          <a:noFill/>
          <a:ln/>
        </p:spPr>
        <p:txBody>
          <a:bodyPr wrap="square" lIns="0" tIns="41148" rIns="0" bIns="-41148" rtlCol="0" anchor="t"/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4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50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/</a:t>
            </a:r>
            <a:r>
              <a:rPr lang="en-US" sz="48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100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5429250" y="6477000"/>
            <a:ext cx="3238500" cy="1714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Read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committed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21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repeatable</a:t>
            </a:r>
            <a:r>
              <a:rPr lang="en-US" sz="21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9296400" y="3810000"/>
            <a:ext cx="3886200" cy="4381500"/>
          </a:xfrm>
          <a:prstGeom prst="roundRect">
            <a:avLst>
              <a:gd name="adj" fmla="val 6863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20250" y="4248150"/>
            <a:ext cx="3238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3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RÚT</a:t>
            </a:r>
            <a:r>
              <a:rPr lang="en-US" sz="16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 LÚC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620250" y="5048250"/>
            <a:ext cx="3238500" cy="1714500"/>
          </a:xfrm>
          <a:prstGeom prst="rect">
            <a:avLst/>
          </a:prstGeom>
          <a:noFill/>
          <a:ln/>
        </p:spPr>
        <p:txBody>
          <a:bodyPr wrap="square" lIns="0" tIns="41148" rIns="0" bIns="-41148" rtlCol="0" anchor="t"/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80</a:t>
            </a: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/</a:t>
            </a: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90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9620250" y="6477000"/>
            <a:ext cx="3238500" cy="1714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Repeatable</a:t>
            </a:r>
            <a:r>
              <a:rPr lang="en-US" sz="21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 B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3487400" y="3810000"/>
            <a:ext cx="3886200" cy="4381500"/>
          </a:xfrm>
          <a:prstGeom prst="roundRect">
            <a:avLst>
              <a:gd name="adj" fmla="val 6863"/>
            </a:avLst>
          </a:prstGeom>
          <a:solidFill>
            <a:srgbClr val="14161C"/>
          </a:solidFill>
          <a:ln/>
        </p:spPr>
      </p:sp>
      <p:sp>
        <p:nvSpPr>
          <p:cNvPr id="18" name="Text 16"/>
          <p:cNvSpPr/>
          <p:nvPr/>
        </p:nvSpPr>
        <p:spPr>
          <a:xfrm>
            <a:off x="13811250" y="4248150"/>
            <a:ext cx="3238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BỀN</a:t>
            </a:r>
            <a:r>
              <a:rPr lang="en-US" sz="1650" b="1" spc="17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VỮNG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3811250" y="5048250"/>
            <a:ext cx="3238500" cy="1714500"/>
          </a:xfrm>
          <a:prstGeom prst="rect">
            <a:avLst/>
          </a:prstGeom>
          <a:noFill/>
          <a:ln/>
        </p:spPr>
        <p:txBody>
          <a:bodyPr wrap="square" lIns="0" tIns="41148" rIns="0" bIns="-41148" rtlCol="0" anchor="t"/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48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2.000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13811250" y="6477000"/>
            <a:ext cx="3238500" cy="1714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Off: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1.928,</a:t>
            </a:r>
            <a:r>
              <a:rPr lang="en-US" sz="21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1.974</a:t>
            </a:r>
            <a:r>
              <a:rPr lang="en-US" sz="21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1.946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bc4d394d-de31-43c1-b06b-c4b155d1228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1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704850"/>
          </a:xfrm>
          <a:prstGeom prst="roundRect">
            <a:avLst>
              <a:gd name="adj" fmla="val 21622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3581400"/>
            <a:ext cx="16459200" cy="704850"/>
          </a:xfrm>
          <a:prstGeom prst="roundRect">
            <a:avLst>
              <a:gd name="adj" fmla="val 21622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400550"/>
            <a:ext cx="16459200" cy="704850"/>
          </a:xfrm>
          <a:prstGeom prst="roundRect">
            <a:avLst>
              <a:gd name="adj" fmla="val 21622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5219700"/>
            <a:ext cx="16459200" cy="704850"/>
          </a:xfrm>
          <a:prstGeom prst="roundRect">
            <a:avLst>
              <a:gd name="adj" fmla="val 21622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2876550"/>
            <a:ext cx="2476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2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ACID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810000" y="2952750"/>
            <a:ext cx="723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Atomicity, Consistency,</a:t>
            </a: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Isolation,</a:t>
            </a: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Durability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1239500" y="2952750"/>
            <a:ext cx="5905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tử,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quán,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 lập,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bền</a:t>
            </a:r>
            <a:r>
              <a:rPr lang="en-US" sz="21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vững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295400" y="3695700"/>
            <a:ext cx="2476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2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CAP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810000" y="3771900"/>
            <a:ext cx="723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Consistency,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Availability,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Partition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1239500" y="3771900"/>
            <a:ext cx="5905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Nhất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quán,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sàng,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95400" y="4514850"/>
            <a:ext cx="2476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SQL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810000" y="4591050"/>
            <a:ext cx="723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Structured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1239500" y="4591050"/>
            <a:ext cx="5905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95400" y="5334000"/>
            <a:ext cx="2476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7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WAL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3810000" y="5410200"/>
            <a:ext cx="723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Write-Ahead</a:t>
            </a:r>
            <a:r>
              <a:rPr lang="en-US" sz="210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1239500" y="5410200"/>
            <a:ext cx="5905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14400" y="6286500"/>
            <a:ext cx="8115300" cy="2476500"/>
          </a:xfrm>
          <a:prstGeom prst="roundRect">
            <a:avLst>
              <a:gd name="adj" fmla="val 9231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295400" y="6572250"/>
            <a:ext cx="73533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295400" y="7048500"/>
            <a:ext cx="73533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9258300" y="6286500"/>
            <a:ext cx="8115300" cy="2476500"/>
          </a:xfrm>
          <a:prstGeom prst="roundRect">
            <a:avLst>
              <a:gd name="adj" fmla="val 9231"/>
            </a:avLst>
          </a:prstGeom>
          <a:solidFill>
            <a:srgbClr val="1E212B"/>
          </a:solidFill>
          <a:ln/>
        </p:spPr>
      </p:sp>
      <p:sp>
        <p:nvSpPr>
          <p:cNvPr id="24" name="Text 22"/>
          <p:cNvSpPr/>
          <p:nvPr/>
        </p:nvSpPr>
        <p:spPr>
          <a:xfrm>
            <a:off x="9639300" y="6572250"/>
            <a:ext cx="73533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b="1" spc="21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639300" y="7048500"/>
            <a:ext cx="73533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Concurrency</a:t>
            </a:r>
            <a:r>
              <a:rPr lang="en-US" sz="22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Control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9639300" y="7543800"/>
            <a:ext cx="73533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Reliability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 the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Write-Ahead</a:t>
            </a:r>
            <a:r>
              <a:rPr lang="en-US" sz="22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9639300" y="8039100"/>
            <a:ext cx="73533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pg_ctl</a:t>
            </a:r>
            <a:endParaRPr lang="en-US" sz="225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66480395-a57f-4659-a687-73e5e2fe004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2026-10-19T04:25:59Z</dcterms:created>
  <dcterms:modified xsi:type="dcterms:W3CDTF">2026-10-19T04:25:59Z</dcterms:modified>
</cp:coreProperties>
</file>