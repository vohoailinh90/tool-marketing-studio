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1"/>
      <p:bold r:id="rId19"/>
    </p:embeddedFont>
    <p:embeddedFont>
      <p:font typeface="Bricolage Grotesque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80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800" b="1" spc="3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62025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Lên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hướng,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bật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7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YouTube,</a:t>
            </a:r>
            <a:r>
              <a:rPr lang="en-US" sz="3000" dirty="0" spc="-4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TikTok,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Facebook: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mốc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2027,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 AI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API</a:t>
            </a:r>
            <a:endParaRPr lang="en-US" sz="3000" dirty="0"/>
          </a:p>
        </p:txBody>
      </p:sp>
      <p:sp>
        <p:nvSpPr>
          <p:cNvPr id="5" name="Connector line-1792305405563-397051237"/>
          <p:cNvSpPr/>
          <p:nvPr/>
        </p:nvSpPr>
        <p:spPr>
          <a:xfrm>
            <a:off x="914400" y="7524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cáo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6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research/xu-huong-kiem-tien-youtube-tiktok-facebook.md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44350" y="2743200"/>
            <a:ext cx="1581150" cy="2286000"/>
          </a:xfrm>
          <a:custGeom>
            <a:avLst/>
            <a:gdLst/>
            <a:ahLst/>
            <a:cxnLst/>
            <a:rect l="l" t="t" r="r" b="b"/>
            <a:pathLst>
              <a:path w="1581150" h="2286000">
                <a:moveTo>
                  <a:pt x="0" y="2286000"/>
                </a:moveTo>
                <a:cubicBezTo>
                  <a:pt x="790575" y="2286000"/>
                  <a:pt x="790575" y="0"/>
                  <a:pt x="15811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44350" y="4267200"/>
            <a:ext cx="1581150" cy="762000"/>
          </a:xfrm>
          <a:custGeom>
            <a:avLst/>
            <a:gdLst/>
            <a:ahLst/>
            <a:cxnLst/>
            <a:rect l="l" t="t" r="r" b="b"/>
            <a:pathLst>
              <a:path w="1581150" h="762000">
                <a:moveTo>
                  <a:pt x="0" y="762000"/>
                </a:moveTo>
                <a:cubicBezTo>
                  <a:pt x="790575" y="762000"/>
                  <a:pt x="790575" y="0"/>
                  <a:pt x="15811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44350" y="5029200"/>
            <a:ext cx="1581150" cy="762000"/>
          </a:xfrm>
          <a:custGeom>
            <a:avLst/>
            <a:gdLst/>
            <a:ahLst/>
            <a:cxnLst/>
            <a:rect l="l" t="t" r="r" b="b"/>
            <a:pathLst>
              <a:path w="1581150" h="762000">
                <a:moveTo>
                  <a:pt x="0" y="0"/>
                </a:moveTo>
                <a:cubicBezTo>
                  <a:pt x="790575" y="0"/>
                  <a:pt x="790575" y="762000"/>
                  <a:pt x="1581150" y="7620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44350" y="5029200"/>
            <a:ext cx="1581150" cy="2286000"/>
          </a:xfrm>
          <a:custGeom>
            <a:avLst/>
            <a:gdLst/>
            <a:ahLst/>
            <a:cxnLst/>
            <a:rect l="l" t="t" r="r" b="b"/>
            <a:pathLst>
              <a:path w="1581150" h="2286000">
                <a:moveTo>
                  <a:pt x="0" y="0"/>
                </a:moveTo>
                <a:cubicBezTo>
                  <a:pt x="790575" y="0"/>
                  <a:pt x="790575" y="2286000"/>
                  <a:pt x="1581150" y="22860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44150" y="4229100"/>
            <a:ext cx="1600200" cy="16002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Xu</a:t>
            </a:r>
            <a:r>
              <a:rPr lang="en-US" sz="24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525500" y="238125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0" y="390525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0" y="542925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0" y="6953250"/>
            <a:ext cx="38481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04c4132-577a-4c40-87dd-6aaa6bbaf3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391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956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352800"/>
            <a:ext cx="7277100" cy="72390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4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4229100"/>
            <a:ext cx="72771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1/2/2027: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8.000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34500" y="2571750"/>
            <a:ext cx="80391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28956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15500" y="3352800"/>
            <a:ext cx="7277100" cy="72390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42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Creator</a:t>
            </a:r>
            <a:r>
              <a:rPr lang="en-US" sz="42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Rewards:</a:t>
            </a: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r>
              <a:rPr lang="en-US" sz="4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15500" y="4229100"/>
            <a:ext cx="72771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80391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1341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" y="6591300"/>
            <a:ext cx="7277100" cy="72390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4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mời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95400" y="7467600"/>
            <a:ext cx="72771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follower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0" y="5810250"/>
            <a:ext cx="80391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61341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1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15500" y="6591300"/>
            <a:ext cx="7277100" cy="72390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42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phép,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luật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715500" y="7467600"/>
            <a:ext cx="72771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siết;</a:t>
            </a:r>
            <a:r>
              <a:rPr lang="en-US" sz="270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audit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90ebaba-39e4-4d80-9c65-0c5b59a0f7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72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47625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700" dirty="0"/>
          </a:p>
        </p:txBody>
      </p:sp>
      <p:sp>
        <p:nvSpPr>
          <p:cNvPr id="5" name="Connector line-1792305476227-171684718"/>
          <p:cNvSpPr/>
          <p:nvPr/>
        </p:nvSpPr>
        <p:spPr>
          <a:xfrm>
            <a:off x="5848350" y="2952750"/>
            <a:ext cx="742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6" name="Text 4"/>
          <p:cNvSpPr/>
          <p:nvPr/>
        </p:nvSpPr>
        <p:spPr>
          <a:xfrm>
            <a:off x="6762750" y="2476500"/>
            <a:ext cx="47625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</p:txBody>
      </p:sp>
      <p:sp>
        <p:nvSpPr>
          <p:cNvPr id="7" name="Connector line-1792305476230-879220886"/>
          <p:cNvSpPr/>
          <p:nvPr/>
        </p:nvSpPr>
        <p:spPr>
          <a:xfrm>
            <a:off x="11696700" y="2952750"/>
            <a:ext cx="742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12611100" y="2476500"/>
            <a:ext cx="47625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3981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CHÍNH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47675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48006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1950" dirty="0"/>
          </a:p>
        </p:txBody>
      </p:sp>
      <p:sp>
        <p:nvSpPr>
          <p:cNvPr id="12" name="Text richtext-1792305476238-351065063"/>
          <p:cNvSpPr/>
          <p:nvPr/>
        </p:nvSpPr>
        <p:spPr>
          <a:xfrm>
            <a:off x="1257300" y="533400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Khảo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534150" y="447675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7050" y="48006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1950" dirty="0"/>
          </a:p>
        </p:txBody>
      </p:sp>
      <p:sp>
        <p:nvSpPr>
          <p:cNvPr id="15" name="Text richtext-1792305476262-738850475"/>
          <p:cNvSpPr/>
          <p:nvPr/>
        </p:nvSpPr>
        <p:spPr>
          <a:xfrm>
            <a:off x="6877050" y="533400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 mạnh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Like,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sẻ,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Follower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153900" y="447675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96800" y="48006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1950" dirty="0"/>
          </a:p>
        </p:txBody>
      </p:sp>
      <p:sp>
        <p:nvSpPr>
          <p:cNvPr id="18" name="Text richtext-1792305476283-57578766"/>
          <p:cNvSpPr/>
          <p:nvPr/>
        </p:nvSpPr>
        <p:spPr>
          <a:xfrm>
            <a:off x="12496800" y="533400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link,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hashtag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reach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8582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1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Trending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7/2025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14400" y="35052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ba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nội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967e795-6ee8-4a29-90ce-00c3bd48a9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Bị hạ</a:t>
            </a:r>
            <a:r>
              <a:rPr lang="en-US" sz="7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5219700" cy="6286500"/>
          </a:xfrm>
          <a:prstGeom prst="roundRect">
            <a:avLst>
              <a:gd name="adj" fmla="val 5109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800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57300" y="3276600"/>
            <a:ext cx="4533900" cy="1047750"/>
          </a:xfrm>
          <a:prstGeom prst="rect">
            <a:avLst/>
          </a:prstGeom>
          <a:noFill/>
          <a:ln/>
        </p:spPr>
        <p:txBody>
          <a:bodyPr wrap="square" lIns="0" tIns="26289" rIns="0" bIns="-26289" rtlCol="0" anchor="t"/>
          <a:lstStyle/>
          <a:p>
            <a:pPr algn="l" indent="0" marL="0">
              <a:lnSpc>
                <a:spcPts val="3726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345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</a:t>
            </a:r>
            <a:endParaRPr lang="en-US" sz="3450" dirty="0"/>
          </a:p>
        </p:txBody>
      </p:sp>
      <p:sp>
        <p:nvSpPr>
          <p:cNvPr id="7" name="Text richtext-1792305549562-254176663"/>
          <p:cNvSpPr/>
          <p:nvPr/>
        </p:nvSpPr>
        <p:spPr>
          <a:xfrm>
            <a:off x="1257300" y="4667250"/>
            <a:ext cx="45339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chống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spam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clickbait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Studio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Viewed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swiped</a:t>
            </a:r>
            <a:r>
              <a:rPr lang="en-US" sz="25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away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34150" y="2476500"/>
            <a:ext cx="5219700" cy="6286500"/>
          </a:xfrm>
          <a:prstGeom prst="roundRect">
            <a:avLst>
              <a:gd name="adj" fmla="val 5109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77050" y="2800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77050" y="3276600"/>
            <a:ext cx="4533900" cy="1047750"/>
          </a:xfrm>
          <a:prstGeom prst="rect">
            <a:avLst/>
          </a:prstGeom>
          <a:noFill/>
          <a:ln/>
        </p:spPr>
        <p:txBody>
          <a:bodyPr wrap="square" lIns="0" tIns="26289" rIns="0" bIns="-26289" rtlCol="0" anchor="t"/>
          <a:lstStyle/>
          <a:p>
            <a:pPr algn="l" indent="0" marL="0">
              <a:lnSpc>
                <a:spcPts val="3726"/>
              </a:lnSpc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FYF</a:t>
            </a: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clip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450" dirty="0"/>
          </a:p>
        </p:txBody>
      </p:sp>
      <p:sp>
        <p:nvSpPr>
          <p:cNvPr id="11" name="Text richtext-1792305549588-768514474"/>
          <p:cNvSpPr/>
          <p:nvPr/>
        </p:nvSpPr>
        <p:spPr>
          <a:xfrm>
            <a:off x="6877050" y="4667250"/>
            <a:ext cx="45339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Clip còn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watermark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Clip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từ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GIF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Dụ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tặng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quà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like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53900" y="2476500"/>
            <a:ext cx="5219700" cy="6286500"/>
          </a:xfrm>
          <a:prstGeom prst="roundRect">
            <a:avLst>
              <a:gd name="adj" fmla="val 5109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2800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96800" y="3276600"/>
            <a:ext cx="4533900" cy="1047750"/>
          </a:xfrm>
          <a:prstGeom prst="rect">
            <a:avLst/>
          </a:prstGeom>
          <a:noFill/>
          <a:ln/>
        </p:spPr>
        <p:txBody>
          <a:bodyPr wrap="square" lIns="0" tIns="26289" rIns="0" bIns="-26289" rtlCol="0" anchor="t"/>
          <a:lstStyle/>
          <a:p>
            <a:pPr algn="l" indent="0" marL="0">
              <a:lnSpc>
                <a:spcPts val="3726"/>
              </a:lnSpc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Giảm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45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3450" dirty="0"/>
          </a:p>
        </p:txBody>
      </p:sp>
      <p:sp>
        <p:nvSpPr>
          <p:cNvPr id="15" name="Text richtext-1792305549601-233677975"/>
          <p:cNvSpPr/>
          <p:nvPr/>
        </p:nvSpPr>
        <p:spPr>
          <a:xfrm>
            <a:off x="12496800" y="4667250"/>
            <a:ext cx="4533900" cy="3810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clip,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Màn hình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 cho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46ea61d-65c8-4e0b-a8fe-c39abd9c01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KIỆN</a:t>
            </a:r>
            <a:r>
              <a:rPr lang="en-US" sz="180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75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</a:t>
            </a:r>
            <a:r>
              <a:rPr lang="en-US" sz="75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6289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dirty="0" spc="-6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YouTube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3238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31/1/2027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286500" y="2590800"/>
            <a:ext cx="1085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4.000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Shorts/90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286500" y="3219450"/>
            <a:ext cx="1085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YPP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0386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4286250"/>
            <a:ext cx="4762500" cy="6096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dirty="0" spc="-6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YouTube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95400" y="48958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1/2/2027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286500" y="4248150"/>
            <a:ext cx="1085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8.000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Shorts/90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86500" y="4876800"/>
            <a:ext cx="1085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YPP không bị ảnh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cách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56959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59436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dirty="0" spc="-4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TikTok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95400" y="65532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Creator</a:t>
            </a:r>
            <a:r>
              <a:rPr lang="en-US" sz="195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Rewards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86500" y="5905500"/>
            <a:ext cx="1085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10.000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follower,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xem/30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86500" y="6534150"/>
            <a:ext cx="1085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nước,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73533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7600950"/>
            <a:ext cx="4762500" cy="6096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dirty="0" spc="-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Facebook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95400" y="82105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Monetization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286500" y="7562850"/>
            <a:ext cx="1085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mời;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286500" y="8191500"/>
            <a:ext cx="1085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Bày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tỏ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tâm: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dashboard,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Monetization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05/12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8543e26-21fc-4200-8a51-99c181e6ac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2027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Ngưỡng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YPP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1/2/2027</a:t>
            </a:r>
            <a:endParaRPr lang="en-US" sz="7200" dirty="0"/>
          </a:p>
        </p:txBody>
      </p:sp>
      <p:sp>
        <p:nvSpPr>
          <p:cNvPr id="4" name="Connector line-1792305595030-470449568"/>
          <p:cNvSpPr/>
          <p:nvPr/>
        </p:nvSpPr>
        <p:spPr>
          <a:xfrm>
            <a:off x="1905000" y="3238500"/>
            <a:ext cx="14478000" cy="0"/>
          </a:xfrm>
          <a:prstGeom prst="line">
            <a:avLst/>
          </a:prstGeom>
          <a:noFill/>
          <a:ln w="38100">
            <a:solidFill>
              <a:srgbClr val="3A3F5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19450" y="3028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Shape 4"/>
          <p:cNvSpPr/>
          <p:nvPr/>
        </p:nvSpPr>
        <p:spPr>
          <a:xfrm>
            <a:off x="8934450" y="3028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4649450" y="3028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2479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ctr" indent="0" marL="0">
              <a:lnSpc>
                <a:spcPts val="4368"/>
              </a:lnSpc>
              <a:buNone/>
            </a:pPr>
            <a:r>
              <a:rPr lang="en-US" sz="42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18/10/2026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667500" y="22479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ctr" indent="0" marL="0">
              <a:lnSpc>
                <a:spcPts val="4368"/>
              </a:lnSpc>
              <a:buNone/>
            </a:pPr>
            <a:r>
              <a:rPr lang="en-US" sz="4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31/1/2027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0" y="22479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37338" rIns="0" bIns="-37338" rtlCol="0" anchor="t"/>
          <a:lstStyle/>
          <a:p>
            <a:pPr algn="ctr" indent="0" marL="0">
              <a:lnSpc>
                <a:spcPts val="4368"/>
              </a:lnSpc>
              <a:buNone/>
            </a:pPr>
            <a:r>
              <a:rPr lang="en-US" sz="4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1/2/2027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81000" y="3733800"/>
            <a:ext cx="60960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3,5 tháng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 cũ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67500" y="3733800"/>
            <a:ext cx="49530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Studio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82500" y="3733800"/>
            <a:ext cx="49530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4762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5086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16" name="Text richtext-1792305595043-842974380"/>
          <p:cNvSpPr/>
          <p:nvPr/>
        </p:nvSpPr>
        <p:spPr>
          <a:xfrm>
            <a:off x="1257300" y="561975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8.000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365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Shorts/90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subscriber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34150" y="4762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77050" y="5086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17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YPP</a:t>
            </a:r>
            <a:endParaRPr lang="en-US" sz="1950" dirty="0"/>
          </a:p>
        </p:txBody>
      </p:sp>
      <p:sp>
        <p:nvSpPr>
          <p:cNvPr id="19" name="Text richtext-1792305595051-815954796"/>
          <p:cNvSpPr/>
          <p:nvPr/>
        </p:nvSpPr>
        <p:spPr>
          <a:xfrm>
            <a:off x="6877050" y="561975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ảnh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Shorts/90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tiền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Hụt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2153900" y="4762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496800" y="50863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950" b="1" spc="17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22" name="Text richtext-1792305595058-53929848"/>
          <p:cNvSpPr/>
          <p:nvPr/>
        </p:nvSpPr>
        <p:spPr>
          <a:xfrm>
            <a:off x="12496800" y="5619750"/>
            <a:ext cx="453390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365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Shorts/90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Shorts, mỗi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06/12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d169d05-b457-4ff0-864c-9369070008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RPM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chênh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 hàng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chục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500" dirty="0"/>
          </a:p>
        </p:txBody>
      </p:sp>
      <p:sp>
        <p:nvSpPr>
          <p:cNvPr id="4" name="Connector line-1792305595815-699595942"/>
          <p:cNvSpPr/>
          <p:nvPr/>
        </p:nvSpPr>
        <p:spPr>
          <a:xfrm>
            <a:off x="5905500" y="2667000"/>
            <a:ext cx="0" cy="5429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5" name="Connector line-1792305595815-741578907"/>
          <p:cNvSpPr/>
          <p:nvPr/>
        </p:nvSpPr>
        <p:spPr>
          <a:xfrm>
            <a:off x="9398318" y="2667000"/>
            <a:ext cx="0" cy="5429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Connector line-1792305595816-101076256"/>
          <p:cNvSpPr/>
          <p:nvPr/>
        </p:nvSpPr>
        <p:spPr>
          <a:xfrm>
            <a:off x="12890182" y="2667000"/>
            <a:ext cx="0" cy="5429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Connector line-1792305595816-649596930"/>
          <p:cNvSpPr/>
          <p:nvPr/>
        </p:nvSpPr>
        <p:spPr>
          <a:xfrm>
            <a:off x="16383000" y="2667000"/>
            <a:ext cx="0" cy="5429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Connector line-1792305595816-996247917"/>
          <p:cNvSpPr/>
          <p:nvPr/>
        </p:nvSpPr>
        <p:spPr>
          <a:xfrm>
            <a:off x="5905500" y="8096250"/>
            <a:ext cx="10477500" cy="0"/>
          </a:xfrm>
          <a:prstGeom prst="line">
            <a:avLst/>
          </a:prstGeom>
          <a:noFill/>
          <a:ln w="190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334000" y="8210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26818" y="8210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18682" y="8210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621000" y="82105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28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 giải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33909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 USD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890182" y="3171825"/>
            <a:ext cx="3154680" cy="323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767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44386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0,04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0,20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8008620" y="4219575"/>
            <a:ext cx="2440305" cy="323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244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YouTube,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0,18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0,22 USD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118407" y="5267325"/>
            <a:ext cx="646748" cy="3429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571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1722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Creator</a:t>
            </a:r>
            <a:r>
              <a:rPr lang="en-US" sz="22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Rewards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653415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0,40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1,00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500485" y="6315075"/>
            <a:ext cx="1389698" cy="323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73914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Reels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14400" y="77533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0,02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0,20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956107" y="7534275"/>
            <a:ext cx="3493770" cy="323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876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logarit.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ba,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công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RPM.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Shorts: các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Nam: hai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07/12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680a5697-1fe7-46bf-9b8b-d7f06f67f0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72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11239500" cy="6191250"/>
          </a:xfrm>
          <a:prstGeom prst="roundRect">
            <a:avLst>
              <a:gd name="adj" fmla="val 430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194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239000" y="2686050"/>
            <a:ext cx="466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</a:t>
            </a:r>
            <a:r>
              <a:rPr lang="en-US" sz="345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8.000</a:t>
            </a: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450" dirty="0"/>
          </a:p>
        </p:txBody>
      </p:sp>
      <p:sp>
        <p:nvSpPr>
          <p:cNvPr id="7" name="Connector line-1792305677470-220348093"/>
          <p:cNvSpPr/>
          <p:nvPr/>
        </p:nvSpPr>
        <p:spPr>
          <a:xfrm>
            <a:off x="1295400" y="3695700"/>
            <a:ext cx="10477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39814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0" y="3848100"/>
            <a:ext cx="466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180</a:t>
            </a:r>
            <a:r>
              <a:rPr lang="en-US" sz="345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220 USD</a:t>
            </a:r>
            <a:endParaRPr lang="en-US" sz="3450" dirty="0"/>
          </a:p>
        </p:txBody>
      </p:sp>
      <p:sp>
        <p:nvSpPr>
          <p:cNvPr id="10" name="Connector line-1792305677475-727717167"/>
          <p:cNvSpPr/>
          <p:nvPr/>
        </p:nvSpPr>
        <p:spPr>
          <a:xfrm>
            <a:off x="1295400" y="4857750"/>
            <a:ext cx="10477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95400" y="51435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Shorts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0" y="5010150"/>
            <a:ext cx="466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r>
              <a:rPr lang="en-US" sz="345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r>
              <a:rPr lang="en-US" sz="34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450" dirty="0"/>
          </a:p>
        </p:txBody>
      </p:sp>
      <p:sp>
        <p:nvSpPr>
          <p:cNvPr id="13" name="Connector line-1792305677479-104528603"/>
          <p:cNvSpPr/>
          <p:nvPr/>
        </p:nvSpPr>
        <p:spPr>
          <a:xfrm>
            <a:off x="1295400" y="6019800"/>
            <a:ext cx="10477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95400" y="63055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Creator</a:t>
            </a:r>
            <a:r>
              <a:rPr lang="en-US" sz="22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Rewards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(8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nước)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0" y="6172200"/>
            <a:ext cx="466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400</a:t>
            </a:r>
            <a:r>
              <a:rPr lang="en-US" sz="345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1.000</a:t>
            </a:r>
            <a:r>
              <a:rPr lang="en-US" sz="34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450" dirty="0"/>
          </a:p>
        </p:txBody>
      </p:sp>
      <p:sp>
        <p:nvSpPr>
          <p:cNvPr id="16" name="Connector line-1792305677482-990674431"/>
          <p:cNvSpPr/>
          <p:nvPr/>
        </p:nvSpPr>
        <p:spPr>
          <a:xfrm>
            <a:off x="1295400" y="7181850"/>
            <a:ext cx="10477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95400" y="74676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Reels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0" y="7334250"/>
            <a:ext cx="466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r>
              <a:rPr lang="en-US" sz="345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r>
              <a:rPr lang="en-US" sz="34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USD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914400" y="87058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RPM ở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TikTok: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kiện;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công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Additional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Reward.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534900" y="2381250"/>
            <a:ext cx="4838700" cy="6191250"/>
          </a:xfrm>
          <a:prstGeom prst="roundRect">
            <a:avLst>
              <a:gd name="adj" fmla="val 551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77800" y="2705100"/>
            <a:ext cx="4152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950" b="1" spc="1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877800" y="3143250"/>
            <a:ext cx="4152900" cy="1238250"/>
          </a:xfrm>
          <a:prstGeom prst="rect">
            <a:avLst/>
          </a:prstGeom>
          <a:noFill/>
          <a:ln/>
        </p:spPr>
        <p:txBody>
          <a:bodyPr wrap="square" lIns="0" tIns="80010" rIns="0" bIns="-80010" rtlCol="0" anchor="t"/>
          <a:lstStyle/>
          <a:p>
            <a:pPr algn="l" indent="0" marL="0">
              <a:lnSpc>
                <a:spcPts val="9360"/>
              </a:lnSpc>
              <a:buNone/>
            </a:pPr>
            <a:r>
              <a:rPr lang="en-US" sz="90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81%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12877800" y="4457700"/>
            <a:ext cx="41529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creator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nhập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brand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deal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(#paid,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2026)</a:t>
            </a:r>
            <a:endParaRPr lang="en-US" sz="2250" dirty="0"/>
          </a:p>
        </p:txBody>
      </p:sp>
      <p:sp>
        <p:nvSpPr>
          <p:cNvPr id="24" name="Connector line-1792305677497-170994136"/>
          <p:cNvSpPr/>
          <p:nvPr/>
        </p:nvSpPr>
        <p:spPr>
          <a:xfrm>
            <a:off x="12877800" y="5772150"/>
            <a:ext cx="41529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5" name="Text richtext-1792305677497-393727939"/>
          <p:cNvSpPr/>
          <p:nvPr/>
        </p:nvSpPr>
        <p:spPr>
          <a:xfrm>
            <a:off x="12877800" y="6000750"/>
            <a:ext cx="4152900" cy="2381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hồng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affiliate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20%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(blog)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08/12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2d2850d-5aef-4eef-abd5-0f47246aed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</a:t>
            </a:r>
            <a:r>
              <a:rPr lang="en-US" sz="1800" b="1" spc="24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75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3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3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41338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1950" dirty="0"/>
          </a:p>
        </p:txBody>
      </p:sp>
      <p:sp>
        <p:nvSpPr>
          <p:cNvPr id="7" name="Text richtext-1792305678213-373476176"/>
          <p:cNvSpPr/>
          <p:nvPr/>
        </p:nvSpPr>
        <p:spPr>
          <a:xfrm>
            <a:off x="1257300" y="4667250"/>
            <a:ext cx="4533900" cy="3714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giới hạn khán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34150" y="3810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50" y="41338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1950" dirty="0"/>
          </a:p>
        </p:txBody>
      </p:sp>
      <p:sp>
        <p:nvSpPr>
          <p:cNvPr id="10" name="Text richtext-1792305678219-530878341"/>
          <p:cNvSpPr/>
          <p:nvPr/>
        </p:nvSpPr>
        <p:spPr>
          <a:xfrm>
            <a:off x="6877050" y="4667250"/>
            <a:ext cx="4533900" cy="3714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C2PA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153900" y="3810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96800" y="413385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1950" dirty="0"/>
          </a:p>
        </p:txBody>
      </p:sp>
      <p:sp>
        <p:nvSpPr>
          <p:cNvPr id="13" name="Text richtext-1792305678226-668456839"/>
          <p:cNvSpPr/>
          <p:nvPr/>
        </p:nvSpPr>
        <p:spPr>
          <a:xfrm>
            <a:off x="12496800" y="4667250"/>
            <a:ext cx="4533900" cy="3714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cung cấp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giảm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587f633-bc3c-46a6-8fd0-8dc1c535b2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 TRÊN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5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75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8039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432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950" dirty="0"/>
          </a:p>
        </p:txBody>
      </p:sp>
      <p:sp>
        <p:nvSpPr>
          <p:cNvPr id="6" name="Text richtext-1792305702542-757369029"/>
          <p:cNvSpPr/>
          <p:nvPr/>
        </p:nvSpPr>
        <p:spPr>
          <a:xfrm>
            <a:off x="1295400" y="3295650"/>
            <a:ext cx="7277100" cy="4191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từ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 hàng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không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7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0" y="2381250"/>
            <a:ext cx="8039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7432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1950" b="1" spc="22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endParaRPr lang="en-US" sz="1950" dirty="0"/>
          </a:p>
        </p:txBody>
      </p:sp>
      <p:sp>
        <p:nvSpPr>
          <p:cNvPr id="9" name="Text richtext-1792305702550-926960771"/>
          <p:cNvSpPr/>
          <p:nvPr/>
        </p:nvSpPr>
        <p:spPr>
          <a:xfrm>
            <a:off x="9715500" y="3295650"/>
            <a:ext cx="7277100" cy="4191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hỗ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kịch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8001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2A2418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8210550"/>
            <a:ext cx="15716250" cy="7239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5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cảm:</a:t>
            </a:r>
            <a:r>
              <a:rPr lang="en-US" sz="25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chính,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4b92dd8-0b95-4671-9663-6dc1a8d738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THỨC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72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5219700" cy="5334000"/>
          </a:xfrm>
          <a:prstGeom prst="roundRect">
            <a:avLst>
              <a:gd name="adj" fmla="val 51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7051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YOUTUBE</a:t>
            </a:r>
            <a:endParaRPr lang="en-US" sz="1950" dirty="0"/>
          </a:p>
        </p:txBody>
      </p:sp>
      <p:sp>
        <p:nvSpPr>
          <p:cNvPr id="6" name="Text richtext-1792305703330-286253789"/>
          <p:cNvSpPr/>
          <p:nvPr/>
        </p:nvSpPr>
        <p:spPr>
          <a:xfrm>
            <a:off x="1257300" y="3238500"/>
            <a:ext cx="45339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containsSyntheticMedia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verify: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hành)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34150" y="2381250"/>
            <a:ext cx="5219700" cy="5334000"/>
          </a:xfrm>
          <a:prstGeom prst="roundRect">
            <a:avLst>
              <a:gd name="adj" fmla="val 51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7050" y="27051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</a:t>
            </a:r>
            <a:endParaRPr lang="en-US" sz="1950" dirty="0"/>
          </a:p>
        </p:txBody>
      </p:sp>
      <p:sp>
        <p:nvSpPr>
          <p:cNvPr id="9" name="Text richtext-1792305703335-158563325"/>
          <p:cNvSpPr/>
          <p:nvPr/>
        </p:nvSpPr>
        <p:spPr>
          <a:xfrm>
            <a:off x="6877050" y="3238500"/>
            <a:ext cx="45339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audit: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 của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qua audit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khác: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Upload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thư, hẹn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53900" y="2381250"/>
            <a:ext cx="5219700" cy="5334000"/>
          </a:xfrm>
          <a:prstGeom prst="roundRect">
            <a:avLst>
              <a:gd name="adj" fmla="val 51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2705100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FACEBOOK</a:t>
            </a:r>
            <a:endParaRPr lang="en-US" sz="1950" dirty="0"/>
          </a:p>
        </p:txBody>
      </p:sp>
      <p:sp>
        <p:nvSpPr>
          <p:cNvPr id="12" name="Text richtext-1792305703341-473149127"/>
          <p:cNvSpPr/>
          <p:nvPr/>
        </p:nvSpPr>
        <p:spPr>
          <a:xfrm>
            <a:off x="12496800" y="3238500"/>
            <a:ext cx="4533900" cy="428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Reels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7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Reels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Reel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 tảng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 nói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 API</a:t>
            </a: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3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reach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8a71ce9-4c09-455e-81ca-3879887355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làm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80391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051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spc="20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6" name="Text richtext-1792305704157-711412469"/>
          <p:cNvSpPr/>
          <p:nvPr/>
        </p:nvSpPr>
        <p:spPr>
          <a:xfrm>
            <a:off x="1295400" y="3238500"/>
            <a:ext cx="72771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0" y="2381250"/>
            <a:ext cx="80391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0" y="2705100"/>
            <a:ext cx="727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950" dirty="0"/>
          </a:p>
        </p:txBody>
      </p:sp>
      <p:sp>
        <p:nvSpPr>
          <p:cNvPr id="9" name="Text richtext-1792305704161-757323351"/>
          <p:cNvSpPr/>
          <p:nvPr/>
        </p:nvSpPr>
        <p:spPr>
          <a:xfrm>
            <a:off x="9715500" y="3238500"/>
            <a:ext cx="72771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Creator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Rewards: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kiện?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RPM: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689610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b="1" spc="22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72580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YPP:</a:t>
            </a:r>
            <a:r>
              <a:rPr lang="en-US" sz="1650" dirty="0" spc="-4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YouTube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Partner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RPM: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creator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FYF:</a:t>
            </a:r>
            <a:r>
              <a:rPr lang="en-US" sz="16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4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feed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C2PA: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(Content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Credentials)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815340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65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b="1" spc="23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65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650" b="1" spc="21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1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research/xu-huong-kiem-tien-youtube-tiktok-facebook.md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85153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support.google.com/youtube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developers.google.com/youtube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tiktok.com/creator-academy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developers.tiktok.com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creators.facebook.com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about.fb.com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developers.facebook.com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34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71950" y="941070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5800" y="941070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12/12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826b097-7741-43d0-a579-80bd7e526b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2026-10-18T12:27:47Z</dcterms:created>
  <dcterms:modified xsi:type="dcterms:W3CDTF">2026-10-18T12:27:47Z</dcterms:modified>
</cp:coreProperties>
</file>