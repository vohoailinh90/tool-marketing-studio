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953500" cy="314325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78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78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895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Cam</a:t>
            </a:r>
            <a:r>
              <a:rPr lang="en-US" sz="3000" b="1" dirty="0" spc="-3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b="1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000" b="1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3000" b="1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628650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Hóa</a:t>
            </a:r>
            <a:r>
              <a:rPr lang="en-US" sz="21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801350" y="4229100"/>
            <a:ext cx="1828800" cy="18288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4762500"/>
            <a:ext cx="1828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hóa</a:t>
            </a:r>
            <a:r>
              <a:rPr lang="en-US" sz="255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716000" y="1809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3716000" y="30480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ngắn</a:t>
            </a:r>
            <a:r>
              <a:rPr lang="en-US" sz="22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3716000" y="42862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25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3716000" y="552450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2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716000" y="6762750"/>
            <a:ext cx="36576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 dụ</a:t>
            </a:r>
            <a:r>
              <a:rPr lang="en-US" sz="22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học</a:t>
            </a:r>
            <a:endParaRPr lang="en-US" sz="2250" dirty="0"/>
          </a:p>
        </p:txBody>
      </p:sp>
      <p:sp>
        <p:nvSpPr>
          <p:cNvPr id="14" name="Connector line-1792421070210-271505268"/>
          <p:cNvSpPr/>
          <p:nvPr/>
        </p:nvSpPr>
        <p:spPr>
          <a:xfrm flipV="1">
            <a:off x="12630150" y="2209800"/>
            <a:ext cx="1085850" cy="293370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Connector line-1792421070210-996398519"/>
          <p:cNvSpPr/>
          <p:nvPr/>
        </p:nvSpPr>
        <p:spPr>
          <a:xfrm flipV="1">
            <a:off x="12630150" y="3448050"/>
            <a:ext cx="1085850" cy="16954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6" name="Connector line-1792421070211-190378253"/>
          <p:cNvSpPr/>
          <p:nvPr/>
        </p:nvSpPr>
        <p:spPr>
          <a:xfrm flipV="1">
            <a:off x="12630150" y="4686300"/>
            <a:ext cx="1085850" cy="457200"/>
          </a:xfrm>
          <a:prstGeom prst="curvedConnector3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7" name="Connector line-1792421070211-631246379"/>
          <p:cNvSpPr/>
          <p:nvPr/>
        </p:nvSpPr>
        <p:spPr>
          <a:xfrm>
            <a:off x="12630150" y="5143500"/>
            <a:ext cx="1085850" cy="7810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8" name="Connector line-1792421070211-812026664"/>
          <p:cNvSpPr/>
          <p:nvPr/>
        </p:nvSpPr>
        <p:spPr>
          <a:xfrm>
            <a:off x="12630150" y="5143500"/>
            <a:ext cx="1085850" cy="2019300"/>
          </a:xfrm>
          <a:prstGeom prst="curvedConnector3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1583177-9a6f-4a9f-8efa-e167fecbf3e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Hóa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19750" y="3143250"/>
            <a:ext cx="571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324600" y="314325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05600" y="314325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 lâu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1029950" y="3143250"/>
            <a:ext cx="5715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×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11734800" y="3143250"/>
            <a:ext cx="4572000" cy="2476500"/>
          </a:xfrm>
          <a:prstGeom prst="roundRect">
            <a:avLst>
              <a:gd name="adj" fmla="val 12308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15800" y="3143250"/>
            <a:ext cx="381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6286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286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3300" b="1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4185d60-f26e-4953-97ef-f8fd141826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1800" b="1" spc="25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đòn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bẩy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7239000" cy="3429000"/>
          </a:xfrm>
          <a:prstGeom prst="roundRect">
            <a:avLst>
              <a:gd name="adj" fmla="val 8889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6195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ÍT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4191000"/>
            <a:ext cx="6286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Giảm,</a:t>
            </a:r>
            <a:r>
              <a:rPr lang="en-US" sz="34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34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4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nhàn</a:t>
            </a:r>
            <a:r>
              <a:rPr lang="en-US" sz="34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rỗi,</a:t>
            </a:r>
            <a:r>
              <a:rPr lang="en-US" sz="34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34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vừa.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134600" y="3238500"/>
            <a:ext cx="7239000" cy="3429000"/>
          </a:xfrm>
          <a:prstGeom prst="roundRect">
            <a:avLst>
              <a:gd name="adj" fmla="val 8889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10850" y="3619500"/>
            <a:ext cx="6286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 HƠN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610850" y="4191000"/>
            <a:ext cx="6286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34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4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4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</a:t>
            </a:r>
            <a:r>
              <a:rPr lang="en-US" sz="34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điểm.</a:t>
            </a:r>
            <a:endParaRPr lang="en-US" sz="3450" dirty="0"/>
          </a:p>
        </p:txBody>
      </p:sp>
      <p:sp>
        <p:nvSpPr>
          <p:cNvPr id="10" name="Connector line-1792421073975-94495084"/>
          <p:cNvSpPr/>
          <p:nvPr/>
        </p:nvSpPr>
        <p:spPr>
          <a:xfrm>
            <a:off x="8153400" y="4953000"/>
            <a:ext cx="198120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14400" y="74295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bẩy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bb055c9-e407-4874-978a-b81f92d7f3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 RẺ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477500" cy="2857500"/>
          </a:xfrm>
          <a:prstGeom prst="rect">
            <a:avLst/>
          </a:prstGeom>
          <a:noFill/>
          <a:ln/>
        </p:spPr>
        <p:txBody>
          <a:bodyPr wrap="square" lIns="0" tIns="175260" rIns="0" bIns="-175260" rtlCol="0" anchor="t"/>
          <a:lstStyle/>
          <a:p>
            <a:pPr algn="l" indent="0" marL="0">
              <a:lnSpc>
                <a:spcPts val="17250"/>
              </a:lnSpc>
              <a:buNone/>
            </a:pPr>
            <a:r>
              <a:rPr lang="en-US" sz="172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r>
              <a:rPr lang="en-US" sz="17250" dirty="0" spc="-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hoặc</a:t>
            </a:r>
            <a:r>
              <a:rPr lang="en-US" sz="172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endParaRPr lang="en-US" sz="1725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30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 đặn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0650" y="64389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CAM</a:t>
            </a:r>
            <a:r>
              <a:rPr lang="en-US" sz="16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650" b="1" spc="20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90650" y="695325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thấp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9563100" y="6096000"/>
            <a:ext cx="78105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39350" y="6438900"/>
            <a:ext cx="6858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6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b="1" spc="2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39350" y="6953250"/>
            <a:ext cx="685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31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thu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hồi,</a:t>
            </a:r>
            <a:r>
              <a:rPr lang="en-US" sz="31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31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đảm.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ef058dd-4e5a-4f49-8627-5e70319873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1800" b="1" spc="3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1800" b="1" spc="3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Bớt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byte,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đường,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954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1650" b="1" spc="18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525000" y="2857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3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Nén</a:t>
            </a:r>
            <a:r>
              <a:rPr lang="en-US" sz="31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14400" y="5143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5400" y="51435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CDN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525000" y="514350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14400" y="6953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1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525000" y="6953250"/>
            <a:ext cx="7429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850" dirty="0" spc="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byte.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0b1b1a3-f862-409c-83db-00a4cefd0a5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2956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18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650" b="1" spc="21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1650" b="1" spc="21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90650" y="3810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29540" rIns="0" bIns="-129540" rtlCol="0" anchor="t"/>
          <a:lstStyle/>
          <a:p>
            <a:pPr algn="l" indent="0" marL="0">
              <a:lnSpc>
                <a:spcPts val="12750"/>
              </a:lnSpc>
              <a:buNone/>
            </a:pPr>
            <a:r>
              <a:rPr lang="en-US" sz="1275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1680</a:t>
            </a:r>
            <a:endParaRPr lang="en-US" sz="12750" dirty="0"/>
          </a:p>
        </p:txBody>
      </p:sp>
      <p:sp>
        <p:nvSpPr>
          <p:cNvPr id="7" name="Text 5"/>
          <p:cNvSpPr/>
          <p:nvPr/>
        </p:nvSpPr>
        <p:spPr>
          <a:xfrm>
            <a:off x="1390650" y="5905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giờ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48850" y="32956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</a:t>
            </a:r>
            <a:r>
              <a:rPr lang="en-US" sz="1650" b="1" spc="22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1650" b="1" spc="22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650" b="1" spc="1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65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848850" y="3810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129540" rIns="0" bIns="-129540" rtlCol="0" anchor="t"/>
          <a:lstStyle/>
          <a:p>
            <a:pPr algn="l" indent="0" marL="0">
              <a:lnSpc>
                <a:spcPts val="12750"/>
              </a:lnSpc>
              <a:buNone/>
            </a:pPr>
            <a:r>
              <a:rPr lang="en-US" sz="12750" dirty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500</a:t>
            </a:r>
            <a:endParaRPr lang="en-US" sz="12750" dirty="0"/>
          </a:p>
        </p:txBody>
      </p:sp>
      <p:sp>
        <p:nvSpPr>
          <p:cNvPr id="11" name="Text 9"/>
          <p:cNvSpPr/>
          <p:nvPr/>
        </p:nvSpPr>
        <p:spPr>
          <a:xfrm>
            <a:off x="9848850" y="5905500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30%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4295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429500"/>
            <a:ext cx="15697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Cam</a:t>
            </a:r>
            <a:r>
              <a:rPr lang="en-US" sz="30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30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giảm: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</a:t>
            </a:r>
            <a:r>
              <a:rPr lang="en-US" sz="30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780ac2b7-45bd-496a-8935-bb990fd5b4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2476500" y="30480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31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5775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2476500" y="485775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31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 của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315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kết,</a:t>
            </a:r>
            <a:r>
              <a:rPr lang="en-US" sz="31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dư.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667500"/>
            <a:ext cx="95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2476500" y="6667500"/>
            <a:ext cx="1447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1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31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31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31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1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1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31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b6f1a540-0df8-4539-a146-50c1e80cbad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Sắp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cam</a:t>
            </a:r>
            <a:r>
              <a:rPr lang="en-US" sz="63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kết,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 tắt</a:t>
            </a:r>
            <a:r>
              <a:rPr lang="en-US" sz="63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r>
              <a:rPr lang="en-US" sz="63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giờ:</a:t>
            </a:r>
            <a:r>
              <a:rPr lang="en-US" sz="63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300" dirty="0"/>
          </a:p>
        </p:txBody>
      </p:sp>
      <p:sp>
        <p:nvSpPr>
          <p:cNvPr id="4" name="Connector line-1792421131667-407325552"/>
          <p:cNvSpPr/>
          <p:nvPr/>
        </p:nvSpPr>
        <p:spPr>
          <a:xfrm>
            <a:off x="1428750" y="4953000"/>
            <a:ext cx="15430500" cy="0"/>
          </a:xfrm>
          <a:prstGeom prst="line">
            <a:avLst/>
          </a:prstGeom>
          <a:noFill/>
          <a:ln w="7620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038350" y="4705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6" name="Shape 4"/>
          <p:cNvSpPr/>
          <p:nvPr/>
        </p:nvSpPr>
        <p:spPr>
          <a:xfrm>
            <a:off x="5276850" y="4705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7" name="Shape 5"/>
          <p:cNvSpPr/>
          <p:nvPr/>
        </p:nvSpPr>
        <p:spPr>
          <a:xfrm>
            <a:off x="8515350" y="4705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8" name="Shape 6"/>
          <p:cNvSpPr/>
          <p:nvPr/>
        </p:nvSpPr>
        <p:spPr>
          <a:xfrm>
            <a:off x="11753850" y="4705350"/>
            <a:ext cx="495300" cy="4953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9" name="Shape 7"/>
          <p:cNvSpPr/>
          <p:nvPr/>
        </p:nvSpPr>
        <p:spPr>
          <a:xfrm>
            <a:off x="14992350" y="4705350"/>
            <a:ext cx="495300" cy="495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857250" y="542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rỗi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95750" y="542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40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34250" y="542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72750" y="542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ổn</a:t>
            </a:r>
            <a:r>
              <a:rPr lang="en-US" sz="24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811250" y="542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Cam</a:t>
            </a:r>
            <a:r>
              <a:rPr lang="en-US" sz="2400" b="1" dirty="0" spc="-3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</a:t>
            </a:r>
            <a:r>
              <a:rPr lang="en-US" sz="30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30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7d4c213-5b02-4ab6-b1c1-c52a213b5af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52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hình.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85900" y="4476750"/>
            <a:ext cx="158877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900" y="4476750"/>
            <a:ext cx="15125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này: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sáu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đòn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bẩy.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57400" y="6000750"/>
            <a:ext cx="15316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8400" y="6000750"/>
            <a:ext cx="14554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3000" b="1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30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628900" y="7524750"/>
            <a:ext cx="147447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3009900" y="7524750"/>
            <a:ext cx="139827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cam</a:t>
            </a:r>
            <a:r>
              <a:rPr lang="en-US" sz="3000" b="1" dirty="0" spc="-3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00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AWS.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9627952-53e2-4643-b319-97ecdb7ec48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AWS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2857500" y="1695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Amazon.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3143250"/>
            <a:ext cx="15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CDN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857500" y="3219450"/>
            <a:ext cx="74295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 nội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049000" y="1619250"/>
            <a:ext cx="6324600" cy="6096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1962150"/>
            <a:ext cx="5524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9" name="Text richtext-1792421143833-865817063"/>
          <p:cNvSpPr/>
          <p:nvPr/>
        </p:nvSpPr>
        <p:spPr>
          <a:xfrm>
            <a:off x="11430000" y="2533650"/>
            <a:ext cx="5524500" cy="47625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0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4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mua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(kho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5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AWS,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Spot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(kho</a:t>
            </a:r>
            <a:r>
              <a:rPr lang="en-US" sz="240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76af158f-e20d-4ccf-b014-367c8690d68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2026-10-19T16:48:03Z</dcterms:created>
  <dcterms:modified xsi:type="dcterms:W3CDTF">2026-10-19T16:48:03Z</dcterms:modified>
</cp:coreProperties>
</file>