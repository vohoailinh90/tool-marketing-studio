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3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liệu:</a:t>
            </a:r>
            <a:r>
              <a:rPr lang="en-US" sz="63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3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3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68580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mục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cỡ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0" y="2190750"/>
            <a:ext cx="5524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0" y="3524250"/>
            <a:ext cx="5143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3000" y="4857750"/>
            <a:ext cx="4762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0" y="6191250"/>
            <a:ext cx="4381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d37601e4-1c18-4ca5-a87c-2ec662fdae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5715000" cy="4953000"/>
          </a:xfrm>
          <a:prstGeom prst="rect">
            <a:avLst/>
          </a:prstGeom>
          <a:noFill/>
          <a:ln/>
        </p:spPr>
        <p:txBody>
          <a:bodyPr wrap="square" lIns="0" tIns="365760" rIns="0" bIns="-36576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0" y="1619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0" y="3905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0" y="6191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lợi của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 cột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22c09cf-e443-4e6b-978f-30ee0bbd4e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9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6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mục,</a:t>
            </a:r>
            <a:r>
              <a:rPr lang="en-US" sz="66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6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1238250" y="3524250"/>
            <a:ext cx="2476500" cy="2476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191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10</a:t>
            </a:r>
            <a:r>
              <a:rPr lang="en-US" sz="30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0" y="1905000"/>
            <a:ext cx="11239500" cy="142875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1750" y="20193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Câu</a:t>
            </a:r>
            <a:r>
              <a:rPr lang="en-US" sz="25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hỏi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381750" y="2552700"/>
            <a:ext cx="1066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096000" y="3619500"/>
            <a:ext cx="112395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750" y="37338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r>
              <a:rPr lang="en-US" sz="255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381750" y="4267200"/>
            <a:ext cx="1066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096000" y="5334000"/>
            <a:ext cx="112395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0" y="54483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Chia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381750" y="5981700"/>
            <a:ext cx="1066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vùng,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096000" y="7048500"/>
            <a:ext cx="112395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1750" y="71628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550" dirty="0" spc="-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dõi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381750" y="7696200"/>
            <a:ext cx="1066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CPU,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17" name="Connector line-1792413581147-9651584"/>
          <p:cNvSpPr/>
          <p:nvPr/>
        </p:nvSpPr>
        <p:spPr>
          <a:xfrm flipV="1">
            <a:off x="3714750" y="2619375"/>
            <a:ext cx="2381250" cy="2143125"/>
          </a:xfrm>
          <a:prstGeom prst="curvedConnector3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Connector line-1792413581148-144530200"/>
          <p:cNvSpPr/>
          <p:nvPr/>
        </p:nvSpPr>
        <p:spPr>
          <a:xfrm flipV="1">
            <a:off x="3714750" y="4333875"/>
            <a:ext cx="2381250" cy="428625"/>
          </a:xfrm>
          <a:prstGeom prst="curvedConnector3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9" name="Connector line-1792413581148-227918399"/>
          <p:cNvSpPr/>
          <p:nvPr/>
        </p:nvSpPr>
        <p:spPr>
          <a:xfrm>
            <a:off x="3714750" y="4762500"/>
            <a:ext cx="2381250" cy="1285875"/>
          </a:xfrm>
          <a:prstGeom prst="curvedConnector3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0" name="Connector line-1792413581148-77729708"/>
          <p:cNvSpPr/>
          <p:nvPr/>
        </p:nvSpPr>
        <p:spPr>
          <a:xfrm>
            <a:off x="3714750" y="4762500"/>
            <a:ext cx="2381250" cy="3000375"/>
          </a:xfrm>
          <a:prstGeom prst="curvedConnector3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52500" y="8763000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thử; nhóm chia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2" name="Text 3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adb7394-e22f-484f-85c5-9f55777cb1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6600" dirty="0" spc="-3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6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790575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28575">
            <a:solidFill>
              <a:srgbClr val="4A4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4765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500" y="34290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3,3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4,1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33500" y="4953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429750" y="2190750"/>
            <a:ext cx="790575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0750" y="24765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810750" y="34290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8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dưới</a:t>
            </a:r>
            <a:r>
              <a:rPr lang="en-US" sz="5700" dirty="0" spc="-5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0,09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9810750" y="4953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2500" y="7429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 là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5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5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giữ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79dff69-bf7f-4673-9f1d-a87100cd80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3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3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3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Chèn 200.000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(giây)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247650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667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33500" y="3429000"/>
            <a:ext cx="2286000" cy="47625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0" y="3381375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0,7</a:t>
            </a:r>
            <a:r>
              <a:rPr lang="en-US" sz="27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7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0,9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57200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47625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333500" y="5524500"/>
            <a:ext cx="4286250" cy="47625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5810250" y="5476875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1,3</a:t>
            </a:r>
            <a:r>
              <a:rPr lang="en-US" sz="27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7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1,7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" y="666750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6858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333500" y="7620000"/>
            <a:ext cx="10144125" cy="47625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1668125" y="7572375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2,9</a:t>
            </a:r>
            <a:r>
              <a:rPr lang="en-US" sz="27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 4,2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2176d18-e59a-48f8-92b0-528e0929b7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6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6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6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0477500" cy="49530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chạm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(Index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Only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11000" y="2190750"/>
            <a:ext cx="5524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4A4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0" y="24288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select</a:t>
            </a:r>
            <a:r>
              <a:rPr lang="en-US" sz="2550" dirty="0" spc="-1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*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0" y="31432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811000" y="5048250"/>
            <a:ext cx="5524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0" y="52863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select</a:t>
            </a:r>
            <a:r>
              <a:rPr lang="en-US" sz="25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a,</a:t>
            </a:r>
            <a:r>
              <a:rPr lang="en-US" sz="25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192000" y="60007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f: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e1ab53a-e30d-4b54-908c-7c6fa07ecd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14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1750" y="2333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31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máy,</a:t>
            </a:r>
            <a:r>
              <a:rPr lang="en-US" sz="31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</a:t>
            </a:r>
            <a:r>
              <a:rPr lang="en-US" sz="3150" dirty="0" spc="-3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TCP</a:t>
            </a:r>
            <a:r>
              <a:rPr lang="en-US" sz="31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tới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nó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71750" y="3095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40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còn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381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8750" y="5000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571750" y="4619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Thời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chèn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còn</a:t>
            </a:r>
            <a:r>
              <a:rPr lang="en-US" sz="31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phụ</a:t>
            </a:r>
            <a:r>
              <a:rPr lang="en-US" sz="31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thuộc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kiểu</a:t>
            </a:r>
            <a:r>
              <a:rPr lang="en-US" sz="31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cột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571750" y="5381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66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286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571750" y="6905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Quét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 mục</a:t>
            </a:r>
            <a:r>
              <a:rPr lang="en-US" sz="31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cần</a:t>
            </a: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bảng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còn</a:t>
            </a:r>
            <a:r>
              <a:rPr lang="en-US" sz="31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571750" y="7667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vacuum;</a:t>
            </a:r>
            <a:r>
              <a:rPr lang="en-US" sz="24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8890c39-8ad8-490d-a5d8-47d67293a1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4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serverless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4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 mỗi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4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gọi: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4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mới,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340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97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 3,3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4,1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0,09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7155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012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qua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097000" y="2857500"/>
            <a:ext cx="3238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82750" y="3095625"/>
            <a:ext cx="2667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400" dirty="0"/>
          </a:p>
        </p:txBody>
      </p:sp>
      <p:sp>
        <p:nvSpPr>
          <p:cNvPr id="12" name="Connector line-1792413585633-903946461"/>
          <p:cNvSpPr/>
          <p:nvPr/>
        </p:nvSpPr>
        <p:spPr>
          <a:xfrm>
            <a:off x="45720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13585633-476530027"/>
          <p:cNvSpPr/>
          <p:nvPr/>
        </p:nvSpPr>
        <p:spPr>
          <a:xfrm>
            <a:off x="89535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13585633-529792558"/>
          <p:cNvSpPr/>
          <p:nvPr/>
        </p:nvSpPr>
        <p:spPr>
          <a:xfrm>
            <a:off x="13335000" y="4429125"/>
            <a:ext cx="762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" y="68580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thật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9028cd1-2930-4a7b-839e-70a43e00cd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hơn: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câu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25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3,49;</a:t>
            </a:r>
            <a:r>
              <a:rPr lang="en-US" sz="300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3,30;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4,08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7225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 mili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0,089;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0,075; 0,084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7775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Chèn,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7775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848;</a:t>
            </a:r>
            <a:r>
              <a:rPr lang="en-US" sz="3000" dirty="0" spc="-6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747;</a:t>
            </a:r>
            <a:r>
              <a:rPr lang="en-US" sz="3000" dirty="0" spc="-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869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Chèn,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825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1.677;</a:t>
            </a:r>
            <a:r>
              <a:rPr lang="en-US" sz="30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1.347;</a:t>
            </a:r>
            <a:r>
              <a:rPr lang="en-US" sz="3000" dirty="0" spc="-3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1.743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57225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Chèn,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chỉ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5800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3.173;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2.892;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4.160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21920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775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47775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Bitmap</a:t>
            </a:r>
            <a:r>
              <a:rPr lang="en-US" sz="27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Heap</a:t>
            </a:r>
            <a:r>
              <a:rPr lang="en-US" sz="27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r>
              <a:rPr lang="en-US" sz="27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202;</a:t>
            </a:r>
            <a:r>
              <a:rPr lang="en-US" sz="2700" dirty="0" spc="-2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Index</a:t>
            </a:r>
            <a:r>
              <a:rPr lang="en-US" sz="27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Only</a:t>
            </a:r>
            <a:r>
              <a:rPr lang="en-US" sz="27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r>
              <a:rPr lang="en-US" sz="27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f32bc8d-ce7f-494f-9d3b-8a71ca0c04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CPU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TCP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762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905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48000" y="3905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0" y="952500"/>
            <a:ext cx="6858000" cy="6858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Text richtext-1792413587270-798188520"/>
          <p:cNvSpPr/>
          <p:nvPr/>
        </p:nvSpPr>
        <p:spPr>
          <a:xfrm>
            <a:off x="10858500" y="1809750"/>
            <a:ext cx="6096000" cy="571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Index-Only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Scans and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Covering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45aefdc-4435-44df-a751-b3dedd1784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2026-10-19T12:40:09Z</dcterms:created>
  <dcterms:modified xsi:type="dcterms:W3CDTF">2026-10-19T12:40:09Z</dcterms:modified>
</cp:coreProperties>
</file>