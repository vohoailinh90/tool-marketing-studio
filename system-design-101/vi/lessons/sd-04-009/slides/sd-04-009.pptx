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7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1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60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6000" b="1" dirty="0" spc="-9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r>
              <a:rPr lang="en-US" sz="60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nhanh:</a:t>
            </a:r>
            <a:r>
              <a:rPr lang="en-US" sz="6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60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60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6000" b="1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60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lô,</a:t>
            </a:r>
            <a:r>
              <a:rPr lang="en-US" sz="6000" b="1" dirty="0" spc="1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60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6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60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r>
              <a:rPr lang="en-US" sz="60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lãng</a:t>
            </a:r>
            <a:r>
              <a:rPr lang="en-US" sz="28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phí: thao</a:t>
            </a:r>
            <a:r>
              <a:rPr lang="en-US" sz="2850" dirty="0" spc="-1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dirty="0" spc="-1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850" dirty="0" spc="-2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850" dirty="0" spc="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572250"/>
            <a:ext cx="533400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2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477000" y="6572250"/>
            <a:ext cx="533400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thành</a:t>
            </a:r>
            <a:r>
              <a:rPr lang="en-US" sz="22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39600" y="6572250"/>
            <a:ext cx="533400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2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1185b126-af79-4192-b48e-df62d7f112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-10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57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5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5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5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570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5700" b="1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2382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5334000"/>
            <a:ext cx="15716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00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30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3000" dirty="0" spc="-5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ca81077-fb0f-48cd-b1fb-410e602506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21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9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9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39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3900" dirty="0"/>
          </a:p>
        </p:txBody>
      </p:sp>
      <p:sp>
        <p:nvSpPr>
          <p:cNvPr id="4" name="Connector line-1792443132610-238277426"/>
          <p:cNvSpPr/>
          <p:nvPr/>
        </p:nvSpPr>
        <p:spPr>
          <a:xfrm>
            <a:off x="1428750" y="3810000"/>
            <a:ext cx="154305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628900" y="36195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476750"/>
            <a:ext cx="3810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9900" y="36195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5105400" y="4476750"/>
            <a:ext cx="3810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0900" y="36195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476750"/>
            <a:ext cx="3810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01900" y="36195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87400" y="4476750"/>
            <a:ext cx="3810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57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105400" y="2857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5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296400" y="2857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5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Thao tác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3487400" y="2857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5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00150" y="4762500"/>
            <a:ext cx="32385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mỗi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1150" y="4762500"/>
            <a:ext cx="32385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tuần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tự: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582150" y="4762500"/>
            <a:ext cx="32385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O(1), không</a:t>
            </a:r>
            <a:r>
              <a:rPr lang="en-US" sz="240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73150" y="4762500"/>
            <a:ext cx="32385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cache, còn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f9122e4-b6c3-42b1-9328-a01c972e95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39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9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9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714500"/>
          </a:xfrm>
          <a:prstGeom prst="roundRect">
            <a:avLst>
              <a:gd name="adj" fmla="val 11111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5400" y="323850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762500"/>
            <a:ext cx="16459200" cy="1714500"/>
          </a:xfrm>
          <a:prstGeom prst="roundRect">
            <a:avLst>
              <a:gd name="adj" fmla="val 11111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5400" y="523875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762750"/>
            <a:ext cx="16459200" cy="1714500"/>
          </a:xfrm>
          <a:prstGeom prst="roundRect">
            <a:avLst>
              <a:gd name="adj" fmla="val 11111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5400" y="723900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34099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95400" y="54102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95400" y="74104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76500" y="3238500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4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(message</a:t>
            </a:r>
            <a:r>
              <a:rPr lang="en-US" sz="28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set).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476500" y="5238750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Broker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cả</a:t>
            </a:r>
            <a:r>
              <a:rPr lang="en-US" sz="28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8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476500" y="7239000"/>
            <a:ext cx="1447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Lô</a:t>
            </a:r>
            <a:r>
              <a:rPr lang="en-US" sz="28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nén</a:t>
            </a:r>
            <a:r>
              <a:rPr lang="en-US" sz="2850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3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4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consumer.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1b1a4e7-2a31-4890-8eb1-cb721f018c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b="1" dirty="0" spc="-5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 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9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2476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thường:</a:t>
            </a:r>
            <a:r>
              <a:rPr lang="en-US" sz="24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4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chép,</a:t>
            </a:r>
            <a:r>
              <a:rPr lang="en-US" sz="24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b="1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143250"/>
            <a:ext cx="36195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3143250"/>
            <a:ext cx="36195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96400" y="3143250"/>
            <a:ext cx="36195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87400" y="3143250"/>
            <a:ext cx="36195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29000"/>
            <a:ext cx="361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Đĩa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105400" y="3429000"/>
            <a:ext cx="361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296400" y="3429000"/>
            <a:ext cx="361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487400" y="3429000"/>
            <a:ext cx="361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5048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4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sendfile: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5715000"/>
            <a:ext cx="495300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Page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550" dirty="0"/>
          </a:p>
        </p:txBody>
      </p:sp>
      <p:sp>
        <p:nvSpPr>
          <p:cNvPr id="15" name="Connector line-1792443157953-646492444"/>
          <p:cNvSpPr/>
          <p:nvPr/>
        </p:nvSpPr>
        <p:spPr>
          <a:xfrm>
            <a:off x="6096000" y="6381750"/>
            <a:ext cx="2286000" cy="0"/>
          </a:xfrm>
          <a:prstGeom prst="line">
            <a:avLst/>
          </a:prstGeom>
          <a:noFill/>
          <a:ln w="6667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572500" y="5715000"/>
            <a:ext cx="4953000" cy="1333500"/>
          </a:xfrm>
          <a:prstGeom prst="roundRect">
            <a:avLst>
              <a:gd name="adj" fmla="val 14286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Card</a:t>
            </a: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76200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dụng: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bên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 phân.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44bed98-b894-4b4e-800c-a5e624e71f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900" b="1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9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9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9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900" b="1" dirty="0" spc="-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900" b="1" dirty="0" spc="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2762250"/>
            <a:ext cx="5181600" cy="5524500"/>
          </a:xfrm>
          <a:prstGeom prst="roundRect">
            <a:avLst>
              <a:gd name="adj" fmla="val 4412"/>
            </a:avLst>
          </a:prstGeom>
          <a:solidFill>
            <a:srgbClr val="1E2230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30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r>
              <a:rPr lang="en-US" sz="30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00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954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r>
              <a:rPr lang="en-US" sz="24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linger.ms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tin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342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3000" b="1" dirty="0" spc="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SSL/TLS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342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4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-4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sendfile.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73000" y="3143250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</a:t>
            </a:r>
            <a:r>
              <a:rPr lang="en-US" sz="30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cũ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573000" y="4572000"/>
            <a:ext cx="441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4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-2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broker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5edfe43-261a-4b8b-9894-8352e8d5b3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r>
              <a:rPr lang="en-US" sz="36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600" b="1" dirty="0" spc="6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6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6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6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6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36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6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6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6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r>
              <a:rPr lang="en-US" sz="36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6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36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36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6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371475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14350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8250" y="55245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532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8250" y="733425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8862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8250" y="56959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8250" y="75057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81250" y="376237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producer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lô;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linger.ms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557212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50.000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tin: 11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 50.000.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2381250" y="7381875"/>
            <a:ext cx="1428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chờ thêm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linger.ms.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ef34cdd-6adc-4dc4-9d90-18ffef4877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21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9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90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900" b="1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3048000" cy="8572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3962400" y="2571750"/>
            <a:ext cx="6191250" cy="857250"/>
          </a:xfrm>
          <a:prstGeom prst="rect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53650" y="2571750"/>
            <a:ext cx="7219950" cy="857250"/>
          </a:xfrm>
          <a:prstGeom prst="rect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-3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3048000" cy="1619250"/>
          </a:xfrm>
          <a:prstGeom prst="rect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2400" y="3429000"/>
            <a:ext cx="6191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53650" y="3429000"/>
            <a:ext cx="72199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048250"/>
            <a:ext cx="3048000" cy="1619250"/>
          </a:xfrm>
          <a:prstGeom prst="rect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62400" y="5048250"/>
            <a:ext cx="6191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3650" y="5048250"/>
            <a:ext cx="72199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6667500"/>
            <a:ext cx="3048000" cy="1619250"/>
          </a:xfrm>
          <a:prstGeom prst="rect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62400" y="6667500"/>
            <a:ext cx="61912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53650" y="6667500"/>
            <a:ext cx="721995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900" y="40005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24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04900" y="561975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Sendfile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04900" y="72390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b="1" dirty="0" spc="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b="1" dirty="0" spc="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91000" y="37147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do: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zero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copy.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382250" y="3714750"/>
            <a:ext cx="6762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lô, nén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4191000" y="53340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Page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382250" y="5334000"/>
            <a:ext cx="6762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4191000" y="69532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nêu.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382250" y="6953250"/>
            <a:ext cx="6762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giả; bài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2662164f-8727-4d43-94a6-d9aeb59265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0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b="1" dirty="0" spc="-5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từ</a:t>
            </a:r>
            <a:r>
              <a:rPr lang="en-US" sz="42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4200" b="1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42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181600" cy="2857500"/>
          </a:xfrm>
          <a:prstGeom prst="roundRect">
            <a:avLst>
              <a:gd name="adj" fmla="val 8000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2667000"/>
            <a:ext cx="5181600" cy="2857500"/>
          </a:xfrm>
          <a:prstGeom prst="roundRect">
            <a:avLst>
              <a:gd name="adj" fmla="val 8000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2667000"/>
            <a:ext cx="5181600" cy="2857500"/>
          </a:xfrm>
          <a:prstGeom prst="roundRect">
            <a:avLst>
              <a:gd name="adj" fmla="val 8000"/>
            </a:avLst>
          </a:prstGeom>
          <a:solidFill>
            <a:srgbClr val="1E2230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048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3905250"/>
            <a:ext cx="4419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934200" y="3048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SSL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934200" y="3905250"/>
            <a:ext cx="4419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cắm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573000" y="304800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MB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573000" y="3905250"/>
            <a:ext cx="4419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61912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6762750"/>
            <a:ext cx="1645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250" dirty="0" spc="-3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Design,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Persistence</a:t>
            </a:r>
            <a:r>
              <a:rPr lang="en-US" sz="2250" dirty="0" spc="-1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Efficiency,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3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librdkafka</a:t>
            </a:r>
            <a:r>
              <a:rPr lang="en-US" sz="2250" dirty="0" spc="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1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CONFIGURATION.md,</a:t>
            </a:r>
            <a:r>
              <a:rPr lang="en-US" sz="2250" dirty="0" spc="-1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7558f18-9f82-4eaf-bec9-7865beaab2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2026-10-19T20:53:59Z</dcterms:created>
  <dcterms:modified xsi:type="dcterms:W3CDTF">2026-10-19T20:53:59Z</dcterms:modified>
</cp:coreProperties>
</file>