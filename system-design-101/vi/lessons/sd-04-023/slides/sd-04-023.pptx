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323850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nhớ,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máy: thanh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chính,</a:t>
            </a:r>
            <a:r>
              <a:rPr lang="en-US" sz="6900" dirty="0" spc="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52500" y="428625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bao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lần?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5715000"/>
            <a:ext cx="2476500" cy="5715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6400800"/>
            <a:ext cx="3810000" cy="5715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70866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7772400"/>
            <a:ext cx="6477000" cy="571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8458200"/>
            <a:ext cx="7810500" cy="57150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15500" y="5715000"/>
            <a:ext cx="762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</a:t>
            </a:r>
            <a:r>
              <a:rPr lang="en-US" sz="210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10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715500" y="6762750"/>
            <a:ext cx="762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~200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15500" y="7810500"/>
            <a:ext cx="762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L3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15500" y="8858250"/>
            <a:ext cx="762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93cd5a87-e095-4c3d-bd27-b976b41457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52500" y="19050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52500" y="3619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762750" y="3619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lần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573000" y="3619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7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7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7" name="Connector line-1792458509619-716390514"/>
          <p:cNvSpPr/>
          <p:nvPr/>
        </p:nvSpPr>
        <p:spPr>
          <a:xfrm>
            <a:off x="5715000" y="5143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58509620-624485620"/>
          <p:cNvSpPr/>
          <p:nvPr/>
        </p:nvSpPr>
        <p:spPr>
          <a:xfrm>
            <a:off x="11525250" y="5143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2500" y="7620000"/>
            <a:ext cx="1638300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Phép</a:t>
            </a:r>
            <a:r>
              <a:rPr lang="en-US" sz="2850" dirty="0" spc="-1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cộng</a:t>
            </a:r>
            <a:r>
              <a:rPr lang="en-US" sz="28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r>
              <a:rPr lang="en-US" sz="28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tiếp</a:t>
            </a:r>
            <a:r>
              <a:rPr lang="en-US" sz="2850" dirty="0" spc="-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8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thanh</a:t>
            </a:r>
            <a:r>
              <a:rPr lang="en-US" sz="285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ghi:</a:t>
            </a:r>
            <a:r>
              <a:rPr lang="en-US" sz="28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0,4</a:t>
            </a:r>
            <a:r>
              <a:rPr lang="en-US" sz="28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ns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e67c7f2-c197-47e7-b1a5-b2d46d1193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3825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85725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1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1428750"/>
            <a:ext cx="15716250" cy="38100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Đĩa</a:t>
            </a:r>
            <a:r>
              <a:rPr lang="en-US" sz="78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ảo 72</a:t>
            </a:r>
            <a:r>
              <a:rPr lang="en-US" sz="78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µs,</a:t>
            </a:r>
            <a:r>
              <a:rPr lang="en-US" sz="78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8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78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60</a:t>
            </a:r>
            <a:r>
              <a:rPr lang="en-US" sz="78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52500" y="5715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6000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Ổ</a:t>
            </a:r>
            <a:r>
              <a:rPr lang="en-US" sz="2700" dirty="0" spc="1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đĩa</a:t>
            </a:r>
            <a:r>
              <a:rPr lang="en-US" sz="270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ảo</a:t>
            </a:r>
            <a:endParaRPr lang="en-US" sz="2700" dirty="0"/>
          </a:p>
        </p:txBody>
      </p:sp>
      <p:sp>
        <p:nvSpPr>
          <p:cNvPr id="7" name="Text richtext-1792458510589-894067947"/>
          <p:cNvSpPr/>
          <p:nvPr/>
        </p:nvSpPr>
        <p:spPr>
          <a:xfrm>
            <a:off x="1333500" y="66675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nhiên: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72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2,1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SSD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HDD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34500" y="5715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0" y="6000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Qua</a:t>
            </a:r>
            <a:r>
              <a:rPr lang="en-US" sz="27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mạng</a:t>
            </a:r>
            <a:endParaRPr lang="en-US" sz="2700" dirty="0"/>
          </a:p>
        </p:txBody>
      </p:sp>
      <p:sp>
        <p:nvSpPr>
          <p:cNvPr id="10" name="Text richtext-1792458510614-433340492"/>
          <p:cNvSpPr/>
          <p:nvPr/>
        </p:nvSpPr>
        <p:spPr>
          <a:xfrm>
            <a:off x="9715500" y="66675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60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nối: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0,27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1ad0dbb-8831-4868-b8e0-f7acd01aaf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500" dirty="0" spc="1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10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r>
              <a:rPr lang="en-US" sz="75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7500" dirty="0" spc="-9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5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5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75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8575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0" dirty="0" spc="-10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~200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333500" y="5143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lần: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(72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µs)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(326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409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ns)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8575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0" dirty="0" spc="-9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&gt;100.000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9906000" y="5143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lần: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mạng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(60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ms)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7905750"/>
            <a:ext cx="16383000" cy="952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Tầng</a:t>
            </a:r>
            <a:r>
              <a:rPr lang="en-US" sz="2850" dirty="0" spc="2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dưới</a:t>
            </a:r>
            <a:r>
              <a:rPr lang="en-US" sz="28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chậm</a:t>
            </a: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r>
              <a:rPr lang="en-US" sz="285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rất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896f623-5cd8-4b8b-a29f-005dc1ff06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5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75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L3,</a:t>
            </a: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500" dirty="0" spc="1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30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báo</a:t>
            </a:r>
            <a:endParaRPr lang="en-US" sz="3000" dirty="0"/>
          </a:p>
        </p:txBody>
      </p:sp>
      <p:sp>
        <p:nvSpPr>
          <p:cNvPr id="5" name="Text richtext-1792458512933-881371170"/>
          <p:cNvSpPr/>
          <p:nvPr/>
        </p:nvSpPr>
        <p:spPr>
          <a:xfrm>
            <a:off x="1333500" y="371475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L3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Thử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endParaRPr lang="en-US" sz="3000" dirty="0"/>
          </a:p>
        </p:txBody>
      </p:sp>
      <p:sp>
        <p:nvSpPr>
          <p:cNvPr id="8" name="Text richtext-1792458512940-112575520"/>
          <p:cNvSpPr/>
          <p:nvPr/>
        </p:nvSpPr>
        <p:spPr>
          <a:xfrm>
            <a:off x="9906000" y="371475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1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MiB: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bộ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chính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L3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7620000"/>
            <a:ext cx="16383000" cy="1047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700" dirty="0" spc="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ảo</a:t>
            </a: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27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chung</a:t>
            </a: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27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xử</a:t>
            </a:r>
            <a:r>
              <a:rPr lang="en-US" sz="27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lý;</a:t>
            </a:r>
            <a:r>
              <a:rPr lang="en-US" sz="2700" dirty="0" spc="-1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nguyên</a:t>
            </a:r>
            <a:r>
              <a:rPr lang="en-US" sz="27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r>
              <a:rPr lang="en-US" sz="2700" dirty="0" spc="1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27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3af7efd-8987-492d-bdc4-ea8857fcea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75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5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75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GiB:</a:t>
            </a:r>
            <a:r>
              <a:rPr lang="en-US" sz="750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7500" dirty="0" spc="-4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75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endParaRPr lang="en-US" sz="7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4914900"/>
                <a:gridCol w="3604260"/>
                <a:gridCol w="7863840"/>
              </a:tblGrid>
              <a:tr h="1333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6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Cách</a:t>
                      </a:r>
                      <a:r>
                        <a:rPr lang="en-US" sz="2700" dirty="0" spc="-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xin</a:t>
                      </a:r>
                      <a:r>
                        <a:rPr lang="en-US" sz="2700" dirty="0" spc="-6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bộ</a:t>
                      </a:r>
                      <a:r>
                        <a:rPr lang="en-US" sz="2700" dirty="0" spc="-7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nhớ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5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Một</a:t>
                      </a:r>
                      <a:r>
                        <a:rPr lang="en-US" sz="2700" dirty="0" spc="-5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lần</a:t>
                      </a:r>
                      <a:r>
                        <a:rPr lang="en-US" sz="2700" dirty="0" spc="-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đọc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45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Vì</a:t>
                      </a:r>
                      <a:r>
                        <a:rPr lang="en-US" sz="2700" dirty="0" spc="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Trang</a:t>
                      </a:r>
                      <a:r>
                        <a:rPr lang="en-US" sz="2700" dirty="0" spc="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thường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326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7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trượt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TLB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hơn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Trang</a:t>
                      </a:r>
                      <a:r>
                        <a:rPr lang="en-US" sz="2700" dirty="0" spc="-8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lớn</a:t>
                      </a: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2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MiB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225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Mỗi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TLB phủ nhiều</a:t>
                      </a:r>
                      <a:r>
                        <a:rPr lang="en-US" sz="27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hơn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72390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0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3000" dirty="0" spc="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</a:t>
            </a:r>
            <a:r>
              <a:rPr lang="en-US" sz="30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phí</a:t>
            </a:r>
            <a:r>
              <a:rPr lang="en-US" sz="300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3000" dirty="0" spc="1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địa</a:t>
            </a:r>
            <a:r>
              <a:rPr lang="en-US" sz="30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921190a-da56-4350-80f1-d59bab8055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908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25717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 dùng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cứng;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 khoảng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" y="457200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51816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476250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0,4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" y="67627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73723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69532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</a:t>
            </a:r>
            <a:r>
              <a:rPr lang="en-US" sz="27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 mạng</a:t>
            </a:r>
            <a:r>
              <a:rPr lang="en-US" sz="270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SSD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HDD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1226428-f034-4bc8-bb6a-afba99d292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1.000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đơn,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1.000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lâu?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52500" y="18097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1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ÁN,</a:t>
            </a:r>
            <a:r>
              <a:rPr lang="en-US" sz="2550" b="1" spc="2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spc="15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52500" y="30480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2750" y="30480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8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8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8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573000" y="30480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2850" dirty="0"/>
          </a:p>
        </p:txBody>
      </p:sp>
      <p:sp>
        <p:nvSpPr>
          <p:cNvPr id="7" name="Connector line-1792458515407-774451735"/>
          <p:cNvSpPr/>
          <p:nvPr/>
        </p:nvSpPr>
        <p:spPr>
          <a:xfrm>
            <a:off x="5715000" y="45720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58515407-639902487"/>
          <p:cNvSpPr/>
          <p:nvPr/>
        </p:nvSpPr>
        <p:spPr>
          <a:xfrm>
            <a:off x="11525250" y="45720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2500" y="70485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60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ms</a:t>
            </a:r>
            <a:r>
              <a:rPr lang="en-US" sz="255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5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25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r>
              <a:rPr lang="en-US" sz="25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biên</a:t>
            </a:r>
            <a:r>
              <a:rPr lang="en-US" sz="255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soạn:</a:t>
            </a:r>
            <a:r>
              <a:rPr lang="en-US" sz="255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hãy</a:t>
            </a:r>
            <a:r>
              <a:rPr lang="en-US" sz="25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2550" dirty="0" spc="-1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trên</a:t>
            </a:r>
            <a:r>
              <a:rPr lang="en-US" sz="2550" dirty="0" spc="-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255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thống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bạn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44c48f2-5e53-484e-8c04-f43b6a8670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5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5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Bài</a:t>
            </a:r>
            <a:r>
              <a:rPr lang="en-US" sz="3000" dirty="0" spc="-9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nguồn</a:t>
            </a:r>
            <a:endParaRPr lang="en-US" sz="3000" dirty="0"/>
          </a:p>
        </p:txBody>
      </p:sp>
      <p:sp>
        <p:nvSpPr>
          <p:cNvPr id="5" name="Text richtext-1792458516270-548047455"/>
          <p:cNvSpPr/>
          <p:nvPr/>
        </p:nvSpPr>
        <p:spPr>
          <a:xfrm>
            <a:off x="1333500" y="3714750"/>
            <a:ext cx="7048500" cy="428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RAM, SSD, HDD,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5905500"/>
          </a:xfrm>
          <a:prstGeom prst="roundRect">
            <a:avLst>
              <a:gd name="adj" fmla="val 3871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Bài</a:t>
            </a:r>
            <a:r>
              <a:rPr lang="en-US" sz="300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này</a:t>
            </a:r>
            <a:endParaRPr lang="en-US" sz="3000" dirty="0"/>
          </a:p>
        </p:txBody>
      </p:sp>
      <p:sp>
        <p:nvSpPr>
          <p:cNvPr id="8" name="Text richtext-1792458516292-462783227"/>
          <p:cNvSpPr/>
          <p:nvPr/>
        </p:nvSpPr>
        <p:spPr>
          <a:xfrm>
            <a:off x="9906000" y="3714750"/>
            <a:ext cx="7048500" cy="428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SSD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HDD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"ổ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đĩa"</a:t>
            </a:r>
            <a:endParaRPr lang="en-US" sz="2550" dirty="0"/>
          </a:p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Thêm: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hiện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ảnh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514e367-3834-4d0f-9e9e-77a6c90087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857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857" dirty="0"/>
          </a:p>
        </p:txBody>
      </p:sp>
      <p:sp>
        <p:nvSpPr>
          <p:cNvPr id="3" name="Shape 1"/>
          <p:cNvSpPr/>
          <p:nvPr/>
        </p:nvSpPr>
        <p:spPr>
          <a:xfrm>
            <a:off x="952500" y="17145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90625" y="18573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kibibyte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238750" y="17145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76875" y="18573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mebibyte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0" y="17145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63125" y="18573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gibibyte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811250" y="1714500"/>
            <a:ext cx="3524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49375" y="1857375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RAM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34290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35718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SSD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rắn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238750" y="34290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6875" y="35718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HDD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1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0" y="34290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63125" y="35718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811250" y="3429000"/>
            <a:ext cx="3524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49375" y="3571875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mã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2500" y="55245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20" name="Text richtext-1792458517148-647981344"/>
          <p:cNvSpPr/>
          <p:nvPr/>
        </p:nvSpPr>
        <p:spPr>
          <a:xfrm>
            <a:off x="952500" y="6000750"/>
            <a:ext cx="16383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sysfs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7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queue/rotational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TLB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acc5faa-80b3-42f9-ba27-db295fae8a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2026-10-20T01:09:37Z</dcterms:created>
  <dcterms:modified xsi:type="dcterms:W3CDTF">2026-10-20T01:09:37Z</dcterms:modified>
</cp:coreProperties>
</file>