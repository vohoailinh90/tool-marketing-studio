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  <p:embeddedFont>
      <p:font typeface="Be Vietnam Pro Medium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33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2382500" cy="3429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Session</a:t>
            </a:r>
            <a:r>
              <a:rPr lang="en-US" sz="81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JWT: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9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người</a:t>
            </a:r>
            <a:r>
              <a:rPr lang="en-US" sz="81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đăng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nhập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143500"/>
            <a:ext cx="89535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giữ</a:t>
            </a:r>
            <a:r>
              <a:rPr lang="en-US" sz="2850" dirty="0" spc="-1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8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“lần</a:t>
            </a:r>
            <a:r>
              <a:rPr lang="en-US" sz="2850" dirty="0" spc="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8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lực”?</a:t>
            </a:r>
            <a:endParaRPr lang="en-US" sz="2850" dirty="0"/>
          </a:p>
        </p:txBody>
      </p:sp>
      <p:sp>
        <p:nvSpPr>
          <p:cNvPr id="5" name="Connector line-1792334401240-167240905"/>
          <p:cNvSpPr/>
          <p:nvPr/>
        </p:nvSpPr>
        <p:spPr>
          <a:xfrm>
            <a:off x="914400" y="7429500"/>
            <a:ext cx="91440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1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22</a:t>
            </a:r>
            <a:r>
              <a:rPr lang="en-US" sz="4200" dirty="0" spc="-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 ·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4815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145</a:t>
            </a:r>
            <a:r>
              <a:rPr lang="en-US" sz="4200" dirty="0" spc="-1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24815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1900" y="7772400"/>
            <a:ext cx="3238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r>
              <a:rPr lang="en-US" sz="42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581900" y="8477250"/>
            <a:ext cx="323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rút</a:t>
            </a:r>
            <a:r>
              <a:rPr lang="en-US" sz="18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1800" dirty="0" spc="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763250" y="27622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</a:t>
            </a:r>
            <a:endParaRPr lang="en-US" sz="1650" dirty="0"/>
          </a:p>
        </p:txBody>
      </p:sp>
      <p:sp>
        <p:nvSpPr>
          <p:cNvPr id="14" name="Connector line-1792334401267-511568380"/>
          <p:cNvSpPr/>
          <p:nvPr/>
        </p:nvSpPr>
        <p:spPr>
          <a:xfrm>
            <a:off x="10953750" y="3714750"/>
            <a:ext cx="64770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782300" y="354330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6" name="Shape 14"/>
          <p:cNvSpPr/>
          <p:nvPr/>
        </p:nvSpPr>
        <p:spPr>
          <a:xfrm>
            <a:off x="17259300" y="354330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0" y="3390900"/>
            <a:ext cx="2476500" cy="647700"/>
          </a:xfrm>
          <a:prstGeom prst="roundRect">
            <a:avLst>
              <a:gd name="adj" fmla="val 23529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2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</a:t>
            </a:r>
            <a:r>
              <a:rPr lang="en-US" sz="2100" dirty="0" spc="-7" kern="0">
                <a:solidFill>
                  <a:srgbClr val="7C93FF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sổ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0001250" y="40005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6668750" y="4000500"/>
            <a:ext cx="152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763250" y="44767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180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1800" dirty="0" spc="-1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763250" y="53340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endParaRPr lang="en-US" sz="1650" dirty="0"/>
          </a:p>
        </p:txBody>
      </p:sp>
      <p:sp>
        <p:nvSpPr>
          <p:cNvPr id="22" name="Connector line-1792334401279-132078566"/>
          <p:cNvSpPr/>
          <p:nvPr/>
        </p:nvSpPr>
        <p:spPr>
          <a:xfrm>
            <a:off x="10953750" y="6286500"/>
            <a:ext cx="64770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0782300" y="61150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4" name="Shape 22"/>
          <p:cNvSpPr/>
          <p:nvPr/>
        </p:nvSpPr>
        <p:spPr>
          <a:xfrm>
            <a:off x="17259300" y="6115050"/>
            <a:ext cx="342900" cy="3429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5" name="Text 23"/>
          <p:cNvSpPr/>
          <p:nvPr/>
        </p:nvSpPr>
        <p:spPr>
          <a:xfrm>
            <a:off x="12954000" y="5962650"/>
            <a:ext cx="2476500" cy="647700"/>
          </a:xfrm>
          <a:prstGeom prst="roundRect">
            <a:avLst>
              <a:gd name="adj" fmla="val 2352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21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chữ</a:t>
            </a:r>
            <a:r>
              <a:rPr lang="en-US" sz="210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001250" y="65722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65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6668750" y="6572250"/>
            <a:ext cx="152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763250" y="7048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cầm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ee3809e5-bfed-411f-8e13-faa4c79cf2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286000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quyết định?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7620000" cy="2095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“lần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lực”.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286500"/>
            <a:ext cx="7429500" cy="24765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6294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7086600"/>
            <a:ext cx="6667500" cy="14478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70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0" y="952500"/>
            <a:ext cx="8229600" cy="7810500"/>
          </a:xfrm>
          <a:prstGeom prst="roundRect">
            <a:avLst>
              <a:gd name="adj" fmla="val 341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20250" y="13716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16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9772650" y="2628900"/>
            <a:ext cx="838200" cy="8382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9772650" y="2714625"/>
            <a:ext cx="838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050" dirty="0"/>
          </a:p>
        </p:txBody>
      </p:sp>
      <p:sp>
        <p:nvSpPr>
          <p:cNvPr id="12" name="Text 10"/>
          <p:cNvSpPr/>
          <p:nvPr/>
        </p:nvSpPr>
        <p:spPr>
          <a:xfrm>
            <a:off x="10953750" y="2524125"/>
            <a:ext cx="609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Đăng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0953750" y="32385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250" dirty="0"/>
          </a:p>
        </p:txBody>
      </p:sp>
      <p:sp>
        <p:nvSpPr>
          <p:cNvPr id="14" name="Connector line-1792334485228-744323635"/>
          <p:cNvSpPr/>
          <p:nvPr/>
        </p:nvSpPr>
        <p:spPr>
          <a:xfrm>
            <a:off x="9620250" y="4143375"/>
            <a:ext cx="72771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772650" y="4819650"/>
            <a:ext cx="838200" cy="8382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9772650" y="4905375"/>
            <a:ext cx="838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050" dirty="0"/>
          </a:p>
        </p:txBody>
      </p:sp>
      <p:sp>
        <p:nvSpPr>
          <p:cNvPr id="17" name="Text 15"/>
          <p:cNvSpPr/>
          <p:nvPr/>
        </p:nvSpPr>
        <p:spPr>
          <a:xfrm>
            <a:off x="10953750" y="4714875"/>
            <a:ext cx="609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0953750" y="542925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22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2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admin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member</a:t>
            </a:r>
            <a:endParaRPr lang="en-US" sz="2250" dirty="0"/>
          </a:p>
        </p:txBody>
      </p:sp>
      <p:sp>
        <p:nvSpPr>
          <p:cNvPr id="19" name="Connector line-1792334485234-833853280"/>
          <p:cNvSpPr/>
          <p:nvPr/>
        </p:nvSpPr>
        <p:spPr>
          <a:xfrm>
            <a:off x="9620250" y="6334125"/>
            <a:ext cx="72771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772650" y="7010400"/>
            <a:ext cx="838200" cy="8382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1" name="Text 19"/>
          <p:cNvSpPr/>
          <p:nvPr/>
        </p:nvSpPr>
        <p:spPr>
          <a:xfrm>
            <a:off x="9772650" y="7096125"/>
            <a:ext cx="838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050" dirty="0"/>
          </a:p>
        </p:txBody>
      </p:sp>
      <p:sp>
        <p:nvSpPr>
          <p:cNvPr id="22" name="Text 20"/>
          <p:cNvSpPr/>
          <p:nvPr/>
        </p:nvSpPr>
        <p:spPr>
          <a:xfrm>
            <a:off x="10953750" y="6905625"/>
            <a:ext cx="609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Thẻ</a:t>
            </a: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 lộ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10953750" y="7620000"/>
            <a:ext cx="609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Rút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250" dirty="0"/>
          </a:p>
        </p:txBody>
      </p:sp>
      <p:sp>
        <p:nvSpPr>
          <p:cNvPr id="24" name="Connector line-1792334485241-312796764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06cc797a-2469-467b-8e00-c00ea682ad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ctr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75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75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39100" cy="4762500"/>
          </a:xfrm>
          <a:prstGeom prst="roundRect">
            <a:avLst>
              <a:gd name="adj" fmla="val 5200"/>
            </a:avLst>
          </a:prstGeom>
          <a:solidFill>
            <a:srgbClr val="1E212B"/>
          </a:solidFill>
          <a:ln/>
        </p:spPr>
      </p:sp>
      <p:sp>
        <p:nvSpPr>
          <p:cNvPr id="5" name="Connector line-1792334539865-663542776"/>
          <p:cNvSpPr/>
          <p:nvPr/>
        </p:nvSpPr>
        <p:spPr>
          <a:xfrm>
            <a:off x="1562100" y="3181350"/>
            <a:ext cx="7010400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314450" y="3086100"/>
            <a:ext cx="190500" cy="1905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467100"/>
            <a:ext cx="666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SESSION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295400" y="4286250"/>
            <a:ext cx="7277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-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sổ,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-2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295400" y="4914900"/>
            <a:ext cx="7277100" cy="1333500"/>
          </a:xfrm>
          <a:prstGeom prst="roundRect">
            <a:avLst>
              <a:gd name="adj" fmla="val 12857"/>
            </a:avLst>
          </a:prstGeom>
          <a:solidFill>
            <a:srgbClr val="14161C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1150" y="5086350"/>
            <a:ext cx="666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 → người dùng, vai trò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581150" y="5676900"/>
            <a:ext cx="4953000" cy="133350"/>
          </a:xfrm>
          <a:prstGeom prst="roundRect">
            <a:avLst>
              <a:gd name="adj" fmla="val 50000"/>
            </a:avLst>
          </a:prstGeom>
          <a:solidFill>
            <a:srgbClr val="2A2D38"/>
          </a:solidFill>
          <a:ln/>
        </p:spPr>
      </p:sp>
      <p:sp>
        <p:nvSpPr>
          <p:cNvPr id="12" name="Shape 10"/>
          <p:cNvSpPr/>
          <p:nvPr/>
        </p:nvSpPr>
        <p:spPr>
          <a:xfrm>
            <a:off x="1581150" y="5981700"/>
            <a:ext cx="4000500" cy="133350"/>
          </a:xfrm>
          <a:prstGeom prst="roundRect">
            <a:avLst>
              <a:gd name="adj" fmla="val 50000"/>
            </a:avLst>
          </a:prstGeom>
          <a:solidFill>
            <a:srgbClr val="2A2D38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496050"/>
            <a:ext cx="3429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22</a:t>
            </a:r>
            <a:r>
              <a:rPr lang="en-US" sz="5400" dirty="0" spc="-1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5010150" y="6800850"/>
            <a:ext cx="3562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 ·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334500" y="2762250"/>
            <a:ext cx="8039100" cy="4762500"/>
          </a:xfrm>
          <a:prstGeom prst="roundRect">
            <a:avLst>
              <a:gd name="adj" fmla="val 5200"/>
            </a:avLst>
          </a:prstGeom>
          <a:solidFill>
            <a:srgbClr val="1E212B"/>
          </a:solidFill>
          <a:ln/>
        </p:spPr>
      </p:sp>
      <p:sp>
        <p:nvSpPr>
          <p:cNvPr id="16" name="Connector line-1792334539881-437498827"/>
          <p:cNvSpPr/>
          <p:nvPr/>
        </p:nvSpPr>
        <p:spPr>
          <a:xfrm>
            <a:off x="9982200" y="3181350"/>
            <a:ext cx="701040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734550" y="3086100"/>
            <a:ext cx="190500" cy="1905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15500" y="3467100"/>
            <a:ext cx="6667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715500" y="4286250"/>
            <a:ext cx="7277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chữ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715500" y="4914900"/>
            <a:ext cx="7277100" cy="1333500"/>
          </a:xfrm>
          <a:prstGeom prst="roundRect">
            <a:avLst>
              <a:gd name="adj" fmla="val 12857"/>
            </a:avLst>
          </a:prstGeom>
          <a:solidFill>
            <a:srgbClr val="14161C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01250" y="5105400"/>
            <a:ext cx="1428750" cy="495300"/>
          </a:xfrm>
          <a:prstGeom prst="roundRect">
            <a:avLst>
              <a:gd name="adj" fmla="val 23077"/>
            </a:avLst>
          </a:prstGeom>
          <a:solidFill>
            <a:srgbClr val="2E2414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sub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582400" y="5105400"/>
            <a:ext cx="1428750" cy="495300"/>
          </a:xfrm>
          <a:prstGeom prst="roundRect">
            <a:avLst>
              <a:gd name="adj" fmla="val 23077"/>
            </a:avLst>
          </a:prstGeom>
          <a:solidFill>
            <a:srgbClr val="2E2414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role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3163550" y="5105400"/>
            <a:ext cx="1428750" cy="495300"/>
          </a:xfrm>
          <a:prstGeom prst="roundRect">
            <a:avLst>
              <a:gd name="adj" fmla="val 23077"/>
            </a:avLst>
          </a:prstGeom>
          <a:solidFill>
            <a:srgbClr val="2E2414"/>
          </a:solidFill>
          <a:ln w="19050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exp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4744700" y="5105400"/>
            <a:ext cx="1962150" cy="495300"/>
          </a:xfrm>
          <a:prstGeom prst="roundRect">
            <a:avLst>
              <a:gd name="adj" fmla="val 23077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001250" y="57150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1582400" y="57150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vai</a:t>
            </a: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3163550" y="57150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9715500" y="6496050"/>
            <a:ext cx="3429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145</a:t>
            </a:r>
            <a:r>
              <a:rPr lang="en-US" sz="5400" dirty="0" spc="-1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5400" dirty="0"/>
          </a:p>
        </p:txBody>
      </p:sp>
      <p:sp>
        <p:nvSpPr>
          <p:cNvPr id="29" name="Text 27"/>
          <p:cNvSpPr/>
          <p:nvPr/>
        </p:nvSpPr>
        <p:spPr>
          <a:xfrm>
            <a:off x="13430250" y="6800850"/>
            <a:ext cx="3562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dirty="0" spc="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30" name="Connector line-1792334539903-95686465"/>
          <p:cNvSpPr/>
          <p:nvPr/>
        </p:nvSpPr>
        <p:spPr>
          <a:xfrm>
            <a:off x="914400" y="7886700"/>
            <a:ext cx="16459200" cy="0"/>
          </a:xfrm>
          <a:prstGeom prst="line">
            <a:avLst/>
          </a:prstGeom>
          <a:noFill/>
          <a:ln w="19050">
            <a:solidFill>
              <a:srgbClr val="2A2D38"/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914400" y="80962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550" dirty="0" spc="3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550" dirty="0" spc="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giá:</a:t>
            </a:r>
            <a:r>
              <a:rPr lang="en-US" sz="255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443"/>
              </a:lnSpc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gấp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 6,6 lần</a:t>
            </a:r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session, một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2550" dirty="0"/>
          </a:p>
        </p:txBody>
      </p:sp>
      <p:sp>
        <p:nvSpPr>
          <p:cNvPr id="32" name="Connector line-1792334539910-95823689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Shape 34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 03/10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90e17289-a85f-43fb-a417-8f1b1c7a3d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620000" cy="223837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Đăng</a:t>
            </a:r>
            <a:r>
              <a:rPr lang="en-US" sz="75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xuất</a:t>
            </a: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rồi:</a:t>
            </a:r>
            <a:endParaRPr lang="en-US" sz="7500" dirty="0"/>
          </a:p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dùng?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762375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105275"/>
            <a:ext cx="7429500" cy="5524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ctr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Mã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chối.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285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29590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 thẻ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tới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hết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14400" y="6667500"/>
            <a:ext cx="7429500" cy="2190750"/>
          </a:xfrm>
          <a:prstGeom prst="roundRect">
            <a:avLst>
              <a:gd name="adj" fmla="val 10435"/>
            </a:avLst>
          </a:prstGeom>
          <a:solidFill>
            <a:srgbClr val="F8D9D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953250"/>
            <a:ext cx="381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CẢNH</a:t>
            </a:r>
            <a:r>
              <a:rPr lang="en-US" sz="1800" b="1" spc="20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95400" y="7372350"/>
            <a:ext cx="6667500" cy="14097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cookie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thì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8572500" y="952500"/>
            <a:ext cx="8801100" cy="7810500"/>
          </a:xfrm>
          <a:prstGeom prst="roundRect">
            <a:avLst>
              <a:gd name="adj" fmla="val 341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Connector line-1792334601067-973752754"/>
          <p:cNvSpPr/>
          <p:nvPr/>
        </p:nvSpPr>
        <p:spPr>
          <a:xfrm>
            <a:off x="10668000" y="1809750"/>
            <a:ext cx="0" cy="6381750"/>
          </a:xfrm>
          <a:prstGeom prst="line">
            <a:avLst/>
          </a:prstGeom>
          <a:noFill/>
          <a:ln w="19050">
            <a:solidFill>
              <a:srgbClr val="B8B09C"/>
            </a:solidFill>
            <a:prstDash val="lgDash"/>
            <a:headEnd type="none"/>
            <a:tailEnd type="none"/>
          </a:ln>
        </p:spPr>
      </p:sp>
      <p:sp>
        <p:nvSpPr>
          <p:cNvPr id="13" name="Connector line-1792334601067-588219527"/>
          <p:cNvSpPr/>
          <p:nvPr/>
        </p:nvSpPr>
        <p:spPr>
          <a:xfrm>
            <a:off x="15240000" y="1809750"/>
            <a:ext cx="0" cy="6381750"/>
          </a:xfrm>
          <a:prstGeom prst="line">
            <a:avLst/>
          </a:prstGeom>
          <a:noFill/>
          <a:ln w="19050">
            <a:solidFill>
              <a:srgbClr val="B8B09C"/>
            </a:solidFill>
            <a:prstDash val="lgDash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715500" y="125730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18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287500" y="125730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18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58250" y="224790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3811250" y="2133600"/>
            <a:ext cx="2857500" cy="495300"/>
          </a:xfrm>
          <a:prstGeom prst="roundRect">
            <a:avLst>
              <a:gd name="adj" fmla="val 26923"/>
            </a:avLst>
          </a:prstGeom>
          <a:solidFill>
            <a:srgbClr val="DDE3FA"/>
          </a:solidFill>
          <a:ln w="19050">
            <a:solidFill>
              <a:srgbClr val="1F3FD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18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dirty="0" spc="-1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63250" y="289560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1950" dirty="0"/>
          </a:p>
        </p:txBody>
      </p:sp>
      <p:sp>
        <p:nvSpPr>
          <p:cNvPr id="19" name="Connector line-1792334601086-817076129"/>
          <p:cNvSpPr/>
          <p:nvPr/>
        </p:nvSpPr>
        <p:spPr>
          <a:xfrm>
            <a:off x="10763250" y="3333750"/>
            <a:ext cx="43815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763250" y="384810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bị</a:t>
            </a:r>
            <a:r>
              <a:rPr lang="en-US" sz="19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1950" dirty="0"/>
          </a:p>
        </p:txBody>
      </p:sp>
      <p:sp>
        <p:nvSpPr>
          <p:cNvPr id="21" name="Connector line-1792334601089-816122926"/>
          <p:cNvSpPr/>
          <p:nvPr/>
        </p:nvSpPr>
        <p:spPr>
          <a:xfrm flipH="1">
            <a:off x="10763250" y="4286250"/>
            <a:ext cx="43815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334601089-58961220"/>
          <p:cNvSpPr/>
          <p:nvPr/>
        </p:nvSpPr>
        <p:spPr>
          <a:xfrm>
            <a:off x="8858250" y="4857750"/>
            <a:ext cx="8229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8858250" y="5200650"/>
            <a:ext cx="85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810750" y="5067300"/>
            <a:ext cx="1714500" cy="495300"/>
          </a:xfrm>
          <a:prstGeom prst="roundRect">
            <a:avLst>
              <a:gd name="adj" fmla="val 26923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quên thẻ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811250" y="5067300"/>
            <a:ext cx="2857500" cy="495300"/>
          </a:xfrm>
          <a:prstGeom prst="roundRect">
            <a:avLst>
              <a:gd name="adj" fmla="val 26923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8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8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1800" b="1" dirty="0" spc="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800" b="1" dirty="0" spc="-2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763250" y="594360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1950" dirty="0"/>
          </a:p>
        </p:txBody>
      </p:sp>
      <p:sp>
        <p:nvSpPr>
          <p:cNvPr id="27" name="Connector line-1792334601097-111794459"/>
          <p:cNvSpPr/>
          <p:nvPr/>
        </p:nvSpPr>
        <p:spPr>
          <a:xfrm>
            <a:off x="10763250" y="6381750"/>
            <a:ext cx="43815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10763250" y="6896100"/>
            <a:ext cx="438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b="1" dirty="0" spc="-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19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endParaRPr lang="en-US" sz="1950" dirty="0"/>
          </a:p>
        </p:txBody>
      </p:sp>
      <p:sp>
        <p:nvSpPr>
          <p:cNvPr id="29" name="Connector line-1792334601099-66243147"/>
          <p:cNvSpPr/>
          <p:nvPr/>
        </p:nvSpPr>
        <p:spPr>
          <a:xfrm flipH="1">
            <a:off x="10763250" y="7334250"/>
            <a:ext cx="43815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1715750" y="7600950"/>
            <a:ext cx="2476500" cy="4572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tới</a:t>
            </a:r>
            <a:r>
              <a:rPr lang="en-US" sz="18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80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18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72500" y="8343900"/>
            <a:ext cx="8801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 gian</a:t>
            </a:r>
            <a:r>
              <a:rPr lang="en-US" sz="165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endParaRPr lang="en-US" sz="1650" dirty="0"/>
          </a:p>
        </p:txBody>
      </p:sp>
      <p:sp>
        <p:nvSpPr>
          <p:cNvPr id="32" name="Connector line-1792334601104-249340349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7" name="Shape 35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c9204fa9-78e8-4937-8f26-420622363cb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/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ctr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75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quyền,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biết</a:t>
            </a:r>
            <a:r>
              <a:rPr lang="en-US" sz="75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ngay?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5334000" y="2762250"/>
            <a:ext cx="76200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05500" y="2762250"/>
            <a:ext cx="1905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22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250" dirty="0" spc="-1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trò: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7905750" y="2762250"/>
            <a:ext cx="14287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admin</a:t>
            </a:r>
            <a:endParaRPr lang="en-US" sz="3000" dirty="0"/>
          </a:p>
        </p:txBody>
      </p:sp>
      <p:sp>
        <p:nvSpPr>
          <p:cNvPr id="7" name="Connector line-1792334631293-415472561"/>
          <p:cNvSpPr/>
          <p:nvPr/>
        </p:nvSpPr>
        <p:spPr>
          <a:xfrm>
            <a:off x="9477375" y="3162300"/>
            <a:ext cx="1047750" cy="0"/>
          </a:xfrm>
          <a:prstGeom prst="line">
            <a:avLst/>
          </a:prstGeom>
          <a:noFill/>
          <a:ln w="38100">
            <a:solidFill>
              <a:srgbClr val="F3EEE3"/>
            </a:solidFill>
            <a:prstDash val="solid"/>
            <a:headEnd type="none"/>
            <a:tailEnd type="triangle" w="lg" len="lg"/>
          </a:ln>
        </p:spPr>
      </p:sp>
      <p:sp>
        <p:nvSpPr>
          <p:cNvPr id="8" name="Text 6"/>
          <p:cNvSpPr/>
          <p:nvPr/>
        </p:nvSpPr>
        <p:spPr>
          <a:xfrm>
            <a:off x="10715625" y="2762250"/>
            <a:ext cx="1905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member</a:t>
            </a:r>
            <a:endParaRPr lang="en-US" sz="3000" dirty="0"/>
          </a:p>
        </p:txBody>
      </p:sp>
      <p:sp>
        <p:nvSpPr>
          <p:cNvPr id="9" name="Connector line-1792334631295-106168722"/>
          <p:cNvSpPr/>
          <p:nvPr/>
        </p:nvSpPr>
        <p:spPr>
          <a:xfrm flipH="1">
            <a:off x="4953000" y="3619500"/>
            <a:ext cx="3238500" cy="112395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0" name="Connector line-1792334631296-249609780"/>
          <p:cNvSpPr/>
          <p:nvPr/>
        </p:nvSpPr>
        <p:spPr>
          <a:xfrm>
            <a:off x="10096500" y="3619500"/>
            <a:ext cx="3238500" cy="112395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11" name="Shape 9"/>
          <p:cNvSpPr/>
          <p:nvPr/>
        </p:nvSpPr>
        <p:spPr>
          <a:xfrm>
            <a:off x="914400" y="4857750"/>
            <a:ext cx="8001000" cy="4000500"/>
          </a:xfrm>
          <a:prstGeom prst="roundRect">
            <a:avLst>
              <a:gd name="adj" fmla="val 6190"/>
            </a:avLst>
          </a:prstGeom>
          <a:solidFill>
            <a:srgbClr val="1E212B"/>
          </a:solidFill>
          <a:ln/>
        </p:spPr>
      </p:sp>
      <p:sp>
        <p:nvSpPr>
          <p:cNvPr id="12" name="Connector line-1792334631296-348009645"/>
          <p:cNvSpPr/>
          <p:nvPr/>
        </p:nvSpPr>
        <p:spPr>
          <a:xfrm>
            <a:off x="1562100" y="5238750"/>
            <a:ext cx="6972300" cy="0"/>
          </a:xfrm>
          <a:prstGeom prst="line">
            <a:avLst/>
          </a:prstGeom>
          <a:noFill/>
          <a:ln w="2857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314450" y="5143500"/>
            <a:ext cx="190500" cy="1905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54864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95400" y="5905500"/>
            <a:ext cx="7239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Sổ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ngay: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295400" y="63246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dirty="0" spc="1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member</a:t>
            </a:r>
            <a:endParaRPr lang="en-US" sz="9600" dirty="0"/>
          </a:p>
        </p:txBody>
      </p:sp>
      <p:sp>
        <p:nvSpPr>
          <p:cNvPr id="17" name="Text 15"/>
          <p:cNvSpPr/>
          <p:nvPr/>
        </p:nvSpPr>
        <p:spPr>
          <a:xfrm>
            <a:off x="1295400" y="79819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1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100" dirty="0" spc="-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1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xong: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1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nào</a:t>
            </a:r>
            <a:r>
              <a:rPr lang="en-US" sz="21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100" dirty="0" spc="2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1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1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372600" y="4857750"/>
            <a:ext cx="8001000" cy="4000500"/>
          </a:xfrm>
          <a:prstGeom prst="roundRect">
            <a:avLst>
              <a:gd name="adj" fmla="val 6190"/>
            </a:avLst>
          </a:prstGeom>
          <a:solidFill>
            <a:srgbClr val="1E212B"/>
          </a:solidFill>
          <a:ln/>
        </p:spPr>
      </p:sp>
      <p:sp>
        <p:nvSpPr>
          <p:cNvPr id="19" name="Connector line-1792334631308-754111200"/>
          <p:cNvSpPr/>
          <p:nvPr/>
        </p:nvSpPr>
        <p:spPr>
          <a:xfrm>
            <a:off x="10020300" y="5238750"/>
            <a:ext cx="697230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772650" y="5143500"/>
            <a:ext cx="190500" cy="1905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53600" y="5486400"/>
            <a:ext cx="476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53600" y="5905500"/>
            <a:ext cx="7239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 cũ</a:t>
            </a:r>
            <a:r>
              <a:rPr lang="en-US" sz="2700" dirty="0" spc="-1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ghi: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9753600" y="63246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admin</a:t>
            </a:r>
            <a:endParaRPr lang="en-US" sz="9600" dirty="0"/>
          </a:p>
        </p:txBody>
      </p:sp>
      <p:sp>
        <p:nvSpPr>
          <p:cNvPr id="24" name="Text 22"/>
          <p:cNvSpPr/>
          <p:nvPr/>
        </p:nvSpPr>
        <p:spPr>
          <a:xfrm>
            <a:off x="9753600" y="8020050"/>
            <a:ext cx="3238500" cy="571500"/>
          </a:xfrm>
          <a:prstGeom prst="roundRect">
            <a:avLst>
              <a:gd name="adj" fmla="val 50000"/>
            </a:avLst>
          </a:prstGeom>
          <a:solidFill>
            <a:srgbClr val="2A1D1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tới</a:t>
            </a:r>
            <a:r>
              <a:rPr lang="en-US" sz="21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b="1" dirty="0" spc="-1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1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100" dirty="0"/>
          </a:p>
        </p:txBody>
      </p:sp>
      <p:sp>
        <p:nvSpPr>
          <p:cNvPr id="25" name="Connector line-1792334631317-74489877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7" name="Shape 2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08b33b0e-e759-4949-a6ef-948d84c7e3f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/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ctr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Rút</a:t>
            </a:r>
            <a:r>
              <a:rPr lang="en-US" sz="75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JWT</a:t>
            </a:r>
            <a:r>
              <a:rPr lang="en-US" sz="75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sớm:</a:t>
            </a:r>
            <a:r>
              <a:rPr lang="en-US" sz="75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cách,</a:t>
            </a:r>
            <a:r>
              <a:rPr lang="en-US" sz="75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5400" y="3476625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524250"/>
            <a:ext cx="76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2381250" y="3238500"/>
            <a:ext cx="6286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Sổ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381250" y="3981450"/>
            <a:ext cx="628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jti</a:t>
            </a:r>
            <a:r>
              <a:rPr lang="en-US" sz="21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 tập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cấm,</a:t>
            </a: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1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endParaRPr lang="en-US" sz="2100" dirty="0"/>
          </a:p>
        </p:txBody>
      </p:sp>
      <p:sp>
        <p:nvSpPr>
          <p:cNvPr id="9" name="Connector line-1792334672299-630841869"/>
          <p:cNvSpPr/>
          <p:nvPr/>
        </p:nvSpPr>
        <p:spPr>
          <a:xfrm>
            <a:off x="8858250" y="3238500"/>
            <a:ext cx="0" cy="123825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334500" y="32385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34500" y="3600450"/>
            <a:ext cx="7715250" cy="9715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Lại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5048250"/>
            <a:ext cx="164592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95400" y="5572125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619750"/>
            <a:ext cx="76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750" dirty="0"/>
          </a:p>
        </p:txBody>
      </p:sp>
      <p:sp>
        <p:nvSpPr>
          <p:cNvPr id="15" name="Text 13"/>
          <p:cNvSpPr/>
          <p:nvPr/>
        </p:nvSpPr>
        <p:spPr>
          <a:xfrm>
            <a:off x="2381250" y="5334000"/>
            <a:ext cx="6286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Hạn</a:t>
            </a:r>
            <a:r>
              <a:rPr lang="en-US" sz="4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2381250" y="6076950"/>
            <a:ext cx="628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exp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giây,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100" dirty="0"/>
          </a:p>
        </p:txBody>
      </p:sp>
      <p:sp>
        <p:nvSpPr>
          <p:cNvPr id="17" name="Connector line-1792334672308-746658156"/>
          <p:cNvSpPr/>
          <p:nvPr/>
        </p:nvSpPr>
        <p:spPr>
          <a:xfrm>
            <a:off x="8858250" y="5334000"/>
            <a:ext cx="0" cy="123825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9334500" y="53340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34500" y="5695950"/>
            <a:ext cx="7715250" cy="9715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rút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 còn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hạn: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900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qua.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14400" y="7143750"/>
            <a:ext cx="16459200" cy="1809750"/>
          </a:xfrm>
          <a:prstGeom prst="roundRect">
            <a:avLst>
              <a:gd name="adj" fmla="val 1263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95400" y="7667625"/>
            <a:ext cx="762000" cy="7620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1295400" y="7715250"/>
            <a:ext cx="76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5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750" dirty="0"/>
          </a:p>
        </p:txBody>
      </p:sp>
      <p:sp>
        <p:nvSpPr>
          <p:cNvPr id="23" name="Text 21"/>
          <p:cNvSpPr/>
          <p:nvPr/>
        </p:nvSpPr>
        <p:spPr>
          <a:xfrm>
            <a:off x="2381250" y="7429500"/>
            <a:ext cx="6286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 khóa</a:t>
            </a:r>
            <a:r>
              <a:rPr lang="en-US" sz="4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2381250" y="8172450"/>
            <a:ext cx="6286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r>
              <a:rPr lang="en-US" sz="21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endParaRPr lang="en-US" sz="2100" dirty="0"/>
          </a:p>
        </p:txBody>
      </p:sp>
      <p:sp>
        <p:nvSpPr>
          <p:cNvPr id="25" name="Connector line-1792334672320-417751024"/>
          <p:cNvSpPr/>
          <p:nvPr/>
        </p:nvSpPr>
        <p:spPr>
          <a:xfrm>
            <a:off x="8858250" y="7429500"/>
            <a:ext cx="0" cy="123825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9334500" y="7429500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34500" y="7791450"/>
            <a:ext cx="7715250" cy="9715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Hủy thẻ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mọi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ai.</a:t>
            </a:r>
            <a:endParaRPr lang="en-US" sz="2700" dirty="0"/>
          </a:p>
        </p:txBody>
      </p:sp>
      <p:sp>
        <p:nvSpPr>
          <p:cNvPr id="28" name="Connector line-1792334672324-516470468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5" name="Shape 33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1" name="Moda image moda-export-watermark-2add63c4-525c-466f-ab14-5f6145c059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ctr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ký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75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thường: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che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7658100" cy="6191250"/>
          </a:xfrm>
          <a:prstGeom prst="roundRect">
            <a:avLst>
              <a:gd name="adj" fmla="val 4000"/>
            </a:avLst>
          </a:prstGeom>
          <a:solidFill>
            <a:srgbClr val="1E212B"/>
          </a:solidFill>
          <a:ln/>
        </p:spPr>
      </p:sp>
      <p:sp>
        <p:nvSpPr>
          <p:cNvPr id="5" name="Connector line-1792334752798-783682149"/>
          <p:cNvSpPr/>
          <p:nvPr/>
        </p:nvSpPr>
        <p:spPr>
          <a:xfrm>
            <a:off x="1562100" y="3086100"/>
            <a:ext cx="662940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314450" y="2990850"/>
            <a:ext cx="190500" cy="1905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3337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20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1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00150" y="3905250"/>
            <a:ext cx="7086600" cy="476250"/>
          </a:xfrm>
          <a:prstGeom prst="roundRect">
            <a:avLst>
              <a:gd name="adj" fmla="val 28000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485900" y="3905250"/>
            <a:ext cx="152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sub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3143250" y="39052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200150" y="4476750"/>
            <a:ext cx="7086600" cy="476250"/>
          </a:xfrm>
          <a:prstGeom prst="roundRect">
            <a:avLst>
              <a:gd name="adj" fmla="val 28000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485900" y="4476750"/>
            <a:ext cx="152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role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3143250" y="44767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vai</a:t>
            </a:r>
            <a:r>
              <a:rPr lang="en-US" sz="2250" dirty="0" spc="-2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00150" y="5048250"/>
            <a:ext cx="7086600" cy="476250"/>
          </a:xfrm>
          <a:prstGeom prst="roundRect">
            <a:avLst>
              <a:gd name="adj" fmla="val 28000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1485900" y="5048250"/>
            <a:ext cx="152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exp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3143250" y="5048250"/>
            <a:ext cx="476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00150" y="5638800"/>
            <a:ext cx="7086600" cy="533400"/>
          </a:xfrm>
          <a:prstGeom prst="roundRect">
            <a:avLst>
              <a:gd name="adj" fmla="val 25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95400" y="6362700"/>
            <a:ext cx="689610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role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admin, giữ chữ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cũ: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bại.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8953500" y="2667000"/>
            <a:ext cx="8420100" cy="2905125"/>
          </a:xfrm>
          <a:prstGeom prst="roundRect">
            <a:avLst>
              <a:gd name="adj" fmla="val 8525"/>
            </a:avLst>
          </a:prstGeom>
          <a:solidFill>
            <a:srgbClr val="1E212B"/>
          </a:solidFill>
          <a:ln/>
        </p:spPr>
      </p:sp>
      <p:sp>
        <p:nvSpPr>
          <p:cNvPr id="20" name="Connector line-1792334752820-185010821"/>
          <p:cNvSpPr/>
          <p:nvPr/>
        </p:nvSpPr>
        <p:spPr>
          <a:xfrm>
            <a:off x="9601200" y="3028950"/>
            <a:ext cx="7391400" cy="0"/>
          </a:xfrm>
          <a:prstGeom prst="line">
            <a:avLst/>
          </a:prstGeom>
          <a:noFill/>
          <a:ln w="2857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53550" y="2933700"/>
            <a:ext cx="190500" cy="1905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34500" y="3238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1800" b="1" spc="178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800" b="1" spc="226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34500" y="3695700"/>
            <a:ext cx="28575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D8D3C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4097000" y="3695700"/>
            <a:ext cx="28575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D8D3C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2100" dirty="0"/>
          </a:p>
        </p:txBody>
      </p:sp>
      <p:sp>
        <p:nvSpPr>
          <p:cNvPr id="25" name="Connector line-1792334752828-832413708"/>
          <p:cNvSpPr/>
          <p:nvPr/>
        </p:nvSpPr>
        <p:spPr>
          <a:xfrm>
            <a:off x="12334875" y="3962400"/>
            <a:ext cx="161925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26" name="Text 24"/>
          <p:cNvSpPr/>
          <p:nvPr/>
        </p:nvSpPr>
        <p:spPr>
          <a:xfrm>
            <a:off x="12192000" y="3543300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34500" y="4381500"/>
            <a:ext cx="2857500" cy="457200"/>
          </a:xfrm>
          <a:prstGeom prst="roundRect">
            <a:avLst>
              <a:gd name="adj" fmla="val 29167"/>
            </a:avLst>
          </a:prstGeom>
          <a:solidFill>
            <a:srgbClr val="2A2D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bí</a:t>
            </a:r>
            <a:r>
              <a:rPr lang="en-US" sz="21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4097000" y="4381500"/>
            <a:ext cx="2857500" cy="457200"/>
          </a:xfrm>
          <a:prstGeom prst="roundRect">
            <a:avLst>
              <a:gd name="adj" fmla="val 29167"/>
            </a:avLst>
          </a:prstGeom>
          <a:solidFill>
            <a:srgbClr val="2A2D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bí</a:t>
            </a:r>
            <a:r>
              <a:rPr lang="en-US" sz="21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endParaRPr lang="en-US" sz="2100" dirty="0"/>
          </a:p>
        </p:txBody>
      </p:sp>
      <p:sp>
        <p:nvSpPr>
          <p:cNvPr id="29" name="Connector line-1792334752834-634452567"/>
          <p:cNvSpPr/>
          <p:nvPr/>
        </p:nvSpPr>
        <p:spPr>
          <a:xfrm>
            <a:off x="12334875" y="4610100"/>
            <a:ext cx="1619250" cy="0"/>
          </a:xfrm>
          <a:prstGeom prst="line">
            <a:avLst/>
          </a:prstGeom>
          <a:noFill/>
          <a:ln w="19050">
            <a:solidFill>
              <a:srgbClr val="9A98A0"/>
            </a:solidFill>
            <a:prstDash val="dash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12192000" y="466725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5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65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65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334500" y="4991100"/>
            <a:ext cx="7620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5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8953500" y="5953125"/>
            <a:ext cx="8420100" cy="2905125"/>
          </a:xfrm>
          <a:prstGeom prst="roundRect">
            <a:avLst>
              <a:gd name="adj" fmla="val 8525"/>
            </a:avLst>
          </a:prstGeom>
          <a:solidFill>
            <a:srgbClr val="1E212B"/>
          </a:solidFill>
          <a:ln/>
        </p:spPr>
      </p:sp>
      <p:sp>
        <p:nvSpPr>
          <p:cNvPr id="33" name="Connector line-1792334752839-565605103"/>
          <p:cNvSpPr/>
          <p:nvPr/>
        </p:nvSpPr>
        <p:spPr>
          <a:xfrm>
            <a:off x="9601200" y="6315075"/>
            <a:ext cx="7391400" cy="0"/>
          </a:xfrm>
          <a:prstGeom prst="line">
            <a:avLst/>
          </a:prstGeom>
          <a:noFill/>
          <a:ln w="2857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353550" y="6219825"/>
            <a:ext cx="190500" cy="19050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34500" y="6524625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CẶP</a:t>
            </a:r>
            <a:r>
              <a:rPr lang="en-US" sz="1800" b="1" spc="212" kern="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334500" y="6981825"/>
            <a:ext cx="28575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D8D3C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14097000" y="6981825"/>
            <a:ext cx="2857500" cy="533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19050">
            <a:solidFill>
              <a:srgbClr val="D8D3C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2100" dirty="0"/>
          </a:p>
        </p:txBody>
      </p:sp>
      <p:sp>
        <p:nvSpPr>
          <p:cNvPr id="38" name="Connector line-1792334752844-171094025"/>
          <p:cNvSpPr/>
          <p:nvPr/>
        </p:nvSpPr>
        <p:spPr>
          <a:xfrm>
            <a:off x="12334875" y="7248525"/>
            <a:ext cx="1619250" cy="0"/>
          </a:xfrm>
          <a:prstGeom prst="line">
            <a:avLst/>
          </a:prstGeom>
          <a:noFill/>
          <a:ln w="38100">
            <a:solidFill>
              <a:srgbClr val="FFB454"/>
            </a:solidFill>
            <a:prstDash val="solid"/>
            <a:headEnd type="none"/>
            <a:tailEnd type="triangle" w="lg" len="lg"/>
          </a:ln>
        </p:spPr>
      </p:sp>
      <p:sp>
        <p:nvSpPr>
          <p:cNvPr id="39" name="Text 37"/>
          <p:cNvSpPr/>
          <p:nvPr/>
        </p:nvSpPr>
        <p:spPr>
          <a:xfrm>
            <a:off x="12192000" y="6829425"/>
            <a:ext cx="190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334500" y="7667625"/>
            <a:ext cx="2857500" cy="457200"/>
          </a:xfrm>
          <a:prstGeom prst="roundRect">
            <a:avLst>
              <a:gd name="adj" fmla="val 29167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</a:t>
            </a:r>
            <a:r>
              <a:rPr lang="en-US" sz="21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14097000" y="7667625"/>
            <a:ext cx="2857500" cy="457200"/>
          </a:xfrm>
          <a:prstGeom prst="roundRect">
            <a:avLst>
              <a:gd name="adj" fmla="val 29167"/>
            </a:avLst>
          </a:prstGeom>
          <a:solidFill>
            <a:srgbClr val="2A2D38"/>
          </a:solidFill>
          <a:ln w="19050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khóa công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khai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9334500" y="8277225"/>
            <a:ext cx="7620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</p:txBody>
      </p:sp>
      <p:sp>
        <p:nvSpPr>
          <p:cNvPr id="43" name="Connector line-1792334752850-732861417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5" name="Shape 4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6" name="Shape 4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7" name="Shape 4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8" name="Shape 4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49" name="Shape 4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50" name="Shape 48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1" name="Shape 4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295400" y="7391400"/>
            <a:ext cx="7048500" cy="11049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bên: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iss</a:t>
            </a:r>
            <a:r>
              <a:rPr lang="en-US" sz="210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aud.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iss:</a:t>
            </a:r>
            <a:r>
              <a:rPr lang="en-US" sz="21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100" dirty="0" spc="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đợi,</a:t>
            </a:r>
            <a:r>
              <a:rPr lang="en-US" sz="21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aud:</a:t>
            </a:r>
            <a:r>
              <a:rPr lang="en-US" sz="21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1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100" dirty="0" spc="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đợi.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JWT</a:t>
            </a:r>
            <a:r>
              <a:rPr lang="en-US" sz="21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100" dirty="0" spc="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1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1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khác,</a:t>
            </a:r>
            <a:r>
              <a:rPr lang="en-US" sz="2100" dirty="0" spc="-6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bàn.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488b74cd-3a24-40d4-8d49-d0d83385ec9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NƠI</a:t>
            </a:r>
            <a:r>
              <a:rPr lang="en-US" sz="1950" b="1" spc="23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ctr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Đặt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7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đâu?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39100" cy="3524250"/>
          </a:xfrm>
          <a:prstGeom prst="roundRect">
            <a:avLst>
              <a:gd name="adj" fmla="val 7027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3086100"/>
            <a:ext cx="571500" cy="571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Connector line-1792334782187-607890484"/>
          <p:cNvSpPr/>
          <p:nvPr/>
        </p:nvSpPr>
        <p:spPr>
          <a:xfrm>
            <a:off x="1419225" y="3267075"/>
            <a:ext cx="209550" cy="2095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7" name="Connector line-1792334782188-936102587"/>
          <p:cNvSpPr/>
          <p:nvPr/>
        </p:nvSpPr>
        <p:spPr>
          <a:xfrm flipH="1">
            <a:off x="1419225" y="3267075"/>
            <a:ext cx="209550" cy="2095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2000250" y="3209925"/>
            <a:ext cx="647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4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 LƯU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95400" y="3810000"/>
            <a:ext cx="7239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localStorage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1295400" y="4457700"/>
            <a:ext cx="7239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sessionStorage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1295400" y="5257800"/>
            <a:ext cx="7429500" cy="9144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JavaScript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đều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0" y="2762250"/>
            <a:ext cx="8039100" cy="3524250"/>
          </a:xfrm>
          <a:prstGeom prst="roundRect">
            <a:avLst>
              <a:gd name="adj" fmla="val 702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58350" y="3086100"/>
            <a:ext cx="571500" cy="571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4" name="Shape 12"/>
          <p:cNvSpPr/>
          <p:nvPr/>
        </p:nvSpPr>
        <p:spPr>
          <a:xfrm>
            <a:off x="9820275" y="3267075"/>
            <a:ext cx="257175" cy="209550"/>
          </a:xfrm>
          <a:custGeom>
            <a:avLst/>
            <a:gdLst/>
            <a:ahLst/>
            <a:cxnLst/>
            <a:rect l="l" t="t" r="r" b="b"/>
            <a:pathLst>
              <a:path w="257175" h="209550">
                <a:moveTo>
                  <a:pt x="0" y="114300"/>
                </a:moveTo>
                <a:lnTo>
                  <a:pt x="85725" y="209550"/>
                </a:lnTo>
                <a:lnTo>
                  <a:pt x="257175" y="0"/>
                </a:lnTo>
              </a:path>
            </a:pathLst>
          </a:custGeom>
          <a:ln w="47625">
            <a:solidFill>
              <a:srgbClr val="F3EE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0350" y="3209925"/>
            <a:ext cx="6477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180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15500" y="3733800"/>
            <a:ext cx="7429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Cookie</a:t>
            </a:r>
            <a:endParaRPr lang="en-US" sz="3450" dirty="0"/>
          </a:p>
        </p:txBody>
      </p:sp>
      <p:sp>
        <p:nvSpPr>
          <p:cNvPr id="17" name="Text 15"/>
          <p:cNvSpPr/>
          <p:nvPr/>
        </p:nvSpPr>
        <p:spPr>
          <a:xfrm>
            <a:off x="9715500" y="4362450"/>
            <a:ext cx="7429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HttpOnly;</a:t>
            </a:r>
            <a:r>
              <a:rPr lang="en-US" sz="2250" dirty="0" spc="-1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Secure;</a:t>
            </a:r>
            <a:r>
              <a:rPr lang="en-US" sz="22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SameSite=Strict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9715500" y="4972050"/>
            <a:ext cx="7429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hoặc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715500" y="5391150"/>
            <a:ext cx="74295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Backend-for-Frontend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914400" y="6572250"/>
            <a:ext cx="16459200" cy="2286000"/>
          </a:xfrm>
          <a:prstGeom prst="roundRect">
            <a:avLst>
              <a:gd name="adj" fmla="val 10833"/>
            </a:avLst>
          </a:prstGeom>
          <a:solidFill>
            <a:srgbClr val="E8E0CF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68961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0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95400" y="7334250"/>
            <a:ext cx="15716250" cy="13906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bảng</a:t>
            </a:r>
            <a:r>
              <a:rPr lang="en-US" sz="255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hạng.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nhỏ: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ký,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550" dirty="0"/>
          </a:p>
        </p:txBody>
      </p:sp>
      <p:sp>
        <p:nvSpPr>
          <p:cNvPr id="23" name="Connector line-1792334782234-24105145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6" name="Shape 2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7" name="Shape 2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8" name="Shape 2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29" name="Shape 2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0" name="Shape 2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2" name="Shape 3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eaaa3791-c884-41fa-ae44-83509734fc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1950" b="1" spc="30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9144000" cy="119062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ctr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5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5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667000"/>
            <a:ext cx="9334500" cy="1047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 chỉ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chữ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ký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sẽ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gì</a:t>
            </a:r>
            <a:endParaRPr lang="en-US" sz="2850" dirty="0"/>
          </a:p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với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thẻ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 lúc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10:05?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4000500"/>
            <a:ext cx="9182100" cy="4857750"/>
          </a:xfrm>
          <a:prstGeom prst="roundRect">
            <a:avLst>
              <a:gd name="adj" fmla="val 549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4343400"/>
            <a:ext cx="857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14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1650" b="1" spc="15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1650" b="1" spc="14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650" b="1" spc="15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650" b="1" spc="11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PHÚT,</a:t>
            </a:r>
            <a:r>
              <a:rPr lang="en-US" sz="1650" b="1" spc="15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ADMIN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95400" y="4857750"/>
            <a:ext cx="8420100" cy="723900"/>
          </a:xfrm>
          <a:prstGeom prst="roundRect">
            <a:avLst>
              <a:gd name="adj" fmla="val 18421"/>
            </a:avLst>
          </a:prstGeom>
          <a:solidFill>
            <a:srgbClr val="F3DFB8"/>
          </a:solidFill>
          <a:ln w="19050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25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2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hạn:</a:t>
            </a:r>
            <a:r>
              <a:rPr lang="en-US" sz="2250" b="1" dirty="0" spc="-1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b="1" dirty="0" spc="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admin</a:t>
            </a:r>
            <a:endParaRPr lang="en-US" sz="2250" dirty="0"/>
          </a:p>
        </p:txBody>
      </p:sp>
      <p:sp>
        <p:nvSpPr>
          <p:cNvPr id="8" name="Connector line-1792334821412-679890511"/>
          <p:cNvSpPr/>
          <p:nvPr/>
        </p:nvSpPr>
        <p:spPr>
          <a:xfrm>
            <a:off x="2476500" y="5581650"/>
            <a:ext cx="0" cy="1143000"/>
          </a:xfrm>
          <a:prstGeom prst="line">
            <a:avLst/>
          </a:prstGeom>
          <a:noFill/>
          <a:ln w="19050">
            <a:solidFill>
              <a:srgbClr val="B8B09C"/>
            </a:solidFill>
            <a:prstDash val="dash"/>
            <a:headEnd type="none"/>
            <a:tailEnd type="none"/>
          </a:ln>
        </p:spPr>
      </p:sp>
      <p:sp>
        <p:nvSpPr>
          <p:cNvPr id="9" name="Connector line-1792334821412-65821042"/>
          <p:cNvSpPr/>
          <p:nvPr/>
        </p:nvSpPr>
        <p:spPr>
          <a:xfrm>
            <a:off x="5524500" y="5581650"/>
            <a:ext cx="0" cy="1143000"/>
          </a:xfrm>
          <a:prstGeom prst="line">
            <a:avLst/>
          </a:prstGeom>
          <a:noFill/>
          <a:ln w="19050">
            <a:solidFill>
              <a:srgbClr val="B8B09C"/>
            </a:solidFill>
            <a:prstDash val="dash"/>
            <a:headEnd type="none"/>
            <a:tailEnd type="none"/>
          </a:ln>
        </p:spPr>
      </p:sp>
      <p:sp>
        <p:nvSpPr>
          <p:cNvPr id="10" name="Connector line-1792334821412-52658522"/>
          <p:cNvSpPr/>
          <p:nvPr/>
        </p:nvSpPr>
        <p:spPr>
          <a:xfrm>
            <a:off x="8858250" y="5581650"/>
            <a:ext cx="0" cy="1143000"/>
          </a:xfrm>
          <a:prstGeom prst="line">
            <a:avLst/>
          </a:prstGeom>
          <a:noFill/>
          <a:ln w="19050">
            <a:solidFill>
              <a:srgbClr val="B8B09C"/>
            </a:solidFill>
            <a:prstDash val="dash"/>
            <a:headEnd type="none"/>
            <a:tailEnd type="none"/>
          </a:ln>
        </p:spPr>
      </p:sp>
      <p:sp>
        <p:nvSpPr>
          <p:cNvPr id="11" name="Connector line-1792334821412-316838657"/>
          <p:cNvSpPr/>
          <p:nvPr/>
        </p:nvSpPr>
        <p:spPr>
          <a:xfrm>
            <a:off x="1295400" y="6858000"/>
            <a:ext cx="8420100" cy="0"/>
          </a:xfrm>
          <a:prstGeom prst="line">
            <a:avLst/>
          </a:prstGeom>
          <a:noFill/>
          <a:ln w="28575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2343150" y="6724650"/>
            <a:ext cx="266700" cy="2667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3" name="Shape 11"/>
          <p:cNvSpPr/>
          <p:nvPr/>
        </p:nvSpPr>
        <p:spPr>
          <a:xfrm>
            <a:off x="5372100" y="6705600"/>
            <a:ext cx="304800" cy="3048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4" name="Shape 12"/>
          <p:cNvSpPr/>
          <p:nvPr/>
        </p:nvSpPr>
        <p:spPr>
          <a:xfrm>
            <a:off x="8724900" y="6724650"/>
            <a:ext cx="266700" cy="266700"/>
          </a:xfrm>
          <a:prstGeom prst="ellipse">
            <a:avLst/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33500" y="71628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10:00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1333500" y="786765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member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381500" y="71628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10:05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381500" y="786765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4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19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19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620000" y="7162800"/>
            <a:ext cx="2476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hết</a:t>
            </a: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7620000" y="786765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 phút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477500" y="952500"/>
            <a:ext cx="6896100" cy="7905750"/>
          </a:xfrm>
          <a:prstGeom prst="roundRect">
            <a:avLst>
              <a:gd name="adj" fmla="val 3867"/>
            </a:avLst>
          </a:prstGeom>
          <a:solidFill>
            <a:srgbClr val="1F3FD1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34700" y="1390650"/>
            <a:ext cx="571500" cy="571500"/>
          </a:xfrm>
          <a:prstGeom prst="ellipse">
            <a:avLst/>
          </a:prstGeom>
          <a:solidFill>
            <a:srgbClr val="1F3FD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87100" y="1562100"/>
            <a:ext cx="276225" cy="228600"/>
          </a:xfrm>
          <a:custGeom>
            <a:avLst/>
            <a:gdLst/>
            <a:ahLst/>
            <a:cxnLst/>
            <a:rect l="l" t="t" r="r" b="b"/>
            <a:pathLst>
              <a:path w="276225" h="228600">
                <a:moveTo>
                  <a:pt x="0" y="123825"/>
                </a:moveTo>
                <a:lnTo>
                  <a:pt x="95250" y="228600"/>
                </a:lnTo>
                <a:lnTo>
                  <a:pt x="276225" y="0"/>
                </a:lnTo>
              </a:path>
            </a:pathLst>
          </a:custGeom>
          <a:ln w="381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34700" y="2209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34700" y="2552700"/>
            <a:ext cx="6000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30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Vẫn</a:t>
            </a:r>
            <a:r>
              <a:rPr lang="en-US" sz="63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63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admin</a:t>
            </a:r>
            <a:endParaRPr lang="en-US" sz="6300" dirty="0"/>
          </a:p>
        </p:txBody>
      </p:sp>
      <p:sp>
        <p:nvSpPr>
          <p:cNvPr id="26" name="Text 24"/>
          <p:cNvSpPr/>
          <p:nvPr/>
        </p:nvSpPr>
        <p:spPr>
          <a:xfrm>
            <a:off x="10934700" y="3848100"/>
            <a:ext cx="600075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Chữ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đúng,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550" dirty="0" spc="6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hạn: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55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admin</a:t>
            </a:r>
            <a:r>
              <a:rPr lang="en-US" sz="255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0934700" y="5467350"/>
            <a:ext cx="6000750" cy="1428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550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ngay,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trạng</a:t>
            </a:r>
            <a:r>
              <a:rPr lang="en-US" sz="255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thái,</a:t>
            </a:r>
            <a:r>
              <a:rPr lang="en-US" sz="255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cấm jti.</a:t>
            </a:r>
            <a:endParaRPr lang="en-US" sz="2550" dirty="0"/>
          </a:p>
        </p:txBody>
      </p:sp>
      <p:sp>
        <p:nvSpPr>
          <p:cNvPr id="28" name="Connector line-1792334821447-176199715"/>
          <p:cNvSpPr/>
          <p:nvPr/>
        </p:nvSpPr>
        <p:spPr>
          <a:xfrm>
            <a:off x="10934700" y="7105650"/>
            <a:ext cx="5981700" cy="0"/>
          </a:xfrm>
          <a:prstGeom prst="line">
            <a:avLst/>
          </a:prstGeom>
          <a:noFill/>
          <a:ln w="19050">
            <a:solidFill>
              <a:srgbClr val="FFFFFF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0934700" y="7315200"/>
            <a:ext cx="600075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Session:</a:t>
            </a:r>
            <a:r>
              <a:rPr lang="en-US" sz="2550" b="1" dirty="0" spc="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b="1" dirty="0" spc="-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b="1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</a:t>
            </a:r>
            <a:r>
              <a:rPr lang="en-US" sz="2550" b="1" dirty="0" spc="-1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xong.</a:t>
            </a:r>
            <a:endParaRPr lang="en-US" sz="2550" dirty="0"/>
          </a:p>
        </p:txBody>
      </p:sp>
      <p:sp>
        <p:nvSpPr>
          <p:cNvPr id="30" name="Connector line-1792334821451-720096706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14161C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2" name="Shape 30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3" name="Shape 31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4" name="Shape 32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5" name="Shape 33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6" name="Shape 34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7" name="Shape 35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8" name="Shape 36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39" name="Shape 37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8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3" name="Moda image moda-export-watermark-00861ce8-2971-433f-8224-843644a361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64294" rIns="0" bIns="-64294" rtlCol="0" anchor="ctr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5257800" cy="3524250"/>
          </a:xfrm>
          <a:prstGeom prst="roundRect">
            <a:avLst>
              <a:gd name="adj" fmla="val 7027"/>
            </a:avLst>
          </a:prstGeom>
          <a:solidFill>
            <a:srgbClr val="1E212B"/>
          </a:solidFill>
          <a:ln/>
        </p:spPr>
      </p:sp>
      <p:sp>
        <p:nvSpPr>
          <p:cNvPr id="5" name="Connector line-1792334850493-955661375"/>
          <p:cNvSpPr/>
          <p:nvPr/>
        </p:nvSpPr>
        <p:spPr>
          <a:xfrm>
            <a:off x="1409700" y="3048000"/>
            <a:ext cx="4419600" cy="0"/>
          </a:xfrm>
          <a:prstGeom prst="line">
            <a:avLst/>
          </a:prstGeom>
          <a:noFill/>
          <a:ln w="2857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171575" y="29622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7300" y="33147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18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257300" y="4305300"/>
            <a:ext cx="4667250" cy="6286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1800" dirty="0" spc="-2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800" dirty="0" spc="-4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7300" y="4762500"/>
            <a:ext cx="4667250" cy="12763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4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400" dirty="0" spc="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515100" y="2667000"/>
            <a:ext cx="5257800" cy="3524250"/>
          </a:xfrm>
          <a:prstGeom prst="roundRect">
            <a:avLst>
              <a:gd name="adj" fmla="val 7027"/>
            </a:avLst>
          </a:prstGeom>
          <a:solidFill>
            <a:srgbClr val="1E212B"/>
          </a:solidFill>
          <a:ln/>
        </p:spPr>
      </p:sp>
      <p:sp>
        <p:nvSpPr>
          <p:cNvPr id="11" name="Connector line-1792334850499-898142119"/>
          <p:cNvSpPr/>
          <p:nvPr/>
        </p:nvSpPr>
        <p:spPr>
          <a:xfrm>
            <a:off x="7010400" y="3048000"/>
            <a:ext cx="4419600" cy="0"/>
          </a:xfrm>
          <a:prstGeom prst="line">
            <a:avLst/>
          </a:prstGeom>
          <a:noFill/>
          <a:ln w="2857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772275" y="29622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33147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858000" y="4305300"/>
            <a:ext cx="4667250" cy="6286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JavaScript</a:t>
            </a:r>
            <a:r>
              <a:rPr lang="en-US" sz="1800" dirty="0" spc="-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800" dirty="0" spc="-9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Notation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0" y="5067300"/>
            <a:ext cx="4667250" cy="9144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4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cặp</a:t>
            </a:r>
            <a:r>
              <a:rPr lang="en-US" sz="240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2115800" y="2667000"/>
            <a:ext cx="5257800" cy="3524250"/>
          </a:xfrm>
          <a:prstGeom prst="roundRect">
            <a:avLst>
              <a:gd name="adj" fmla="val 7027"/>
            </a:avLst>
          </a:prstGeom>
          <a:solidFill>
            <a:srgbClr val="1E212B"/>
          </a:solidFill>
          <a:ln/>
        </p:spPr>
      </p:sp>
      <p:sp>
        <p:nvSpPr>
          <p:cNvPr id="17" name="Connector line-1792334850505-609136460"/>
          <p:cNvSpPr/>
          <p:nvPr/>
        </p:nvSpPr>
        <p:spPr>
          <a:xfrm>
            <a:off x="12611100" y="3048000"/>
            <a:ext cx="4419600" cy="0"/>
          </a:xfrm>
          <a:prstGeom prst="line">
            <a:avLst/>
          </a:prstGeom>
          <a:noFill/>
          <a:ln w="28575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2372975" y="2962275"/>
            <a:ext cx="171450" cy="171450"/>
          </a:xfrm>
          <a:prstGeom prst="ellipse">
            <a:avLst/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58700" y="33147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1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12458700" y="4305300"/>
            <a:ext cx="4667250" cy="62865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-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800" dirty="0" spc="-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endParaRPr lang="en-US" sz="1800" dirty="0"/>
          </a:p>
          <a:p>
            <a:pPr algn="l" indent="0" marL="0">
              <a:lnSpc>
                <a:spcPts val="2430"/>
              </a:lnSpc>
              <a:buNone/>
            </a:pPr>
            <a:r>
              <a:rPr lang="en-US" sz="180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Security</a:t>
            </a:r>
            <a:r>
              <a:rPr lang="en-US" sz="1800" dirty="0" spc="-17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458700" y="5067300"/>
            <a:ext cx="4667250" cy="9144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0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400" dirty="0" spc="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400" dirty="0" spc="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endParaRPr lang="en-US" sz="2400" dirty="0"/>
          </a:p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400" dirty="0" spc="-8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dirty="0" spc="2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" y="6667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7105650"/>
            <a:ext cx="16459200" cy="8763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</a:t>
            </a: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250" dirty="0" spc="-5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4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Session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Management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PyJWT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2.14.0 ·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14400" y="81915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800" dirty="0" spc="-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3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5" name="Connector line-1792334850517-51778190"/>
          <p:cNvSpPr/>
          <p:nvPr/>
        </p:nvSpPr>
        <p:spPr>
          <a:xfrm>
            <a:off x="990600" y="9486900"/>
            <a:ext cx="2957513" cy="0"/>
          </a:xfrm>
          <a:prstGeom prst="line">
            <a:avLst/>
          </a:prstGeom>
          <a:noFill/>
          <a:ln w="19050">
            <a:solidFill>
              <a:srgbClr val="F3EEE3">
                <a:alpha val="3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7" name="Shape 2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8" name="Shape 2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29" name="Shape 2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0" name="Shape 2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1" name="Shape 2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2" name="Shape 3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3" name="Shape 3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4" name="Shape 3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35" name="Shape 33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9fe46a7f-a9d1-42b9-a1c6-14a11bff78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2026-10-19T00:39:46Z</dcterms:created>
  <dcterms:modified xsi:type="dcterms:W3CDTF">2026-10-19T00:39:46Z</dcterms:modified>
</cp:coreProperties>
</file>