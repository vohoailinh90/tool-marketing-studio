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001000" cy="3810000"/>
          </a:xfrm>
          <a:prstGeom prst="rect">
            <a:avLst/>
          </a:prstGeom>
          <a:noFill/>
          <a:ln/>
        </p:spPr>
        <p:txBody>
          <a:bodyPr wrap="square" lIns="0" tIns="47054" rIns="0" bIns="-47054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lớn: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selector</a:t>
            </a:r>
            <a:r>
              <a:rPr lang="en-US" sz="57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kubectl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30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44100" y="1428750"/>
            <a:ext cx="7429500" cy="990600"/>
          </a:xfrm>
          <a:prstGeom prst="roundRect">
            <a:avLst>
              <a:gd name="adj" fmla="val 23077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400" b="1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400" b="1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20350" y="2590800"/>
            <a:ext cx="6477000" cy="990600"/>
          </a:xfrm>
          <a:prstGeom prst="roundRect">
            <a:avLst>
              <a:gd name="adj" fmla="val 2307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vi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896600" y="3752850"/>
            <a:ext cx="5524500" cy="990600"/>
          </a:xfrm>
          <a:prstGeom prst="roundRect">
            <a:avLst>
              <a:gd name="adj" fmla="val 2307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Nhãn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372850" y="4914900"/>
            <a:ext cx="4572000" cy="990600"/>
          </a:xfrm>
          <a:prstGeom prst="roundRect">
            <a:avLst>
              <a:gd name="adj" fmla="val 2307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49100" y="6076950"/>
            <a:ext cx="3619500" cy="990600"/>
          </a:xfrm>
          <a:prstGeom prst="roundRect">
            <a:avLst>
              <a:gd name="adj" fmla="val 23077"/>
            </a:avLst>
          </a:prstGeom>
          <a:solidFill>
            <a:srgbClr val="2A2E3A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44100" y="7524750"/>
            <a:ext cx="7429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25100" y="76771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1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325100" y="81153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ffce252f-fcc2-462d-af0d-8047fe33e5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52400" cy="1047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18669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t"/>
          <a:lstStyle/>
          <a:p>
            <a:pPr algn="l" indent="0" marL="0">
              <a:lnSpc>
                <a:spcPts val="7056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hẹp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Pod,</a:t>
            </a:r>
            <a:r>
              <a:rPr lang="en-US" sz="6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thông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</a:t>
            </a:r>
            <a:r>
              <a:rPr lang="en-US" sz="6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6769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1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6286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56769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1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6286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3ab3cdb1-a42c-4b50-ada2-b96be8695c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 NHÃN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5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namespace,</a:t>
            </a:r>
            <a:r>
              <a:rPr lang="en-US" sz="51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endParaRPr lang="en-US" sz="5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Bạn</a:t>
                      </a:r>
                      <a:r>
                        <a:rPr lang="en-US" sz="24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gõ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kubectl</a:t>
                      </a:r>
                      <a:r>
                        <a:rPr lang="en-US" sz="24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(không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gõ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gì)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 namespace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-n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shop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namespace: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shop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-A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 namespace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-l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app=web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Pod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nhãn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app=web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-l 'app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(web,api),tier!=batch'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Dấu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phẩy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40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kiện:</a:t>
                      </a:r>
                      <a:r>
                        <a:rPr lang="en-US" sz="24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tất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 phải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đúng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35a5c6a-ff96-4830-aff9-6647b26dbb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Nhãn do</a:t>
            </a:r>
            <a:r>
              <a:rPr lang="en-US" sz="5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gắn,</a:t>
            </a:r>
            <a:r>
              <a:rPr lang="en-US" sz="51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Nhãn: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-l</a:t>
            </a:r>
            <a:endParaRPr lang="en-US" sz="2850" dirty="0"/>
          </a:p>
        </p:txBody>
      </p:sp>
      <p:sp>
        <p:nvSpPr>
          <p:cNvPr id="6" name="Text richtext-1792371954498-386335472"/>
          <p:cNvSpPr/>
          <p:nvPr/>
        </p:nvSpPr>
        <p:spPr>
          <a:xfrm>
            <a:off x="1333500" y="390525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3429000"/>
          </a:xfrm>
          <a:prstGeom prst="roundRect">
            <a:avLst>
              <a:gd name="adj" fmla="val 7778"/>
            </a:avLst>
          </a:prstGeom>
          <a:solidFill>
            <a:srgbClr val="2A2E3A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1051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Trường:</a:t>
            </a:r>
            <a:r>
              <a:rPr lang="en-US" sz="28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--field-selector</a:t>
            </a:r>
            <a:endParaRPr lang="en-US" sz="2850" dirty="0"/>
          </a:p>
        </p:txBody>
      </p:sp>
      <p:sp>
        <p:nvSpPr>
          <p:cNvPr id="9" name="Text richtext-1792371954522-514564055"/>
          <p:cNvSpPr/>
          <p:nvPr/>
        </p:nvSpPr>
        <p:spPr>
          <a:xfrm>
            <a:off x="9791700" y="390525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status.phase.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83895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--field-selector</a:t>
            </a:r>
            <a:r>
              <a:rPr lang="en-US" sz="24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status.phase=Pending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47c5d46-34de-4c89-838f-e6508aa1e0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 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</a:t>
            </a:r>
            <a:r>
              <a:rPr lang="en-US" sz="51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1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51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44672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-o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wide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4467225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24625" y="276225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143250"/>
            <a:ext cx="44672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-o</a:t>
            </a:r>
            <a:r>
              <a:rPr lang="en-US" sz="27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custom-columns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05625" y="4000500"/>
            <a:ext cx="4467225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Trích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34850" y="276225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143250"/>
            <a:ext cx="44672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-o</a:t>
            </a:r>
            <a:r>
              <a:rPr lang="en-US" sz="27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jsonpath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15850" y="4000500"/>
            <a:ext cx="4467225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Trích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trường;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.items[*].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3817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-o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custom-columns='NAME:.metadata.name,IMAGE:.spec.containers[*].image'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9284ddb-bd6b-420f-a450-ce5dd42f00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Sắp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số lần</a:t>
            </a:r>
            <a:r>
              <a:rPr lang="en-US" sz="51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51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9146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--sort-by='.status.containerStatuses[0].restartCount'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50292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667250"/>
            <a:ext cx="426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5400" y="542925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khởi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9" name="Connector line-1792371987402-932595429"/>
          <p:cNvSpPr/>
          <p:nvPr/>
        </p:nvSpPr>
        <p:spPr>
          <a:xfrm>
            <a:off x="6038850" y="5524500"/>
            <a:ext cx="4953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4286250"/>
            <a:ext cx="50292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0400" y="4667250"/>
            <a:ext cx="426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010400" y="542925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250" dirty="0"/>
          </a:p>
        </p:txBody>
      </p:sp>
      <p:sp>
        <p:nvSpPr>
          <p:cNvPr id="13" name="Connector line-1792371987411-493050957"/>
          <p:cNvSpPr/>
          <p:nvPr/>
        </p:nvSpPr>
        <p:spPr>
          <a:xfrm>
            <a:off x="11753850" y="5524500"/>
            <a:ext cx="4953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344400" y="4286250"/>
            <a:ext cx="50292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25400" y="4667250"/>
            <a:ext cx="426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725400" y="542925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334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b34b5b6-6599-4a6f-a82c-6fb933b3b5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Selector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thu</a:t>
            </a:r>
            <a:r>
              <a:rPr lang="en-US" sz="5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hẹp,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chẩn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52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381250" y="3048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76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381250" y="4572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chẩn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381250" y="6096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kubectl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2A2E3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524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381250" y="7620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loạt: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 với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selector.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501788c-ba18-463e-9cdf-45187bdd0c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b="1" spc="27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status.phase!=Running</a:t>
            </a:r>
            <a:r>
              <a:rPr lang="en-US" sz="195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950" b="1" spc="28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CrashLoopBackOff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status.phase</a:t>
            </a:r>
            <a:endParaRPr lang="en-US" sz="2400" dirty="0"/>
          </a:p>
        </p:txBody>
      </p:sp>
      <p:sp>
        <p:nvSpPr>
          <p:cNvPr id="6" name="Text richtext-1792372016379-427896223"/>
          <p:cNvSpPr/>
          <p:nvPr/>
        </p:nvSpPr>
        <p:spPr>
          <a:xfrm>
            <a:off x="1295400" y="371475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Pending,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Running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Succeeded,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Failed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Unknown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7048500" y="361950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429500" y="39052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429500" y="45339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420600" y="2762250"/>
            <a:ext cx="4953000" cy="3810000"/>
          </a:xfrm>
          <a:prstGeom prst="roundRect">
            <a:avLst>
              <a:gd name="adj" fmla="val 7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0" y="30480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400" b="1" dirty="0" spc="-7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endParaRPr lang="en-US" sz="2400" dirty="0"/>
          </a:p>
        </p:txBody>
      </p:sp>
      <p:sp>
        <p:nvSpPr>
          <p:cNvPr id="12" name="Text richtext-1792372016404-701166261"/>
          <p:cNvSpPr/>
          <p:nvPr/>
        </p:nvSpPr>
        <p:spPr>
          <a:xfrm>
            <a:off x="12801600" y="371475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kubectl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CrashLoopBackOff</a:t>
            </a:r>
            <a:endParaRPr lang="en-US" sz="2250" dirty="0"/>
          </a:p>
        </p:txBody>
      </p:sp>
      <p:sp>
        <p:nvSpPr>
          <p:cNvPr id="13" name="Connector line-1792372016410-932253356"/>
          <p:cNvSpPr/>
          <p:nvPr/>
        </p:nvSpPr>
        <p:spPr>
          <a:xfrm flipH="1">
            <a:off x="5962650" y="4667250"/>
            <a:ext cx="10858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5334000" y="58102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Running</a:t>
            </a:r>
            <a:endParaRPr lang="en-US" sz="1950" dirty="0"/>
          </a:p>
        </p:txBody>
      </p:sp>
      <p:sp>
        <p:nvSpPr>
          <p:cNvPr id="15" name="Connector line-1792372016413-185476808"/>
          <p:cNvSpPr/>
          <p:nvPr/>
        </p:nvSpPr>
        <p:spPr>
          <a:xfrm>
            <a:off x="11239500" y="4667250"/>
            <a:ext cx="10858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29615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9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1950" b="1" spc="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33500" y="779145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READY,</a:t>
            </a:r>
            <a:r>
              <a:rPr lang="en-US" sz="25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RESTARTS,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--sort-by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77f4a98-f283-4087-8af6-df1c990274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5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4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95400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"và",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lẫn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24625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!=</a:t>
            </a:r>
            <a:r>
              <a:rPr lang="en-US" sz="24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b="1" dirty="0" spc="-2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05625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tier!=batch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tier.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134850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STATUS</a:t>
            </a:r>
            <a:r>
              <a:rPr lang="en-US" sz="24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515850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phase!=Running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Succeeded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153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jsonpath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95400" y="68389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.items[*];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Pod: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.metadata.name.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726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6153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4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53600" y="68389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dần;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43b71af-5d44-44e4-86e3-f410862098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19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khi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5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349654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2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IP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Internet</a:t>
                      </a: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Internet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25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định;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nhãn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selector;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field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selector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phase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Pod;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kubectl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quick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reference;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JSONPath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kubectl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4537461-e98b-4939-82eb-3e278f98c7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2026-10-19T01:07:39Z</dcterms:created>
  <dcterms:modified xsi:type="dcterms:W3CDTF">2026-10-19T01:07:39Z</dcterms:modified>
</cp:coreProperties>
</file>