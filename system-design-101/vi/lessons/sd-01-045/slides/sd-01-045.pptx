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3619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API: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r>
              <a:rPr lang="en-US" sz="81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81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287000" y="4191000"/>
            <a:ext cx="2857500" cy="19050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097000" y="1524000"/>
            <a:ext cx="3276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28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2850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tắc?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097000" y="4238625"/>
            <a:ext cx="3276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Nối</a:t>
            </a:r>
            <a:r>
              <a:rPr lang="en-US" sz="285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28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28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4097000" y="6953250"/>
            <a:ext cx="3276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Đáp</a:t>
            </a:r>
            <a:r>
              <a:rPr lang="en-US" sz="285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2850" dirty="0" spc="-3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285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tải?</a:t>
            </a:r>
            <a:endParaRPr lang="en-US" sz="2850" dirty="0"/>
          </a:p>
        </p:txBody>
      </p:sp>
      <p:sp>
        <p:nvSpPr>
          <p:cNvPr id="10" name="Connector line-1792373495024-384784761"/>
          <p:cNvSpPr/>
          <p:nvPr/>
        </p:nvSpPr>
        <p:spPr>
          <a:xfrm flipV="1">
            <a:off x="13144500" y="2428875"/>
            <a:ext cx="952500" cy="2714625"/>
          </a:xfrm>
          <a:prstGeom prst="curvedConnector3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1" name="Connector line-1792373495025-983046774"/>
          <p:cNvSpPr/>
          <p:nvPr/>
        </p:nvSpPr>
        <p:spPr>
          <a:xfrm>
            <a:off x="13144500" y="5143500"/>
            <a:ext cx="9525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2" name="Connector line-1792373495025-940039207"/>
          <p:cNvSpPr/>
          <p:nvPr/>
        </p:nvSpPr>
        <p:spPr>
          <a:xfrm>
            <a:off x="13144500" y="5143500"/>
            <a:ext cx="952500" cy="2714625"/>
          </a:xfrm>
          <a:prstGeom prst="curvedConnector3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3fe787a4-9223-4eb5-a85d-33b9cc5f8c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 cần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48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40995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 lưu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953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857500" y="531495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6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858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857500" y="721995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 thống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36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3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7b5047d-143c-48c5-943a-1aa49748a8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ĐÚNG</a:t>
            </a:r>
            <a:r>
              <a:rPr lang="en-US" sz="1800" b="1" spc="3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6900" dirty="0"/>
          </a:p>
        </p:txBody>
      </p:sp>
      <p:sp>
        <p:nvSpPr>
          <p:cNvPr id="4" name="Connector line-1792373526654-30757400"/>
          <p:cNvSpPr/>
          <p:nvPr/>
        </p:nvSpPr>
        <p:spPr>
          <a:xfrm>
            <a:off x="1905000" y="4953000"/>
            <a:ext cx="14478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76400" y="4724400"/>
            <a:ext cx="457200" cy="4572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4724400"/>
            <a:ext cx="457200" cy="4572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154400" y="4724400"/>
            <a:ext cx="457200" cy="457200"/>
          </a:xfrm>
          <a:prstGeom prst="ellipse">
            <a:avLst/>
          </a:prstGeom>
          <a:solidFill>
            <a:srgbClr val="B45309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43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36195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Mượn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55245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5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dirty="0" spc="-2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39000" y="3143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239000" y="3619500"/>
            <a:ext cx="5334000" cy="9525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Mượn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7239000" y="5524500"/>
            <a:ext cx="5334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4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thành công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144500" y="31432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3619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33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 cầu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3144500" y="5524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400" dirty="0" spc="-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1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5E1C4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7477125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 MÃ</a:t>
            </a:r>
            <a:r>
              <a:rPr lang="en-US" sz="19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19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33500" y="7953375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Dễ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sót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c0cdac6-8316-4a93-a1c5-60b2cdf3ee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NỐI ĐÚNG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tích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9052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Tạo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858000" y="361950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39052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950" b="1" spc="17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239000" y="44767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Phiếu</a:t>
            </a:r>
            <a:r>
              <a:rPr lang="en-US" sz="3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2801600" y="361950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82600" y="39052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182600" y="44767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900" dirty="0"/>
          </a:p>
        </p:txBody>
      </p:sp>
      <p:sp>
        <p:nvSpPr>
          <p:cNvPr id="13" name="Connector line-1792373542419-442220649"/>
          <p:cNvSpPr/>
          <p:nvPr/>
        </p:nvSpPr>
        <p:spPr>
          <a:xfrm>
            <a:off x="5486400" y="4667250"/>
            <a:ext cx="1371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3542419-730873481"/>
          <p:cNvSpPr/>
          <p:nvPr/>
        </p:nvSpPr>
        <p:spPr>
          <a:xfrm>
            <a:off x="11430000" y="4667250"/>
            <a:ext cx="1371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6286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477125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ĐI</a:t>
            </a:r>
            <a:r>
              <a:rPr lang="en-US" sz="1950" b="1" spc="13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33500" y="7953375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c13c6d4d-35a8-415c-9e83-b696785d12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800" b="1" spc="3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800" b="1" spc="26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950" b="1" spc="15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6" name="Text richtext-1792373565586-200813928"/>
          <p:cNvSpPr/>
          <p:nvPr/>
        </p:nvSpPr>
        <p:spPr>
          <a:xfrm>
            <a:off x="1333500" y="390525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marL="381000" indent="-272202">
              <a:lnSpc>
                <a:spcPts val="43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 hình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3000" dirty="0"/>
          </a:p>
          <a:p>
            <a:pPr algn="l" marL="381000" indent="-272202">
              <a:lnSpc>
                <a:spcPts val="4350"/>
              </a:lnSpc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trễ và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endParaRPr lang="en-US" sz="1950" dirty="0"/>
          </a:p>
        </p:txBody>
      </p:sp>
      <p:sp>
        <p:nvSpPr>
          <p:cNvPr id="9" name="Text richtext-1792373565611-778834568"/>
          <p:cNvSpPr/>
          <p:nvPr/>
        </p:nvSpPr>
        <p:spPr>
          <a:xfrm>
            <a:off x="9791700" y="390525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marL="381000" indent="-272202">
              <a:lnSpc>
                <a:spcPts val="43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3000" dirty="0"/>
          </a:p>
          <a:p>
            <a:pPr algn="l" marL="381000" indent="-272202">
              <a:lnSpc>
                <a:spcPts val="435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endParaRPr lang="en-US" sz="3000" dirty="0"/>
          </a:p>
          <a:p>
            <a:pPr algn="l" marL="381000" indent="-272202">
              <a:lnSpc>
                <a:spcPts val="4350"/>
              </a:lnSpc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Kiểu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69532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phải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sức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chứa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7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tình huống.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83e2117-4ab4-4100-8a34-779cb9f239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67500" y="31432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11000" y="3143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8" name="Connector line-1792373567708-505821979"/>
          <p:cNvSpPr/>
          <p:nvPr/>
        </p:nvSpPr>
        <p:spPr>
          <a:xfrm>
            <a:off x="914400" y="371475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333500" y="40957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Chức</a:t>
            </a: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667500" y="415290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tắc?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811000" y="415290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550" dirty="0" spc="-2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2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2" name="Connector line-1792373567713-722999125"/>
          <p:cNvSpPr/>
          <p:nvPr/>
        </p:nvSpPr>
        <p:spPr>
          <a:xfrm>
            <a:off x="914400" y="533400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333500" y="57150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Tích</a:t>
            </a:r>
            <a:r>
              <a:rPr lang="en-US" sz="3300" dirty="0" spc="-2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667500" y="577215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phần?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811000" y="577215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Phiếu</a:t>
            </a:r>
            <a:r>
              <a:rPr lang="en-US" sz="2550" dirty="0" spc="1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550" dirty="0" spc="9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6" name="Connector line-1792373567718-254065606"/>
          <p:cNvSpPr/>
          <p:nvPr/>
        </p:nvSpPr>
        <p:spPr>
          <a:xfrm>
            <a:off x="914400" y="695325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333500" y="7334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6667500" y="739140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tải?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811000" y="739140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dirty="0" spc="-2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550" dirty="0" spc="-1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5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f953632-2485-4daa-be57-fc634bc317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3000" dirty="0" spc="-3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-2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00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145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000" dirty="0" spc="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mượn,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300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dirty="0" spc="-1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86125"/>
            <a:ext cx="114300" cy="1238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238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ctr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r>
              <a:rPr lang="en-US" sz="75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500" dirty="0" spc="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tải.</a:t>
            </a:r>
            <a:endParaRPr lang="en-US" sz="7500" dirty="0"/>
          </a:p>
        </p:txBody>
      </p:sp>
      <p:sp>
        <p:nvSpPr>
          <p:cNvPr id="7" name="Shape 5"/>
          <p:cNvSpPr/>
          <p:nvPr/>
        </p:nvSpPr>
        <p:spPr>
          <a:xfrm>
            <a:off x="914400" y="533400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F5E1C4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61912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533400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NGƯỢC LẠI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53600" y="61912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79ffc38-0f6e-4dbc-bc0f-298555e346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80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·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180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CHỒNG</a:t>
            </a: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gọi,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52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2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2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38250" y="35242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1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9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1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0850" y="2952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Chức</a:t>
            </a:r>
            <a:r>
              <a:rPr lang="en-US" sz="27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00850" y="35242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4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-1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cầu?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63450" y="2952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Tích</a:t>
            </a:r>
            <a:r>
              <a:rPr lang="en-US" sz="2700" dirty="0" spc="-1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363450" y="35242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9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100" dirty="0" spc="1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48577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5048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Hồi</a:t>
            </a: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38250" y="56197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100" dirty="0" spc="1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hỏng</a:t>
            </a:r>
            <a:r>
              <a:rPr lang="en-US" sz="21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 cần</a:t>
            </a:r>
            <a:r>
              <a:rPr lang="en-US" sz="2100" dirty="0" spc="4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77000" y="48577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0850" y="5048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800850" y="56197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dirty="0" spc="2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</a:t>
            </a:r>
            <a:r>
              <a:rPr lang="en-US" sz="2100" dirty="0" spc="-1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1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kiến?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039600" y="48577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63450" y="5048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Áp</a:t>
            </a:r>
            <a:r>
              <a:rPr lang="en-US" sz="27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lực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2363450" y="56197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Vượt</a:t>
            </a:r>
            <a:r>
              <a:rPr lang="en-US" sz="210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100" dirty="0" spc="2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69532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7143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38250" y="77152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rủi</a:t>
            </a:r>
            <a:r>
              <a:rPr lang="en-US" sz="2100" dirty="0" spc="-3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100" dirty="0" spc="-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nguyên?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477000" y="69532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6800850" y="7143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6800850" y="77152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100" dirty="0" spc="-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2100" dirty="0" spc="-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đúng?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2039600" y="6953250"/>
            <a:ext cx="5334000" cy="1905000"/>
          </a:xfrm>
          <a:prstGeom prst="roundRect">
            <a:avLst>
              <a:gd name="adj" fmla="val 110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363450" y="7143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Sinh</a:t>
            </a:r>
            <a:r>
              <a:rPr lang="en-US" sz="2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2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2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 thể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2363450" y="7715250"/>
            <a:ext cx="476250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lạ,</a:t>
            </a:r>
            <a:r>
              <a:rPr lang="en-US" sz="2100" dirty="0" spc="-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1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lỗi?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e68ef6ea-3314-46e8-b8c0-f40282fea5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00375"/>
            <a:ext cx="247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191000" y="3048000"/>
            <a:ext cx="12763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91000" y="3543300"/>
            <a:ext cx="1276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6459200" cy="4286250"/>
          </a:xfrm>
          <a:prstGeom prst="roundRect">
            <a:avLst>
              <a:gd name="adj" fmla="val 622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81012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Connector line-1792373624043-541911278"/>
          <p:cNvSpPr/>
          <p:nvPr/>
        </p:nvSpPr>
        <p:spPr>
          <a:xfrm>
            <a:off x="1295400" y="5334000"/>
            <a:ext cx="15697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95400" y="55721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334500" y="55721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 §1.3,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§2.2.3</a:t>
            </a:r>
            <a:endParaRPr lang="en-US" sz="2250" dirty="0"/>
          </a:p>
        </p:txBody>
      </p:sp>
      <p:sp>
        <p:nvSpPr>
          <p:cNvPr id="13" name="Connector line-1792373624049-433690683"/>
          <p:cNvSpPr/>
          <p:nvPr/>
        </p:nvSpPr>
        <p:spPr>
          <a:xfrm>
            <a:off x="1295400" y="6286500"/>
            <a:ext cx="15697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95400" y="65246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34500" y="65246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Playwright: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250" dirty="0"/>
          </a:p>
        </p:txBody>
      </p:sp>
      <p:sp>
        <p:nvSpPr>
          <p:cNvPr id="16" name="Connector line-1792373624053-616338530"/>
          <p:cNvSpPr/>
          <p:nvPr/>
        </p:nvSpPr>
        <p:spPr>
          <a:xfrm>
            <a:off x="1295400" y="7239000"/>
            <a:ext cx="15697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95400" y="74771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Grafana: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334500" y="7477125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sinh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thể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5d4f58e-8de2-44cd-a62d-c2f12c66af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2026-10-19T01:34:24Z</dcterms:created>
  <dcterms:modified xsi:type="dcterms:W3CDTF">2026-10-19T01:34:24Z</dcterms:modified>
</cp:coreProperties>
</file>