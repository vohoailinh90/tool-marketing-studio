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Netflix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EVCache: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cách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Connector line-1792377783138-780498372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EVCache: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khóa–giá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6705600" cy="6705600"/>
          </a:xfrm>
          <a:prstGeom prst="roundRect">
            <a:avLst>
              <a:gd name="adj" fmla="val 511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0" y="1905000"/>
            <a:ext cx="5905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 Ý,</a:t>
            </a:r>
            <a:r>
              <a:rPr lang="en-US" sz="195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049000" y="2476500"/>
            <a:ext cx="6096000" cy="2857500"/>
          </a:xfrm>
          <a:prstGeom prst="rect">
            <a:avLst/>
          </a:prstGeom>
          <a:noFill/>
          <a:ln/>
        </p:spPr>
        <p:txBody>
          <a:bodyPr wrap="square" lIns="0" tIns="190124" rIns="0" bIns="-190124" rtlCol="0" anchor="t"/>
          <a:lstStyle/>
          <a:p>
            <a:pPr algn="l" indent="0" marL="0">
              <a:lnSpc>
                <a:spcPts val="18713"/>
              </a:lnSpc>
              <a:buNone/>
            </a:pPr>
            <a:r>
              <a:rPr lang="en-US" sz="18713" dirty="0" spc="1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90</a:t>
            </a:r>
            <a:endParaRPr lang="en-US" sz="18713" dirty="0"/>
          </a:p>
        </p:txBody>
      </p:sp>
      <p:sp>
        <p:nvSpPr>
          <p:cNvPr id="11" name="Text 9"/>
          <p:cNvSpPr/>
          <p:nvPr/>
        </p:nvSpPr>
        <p:spPr>
          <a:xfrm>
            <a:off x="11049000" y="5524500"/>
            <a:ext cx="5905500" cy="1905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giây,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 chú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42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42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c8925694-bdaa-4606-94aa-bc12a445d5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EVCache,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5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75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7784300-645610898"/>
          <p:cNvSpPr/>
          <p:nvPr/>
        </p:nvSpPr>
        <p:spPr>
          <a:xfrm>
            <a:off x="1333500" y="5334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95e0d0f-20ee-4ea0-8a68-0afe05e143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b="1" spc="28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Hỏi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EVCache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5720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21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BỘ</a:t>
            </a:r>
            <a:r>
              <a:rPr lang="en-US" sz="1950" b="1" spc="224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1950" dirty="0"/>
          </a:p>
        </p:txBody>
      </p:sp>
      <p:sp>
        <p:nvSpPr>
          <p:cNvPr id="6" name="Text richtext-1792377785176-965320523"/>
          <p:cNvSpPr/>
          <p:nvPr/>
        </p:nvSpPr>
        <p:spPr>
          <a:xfrm>
            <a:off x="1371600" y="4000500"/>
            <a:ext cx="7086600" cy="32385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EVCache.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572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950" dirty="0"/>
          </a:p>
        </p:txBody>
      </p:sp>
      <p:sp>
        <p:nvSpPr>
          <p:cNvPr id="9" name="Text richtext-1792377785184-245996175"/>
          <p:cNvSpPr/>
          <p:nvPr/>
        </p:nvSpPr>
        <p:spPr>
          <a:xfrm>
            <a:off x="9829800" y="4000500"/>
            <a:ext cx="7086600" cy="32385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8096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bài: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bản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1f73b8b-b201-4317-99ba-b017778d47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54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phát,</a:t>
            </a:r>
            <a:r>
              <a:rPr lang="en-US" sz="5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 chạm</a:t>
            </a:r>
            <a:r>
              <a:rPr lang="en-US" sz="54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2390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EVCache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144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7" name="Connector line-1792377786101-962076302"/>
          <p:cNvSpPr/>
          <p:nvPr/>
        </p:nvSpPr>
        <p:spPr>
          <a:xfrm>
            <a:off x="3238500" y="3810000"/>
            <a:ext cx="0" cy="4476750"/>
          </a:xfrm>
          <a:prstGeom prst="line">
            <a:avLst/>
          </a:prstGeom>
          <a:noFill/>
          <a:ln w="28575">
            <a:solidFill>
              <a:srgbClr val="4A4F6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7786101-765547972"/>
          <p:cNvSpPr/>
          <p:nvPr/>
        </p:nvSpPr>
        <p:spPr>
          <a:xfrm>
            <a:off x="9144000" y="3810000"/>
            <a:ext cx="0" cy="4476750"/>
          </a:xfrm>
          <a:prstGeom prst="line">
            <a:avLst/>
          </a:prstGeom>
          <a:noFill/>
          <a:ln w="28575">
            <a:solidFill>
              <a:srgbClr val="4A4F60"/>
            </a:solidFill>
            <a:prstDash val="lgDash"/>
            <a:headEnd type="none"/>
            <a:tailEnd type="none"/>
          </a:ln>
        </p:spPr>
      </p:sp>
      <p:sp>
        <p:nvSpPr>
          <p:cNvPr id="9" name="Connector line-1792377786101-45781760"/>
          <p:cNvSpPr/>
          <p:nvPr/>
        </p:nvSpPr>
        <p:spPr>
          <a:xfrm>
            <a:off x="15049500" y="3810000"/>
            <a:ext cx="0" cy="4476750"/>
          </a:xfrm>
          <a:prstGeom prst="line">
            <a:avLst/>
          </a:prstGeom>
          <a:noFill/>
          <a:ln w="28575">
            <a:solidFill>
              <a:srgbClr val="4A4F6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24250" y="4286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25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b="1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2250" dirty="0"/>
          </a:p>
        </p:txBody>
      </p:sp>
      <p:sp>
        <p:nvSpPr>
          <p:cNvPr id="11" name="Connector line-1792377786103-917071889"/>
          <p:cNvSpPr/>
          <p:nvPr/>
        </p:nvSpPr>
        <p:spPr>
          <a:xfrm>
            <a:off x="3333750" y="4953000"/>
            <a:ext cx="5715000" cy="0"/>
          </a:xfrm>
          <a:prstGeom prst="line">
            <a:avLst/>
          </a:prstGeom>
          <a:noFill/>
          <a:ln w="47625">
            <a:solidFill>
              <a:srgbClr val="E4E1D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29750" y="5429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2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250" dirty="0"/>
          </a:p>
        </p:txBody>
      </p:sp>
      <p:sp>
        <p:nvSpPr>
          <p:cNvPr id="13" name="Connector line-1792377786105-345220036"/>
          <p:cNvSpPr/>
          <p:nvPr/>
        </p:nvSpPr>
        <p:spPr>
          <a:xfrm flipH="1">
            <a:off x="9239250" y="6096000"/>
            <a:ext cx="57150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29750" y="6572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25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b="1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b="1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250" dirty="0"/>
          </a:p>
        </p:txBody>
      </p:sp>
      <p:sp>
        <p:nvSpPr>
          <p:cNvPr id="15" name="Connector line-1792377786107-284293725"/>
          <p:cNvSpPr/>
          <p:nvPr/>
        </p:nvSpPr>
        <p:spPr>
          <a:xfrm flipH="1">
            <a:off x="9239250" y="7239000"/>
            <a:ext cx="57150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lg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84772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thông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phiên;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85f195a-7816-46a6-83c7-a12eaa1122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đêm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 thống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345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520065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558165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176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8165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Cụm</a:t>
            </a:r>
            <a:r>
              <a:rPr lang="en-US" sz="345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EVCache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48690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6790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6790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 vụ</a:t>
            </a:r>
            <a:r>
              <a:rPr lang="en-US" sz="345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13773150" y="3143250"/>
            <a:ext cx="360045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415415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5415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3450" dirty="0"/>
          </a:p>
        </p:txBody>
      </p:sp>
      <p:sp>
        <p:nvSpPr>
          <p:cNvPr id="16" name="Connector line-1792377786971-287215450"/>
          <p:cNvSpPr/>
          <p:nvPr/>
        </p:nvSpPr>
        <p:spPr>
          <a:xfrm>
            <a:off x="4591050" y="4572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7786971-778036621"/>
          <p:cNvSpPr/>
          <p:nvPr/>
        </p:nvSpPr>
        <p:spPr>
          <a:xfrm>
            <a:off x="8877300" y="4572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7786972-464195605"/>
          <p:cNvSpPr/>
          <p:nvPr/>
        </p:nvSpPr>
        <p:spPr>
          <a:xfrm>
            <a:off x="13163550" y="4572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 và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60df795-ac6e-4abf-81a8-6895f4f622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b="1" spc="2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UI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41910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26720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724400"/>
            <a:ext cx="3429000" cy="1333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3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đẩy,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bất</a:t>
            </a: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6762750" y="3810000"/>
            <a:ext cx="4762500" cy="2667000"/>
          </a:xfrm>
          <a:prstGeom prst="roundRect">
            <a:avLst>
              <a:gd name="adj" fmla="val 11429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7143750" y="409575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199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EVCACHE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43750" y="4572000"/>
            <a:ext cx="4000500" cy="1714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UI,</a:t>
            </a: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3182600" y="4000500"/>
            <a:ext cx="4191000" cy="2286000"/>
          </a:xfrm>
          <a:prstGeom prst="roundRect">
            <a:avLst>
              <a:gd name="adj" fmla="val 11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3563600" y="426720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63600" y="4724400"/>
            <a:ext cx="3429000" cy="1333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nhanh,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luôn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endParaRPr lang="en-US" sz="3300" dirty="0"/>
          </a:p>
        </p:txBody>
      </p:sp>
      <p:sp>
        <p:nvSpPr>
          <p:cNvPr id="13" name="Connector line-1792377834163-809419550"/>
          <p:cNvSpPr/>
          <p:nvPr/>
        </p:nvSpPr>
        <p:spPr>
          <a:xfrm>
            <a:off x="5105400" y="5143500"/>
            <a:ext cx="16002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7834163-782531294"/>
          <p:cNvSpPr/>
          <p:nvPr/>
        </p:nvSpPr>
        <p:spPr>
          <a:xfrm>
            <a:off x="11525250" y="5143500"/>
            <a:ext cx="16002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429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theo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4caee9d-ae7e-4ba3-ad51-ae7ac9530d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66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ngỏ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6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33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EVCache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7244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"kho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chính"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436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72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7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90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thời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4e9b99f-0bd9-43e1-b947-6189a91516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1950" b="1" spc="27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 CHỦ</a:t>
            </a:r>
            <a:r>
              <a:rPr lang="en-US" sz="1950" b="1" spc="2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7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EVCACHE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33350" cy="3619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762250"/>
            <a:ext cx="15240000" cy="4000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hệ thống tính</a:t>
            </a:r>
            <a:r>
              <a:rPr lang="en-US" sz="75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75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524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hỏi; suy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hình,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c2b12bd-1605-4f02-8dbb-9f6ae07e62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6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6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 BÊN</a:t>
            </a:r>
            <a:r>
              <a:rPr lang="en-US" sz="1800" b="1" spc="21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476750" cy="2857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8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Cassandra;</a:t>
            </a:r>
            <a:r>
              <a:rPr lang="en-US" sz="28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28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34150" y="2857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20040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800" b="1" spc="1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15150" y="3810000"/>
            <a:ext cx="4476750" cy="2857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 dài.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53900" y="2857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320040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NHIỀU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34900" y="3810000"/>
            <a:ext cx="4476750" cy="2857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8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nó;</a:t>
            </a:r>
            <a:r>
              <a:rPr lang="en-US" sz="28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EVCache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nơi</a:t>
            </a:r>
            <a:r>
              <a:rPr lang="en-US" sz="28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911376c9-b243-4b14-9df6-51bfb80c01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40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400" b="1" dirty="0" spc="-1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User</a:t>
                      </a:r>
                      <a:r>
                        <a:rPr lang="en-US" sz="2400" dirty="0" spc="-1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chữ,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nút,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40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40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nhìn</a:t>
                      </a:r>
                      <a:r>
                        <a:rPr lang="en-US" sz="240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715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61531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6724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4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EVCache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f2cc143-07bb-43c3-8f6d-e37f059758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2026-10-19T09:37:38Z</dcterms:created>
  <dcterms:modified xsi:type="dcterms:W3CDTF">2026-10-19T09:37:38Z</dcterms:modified>
</cp:coreProperties>
</file>