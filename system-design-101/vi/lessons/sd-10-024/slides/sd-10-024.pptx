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32575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56007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79438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575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56007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79438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9144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575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007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438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858500" y="9144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1239500" y="12573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9500" y="1485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39500" y="18669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239500" y="24955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858500" y="36957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39500" y="40386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1239500" y="42672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239500" y="46482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1239500" y="52768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nguyên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858500" y="64770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9500" y="68199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11239500" y="70485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239500" y="74295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11239500" y="80581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14400" y="94869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khắp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8100" dirty="0"/>
          </a:p>
        </p:txBody>
      </p:sp>
      <p:sp>
        <p:nvSpPr>
          <p:cNvPr id="32" name="Text 30"/>
          <p:cNvSpPr/>
          <p:nvPr/>
        </p:nvSpPr>
        <p:spPr>
          <a:xfrm>
            <a:off x="914400" y="5143500"/>
            <a:ext cx="9715500" cy="10668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 bảy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cái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gì?</a:t>
            </a:r>
            <a:endParaRPr lang="en-US" sz="30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e43703e-c8a8-44e8-86a7-f2d72e8938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5524500"/>
            <a:ext cx="7620000" cy="3333750"/>
          </a:xfrm>
          <a:prstGeom prst="roundRect">
            <a:avLst>
              <a:gd name="adj" fmla="val 8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5810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25000" y="12954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8575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334750" y="15430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1334750" y="21526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0" y="36195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51816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334750" y="38671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525000" y="59436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75057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334750" y="61912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334750" y="68008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Mạng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81724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4400" y="3543300"/>
            <a:ext cx="7620000" cy="1714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30" name="Text 28"/>
          <p:cNvSpPr/>
          <p:nvPr/>
        </p:nvSpPr>
        <p:spPr>
          <a:xfrm>
            <a:off x="1295400" y="6286500"/>
            <a:ext cx="68580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715500" y="16192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800" dirty="0"/>
          </a:p>
        </p:txBody>
      </p:sp>
      <p:sp>
        <p:nvSpPr>
          <p:cNvPr id="32" name="Text 30"/>
          <p:cNvSpPr/>
          <p:nvPr/>
        </p:nvSpPr>
        <p:spPr>
          <a:xfrm>
            <a:off x="9715500" y="39433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800" dirty="0"/>
          </a:p>
        </p:txBody>
      </p:sp>
      <p:sp>
        <p:nvSpPr>
          <p:cNvPr id="33" name="Text 31"/>
          <p:cNvSpPr/>
          <p:nvPr/>
        </p:nvSpPr>
        <p:spPr>
          <a:xfrm>
            <a:off x="9715500" y="62674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800" dirty="0"/>
          </a:p>
        </p:txBody>
      </p:sp>
      <p:sp>
        <p:nvSpPr>
          <p:cNvPr id="34" name="Text 32"/>
          <p:cNvSpPr/>
          <p:nvPr/>
        </p:nvSpPr>
        <p:spPr>
          <a:xfrm>
            <a:off x="11334750" y="44767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beea890-eaec-48c2-a10e-80b74a35dc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1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9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2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c: 0,39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3150" y="2857500"/>
            <a:ext cx="209550" cy="342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67950" y="2571750"/>
            <a:ext cx="209550" cy="6286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72750" y="2286000"/>
            <a:ext cx="209550" cy="9144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77550" y="2000250"/>
            <a:ext cx="209550" cy="12001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82350" y="1714500"/>
            <a:ext cx="209550" cy="1485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8" name="Connector line-1792338842697-535748775"/>
          <p:cNvSpPr/>
          <p:nvPr/>
        </p:nvSpPr>
        <p:spPr>
          <a:xfrm>
            <a:off x="9867900" y="3276600"/>
            <a:ext cx="1619250" cy="0"/>
          </a:xfrm>
          <a:prstGeom prst="line">
            <a:avLst/>
          </a:prstGeom>
          <a:noFill/>
          <a:ln w="2857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1772900" y="15430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1772900" y="21526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Timsort,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1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 Dual-Pivot Quicksort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3810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2" name="Connector line-1792338842708-665968691"/>
          <p:cNvSpPr/>
          <p:nvPr/>
        </p:nvSpPr>
        <p:spPr>
          <a:xfrm flipV="1">
            <a:off x="10077450" y="5524500"/>
            <a:ext cx="1257300" cy="11430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3" name="Connector line-1792338842708-396170879"/>
          <p:cNvSpPr/>
          <p:nvPr/>
        </p:nvSpPr>
        <p:spPr>
          <a:xfrm flipV="1">
            <a:off x="11334750" y="4476750"/>
            <a:ext cx="0" cy="104775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4" name="Connector line-1792338842709-445727793"/>
          <p:cNvSpPr/>
          <p:nvPr/>
        </p:nvSpPr>
        <p:spPr>
          <a:xfrm flipV="1">
            <a:off x="10077450" y="4857750"/>
            <a:ext cx="400050" cy="78105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Connector line-1792338842709-281077064"/>
          <p:cNvSpPr/>
          <p:nvPr/>
        </p:nvSpPr>
        <p:spPr>
          <a:xfrm flipV="1">
            <a:off x="10477500" y="4476750"/>
            <a:ext cx="857250" cy="38100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886950" y="544830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06050" y="468630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63300" y="535305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5A60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44250" y="428625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72900" y="40576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1772900" y="46672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B,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9525000" y="63246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3" name="Connector line-1792338842720-853984050"/>
          <p:cNvSpPr/>
          <p:nvPr/>
        </p:nvSpPr>
        <p:spPr>
          <a:xfrm>
            <a:off x="10189845" y="6911340"/>
            <a:ext cx="217170" cy="25336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4" name="Connector line-1792338842720-714246687"/>
          <p:cNvSpPr/>
          <p:nvPr/>
        </p:nvSpPr>
        <p:spPr>
          <a:xfrm flipH="1">
            <a:off x="10938510" y="6908483"/>
            <a:ext cx="241935" cy="263842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842720-977418373"/>
          <p:cNvSpPr/>
          <p:nvPr/>
        </p:nvSpPr>
        <p:spPr>
          <a:xfrm flipV="1">
            <a:off x="10136505" y="7761922"/>
            <a:ext cx="260985" cy="284798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6" name="Connector line-1792338842720-591580493"/>
          <p:cNvSpPr/>
          <p:nvPr/>
        </p:nvSpPr>
        <p:spPr>
          <a:xfrm flipH="1" flipV="1">
            <a:off x="10947082" y="7754303"/>
            <a:ext cx="286703" cy="2952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44150" y="7143750"/>
            <a:ext cx="647700" cy="6477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250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42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679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014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772900" y="65722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43" name="Text 41"/>
          <p:cNvSpPr/>
          <p:nvPr/>
        </p:nvSpPr>
        <p:spPr>
          <a:xfrm>
            <a:off x="11772900" y="71818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trang: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0,39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tới: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0,04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NetworkX: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PageRank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 nút.</a:t>
            </a:r>
            <a:endParaRPr lang="en-US" sz="27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d24983b2-b009-4a9f-8f9f-14b8635007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 → 2790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524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2790 → 65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5049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2753</a:t>
            </a:r>
            <a:endParaRPr lang="en-US" sz="2250" dirty="0"/>
          </a:p>
        </p:txBody>
      </p:sp>
      <p:sp>
        <p:nvSpPr>
          <p:cNvPr id="15" name="Connector line-1792339096788-72794838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2790,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65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RSAKeyGenParameterSpec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 công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52578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-2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 nguyên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81075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endParaRPr lang="en-US" sz="2100" dirty="0"/>
          </a:p>
        </p:txBody>
      </p:sp>
      <p:sp>
        <p:nvSpPr>
          <p:cNvPr id="21" name="Connector line-1792339096806-870672998"/>
          <p:cNvSpPr/>
          <p:nvPr/>
        </p:nvSpPr>
        <p:spPr>
          <a:xfrm>
            <a:off x="11868150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2258675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factorint(n)</a:t>
            </a:r>
            <a:endParaRPr lang="en-US" sz="1950" dirty="0"/>
          </a:p>
        </p:txBody>
      </p:sp>
      <p:sp>
        <p:nvSpPr>
          <p:cNvPr id="23" name="Connector line-1792339096809-849811239"/>
          <p:cNvSpPr/>
          <p:nvPr/>
        </p:nvSpPr>
        <p:spPr>
          <a:xfrm>
            <a:off x="14316075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470660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{53: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61: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1}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SymPy: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factorint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08a6c31-2680-4761-90fa-20ffee24f4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0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thành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SHA-256: luôn</a:t>
            </a:r>
            <a:r>
              <a:rPr lang="en-US" sz="2700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23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 băm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 thành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cố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810750" y="15240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4801850" y="1619250"/>
            <a:ext cx="190500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47625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0" y="40195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81075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100" dirty="0"/>
          </a:p>
        </p:txBody>
      </p:sp>
      <p:sp>
        <p:nvSpPr>
          <p:cNvPr id="18" name="Connector line-1792339126408-239396269"/>
          <p:cNvSpPr/>
          <p:nvPr/>
        </p:nvSpPr>
        <p:spPr>
          <a:xfrm>
            <a:off x="11868150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58675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250" dirty="0"/>
          </a:p>
        </p:txBody>
      </p:sp>
      <p:sp>
        <p:nvSpPr>
          <p:cNvPr id="20" name="Connector line-1792339126410-597188339"/>
          <p:cNvSpPr/>
          <p:nvPr/>
        </p:nvSpPr>
        <p:spPr>
          <a:xfrm>
            <a:off x="14316075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70660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64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10750" y="668655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(hashlib)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8107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SHA-224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77290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7350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SHA-384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810750" y="782955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SHA-512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772900" y="78295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SHA-3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810750" y="2400300"/>
            <a:ext cx="68961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 100,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101,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111.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abracadabra: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15441e8-bfe7-4fae-a89c-9e5479b295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3300" b="1" dirty="0" spc="-3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chỉ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PyTorch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914650" y="49530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676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572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0294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10750" y="15430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Transformer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</a:t>
            </a:r>
            <a:r>
              <a:rPr lang="en-US" sz="210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Need</a:t>
            </a:r>
            <a:endParaRPr lang="en-US" sz="2100" dirty="0"/>
          </a:p>
        </p:txBody>
      </p:sp>
      <p:sp>
        <p:nvSpPr>
          <p:cNvPr id="16" name="Connector line-1792339174048-998782546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2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52959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45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nơ-ron</a:t>
            </a:r>
            <a:r>
              <a:rPr lang="en-US" sz="345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4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345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(CNN)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9810750" y="603885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endParaRPr lang="en-US" sz="2100" dirty="0"/>
          </a:p>
        </p:txBody>
      </p:sp>
      <p:sp>
        <p:nvSpPr>
          <p:cNvPr id="22" name="Connector line-1792339174059-130653712"/>
          <p:cNvSpPr/>
          <p:nvPr/>
        </p:nvSpPr>
        <p:spPr>
          <a:xfrm>
            <a:off x="13068300" y="675322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735050" y="603885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Conv2d: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d1a73709-6920-4d4e-835c-fa2931cb2f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gì;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tính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15049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39400" y="1524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810750" y="2247900"/>
            <a:ext cx="219075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RSA,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endParaRPr lang="en-US" sz="2250" dirty="0"/>
          </a:p>
        </p:txBody>
      </p:sp>
      <p:sp>
        <p:nvSpPr>
          <p:cNvPr id="16" name="Connector line-1792339215002-946810445"/>
          <p:cNvSpPr/>
          <p:nvPr/>
        </p:nvSpPr>
        <p:spPr>
          <a:xfrm>
            <a:off x="12115800" y="2914650"/>
            <a:ext cx="5524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782550" y="2247900"/>
            <a:ext cx="39243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810750" y="37719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4667250"/>
            <a:ext cx="7467600" cy="1866900"/>
          </a:xfrm>
          <a:prstGeom prst="roundRect">
            <a:avLst>
              <a:gd name="adj" fmla="val 12245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10750" y="4876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39400" y="48958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tả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810750" y="55435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762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10750" y="69723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439400" y="69913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810750" y="76390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 nào.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9b9a2b73-8931-4731-9740-63251320ee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nút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4095750"/>
          </a:xfrm>
          <a:prstGeom prst="roundRect">
            <a:avLst>
              <a:gd name="adj" fmla="val 6512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0292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7912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95400" y="683895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78867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525000" y="16764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668000" y="19050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3300" dirty="0" spc="-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33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Dijkstra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525000" y="40005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810750" y="4267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68000" y="42291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300" dirty="0" spc="-2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68000" y="49149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liên</a:t>
            </a: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63246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6591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68000" y="65532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 băm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981200" y="55626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981200" y="661035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đến?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981200" y="76581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ngắn?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0668000" y="25908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0668000" y="72390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 luôn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phân.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423f2c-a16f-44ac-8634-0a0aae2b64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12954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khóa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770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8400" dirty="0"/>
          </a:p>
        </p:txBody>
      </p:sp>
      <p:sp>
        <p:nvSpPr>
          <p:cNvPr id="12" name="Text 10"/>
          <p:cNvSpPr/>
          <p:nvPr/>
        </p:nvSpPr>
        <p:spPr>
          <a:xfrm>
            <a:off x="68580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580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396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206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206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CNN</a:t>
            </a:r>
            <a:endParaRPr lang="en-US" sz="8400" dirty="0"/>
          </a:p>
        </p:txBody>
      </p:sp>
      <p:sp>
        <p:nvSpPr>
          <p:cNvPr id="17" name="Text 15"/>
          <p:cNvSpPr/>
          <p:nvPr/>
        </p:nvSpPr>
        <p:spPr>
          <a:xfrm>
            <a:off x="124206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Convolutional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Neural</a:t>
            </a:r>
            <a:r>
              <a:rPr lang="en-US" sz="21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4206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chập: dùng phép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6648450"/>
            <a:ext cx="164592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6858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39404790-254771987"/>
          <p:cNvSpPr/>
          <p:nvPr/>
        </p:nvSpPr>
        <p:spPr>
          <a:xfrm>
            <a:off x="1295400" y="729615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zlib,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95400" y="838200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14ad5dd-cf75-4574-b3b3-be548b1baf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2026-10-19T14:33:56Z</dcterms:created>
  <dcterms:modified xsi:type="dcterms:W3CDTF">2026-10-19T14:33:56Z</dcterms:modified>
</cp:coreProperties>
</file>