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37338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Quản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nhạy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 thống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381625"/>
            <a:ext cx="95250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85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rồi,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8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85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850" dirty="0"/>
          </a:p>
        </p:txBody>
      </p:sp>
      <p:sp>
        <p:nvSpPr>
          <p:cNvPr id="5" name="Connector line-1792334354567-147475910"/>
          <p:cNvSpPr/>
          <p:nvPr/>
        </p:nvSpPr>
        <p:spPr>
          <a:xfrm>
            <a:off x="914400" y="7429500"/>
            <a:ext cx="128397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72400"/>
            <a:ext cx="400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4200" dirty="0" spc="-3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42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lộ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847725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</a:t>
            </a:r>
            <a:r>
              <a:rPr lang="en-US" sz="1800" dirty="0" spc="-1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0" y="7772400"/>
            <a:ext cx="400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4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42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334000" y="847725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DEK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600" y="7772400"/>
            <a:ext cx="400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420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753600" y="847725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334750" y="22098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650" b="1" spc="20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CHỒNG</a:t>
            </a: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715750" y="2667000"/>
            <a:ext cx="4572000" cy="4572000"/>
          </a:xfrm>
          <a:prstGeom prst="ellipse">
            <a:avLst/>
          </a:prstGeom>
          <a:noFill/>
          <a:ln w="47625">
            <a:solidFill>
              <a:srgbClr val="7C93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96750" y="3048000"/>
            <a:ext cx="3810000" cy="3810000"/>
          </a:xfrm>
          <a:prstGeom prst="ellipse">
            <a:avLst/>
          </a:prstGeom>
          <a:noFill/>
          <a:ln w="47625">
            <a:solidFill>
              <a:srgbClr val="7C93FF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477750" y="3429000"/>
            <a:ext cx="3048000" cy="3048000"/>
          </a:xfrm>
          <a:prstGeom prst="ellipse">
            <a:avLst/>
          </a:prstGeom>
          <a:noFill/>
          <a:ln w="47625">
            <a:solidFill>
              <a:srgbClr val="7C93FF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58750" y="3810000"/>
            <a:ext cx="2286000" cy="2286000"/>
          </a:xfrm>
          <a:prstGeom prst="ellipse">
            <a:avLst/>
          </a:prstGeom>
          <a:noFill/>
          <a:ln w="47625">
            <a:solidFill>
              <a:srgbClr val="7C93FF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39750" y="4191000"/>
            <a:ext cx="1524000" cy="1524000"/>
          </a:xfrm>
          <a:prstGeom prst="ellipse">
            <a:avLst/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35000" y="4810125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18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839825" y="2505075"/>
            <a:ext cx="323850" cy="3238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0" y="2524125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839825" y="2886075"/>
            <a:ext cx="323850" cy="3238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0" y="2905125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3839825" y="3267075"/>
            <a:ext cx="323850" cy="3238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0" y="3286125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839825" y="3648075"/>
            <a:ext cx="323850" cy="3238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0" y="3667125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3839825" y="4029075"/>
            <a:ext cx="323850" cy="3238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0" y="4048125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6059150" y="6438900"/>
            <a:ext cx="266700" cy="266700"/>
          </a:xfrm>
          <a:prstGeom prst="ellipse">
            <a:avLst/>
          </a:prstGeom>
          <a:noFill/>
          <a:ln w="47625">
            <a:solidFill>
              <a:srgbClr val="FFB454"/>
            </a:solidFill>
            <a:prstDash val="solid"/>
          </a:ln>
        </p:spPr>
      </p:sp>
      <p:sp>
        <p:nvSpPr>
          <p:cNvPr id="31" name="Connector line-1792334354617-936360220"/>
          <p:cNvSpPr/>
          <p:nvPr/>
        </p:nvSpPr>
        <p:spPr>
          <a:xfrm>
            <a:off x="16325850" y="6572250"/>
            <a:ext cx="5905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32" name="Connector line-1792334354617-257857696"/>
          <p:cNvSpPr/>
          <p:nvPr/>
        </p:nvSpPr>
        <p:spPr>
          <a:xfrm>
            <a:off x="16725900" y="6572250"/>
            <a:ext cx="0" cy="1714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33" name="Connector line-1792334354617-641134504"/>
          <p:cNvSpPr/>
          <p:nvPr/>
        </p:nvSpPr>
        <p:spPr>
          <a:xfrm>
            <a:off x="16859250" y="6572250"/>
            <a:ext cx="0" cy="1333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15430500" y="6896100"/>
            <a:ext cx="200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 nằm</a:t>
            </a:r>
            <a:r>
              <a:rPr lang="en-US" sz="180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8799c854-c744-46a3-97b3-a4680d2bab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72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lọt</a:t>
            </a: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114550" y="25527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6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334500" y="25527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2914650"/>
            <a:ext cx="16459200" cy="102870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31051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114550" y="2914650"/>
            <a:ext cx="6096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700" dirty="0"/>
          </a:p>
        </p:txBody>
      </p:sp>
      <p:sp>
        <p:nvSpPr>
          <p:cNvPr id="9" name="Connector line-1792334404904-446112536"/>
          <p:cNvSpPr/>
          <p:nvPr/>
        </p:nvSpPr>
        <p:spPr>
          <a:xfrm>
            <a:off x="8382000" y="3429000"/>
            <a:ext cx="6667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0" name="Text 8"/>
          <p:cNvSpPr/>
          <p:nvPr/>
        </p:nvSpPr>
        <p:spPr>
          <a:xfrm>
            <a:off x="9334500" y="2914650"/>
            <a:ext cx="7810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TLS,</a:t>
            </a:r>
            <a:r>
              <a:rPr lang="en-US" sz="255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SSL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4057650"/>
            <a:ext cx="16459200" cy="102870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9200" y="42481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114550" y="4057650"/>
            <a:ext cx="6096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700" dirty="0"/>
          </a:p>
        </p:txBody>
      </p:sp>
      <p:sp>
        <p:nvSpPr>
          <p:cNvPr id="14" name="Connector line-1792334404917-449127546"/>
          <p:cNvSpPr/>
          <p:nvPr/>
        </p:nvSpPr>
        <p:spPr>
          <a:xfrm>
            <a:off x="8382000" y="4572000"/>
            <a:ext cx="6667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9334500" y="4057650"/>
            <a:ext cx="7810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AES-GCM</a:t>
            </a:r>
            <a:r>
              <a:rPr lang="en-US" sz="255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550" dirty="0" spc="-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55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2550" dirty="0" spc="6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5200650"/>
            <a:ext cx="16459200" cy="102870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9200" y="53911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14550" y="533400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bản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14550" y="582930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log,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20" name="Connector line-1792334404960-14188999"/>
          <p:cNvSpPr/>
          <p:nvPr/>
        </p:nvSpPr>
        <p:spPr>
          <a:xfrm>
            <a:off x="8382000" y="5715000"/>
            <a:ext cx="6667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1" name="Text 19"/>
          <p:cNvSpPr/>
          <p:nvPr/>
        </p:nvSpPr>
        <p:spPr>
          <a:xfrm>
            <a:off x="9334500" y="5200650"/>
            <a:ext cx="7810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bỏ,</a:t>
            </a:r>
            <a:r>
              <a:rPr lang="en-US" sz="25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che hoặc</a:t>
            </a:r>
            <a:r>
              <a:rPr lang="en-US" sz="2550" dirty="0" spc="-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6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550" dirty="0" spc="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-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chép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14400" y="6343650"/>
            <a:ext cx="16459200" cy="102870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9200" y="65341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2114550" y="6343650"/>
            <a:ext cx="6096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700" dirty="0"/>
          </a:p>
        </p:txBody>
      </p:sp>
      <p:sp>
        <p:nvSpPr>
          <p:cNvPr id="25" name="Connector line-1792334404978-968831014"/>
          <p:cNvSpPr/>
          <p:nvPr/>
        </p:nvSpPr>
        <p:spPr>
          <a:xfrm>
            <a:off x="8382000" y="6858000"/>
            <a:ext cx="6667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6" name="Text 24"/>
          <p:cNvSpPr/>
          <p:nvPr/>
        </p:nvSpPr>
        <p:spPr>
          <a:xfrm>
            <a:off x="9334500" y="6343650"/>
            <a:ext cx="7810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quyền</a:t>
            </a:r>
            <a:r>
              <a:rPr lang="en-US" sz="2550" dirty="0" spc="-1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r>
              <a:rPr lang="en-US" sz="25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thiểu</a:t>
            </a:r>
            <a:r>
              <a:rPr lang="en-US" sz="25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55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55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550" dirty="0" spc="-2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14400" y="7486650"/>
            <a:ext cx="16459200" cy="102870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9200" y="76771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2114550" y="7486650"/>
            <a:ext cx="6096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700" dirty="0"/>
          </a:p>
        </p:txBody>
      </p:sp>
      <p:sp>
        <p:nvSpPr>
          <p:cNvPr id="30" name="Connector line-1792334405020-455476919"/>
          <p:cNvSpPr/>
          <p:nvPr/>
        </p:nvSpPr>
        <p:spPr>
          <a:xfrm>
            <a:off x="8382000" y="8001000"/>
            <a:ext cx="6667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31" name="Text 29"/>
          <p:cNvSpPr/>
          <p:nvPr/>
        </p:nvSpPr>
        <p:spPr>
          <a:xfrm>
            <a:off x="9334500" y="7486650"/>
            <a:ext cx="7810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 hồi ·</a:t>
            </a:r>
            <a:r>
              <a:rPr lang="en-US" sz="2550" dirty="0" spc="-2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xoay</a:t>
            </a:r>
            <a:r>
              <a:rPr lang="en-US" sz="255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5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550" dirty="0" spc="-2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55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-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5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endParaRPr lang="en-US" sz="2550" dirty="0"/>
          </a:p>
        </p:txBody>
      </p:sp>
      <p:sp>
        <p:nvSpPr>
          <p:cNvPr id="32" name="Connector line-1792334405030-92853448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e7e5c6b4-cc19-4385-ac91-6d65996950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5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TLS,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dùng</a:t>
            </a:r>
            <a:r>
              <a:rPr lang="en-US" sz="7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SSL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209925"/>
            <a:ext cx="2857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trình</a:t>
            </a: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516100" y="3209925"/>
            <a:ext cx="2857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2400" dirty="0"/>
          </a:p>
        </p:txBody>
      </p:sp>
      <p:sp>
        <p:nvSpPr>
          <p:cNvPr id="6" name="Connector line-1792334445624-660377117"/>
          <p:cNvSpPr/>
          <p:nvPr/>
        </p:nvSpPr>
        <p:spPr>
          <a:xfrm>
            <a:off x="3771900" y="3829050"/>
            <a:ext cx="107442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515350" y="3200400"/>
            <a:ext cx="1257300" cy="1257300"/>
          </a:xfrm>
          <a:prstGeom prst="ellipse">
            <a:avLst/>
          </a:prstGeom>
          <a:solidFill>
            <a:srgbClr val="14161C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2550" y="3448050"/>
            <a:ext cx="342900" cy="323850"/>
          </a:xfrm>
          <a:custGeom>
            <a:avLst/>
            <a:gdLst/>
            <a:ahLst/>
            <a:cxnLst/>
            <a:rect l="l" t="t" r="r" b="b"/>
            <a:pathLst>
              <a:path w="342900" h="323850">
                <a:moveTo>
                  <a:pt x="0" y="323850"/>
                </a:move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ubicBezTo>
                  <a:pt x="266139" y="0"/>
                  <a:pt x="342900" y="76761"/>
                  <a:pt x="342900" y="171450"/>
                </a:cubicBezTo>
                <a:lnTo>
                  <a:pt x="342900" y="323850"/>
                </a:lnTo>
              </a:path>
            </a:pathLst>
          </a:custGeom>
          <a:ln w="66675">
            <a:solidFill>
              <a:srgbClr val="7C9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39200" y="3771900"/>
            <a:ext cx="609600" cy="457200"/>
          </a:xfrm>
          <a:prstGeom prst="roundRect">
            <a:avLst>
              <a:gd name="adj" fmla="val 18750"/>
            </a:avLst>
          </a:prstGeom>
          <a:solidFill>
            <a:srgbClr val="7C93FF"/>
          </a:solidFill>
          <a:ln/>
        </p:spPr>
      </p:sp>
      <p:sp>
        <p:nvSpPr>
          <p:cNvPr id="10" name="Shape 8"/>
          <p:cNvSpPr/>
          <p:nvPr/>
        </p:nvSpPr>
        <p:spPr>
          <a:xfrm>
            <a:off x="9086850" y="388620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9115425" y="3962400"/>
            <a:ext cx="57150" cy="133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5334000" y="46291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pPr algn="ctr" indent="0" marL="0">
              <a:buNone/>
            </a:pP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mã</a:t>
            </a:r>
            <a:r>
              <a:rPr lang="en-US" sz="21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2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5429250"/>
            <a:ext cx="388620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1100" y="5695950"/>
            <a:ext cx="123825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8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81100" y="6305550"/>
            <a:ext cx="335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181100" y="7029450"/>
            <a:ext cx="33528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mặc</a:t>
            </a:r>
            <a:r>
              <a:rPr lang="en-US" sz="2100" dirty="0" spc="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105400" y="5429250"/>
            <a:ext cx="388620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2100" y="5695950"/>
            <a:ext cx="123825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8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72100" y="6305550"/>
            <a:ext cx="335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1.2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5372100" y="7029450"/>
            <a:ext cx="33528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296400" y="5429250"/>
            <a:ext cx="388620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63100" y="5695950"/>
            <a:ext cx="1238250" cy="419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3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563100" y="6305550"/>
            <a:ext cx="335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r>
              <a:rPr lang="en-US" sz="3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1.0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1.1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563100" y="7029450"/>
            <a:ext cx="33528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21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3487400" y="5429250"/>
            <a:ext cx="388620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54100" y="569595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b="1" spc="15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754100" y="6305550"/>
            <a:ext cx="335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SSL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13754100" y="7029450"/>
            <a:ext cx="33528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10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nghiêm</a:t>
            </a:r>
            <a:r>
              <a:rPr lang="en-US" sz="21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14400" y="83820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“SSL”: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cấu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TLS.</a:t>
            </a:r>
            <a:endParaRPr lang="en-US" sz="2250" dirty="0"/>
          </a:p>
        </p:txBody>
      </p:sp>
      <p:sp>
        <p:nvSpPr>
          <p:cNvPr id="30" name="Connector line-1792334445679-87655323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 03/10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0bff7161-62df-4ead-b3d5-439d22d4ce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5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950" b="1" spc="3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khóa: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DEK</a:t>
            </a:r>
            <a:r>
              <a:rPr lang="en-US" sz="72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KEK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4095750"/>
          </a:xfrm>
          <a:prstGeom prst="roundRect">
            <a:avLst>
              <a:gd name="adj" fmla="val 651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8250" y="3048000"/>
            <a:ext cx="3810000" cy="3048000"/>
          </a:xfrm>
          <a:prstGeom prst="roundRect">
            <a:avLst>
              <a:gd name="adj" fmla="val 6875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6850" y="32385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524000" y="3905250"/>
            <a:ext cx="3238500" cy="1428750"/>
          </a:xfrm>
          <a:prstGeom prst="roundRect">
            <a:avLst>
              <a:gd name="adj" fmla="val 14667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0576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KEK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524000" y="487680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dirty="0" spc="-1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 khóa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5572125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két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048500" y="3048000"/>
            <a:ext cx="10039350" cy="3048000"/>
          </a:xfrm>
          <a:prstGeom prst="roundRect">
            <a:avLst>
              <a:gd name="adj" fmla="val 6875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7100" y="323850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CẠNH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6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524750" y="3905250"/>
            <a:ext cx="3238500" cy="1428750"/>
          </a:xfrm>
          <a:prstGeom prst="roundRect">
            <a:avLst>
              <a:gd name="adj" fmla="val 14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24750" y="40576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DEK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524750" y="487680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KEK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239750" y="3905250"/>
            <a:ext cx="3524250" cy="1428750"/>
          </a:xfrm>
          <a:prstGeom prst="roundRect">
            <a:avLst>
              <a:gd name="adj" fmla="val 14667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3239750" y="4095750"/>
            <a:ext cx="3524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239750" y="487680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DEK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77100" y="5572125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DEK</a:t>
            </a:r>
            <a:r>
              <a:rPr lang="en-US" sz="18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 dữ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20" name="Connector line-1792334506275-444048607"/>
          <p:cNvSpPr/>
          <p:nvPr/>
        </p:nvSpPr>
        <p:spPr>
          <a:xfrm>
            <a:off x="4819650" y="4619625"/>
            <a:ext cx="26479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810125" y="41529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18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1800" dirty="0" spc="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DEK</a:t>
            </a:r>
            <a:endParaRPr lang="en-US" sz="1800" dirty="0"/>
          </a:p>
        </p:txBody>
      </p:sp>
      <p:sp>
        <p:nvSpPr>
          <p:cNvPr id="22" name="Connector line-1792334506277-917810258"/>
          <p:cNvSpPr/>
          <p:nvPr/>
        </p:nvSpPr>
        <p:spPr>
          <a:xfrm>
            <a:off x="10820400" y="4619625"/>
            <a:ext cx="23622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763250" y="41529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18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1800" dirty="0" spc="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180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8250" y="6305550"/>
            <a:ext cx="152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Kẻ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hai.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14400" y="7124700"/>
            <a:ext cx="6667500" cy="17145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26" name="Text 24"/>
          <p:cNvSpPr/>
          <p:nvPr/>
        </p:nvSpPr>
        <p:spPr>
          <a:xfrm>
            <a:off x="1219200" y="7315200"/>
            <a:ext cx="609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AES-GCM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219200" y="794385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128 bit,</a:t>
            </a:r>
            <a:r>
              <a:rPr lang="en-US" sz="21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256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21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7886700" y="7124700"/>
            <a:ext cx="9486900" cy="171450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/>
        </p:spPr>
      </p:sp>
      <p:sp>
        <p:nvSpPr>
          <p:cNvPr id="29" name="Text 27"/>
          <p:cNvSpPr/>
          <p:nvPr/>
        </p:nvSpPr>
        <p:spPr>
          <a:xfrm>
            <a:off x="8191500" y="73152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91500" y="7734300"/>
            <a:ext cx="8858250" cy="952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GCM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endParaRPr lang="en-US" sz="2850" dirty="0"/>
          </a:p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 khóa</a:t>
            </a:r>
            <a:endParaRPr lang="en-US" sz="2850" dirty="0"/>
          </a:p>
        </p:txBody>
      </p:sp>
      <p:sp>
        <p:nvSpPr>
          <p:cNvPr id="31" name="Connector line-1792334506302-41845400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8f93faeb-2758-4232-b3ea-635c144d1d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5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6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b="1" spc="29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spc="27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Log,</a:t>
            </a:r>
            <a:r>
              <a:rPr lang="en-US" sz="72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72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xuất,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môi</a:t>
            </a:r>
            <a:r>
              <a:rPr lang="en-US" sz="72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6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6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4000500" cy="762000"/>
          </a:xfrm>
          <a:prstGeom prst="roundRect">
            <a:avLst>
              <a:gd name="adj" fmla="val 275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log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152900"/>
            <a:ext cx="4000500" cy="762000"/>
          </a:xfrm>
          <a:prstGeom prst="roundRect">
            <a:avLst>
              <a:gd name="adj" fmla="val 275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tệp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105400"/>
            <a:ext cx="4000500" cy="762000"/>
          </a:xfrm>
          <a:prstGeom prst="roundRect">
            <a:avLst>
              <a:gd name="adj" fmla="val 275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môi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endParaRPr lang="en-US" sz="2400" dirty="0"/>
          </a:p>
        </p:txBody>
      </p:sp>
      <p:sp>
        <p:nvSpPr>
          <p:cNvPr id="8" name="Connector line-1792334542198-664899209"/>
          <p:cNvSpPr/>
          <p:nvPr/>
        </p:nvSpPr>
        <p:spPr>
          <a:xfrm>
            <a:off x="5295900" y="4533900"/>
            <a:ext cx="17145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10150" y="401955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trước</a:t>
            </a:r>
            <a:r>
              <a:rPr lang="en-US" sz="1800" dirty="0" spc="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180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chép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29500" y="27813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650" b="1" spc="13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429500" y="32004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bỏ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hẳn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29750" y="3200400"/>
            <a:ext cx="238125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che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(mask)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001500" y="3200400"/>
            <a:ext cx="20955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sạch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29500" y="407670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băm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48750" y="40767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429500" y="5048250"/>
            <a:ext cx="9944100" cy="857250"/>
          </a:xfrm>
          <a:prstGeom prst="rect">
            <a:avLst/>
          </a:prstGeom>
          <a:noFill/>
          <a:ln/>
        </p:spPr>
        <p:txBody>
          <a:bodyPr wrap="square" lIns="0" tIns="1334" rIns="0" bIns="-1334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nhân: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xóa,</a:t>
            </a:r>
            <a:r>
              <a:rPr lang="en-US" sz="210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xáo</a:t>
            </a:r>
            <a:r>
              <a:rPr lang="en-US" sz="21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trộn,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100" dirty="0"/>
          </a:p>
          <a:p>
            <a:pPr algn="l" indent="0" marL="0">
              <a:lnSpc>
                <a:spcPts val="3045"/>
              </a:lnSpc>
              <a:buNone/>
            </a:pP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6438900"/>
            <a:ext cx="16459200" cy="2438400"/>
          </a:xfrm>
          <a:prstGeom prst="roundRect">
            <a:avLst>
              <a:gd name="adj" fmla="val 1093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66675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b="1" spc="19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95400" y="7086600"/>
            <a:ext cx="5334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3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2,8</a:t>
            </a:r>
            <a:r>
              <a:rPr lang="en-US" sz="82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8250" dirty="0"/>
          </a:p>
        </p:txBody>
      </p:sp>
      <p:sp>
        <p:nvSpPr>
          <p:cNvPr id="20" name="Text 18"/>
          <p:cNvSpPr/>
          <p:nvPr/>
        </p:nvSpPr>
        <p:spPr>
          <a:xfrm>
            <a:off x="1295400" y="8382000"/>
            <a:ext cx="533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1800" dirty="0"/>
          </a:p>
        </p:txBody>
      </p:sp>
      <p:sp>
        <p:nvSpPr>
          <p:cNvPr id="21" name="Connector line-1792334542227-536435941"/>
          <p:cNvSpPr/>
          <p:nvPr/>
        </p:nvSpPr>
        <p:spPr>
          <a:xfrm>
            <a:off x="6858000" y="6819900"/>
            <a:ext cx="0" cy="167640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7239000" y="6743700"/>
            <a:ext cx="9810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33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 chữ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33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7239000" y="7524750"/>
            <a:ext cx="9810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0000000,</a:t>
            </a:r>
            <a:r>
              <a:rPr lang="en-US" sz="2400" dirty="0" spc="-3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4.829.176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239000" y="8077200"/>
            <a:ext cx="981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SHA-256 là</a:t>
            </a:r>
            <a:r>
              <a:rPr lang="en-US" sz="19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9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nhanh:</a:t>
            </a:r>
            <a:r>
              <a:rPr lang="en-US" sz="19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</a:t>
            </a:r>
            <a:r>
              <a:rPr lang="en-US" sz="195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19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19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1950" dirty="0"/>
          </a:p>
        </p:txBody>
      </p:sp>
      <p:sp>
        <p:nvSpPr>
          <p:cNvPr id="25" name="Connector line-1792334542235-49565419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5ad47a32-4d2e-4021-b897-ae259f6d2d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620250" cy="333375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4450" y="300990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RBAC:</a:t>
            </a:r>
            <a:r>
              <a:rPr lang="en-US" sz="1650" b="1" spc="23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650" b="1" spc="22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b="1" spc="1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650" b="1" spc="2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14450" y="3581400"/>
            <a:ext cx="3048000" cy="104775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dùng,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250" dirty="0"/>
          </a:p>
        </p:txBody>
      </p:sp>
      <p:sp>
        <p:nvSpPr>
          <p:cNvPr id="7" name="Connector line-1792334603678-570017917"/>
          <p:cNvSpPr/>
          <p:nvPr/>
        </p:nvSpPr>
        <p:spPr>
          <a:xfrm>
            <a:off x="4438650" y="4105275"/>
            <a:ext cx="666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181600" y="3581400"/>
            <a:ext cx="2000250" cy="104775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vai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</a:t>
            </a:r>
            <a:endParaRPr lang="en-US" sz="2400" dirty="0"/>
          </a:p>
        </p:txBody>
      </p:sp>
      <p:sp>
        <p:nvSpPr>
          <p:cNvPr id="9" name="Connector line-1792334603681-478048502"/>
          <p:cNvSpPr/>
          <p:nvPr/>
        </p:nvSpPr>
        <p:spPr>
          <a:xfrm>
            <a:off x="7258050" y="4105275"/>
            <a:ext cx="666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001000" y="3581400"/>
            <a:ext cx="2000250" cy="104775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quyền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314450" y="5048250"/>
            <a:ext cx="8686800" cy="762000"/>
          </a:xfrm>
          <a:prstGeom prst="roundRect">
            <a:avLst>
              <a:gd name="adj" fmla="val 25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5200650"/>
            <a:ext cx="457200" cy="4572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Connector line-1792334603683-141084158"/>
          <p:cNvSpPr/>
          <p:nvPr/>
        </p:nvSpPr>
        <p:spPr>
          <a:xfrm>
            <a:off x="1714500" y="5334000"/>
            <a:ext cx="190500" cy="1905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4" name="Connector line-1792334603683-58150896"/>
          <p:cNvSpPr/>
          <p:nvPr/>
        </p:nvSpPr>
        <p:spPr>
          <a:xfrm flipH="1">
            <a:off x="1714500" y="5334000"/>
            <a:ext cx="190500" cy="1905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2209800" y="504825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 mặc</a:t>
            </a:r>
            <a:r>
              <a:rPr lang="en-US" sz="24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839450" y="2762250"/>
            <a:ext cx="6534150" cy="333375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11144250" y="30099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1650" b="1" spc="20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650" b="1" spc="23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650" b="1" spc="20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6173450" y="3962400"/>
            <a:ext cx="457200" cy="457200"/>
          </a:xfrm>
          <a:prstGeom prst="ellipse">
            <a:avLst/>
          </a:prstGeom>
          <a:noFill/>
          <a:ln w="66675">
            <a:solidFill>
              <a:srgbClr val="B45309"/>
            </a:solidFill>
            <a:prstDash val="solid"/>
          </a:ln>
        </p:spPr>
      </p:sp>
      <p:sp>
        <p:nvSpPr>
          <p:cNvPr id="19" name="Connector line-1792334603689-69627821"/>
          <p:cNvSpPr/>
          <p:nvPr/>
        </p:nvSpPr>
        <p:spPr>
          <a:xfrm>
            <a:off x="16630650" y="4191000"/>
            <a:ext cx="419100" cy="0"/>
          </a:xfrm>
          <a:prstGeom prst="line">
            <a:avLst/>
          </a:prstGeom>
          <a:noFill/>
          <a:ln w="6667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20" name="Connector line-1792334603690-319252780"/>
          <p:cNvSpPr/>
          <p:nvPr/>
        </p:nvSpPr>
        <p:spPr>
          <a:xfrm>
            <a:off x="16916400" y="4191000"/>
            <a:ext cx="0" cy="209550"/>
          </a:xfrm>
          <a:prstGeom prst="line">
            <a:avLst/>
          </a:prstGeom>
          <a:noFill/>
          <a:ln w="6667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21" name="Text richtext-1792334603690-897486644"/>
          <p:cNvSpPr/>
          <p:nvPr/>
        </p:nvSpPr>
        <p:spPr>
          <a:xfrm>
            <a:off x="11144250" y="3657600"/>
            <a:ext cx="47625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8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Tốt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có: hệ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ghi lại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14400" y="6438900"/>
            <a:ext cx="16459200" cy="2381250"/>
          </a:xfrm>
          <a:prstGeom prst="roundRect">
            <a:avLst>
              <a:gd name="adj" fmla="val 112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5400" y="6896100"/>
            <a:ext cx="1143000" cy="104775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 1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3009900" y="6896100"/>
            <a:ext cx="1143000" cy="104775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4724400" y="6896100"/>
            <a:ext cx="1143000" cy="104775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438400" y="7181850"/>
            <a:ext cx="57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152900" y="7181850"/>
            <a:ext cx="57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295400" y="81534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cho 3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95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6858000" y="6819900"/>
            <a:ext cx="3619500" cy="4381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650" b="1" spc="13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650" b="1" spc="12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650" b="1" spc="13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858000" y="7429500"/>
            <a:ext cx="10191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36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kế,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 quy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858000" y="8153400"/>
            <a:ext cx="1019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Đòi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là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400" dirty="0"/>
          </a:p>
        </p:txBody>
      </p:sp>
      <p:sp>
        <p:nvSpPr>
          <p:cNvPr id="32" name="Connector line-1792334603726-68333928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495282f8-e8dc-4215-8674-c8475be6f6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5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Quyền</a:t>
            </a:r>
            <a:r>
              <a:rPr lang="en-US" sz="72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sống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24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1650" b="1" spc="23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1650" b="1" spc="21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0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b="1" spc="18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4400" y="312420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tạo</a:t>
            </a:r>
            <a:endParaRPr lang="en-US" sz="2250" dirty="0"/>
          </a:p>
        </p:txBody>
      </p:sp>
      <p:sp>
        <p:nvSpPr>
          <p:cNvPr id="6" name="Connector line-1792334663745-328933444"/>
          <p:cNvSpPr/>
          <p:nvPr/>
        </p:nvSpPr>
        <p:spPr>
          <a:xfrm>
            <a:off x="3543300" y="3429000"/>
            <a:ext cx="12192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7" name="Text 5"/>
          <p:cNvSpPr/>
          <p:nvPr/>
        </p:nvSpPr>
        <p:spPr>
          <a:xfrm>
            <a:off x="4914900" y="312420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xoay</a:t>
            </a:r>
            <a:endParaRPr lang="en-US" sz="2250" dirty="0"/>
          </a:p>
        </p:txBody>
      </p:sp>
      <p:sp>
        <p:nvSpPr>
          <p:cNvPr id="8" name="Connector line-1792334663747-991657398"/>
          <p:cNvSpPr/>
          <p:nvPr/>
        </p:nvSpPr>
        <p:spPr>
          <a:xfrm>
            <a:off x="7543800" y="3429000"/>
            <a:ext cx="12192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8915400" y="312420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</a:t>
            </a:r>
            <a:r>
              <a:rPr lang="en-US" sz="22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250" dirty="0"/>
          </a:p>
        </p:txBody>
      </p:sp>
      <p:sp>
        <p:nvSpPr>
          <p:cNvPr id="10" name="Connector line-1792334663749-46997833"/>
          <p:cNvSpPr/>
          <p:nvPr/>
        </p:nvSpPr>
        <p:spPr>
          <a:xfrm>
            <a:off x="11544300" y="3429000"/>
            <a:ext cx="1219200" cy="0"/>
          </a:xfrm>
          <a:prstGeom prst="line">
            <a:avLst/>
          </a:prstGeom>
          <a:noFill/>
          <a:ln w="38100">
            <a:solidFill>
              <a:srgbClr val="9A98A0"/>
            </a:solidFill>
            <a:prstDash val="solid"/>
            <a:headEnd type="none"/>
            <a:tailEnd type="triangle" w="lg" len="lg"/>
          </a:ln>
        </p:spPr>
      </p:sp>
      <p:sp>
        <p:nvSpPr>
          <p:cNvPr id="11" name="Text 9"/>
          <p:cNvSpPr/>
          <p:nvPr/>
        </p:nvSpPr>
        <p:spPr>
          <a:xfrm>
            <a:off x="12915900" y="312420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hết</a:t>
            </a:r>
            <a:r>
              <a:rPr lang="en-US" sz="22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4095750"/>
            <a:ext cx="5286375" cy="4762500"/>
          </a:xfrm>
          <a:prstGeom prst="roundRect">
            <a:avLst>
              <a:gd name="adj" fmla="val 52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1100" y="4343400"/>
            <a:ext cx="476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</a:t>
            </a:r>
            <a:r>
              <a:rPr lang="en-US" sz="33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33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181100" y="51435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lúc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81100" y="5467350"/>
            <a:ext cx="4752975" cy="457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8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1100" y="61531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81100" y="6477000"/>
            <a:ext cx="4752975" cy="4572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8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1800" dirty="0"/>
          </a:p>
        </p:txBody>
      </p:sp>
      <p:sp>
        <p:nvSpPr>
          <p:cNvPr id="18" name="Text richtext-1792334663761-410686813"/>
          <p:cNvSpPr/>
          <p:nvPr/>
        </p:nvSpPr>
        <p:spPr>
          <a:xfrm>
            <a:off x="1181100" y="7315200"/>
            <a:ext cx="4752975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2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6496050" y="4095750"/>
            <a:ext cx="5286375" cy="4762500"/>
          </a:xfrm>
          <a:prstGeom prst="roundRect">
            <a:avLst>
              <a:gd name="adj" fmla="val 52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2750" y="4343400"/>
            <a:ext cx="476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Xoay</a:t>
            </a:r>
            <a:r>
              <a:rPr lang="en-US" sz="33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6762750" y="5143500"/>
            <a:ext cx="1905000" cy="800100"/>
          </a:xfrm>
          <a:prstGeom prst="roundRect">
            <a:avLst>
              <a:gd name="adj" fmla="val 2381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KEK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22" name="Connector line-1792334663773-400895670"/>
          <p:cNvSpPr/>
          <p:nvPr/>
        </p:nvSpPr>
        <p:spPr>
          <a:xfrm>
            <a:off x="8743950" y="5543550"/>
            <a:ext cx="5334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353550" y="5143500"/>
            <a:ext cx="2133600" cy="800100"/>
          </a:xfrm>
          <a:prstGeom prst="roundRect">
            <a:avLst>
              <a:gd name="adj" fmla="val 2381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DEK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762750" y="6210300"/>
            <a:ext cx="4724400" cy="723900"/>
          </a:xfrm>
          <a:prstGeom prst="roundRect">
            <a:avLst>
              <a:gd name="adj" fmla="val 26316"/>
            </a:avLst>
          </a:prstGeom>
          <a:solidFill>
            <a:srgbClr val="2A2D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liệu: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19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endParaRPr lang="en-US" sz="1950" dirty="0"/>
          </a:p>
        </p:txBody>
      </p:sp>
      <p:sp>
        <p:nvSpPr>
          <p:cNvPr id="25" name="Text richtext-1792334663777-539808421"/>
          <p:cNvSpPr/>
          <p:nvPr/>
        </p:nvSpPr>
        <p:spPr>
          <a:xfrm>
            <a:off x="6762750" y="7315200"/>
            <a:ext cx="4752975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Xoay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KEK: chỉ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 lại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DEK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mã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 lại</a:t>
            </a:r>
            <a:r>
              <a:rPr lang="en-US" sz="22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2087225" y="4095750"/>
            <a:ext cx="5286375" cy="4762500"/>
          </a:xfrm>
          <a:prstGeom prst="roundRect">
            <a:avLst>
              <a:gd name="adj" fmla="val 5200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53925" y="4343400"/>
            <a:ext cx="476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Xóa</a:t>
            </a:r>
            <a:r>
              <a:rPr lang="en-US" sz="33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hết</a:t>
            </a:r>
            <a:r>
              <a:rPr lang="en-US" sz="33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12353925" y="5467350"/>
            <a:ext cx="323850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hạn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754350" y="5467350"/>
            <a:ext cx="1352550" cy="4953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353925" y="6153150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4859000" y="615315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quá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650" dirty="0"/>
          </a:p>
        </p:txBody>
      </p:sp>
      <p:sp>
        <p:nvSpPr>
          <p:cNvPr id="32" name="Text richtext-1792334663791-905178619"/>
          <p:cNvSpPr/>
          <p:nvPr/>
        </p:nvSpPr>
        <p:spPr>
          <a:xfrm>
            <a:off x="12353925" y="7315200"/>
            <a:ext cx="4752975" cy="1428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2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Log,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lưu: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250" dirty="0"/>
          </a:p>
        </p:txBody>
      </p:sp>
      <p:sp>
        <p:nvSpPr>
          <p:cNvPr id="33" name="Connector line-1792334663796-39728526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c2fd6904-72f4-43c0-8840-19a912aa78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2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2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mình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3009900"/>
            <a:ext cx="1428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1650" b="1" spc="21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19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650" b="1" spc="23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20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b="1" spc="19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650" b="1" spc="22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650" b="1" spc="24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219200" y="3543300"/>
            <a:ext cx="7696200" cy="1714500"/>
          </a:xfrm>
          <a:prstGeom prst="roundRect">
            <a:avLst>
              <a:gd name="adj" fmla="val 12222"/>
            </a:avLst>
          </a:prstGeom>
          <a:solidFill>
            <a:srgbClr val="14161C"/>
          </a:solidFill>
          <a:ln/>
        </p:spPr>
      </p:sp>
      <p:sp>
        <p:nvSpPr>
          <p:cNvPr id="7" name="Shape 5"/>
          <p:cNvSpPr/>
          <p:nvPr/>
        </p:nvSpPr>
        <p:spPr>
          <a:xfrm>
            <a:off x="1524000" y="4057650"/>
            <a:ext cx="685800" cy="685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Shape 6"/>
          <p:cNvSpPr/>
          <p:nvPr/>
        </p:nvSpPr>
        <p:spPr>
          <a:xfrm>
            <a:off x="1714500" y="4286250"/>
            <a:ext cx="323850" cy="247650"/>
          </a:xfrm>
          <a:custGeom>
            <a:avLst/>
            <a:gdLst/>
            <a:ahLst/>
            <a:cxnLst/>
            <a:rect l="l" t="t" r="r" b="b"/>
            <a:pathLst>
              <a:path w="323850" h="247650">
                <a:moveTo>
                  <a:pt x="0" y="133350"/>
                </a:moveTo>
                <a:lnTo>
                  <a:pt x="114300" y="247650"/>
                </a:lnTo>
                <a:lnTo>
                  <a:pt x="323850" y="0"/>
                </a:lnTo>
              </a:path>
            </a:pathLst>
          </a:custGeom>
          <a:ln w="76200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388620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cắp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514600" y="443865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2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20200" y="3543300"/>
            <a:ext cx="7886700" cy="1714500"/>
          </a:xfrm>
          <a:prstGeom prst="roundRect">
            <a:avLst>
              <a:gd name="adj" fmla="val 12222"/>
            </a:avLst>
          </a:prstGeom>
          <a:solidFill>
            <a:srgbClr val="14161C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0" y="4057650"/>
            <a:ext cx="685800" cy="6858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Connector line-1792334749543-266050755"/>
          <p:cNvSpPr/>
          <p:nvPr/>
        </p:nvSpPr>
        <p:spPr>
          <a:xfrm>
            <a:off x="9734550" y="4267200"/>
            <a:ext cx="266700" cy="266700"/>
          </a:xfrm>
          <a:prstGeom prst="line">
            <a:avLst/>
          </a:prstGeom>
          <a:noFill/>
          <a:ln w="762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4" name="Connector line-1792334749544-795218147"/>
          <p:cNvSpPr/>
          <p:nvPr/>
        </p:nvSpPr>
        <p:spPr>
          <a:xfrm flipH="1">
            <a:off x="9734550" y="4267200"/>
            <a:ext cx="266700" cy="266700"/>
          </a:xfrm>
          <a:prstGeom prst="line">
            <a:avLst/>
          </a:prstGeom>
          <a:noFill/>
          <a:ln w="762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515600" y="3886200"/>
            <a:ext cx="6381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Tấn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515600" y="4438650"/>
            <a:ext cx="638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6000750"/>
            <a:ext cx="5286375" cy="2476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0150" y="6324600"/>
            <a:ext cx="4714875" cy="952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6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27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27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200150" y="7086600"/>
            <a:ext cx="4714875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5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ai?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6496050" y="6000750"/>
            <a:ext cx="5286375" cy="2476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1800" y="6324600"/>
            <a:ext cx="4714875" cy="952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7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7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781800" y="7086600"/>
            <a:ext cx="4714875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hệ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lớp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hỏng.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87225" y="6000750"/>
            <a:ext cx="5286375" cy="2476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72975" y="6324600"/>
            <a:ext cx="4714875" cy="952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2372975" y="7086600"/>
            <a:ext cx="4714875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550" dirty="0" spc="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phạt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26" name="Connector line-1792334749563-7178193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b3cc2f19-b271-409b-8ead-92d7a83536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190625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Hở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72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39100" cy="2571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AES-GCM,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5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hở,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810250"/>
            <a:ext cx="8039100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5600700"/>
            <a:ext cx="3810000" cy="4191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7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650" b="1" spc="8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b="1" spc="7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650" b="1" spc="7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650" b="1" spc="7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1650" b="1" spc="86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19200" y="622935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b="1" spc="23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19200" y="6724650"/>
            <a:ext cx="3619500" cy="1809750"/>
          </a:xfrm>
          <a:prstGeom prst="roundRect">
            <a:avLst>
              <a:gd name="adj" fmla="val 11579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69532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447800" y="76200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AES-GCM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43500" y="6724650"/>
            <a:ext cx="3543300" cy="1809750"/>
          </a:xfrm>
          <a:prstGeom prst="roundRect">
            <a:avLst>
              <a:gd name="adj" fmla="val 11579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2100" y="6953250"/>
            <a:ext cx="314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5410200" y="7696200"/>
            <a:ext cx="342900" cy="342900"/>
          </a:xfrm>
          <a:prstGeom prst="ellipse">
            <a:avLst/>
          </a:prstGeom>
          <a:noFill/>
          <a:ln w="57150">
            <a:solidFill>
              <a:srgbClr val="B45309"/>
            </a:solidFill>
            <a:prstDash val="solid"/>
          </a:ln>
        </p:spPr>
      </p:sp>
      <p:sp>
        <p:nvSpPr>
          <p:cNvPr id="14" name="Connector line-1792334817457-502736860"/>
          <p:cNvSpPr/>
          <p:nvPr/>
        </p:nvSpPr>
        <p:spPr>
          <a:xfrm>
            <a:off x="5753100" y="7867650"/>
            <a:ext cx="4381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5" name="Connector line-1792334817458-758018747"/>
          <p:cNvSpPr/>
          <p:nvPr/>
        </p:nvSpPr>
        <p:spPr>
          <a:xfrm>
            <a:off x="6057900" y="7867650"/>
            <a:ext cx="0" cy="15240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6" name="Connector line-1792334817458-89897910"/>
          <p:cNvSpPr/>
          <p:nvPr/>
        </p:nvSpPr>
        <p:spPr>
          <a:xfrm>
            <a:off x="6172200" y="7867650"/>
            <a:ext cx="0" cy="11430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419850" y="767715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chứa</a:t>
            </a:r>
            <a:r>
              <a:rPr lang="en-US" sz="22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0" y="914400"/>
            <a:ext cx="7848600" cy="7943850"/>
          </a:xfrm>
          <a:prstGeom prst="roundRect">
            <a:avLst>
              <a:gd name="adj" fmla="val 3398"/>
            </a:avLst>
          </a:prstGeom>
          <a:solidFill>
            <a:srgbClr val="1F3FD1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6000" y="1295400"/>
            <a:ext cx="685800" cy="685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96500" y="1524000"/>
            <a:ext cx="323850" cy="247650"/>
          </a:xfrm>
          <a:custGeom>
            <a:avLst/>
            <a:gdLst/>
            <a:ahLst/>
            <a:cxnLst/>
            <a:rect l="l" t="t" r="r" b="b"/>
            <a:pathLst>
              <a:path w="323850" h="247650">
                <a:moveTo>
                  <a:pt x="0" y="133350"/>
                </a:moveTo>
                <a:lnTo>
                  <a:pt x="114300" y="247650"/>
                </a:lnTo>
                <a:lnTo>
                  <a:pt x="323850" y="0"/>
                </a:lnTo>
              </a:path>
            </a:pathLst>
          </a:custGeom>
          <a:ln w="76200">
            <a:solidFill>
              <a:srgbClr val="1F3F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20400" y="14478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98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06000" y="23241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Lớp</a:t>
            </a:r>
            <a:r>
              <a:rPr lang="en-US" sz="37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“trong</a:t>
            </a:r>
            <a:r>
              <a:rPr lang="en-US" sz="37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37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lưu”</a:t>
            </a:r>
            <a:r>
              <a:rPr lang="en-US" sz="375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7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hở</a:t>
            </a:r>
            <a:endParaRPr lang="en-US" sz="3750" dirty="0"/>
          </a:p>
        </p:txBody>
      </p:sp>
      <p:sp>
        <p:nvSpPr>
          <p:cNvPr id="23" name="Text 21"/>
          <p:cNvSpPr/>
          <p:nvPr/>
        </p:nvSpPr>
        <p:spPr>
          <a:xfrm>
            <a:off x="9906000" y="3105150"/>
            <a:ext cx="714375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906000" y="45148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301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950" dirty="0"/>
          </a:p>
        </p:txBody>
      </p:sp>
      <p:sp>
        <p:nvSpPr>
          <p:cNvPr id="25" name="Text richtext-1792334817476-281723593"/>
          <p:cNvSpPr/>
          <p:nvPr/>
        </p:nvSpPr>
        <p:spPr>
          <a:xfrm>
            <a:off x="9906000" y="4991100"/>
            <a:ext cx="7143750" cy="3619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7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DEK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KEK,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KEK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khác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đọc,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ghi lại</a:t>
            </a:r>
            <a:endParaRPr lang="en-US" sz="2700" dirty="0"/>
          </a:p>
        </p:txBody>
      </p:sp>
      <p:sp>
        <p:nvSpPr>
          <p:cNvPr id="26" name="Connector line-1792334817491-12913580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eeb1794d-7983-4a1b-8d0c-c884a281e0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9337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43000" y="3638550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6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Transport</a:t>
            </a:r>
            <a:r>
              <a:rPr lang="en-US" sz="1650" dirty="0" spc="-2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Layer</a:t>
            </a:r>
            <a:r>
              <a:rPr lang="en-US" sz="1650" dirty="0" spc="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0005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05400" y="27622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0" y="29337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SSL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5334000" y="3638550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Secure</a:t>
            </a:r>
            <a:r>
              <a:rPr lang="en-US" sz="1650" dirty="0" spc="-12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Sockets</a:t>
            </a:r>
            <a:r>
              <a:rPr lang="en-US" sz="1650" dirty="0" spc="-2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Layer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0" y="40005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đời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TLS,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96400" y="27622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0" y="29337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AES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525000" y="3638550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Advanced</a:t>
            </a:r>
            <a:r>
              <a:rPr lang="en-US" sz="1650" dirty="0" spc="-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Encryption</a:t>
            </a:r>
            <a:r>
              <a:rPr lang="en-US" sz="1650" dirty="0" spc="-8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Standard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525000" y="40005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80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487400" y="27622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0" y="29337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GCM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3716000" y="3638550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Galois</a:t>
            </a:r>
            <a:r>
              <a:rPr lang="en-US" sz="1650" dirty="0" spc="-6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Counter</a:t>
            </a:r>
            <a:r>
              <a:rPr lang="en-US" sz="1650" dirty="0" spc="-3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Mode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716000" y="40005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495300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1244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DEK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143000" y="5829300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Data</a:t>
            </a:r>
            <a:r>
              <a:rPr lang="en-US" sz="1650" dirty="0" spc="-2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Encryption</a:t>
            </a:r>
            <a:r>
              <a:rPr lang="en-US" sz="1650" dirty="0" spc="-3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Key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43000" y="6191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05400" y="495300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34000" y="51244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KEK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5334000" y="5829300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4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Key</a:t>
            </a:r>
            <a:r>
              <a:rPr lang="en-US" sz="1650" dirty="0" spc="-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Encryption</a:t>
            </a:r>
            <a:r>
              <a:rPr lang="en-US" sz="1650" dirty="0" spc="-33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Key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334000" y="6191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 DEK,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khác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96400" y="495300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5000" y="51244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RBAC</a:t>
            </a:r>
            <a:endParaRPr lang="en-US" sz="3900" dirty="0"/>
          </a:p>
        </p:txBody>
      </p:sp>
      <p:sp>
        <p:nvSpPr>
          <p:cNvPr id="30" name="Text 28"/>
          <p:cNvSpPr/>
          <p:nvPr/>
        </p:nvSpPr>
        <p:spPr>
          <a:xfrm>
            <a:off x="9525000" y="5829300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Role-Based</a:t>
            </a:r>
            <a:r>
              <a:rPr lang="en-US" sz="1650" dirty="0" spc="-7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Access</a:t>
            </a:r>
            <a:r>
              <a:rPr lang="en-US" sz="1650" dirty="0" spc="-1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Control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25000" y="6191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8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8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487400" y="495300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0" y="51244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3900" dirty="0"/>
          </a:p>
        </p:txBody>
      </p:sp>
      <p:sp>
        <p:nvSpPr>
          <p:cNvPr id="34" name="Text 32"/>
          <p:cNvSpPr/>
          <p:nvPr/>
        </p:nvSpPr>
        <p:spPr>
          <a:xfrm>
            <a:off x="13716000" y="5829300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Secure</a:t>
            </a:r>
            <a:r>
              <a:rPr lang="en-US" sz="1650" dirty="0" spc="-3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Hash</a:t>
            </a:r>
            <a:r>
              <a:rPr lang="en-US" sz="1650" dirty="0" spc="0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Algorithm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3716000" y="6191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băm,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731520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14400" y="7696200"/>
            <a:ext cx="16459200" cy="800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5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sheets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3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pyca/cryptography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HashiCorp</a:t>
            </a:r>
            <a:r>
              <a:rPr lang="en-US" sz="210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Vault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CPython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ssl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1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914400" y="862965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39" name="Connector line-1792334895280-4023294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9" name="Shape 47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" y="97155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2860b0ed-222f-4d75-b4c6-f54c8ec074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2026-10-18T14:48:53Z</dcterms:created>
  <dcterms:modified xsi:type="dcterms:W3CDTF">2026-10-18T14:48:53Z</dcterms:modified>
</cp:coreProperties>
</file>