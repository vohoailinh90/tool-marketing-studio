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Netflix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ai?</a:t>
            </a:r>
            <a:endParaRPr lang="en-US" sz="3000" dirty="0"/>
          </a:p>
        </p:txBody>
      </p:sp>
      <p:sp>
        <p:nvSpPr>
          <p:cNvPr id="5" name="Connector line-1792382904326-56345255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100" dirty="0" spc="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Khối</a:t>
            </a:r>
            <a:r>
              <a:rPr lang="en-US" sz="315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31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3150" dirty="0" spc="-1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gộp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315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</a:t>
            </a:r>
            <a:r>
              <a:rPr lang="en-US" sz="3150" dirty="0" spc="-2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1676d8ad-98a8-45cb-97fe-2bff2be560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đoạn,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hỏi: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r>
              <a:rPr lang="en-US" sz="72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72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ai?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4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4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40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42ce2db-c6dc-4c74-a1be-ed66f26d9b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950" b="1" spc="28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195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khối</a:t>
            </a:r>
            <a:endParaRPr lang="en-US" sz="6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4000500"/>
                <a:gridCol w="1245870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Điều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Theo</a:t>
                      </a:r>
                      <a:r>
                        <a:rPr lang="en-US" sz="2400" b="1" dirty="0" spc="-6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0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Đóng</a:t>
                      </a:r>
                      <a:r>
                        <a:rPr lang="en-US" sz="2400" b="1" dirty="0" spc="-5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gói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Cả</a:t>
                      </a:r>
                      <a:r>
                        <a:rPr lang="en-US" sz="2400" dirty="0" spc="2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40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400" dirty="0" spc="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triển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khai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</a:t>
                      </a:r>
                      <a:r>
                        <a:rPr lang="en-US" sz="240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khối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Ví</a:t>
                      </a:r>
                      <a:r>
                        <a:rPr lang="en-US" sz="2400" b="1" dirty="0" spc="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4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r>
                        <a:rPr lang="en-US" sz="240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Java</a:t>
                      </a:r>
                      <a:r>
                        <a:rPr lang="en-US" sz="2400" dirty="0" spc="-4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WAR,</a:t>
                      </a:r>
                      <a:r>
                        <a:rPr lang="en-US" sz="24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2400" dirty="0" spc="2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40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40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Rails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Ai dùng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Phần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lớn công</a:t>
                      </a:r>
                      <a:r>
                        <a:rPr lang="en-US" sz="240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ty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khởi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nghiệp</a:t>
                      </a:r>
                      <a:r>
                        <a:rPr lang="en-US" sz="240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bắt</a:t>
                      </a:r>
                      <a:r>
                        <a:rPr lang="en-US" sz="240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đầu</a:t>
                      </a:r>
                      <a:r>
                        <a:rPr lang="en-US" sz="240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 03/10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af703a5-35fd-4df7-a35e-6d3a87bddb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950" b="1" spc="28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953000" cy="2286000"/>
          </a:xfrm>
          <a:prstGeom prst="roundRect">
            <a:avLst>
              <a:gd name="adj" fmla="val 13333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9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21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microservice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896600" y="29527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7600" y="31623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80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7600" y="35433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3000" dirty="0"/>
          </a:p>
        </p:txBody>
      </p:sp>
      <p:sp>
        <p:nvSpPr>
          <p:cNvPr id="10" name="Connector line-1792382907109-745981609"/>
          <p:cNvSpPr/>
          <p:nvPr/>
        </p:nvSpPr>
        <p:spPr>
          <a:xfrm flipV="1">
            <a:off x="5867400" y="3619500"/>
            <a:ext cx="5029200" cy="14287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896600" y="45720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77600" y="47815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80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77600" y="516255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3000" dirty="0"/>
          </a:p>
        </p:txBody>
      </p:sp>
      <p:sp>
        <p:nvSpPr>
          <p:cNvPr id="14" name="Connector line-1792382907114-257803846"/>
          <p:cNvSpPr/>
          <p:nvPr/>
        </p:nvSpPr>
        <p:spPr>
          <a:xfrm>
            <a:off x="5867400" y="5238750"/>
            <a:ext cx="5029200" cy="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0896600" y="61912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11277600" y="64008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NGHÌN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277600" y="67818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Lộ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30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endParaRPr lang="en-US" sz="3000" dirty="0"/>
          </a:p>
        </p:txBody>
      </p:sp>
      <p:sp>
        <p:nvSpPr>
          <p:cNvPr id="18" name="Connector line-1792382907119-885317543"/>
          <p:cNvSpPr/>
          <p:nvPr/>
        </p:nvSpPr>
        <p:spPr>
          <a:xfrm>
            <a:off x="5867400" y="5429250"/>
            <a:ext cx="5029200" cy="14287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4e01311-c7b0-47ff-9268-ef9dcd42dd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950" b="1" spc="28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màn</a:t>
            </a:r>
            <a:r>
              <a:rPr lang="en-US" sz="66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2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3300" dirty="0" spc="-7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300" dirty="0" spc="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3300" dirty="0" spc="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3300" dirty="0"/>
          </a:p>
        </p:txBody>
      </p:sp>
      <p:sp>
        <p:nvSpPr>
          <p:cNvPr id="7" name="Connector line-1792382907996-382502354"/>
          <p:cNvSpPr/>
          <p:nvPr/>
        </p:nvSpPr>
        <p:spPr>
          <a:xfrm>
            <a:off x="460057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191125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5534025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180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534025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 API</a:t>
            </a:r>
            <a:endParaRPr lang="en-US" sz="3300" dirty="0"/>
          </a:p>
        </p:txBody>
      </p:sp>
      <p:sp>
        <p:nvSpPr>
          <p:cNvPr id="11" name="Connector line-1792382908000-120402725"/>
          <p:cNvSpPr/>
          <p:nvPr/>
        </p:nvSpPr>
        <p:spPr>
          <a:xfrm>
            <a:off x="8877300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467850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10750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10750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Phim,</a:t>
            </a:r>
            <a:r>
              <a:rPr lang="en-US" sz="3300" dirty="0" spc="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3300" dirty="0" spc="6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xuất,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diễn viên</a:t>
            </a:r>
            <a:endParaRPr lang="en-US" sz="3300" dirty="0"/>
          </a:p>
        </p:txBody>
      </p:sp>
      <p:sp>
        <p:nvSpPr>
          <p:cNvPr id="15" name="Connector line-1792382908004-304156172"/>
          <p:cNvSpPr/>
          <p:nvPr/>
        </p:nvSpPr>
        <p:spPr>
          <a:xfrm>
            <a:off x="1315402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3744575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087475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087475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Nhận</a:t>
            </a:r>
            <a:r>
              <a:rPr lang="en-US" sz="3300" dirty="0" spc="-7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300" dirty="0" spc="-2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 của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</a:t>
            </a:r>
            <a:r>
              <a:rPr lang="en-US" sz="25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3ac0f821-1d2c-469d-bc0d-21fe2a0802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95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66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6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gộp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 khó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4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VẤN</a:t>
            </a:r>
            <a:r>
              <a:rPr lang="en-US" sz="1950" b="1" spc="22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Lớp</a:t>
            </a:r>
            <a:r>
              <a:rPr lang="en-US" sz="3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gộp</a:t>
            </a: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r>
              <a:rPr lang="en-US" sz="3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càng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r>
              <a:rPr lang="en-US" sz="3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triển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</a:t>
            </a:r>
            <a:r>
              <a:rPr lang="en-US" sz="195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FEDERATION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3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8dbdf83-2a96-4fcf-9793-193af2c58a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270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nào.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700" dirty="0" spc="-4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6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microservice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không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95fbdec2-586e-4d75-92f8-dbb6b01585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phim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F3DFB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250" dirty="0" spc="3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2250" dirty="0" spc="-10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gọi,</a:t>
            </a:r>
            <a:r>
              <a:rPr lang="en-US" sz="2250" dirty="0" spc="-1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5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250" dirty="0" spc="2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0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345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gộp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3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 sau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250" dirty="0" spc="-1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</a:t>
            </a:r>
            <a:r>
              <a:rPr lang="en-US" sz="2250" dirty="0" spc="-2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3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8aa02b8b-f196-44c3-b098-132b99fa79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 ĐỘNG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8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chậm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8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sẽ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69723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3a8d1bfd-e502-475c-9176-1b4683599b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lập</a:t>
                      </a:r>
                      <a:r>
                        <a:rPr lang="en-US" sz="2250" dirty="0" spc="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250" dirty="0" spc="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5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WAR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Web</a:t>
                      </a: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Application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Resource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tệp</a:t>
                      </a:r>
                      <a:r>
                        <a:rPr lang="en-US" sz="2250" dirty="0" spc="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đóng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gói</a:t>
                      </a:r>
                      <a:r>
                        <a:rPr lang="en-US" sz="2250" dirty="0" spc="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r>
                        <a:rPr lang="en-US" sz="2250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Java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Query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 GraphQL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915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334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7867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4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471d1b23-6fe9-4c47-9259-8ee6af2066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2026-10-19T04:09:49Z</dcterms:created>
  <dcterms:modified xsi:type="dcterms:W3CDTF">2026-10-19T04:09:49Z</dcterms:modified>
</cp:coreProperties>
</file>