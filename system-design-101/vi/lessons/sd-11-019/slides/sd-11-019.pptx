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ricolage Grotesque"/>
      <p:bold r:id="rId18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6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6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web: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không làm</a:t>
            </a:r>
            <a:r>
              <a:rPr lang="en-US" sz="66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ngã?</a:t>
            </a:r>
            <a:endParaRPr lang="en-US" sz="3000" dirty="0"/>
          </a:p>
        </p:txBody>
      </p:sp>
      <p:sp>
        <p:nvSpPr>
          <p:cNvPr id="5" name="Connector line-1792420444702-739584475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lại thế nào.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 spc="-36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Yêu</a:t>
            </a:r>
            <a:r>
              <a:rPr lang="en-US" sz="1904" b="1" dirty="0" spc="5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cầu</a:t>
            </a:r>
            <a:r>
              <a:rPr lang="en-US" sz="1904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lỗi</a:t>
            </a:r>
            <a:endParaRPr lang="en-US" sz="1904" dirty="0"/>
          </a:p>
        </p:txBody>
      </p:sp>
      <p:sp>
        <p:nvSpPr>
          <p:cNvPr id="9" name="Text 7"/>
          <p:cNvSpPr/>
          <p:nvPr/>
        </p:nvSpPr>
        <p:spPr>
          <a:xfrm>
            <a:off x="13335000" y="3810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5753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11" name="Connector line-1792420444727-173134455"/>
          <p:cNvSpPr/>
          <p:nvPr/>
        </p:nvSpPr>
        <p:spPr>
          <a:xfrm flipV="1">
            <a:off x="12439650" y="4171950"/>
            <a:ext cx="895350" cy="9715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Connector line-1792420444728-629245600"/>
          <p:cNvSpPr/>
          <p:nvPr/>
        </p:nvSpPr>
        <p:spPr>
          <a:xfrm>
            <a:off x="12439650" y="5143500"/>
            <a:ext cx="895350" cy="9715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7078da6b-2aef-49e5-a244-07a8647bd2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lại</a:t>
            </a:r>
            <a:r>
              <a:rPr lang="en-US" sz="34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4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4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4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4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45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4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4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ngã.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fcc7461f-7534-41ab-bb46-fe40fe7353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 TRÌNH</a:t>
            </a:r>
            <a:r>
              <a:rPr lang="en-US" sz="1800" b="1" spc="30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63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2476500" cy="24765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Mã</a:t>
            </a:r>
            <a:r>
              <a:rPr lang="en-US" sz="2700" b="1" dirty="0" spc="-4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trạng</a:t>
            </a:r>
            <a:r>
              <a:rPr lang="en-US" sz="2700" b="1" dirty="0" spc="3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thái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34000" y="3143250"/>
            <a:ext cx="120396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0" y="3143250"/>
            <a:ext cx="11334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4xx:</a:t>
            </a:r>
            <a:r>
              <a:rPr lang="en-US" sz="30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300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3000" b="1" dirty="0" spc="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334000" y="4762500"/>
            <a:ext cx="120396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4762500"/>
            <a:ext cx="11334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5xx: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334000" y="6381750"/>
            <a:ext cx="120396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6381750"/>
            <a:ext cx="11334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 tăng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dần,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ngẫu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3000" dirty="0"/>
          </a:p>
        </p:txBody>
      </p:sp>
      <p:sp>
        <p:nvSpPr>
          <p:cNvPr id="11" name="Connector line-1792420449320-910399039"/>
          <p:cNvSpPr/>
          <p:nvPr/>
        </p:nvSpPr>
        <p:spPr>
          <a:xfrm flipV="1">
            <a:off x="3390900" y="3810000"/>
            <a:ext cx="1943100" cy="1714500"/>
          </a:xfrm>
          <a:prstGeom prst="curvedConnector3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Connector line-1792420449321-246295983"/>
          <p:cNvSpPr/>
          <p:nvPr/>
        </p:nvSpPr>
        <p:spPr>
          <a:xfrm flipV="1">
            <a:off x="3390900" y="5429250"/>
            <a:ext cx="1943100" cy="95250"/>
          </a:xfrm>
          <a:prstGeom prst="curvedConnector3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420449321-120123837"/>
          <p:cNvSpPr/>
          <p:nvPr/>
        </p:nvSpPr>
        <p:spPr>
          <a:xfrm>
            <a:off x="3390900" y="5524500"/>
            <a:ext cx="1943100" cy="1524000"/>
          </a:xfrm>
          <a:prstGeom prst="curvedConnector3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40947c4-b9b8-4b71-90a5-fc319afbc0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b="1" spc="25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63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4290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Cầu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4290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850" dirty="0"/>
          </a:p>
        </p:txBody>
      </p:sp>
      <p:sp>
        <p:nvSpPr>
          <p:cNvPr id="7" name="Connector line-1792420450613-48718093"/>
          <p:cNvSpPr/>
          <p:nvPr/>
        </p:nvSpPr>
        <p:spPr>
          <a:xfrm>
            <a:off x="5486400" y="4143375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0450613-767030153"/>
          <p:cNvSpPr/>
          <p:nvPr/>
        </p:nvSpPr>
        <p:spPr>
          <a:xfrm>
            <a:off x="11430000" y="4143375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51911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Xô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ngắn.</a:t>
            </a:r>
            <a:r>
              <a:rPr lang="en-US" sz="22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Xô</a:t>
            </a:r>
            <a:r>
              <a:rPr lang="en-US" sz="22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rò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858000" y="51911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Đóng: cho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qua,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 Mở: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801600" y="51911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phần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72390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2A2E3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2390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Nửa</a:t>
            </a:r>
            <a:r>
              <a:rPr lang="en-US" sz="285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mở:</a:t>
            </a:r>
            <a:r>
              <a:rPr lang="en-US" sz="28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2850" dirty="0" spc="-2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850" dirty="0" spc="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8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8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thử;</a:t>
            </a:r>
            <a:r>
              <a:rPr lang="en-US" sz="285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ổn</a:t>
            </a:r>
            <a:r>
              <a:rPr lang="en-US" sz="28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</a:t>
            </a:r>
            <a:r>
              <a:rPr lang="en-US" sz="28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4792f34-44d8-4e6c-8e3b-289534cb31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85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nó</a:t>
            </a:r>
            <a:r>
              <a:rPr lang="en-US" sz="28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285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thấy</a:t>
            </a:r>
            <a:endParaRPr lang="en-US" sz="2850" dirty="0"/>
          </a:p>
        </p:txBody>
      </p:sp>
      <p:sp>
        <p:nvSpPr>
          <p:cNvPr id="7" name="Text richtext-1792420451711-688304838"/>
          <p:cNvSpPr/>
          <p:nvPr/>
        </p:nvSpPr>
        <p:spPr>
          <a:xfrm>
            <a:off x="13335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 làm áp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loãng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8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nó</a:t>
            </a:r>
            <a:r>
              <a:rPr lang="en-US" sz="285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8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endParaRPr lang="en-US" sz="2850" dirty="0"/>
          </a:p>
        </p:txBody>
      </p:sp>
      <p:sp>
        <p:nvSpPr>
          <p:cNvPr id="11" name="Text richtext-1792420451723-797015950"/>
          <p:cNvSpPr/>
          <p:nvPr/>
        </p:nvSpPr>
        <p:spPr>
          <a:xfrm>
            <a:off x="97917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cơn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thời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39240fc-961f-48be-821e-a5ddd2b746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33350" cy="2095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716250" cy="209550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6555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429</a:t>
            </a: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Retry-After</a:t>
            </a: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57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ngay?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16459200" cy="3619500"/>
          </a:xfrm>
          <a:prstGeom prst="roundRect">
            <a:avLst>
              <a:gd name="adj" fmla="val 7368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2959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45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45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45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45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giây.</a:t>
            </a:r>
            <a:endParaRPr lang="en-US" sz="4500" dirty="0"/>
          </a:p>
        </p:txBody>
      </p:sp>
      <p:sp>
        <p:nvSpPr>
          <p:cNvPr id="7" name="Text richtext-1792420453128-542096068"/>
          <p:cNvSpPr/>
          <p:nvPr/>
        </p:nvSpPr>
        <p:spPr>
          <a:xfrm>
            <a:off x="1333500" y="6381750"/>
            <a:ext cx="15621000" cy="1809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dirty="0" spc="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30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trùng: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7cd74d8-b64f-48d9-8f68-e1034ac547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1000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Ngẫu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1000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máy.</a:t>
            </a:r>
            <a:endParaRPr lang="en-US" sz="6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3291840"/>
                <a:gridCol w="2633472"/>
                <a:gridCol w="3950208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7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700" b="1" dirty="0" spc="-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Thành</a:t>
                      </a:r>
                      <a:r>
                        <a:rPr lang="en-US" sz="2700" b="1" dirty="0" spc="-9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Bỏ</a:t>
                      </a:r>
                      <a:r>
                        <a:rPr lang="en-US" sz="2700" b="1" dirty="0" spc="-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cuộc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9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Yêu</a:t>
                      </a:r>
                      <a:r>
                        <a:rPr lang="en-US" sz="2700" b="1" dirty="0" spc="-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 tới</a:t>
                      </a:r>
                      <a:r>
                        <a:rPr lang="en-US" sz="2700" b="1" dirty="0" spc="-1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700" b="1" dirty="0" spc="-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Cố</a:t>
                      </a:r>
                      <a:r>
                        <a:rPr lang="en-US" sz="2700" b="1" dirty="0" spc="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70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r>
                        <a:rPr lang="en-US" sz="270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nhịp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900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5400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Tăng</a:t>
                      </a:r>
                      <a:r>
                        <a:rPr lang="en-US" sz="27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dần,</a:t>
                      </a:r>
                      <a:r>
                        <a:rPr lang="en-US" sz="2700" b="1" dirty="0" spc="-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70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ngẫu</a:t>
                      </a:r>
                      <a:r>
                        <a:rPr lang="en-US" sz="27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900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5400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Tăng</a:t>
                      </a:r>
                      <a:r>
                        <a:rPr lang="en-US" sz="27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dần,</a:t>
                      </a:r>
                      <a:r>
                        <a:rPr lang="en-US" sz="2700" b="1" dirty="0" spc="-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70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ngẫu</a:t>
                      </a:r>
                      <a:r>
                        <a:rPr lang="en-US" sz="27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8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2747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hạt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hệ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f44e93c-693c-4113-b3a1-1ad7560f3f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336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pPr algn="l" indent="0" marL="0">
              <a:buNone/>
            </a:pPr>
            <a:r>
              <a:rPr lang="en-US" sz="255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(HyperText</a:t>
            </a:r>
            <a:r>
              <a:rPr lang="en-US" sz="255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Protocol):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72600" y="2286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286000"/>
            <a:ext cx="733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3337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3333750"/>
            <a:ext cx="733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</a:t>
            </a: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43815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381500"/>
            <a:ext cx="733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Semantics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72600" y="54292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5429250"/>
            <a:ext cx="733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6585: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Additional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72600" y="6477000"/>
            <a:ext cx="80010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64770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Builders'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Library: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Timeouts,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retries,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backoff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jitter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611b30b-5a4e-4cec-8db6-a150d8b78b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2026-10-19T14:34:43Z</dcterms:created>
  <dcterms:modified xsi:type="dcterms:W3CDTF">2026-10-19T14:34:43Z</dcterms:modified>
</cp:coreProperties>
</file>