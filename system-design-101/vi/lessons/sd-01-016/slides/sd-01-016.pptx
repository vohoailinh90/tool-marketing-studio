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715500" cy="32766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9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Reverse</a:t>
            </a:r>
            <a:r>
              <a:rPr lang="en-US" sz="81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Proxy,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Balancer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810250"/>
            <a:ext cx="8953500" cy="1428750"/>
          </a:xfrm>
          <a:prstGeom prst="rect">
            <a:avLst/>
          </a:prstGeom>
          <a:noFill/>
          <a:ln/>
        </p:spPr>
        <p:txBody>
          <a:bodyPr wrap="square" lIns="0" tIns="11986" rIns="0" bIns="-11986" rtlCol="0" anchor="t"/>
          <a:lstStyle/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Ba</a:t>
            </a:r>
            <a:r>
              <a:rPr lang="en-US" sz="3150" dirty="0" spc="-1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 hay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 dùng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lẫn.</a:t>
            </a:r>
            <a:endParaRPr lang="en-US" sz="3150" dirty="0"/>
          </a:p>
          <a:p>
            <a:pPr algn="l" indent="0" marL="0">
              <a:lnSpc>
                <a:spcPts val="4253"/>
              </a:lnSpc>
              <a:buNone/>
            </a:pP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31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cái</a:t>
            </a:r>
            <a:r>
              <a:rPr lang="en-US" sz="3150" dirty="0" spc="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giải</a:t>
            </a:r>
            <a:r>
              <a:rPr lang="en-US" sz="3150" dirty="0" spc="-2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quyết</a:t>
            </a:r>
            <a:r>
              <a:rPr lang="en-US" sz="31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</a:t>
            </a:r>
            <a:r>
              <a:rPr lang="en-US" sz="31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hỏi</a:t>
            </a:r>
            <a:r>
              <a:rPr lang="en-US" sz="31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gì?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14400" y="7524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6192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619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7907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3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Reverse</a:t>
            </a:r>
            <a:r>
              <a:rPr lang="en-US" sz="3450" dirty="0" spc="-3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proxy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77600" y="23812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 cache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858500" y="32766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276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44805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3450" dirty="0" spc="-3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277600" y="40386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 API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balancer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277600" y="56959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khỏi nhóm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858500" y="65913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5913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76275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5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Xếp</a:t>
            </a:r>
            <a:r>
              <a:rPr lang="en-US" sz="34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chồng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1277600" y="73533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LB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 máy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e5ba560-9145-497d-b002-4e711024e7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tên,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lẫn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Ba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 lẫn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Phần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mềm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r>
              <a:rPr lang="en-US" sz="27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 ba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Cách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phân biệt: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 cái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giải</a:t>
            </a:r>
            <a:r>
              <a:rPr lang="en-US" sz="270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quyết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 hỏi gì?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1950" dirty="0" spc="-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mềm</a:t>
            </a:r>
            <a:r>
              <a:rPr lang="en-US" sz="195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714750"/>
            <a:ext cx="8991600" cy="4476750"/>
          </a:xfrm>
          <a:prstGeom prst="roundRect">
            <a:avLst>
              <a:gd name="adj" fmla="val 4255"/>
            </a:avLst>
          </a:prstGeom>
          <a:solidFill>
            <a:srgbClr val="FFFDF8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000500"/>
            <a:ext cx="899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NGINX</a:t>
            </a:r>
            <a:r>
              <a:rPr lang="en-US" sz="40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05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Envoy</a:t>
            </a:r>
            <a:r>
              <a:rPr lang="en-US" sz="40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405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HAProxy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8001000" y="4857750"/>
            <a:ext cx="899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1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2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cấu</a:t>
            </a:r>
            <a:r>
              <a:rPr lang="en-US" sz="22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2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 thể</a:t>
            </a:r>
            <a:r>
              <a:rPr lang="en-US" sz="22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đóng</a:t>
            </a:r>
            <a:r>
              <a:rPr lang="en-US" sz="22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2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</a:t>
            </a:r>
            <a:r>
              <a:rPr lang="en-US" sz="2250" dirty="0" spc="-1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vai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8267700" y="5715000"/>
            <a:ext cx="2667000" cy="1143000"/>
          </a:xfrm>
          <a:prstGeom prst="roundRect">
            <a:avLst>
              <a:gd name="adj" fmla="val 13333"/>
            </a:avLst>
          </a:prstGeom>
          <a:solidFill>
            <a:srgbClr val="1F3FD1"/>
          </a:solidFill>
          <a:ln/>
        </p:spPr>
      </p:sp>
      <p:sp>
        <p:nvSpPr>
          <p:cNvPr id="19" name="Text 17"/>
          <p:cNvSpPr/>
          <p:nvPr/>
        </p:nvSpPr>
        <p:spPr>
          <a:xfrm>
            <a:off x="8267700" y="5715000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Reverse</a:t>
            </a:r>
            <a:r>
              <a:rPr lang="en-US" sz="2400" b="1" dirty="0" spc="-2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1163300" y="5715000"/>
            <a:ext cx="2667000" cy="114300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1163300" y="5715000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400" b="1" dirty="0" spc="-27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4058900" y="5715000"/>
            <a:ext cx="2667000" cy="114300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14058900" y="5715000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2400" b="1" dirty="0" spc="-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001000" y="7315200"/>
            <a:ext cx="89916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hay</a:t>
            </a:r>
            <a:r>
              <a:rPr lang="en-US" sz="2250" dirty="0" spc="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2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r>
              <a:rPr lang="en-US" sz="22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cloud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Text 33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bfe5d02e-a900-441e-af7e-3d8608f137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REVERSE</a:t>
            </a:r>
            <a:r>
              <a:rPr lang="en-US" sz="1950" spc="205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PROXY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Reverse</a:t>
            </a:r>
            <a:r>
              <a:rPr lang="en-US" sz="78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proxy</a:t>
            </a:r>
            <a:r>
              <a:rPr lang="en-US" sz="78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Đứng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phía</a:t>
            </a:r>
            <a:r>
              <a:rPr lang="en-US" sz="27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chủ,</a:t>
            </a:r>
            <a:r>
              <a:rPr lang="en-US" sz="27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 gốc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Client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chuyện với</a:t>
            </a:r>
            <a:r>
              <a:rPr lang="en-US" sz="2700" dirty="0" spc="-2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proxy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 chủ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Che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7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gốc,</a:t>
            </a:r>
            <a:r>
              <a:rPr lang="en-US" sz="2700" dirty="0" spc="-3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thúc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TLS,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cache, nén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8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Yêu</a:t>
            </a:r>
            <a:r>
              <a:rPr lang="en-US" sz="19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1950" dirty="0" spc="2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195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1950" dirty="0" spc="-18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proxy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1905000" cy="1333500"/>
          </a:xfrm>
          <a:prstGeom prst="roundRect">
            <a:avLst>
              <a:gd name="adj" fmla="val 10000"/>
            </a:avLst>
          </a:prstGeom>
          <a:solidFill>
            <a:srgbClr val="2A2F42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3810000"/>
            <a:ext cx="190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400" dirty="0"/>
          </a:p>
        </p:txBody>
      </p:sp>
      <p:sp>
        <p:nvSpPr>
          <p:cNvPr id="17" name="Connector line-1792323513531-917880241"/>
          <p:cNvSpPr/>
          <p:nvPr/>
        </p:nvSpPr>
        <p:spPr>
          <a:xfrm>
            <a:off x="10001250" y="4476750"/>
            <a:ext cx="762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858500" y="3810000"/>
            <a:ext cx="2857500" cy="1333500"/>
          </a:xfrm>
          <a:prstGeom prst="roundRect">
            <a:avLst>
              <a:gd name="adj" fmla="val 10000"/>
            </a:avLst>
          </a:prstGeom>
          <a:solidFill>
            <a:srgbClr val="7C9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858500" y="3810000"/>
            <a:ext cx="2857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Reverse</a:t>
            </a:r>
            <a:r>
              <a:rPr lang="en-US" sz="25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endParaRPr lang="en-US" sz="2550" dirty="0"/>
          </a:p>
        </p:txBody>
      </p:sp>
      <p:sp>
        <p:nvSpPr>
          <p:cNvPr id="20" name="Connector line-1792323513533-437341209"/>
          <p:cNvSpPr/>
          <p:nvPr/>
        </p:nvSpPr>
        <p:spPr>
          <a:xfrm>
            <a:off x="13811250" y="4476750"/>
            <a:ext cx="762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668500" y="3810000"/>
            <a:ext cx="2324100" cy="1333500"/>
          </a:xfrm>
          <a:prstGeom prst="roundRect">
            <a:avLst>
              <a:gd name="adj" fmla="val 10000"/>
            </a:avLst>
          </a:prstGeom>
          <a:solidFill>
            <a:srgbClr val="2A2F42"/>
          </a:solidFill>
          <a:ln w="19050">
            <a:solidFill>
              <a:srgbClr val="8A87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68500" y="3943350"/>
            <a:ext cx="2324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668500" y="4514850"/>
            <a:ext cx="2324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được</a:t>
            </a:r>
            <a:r>
              <a:rPr lang="en-US" sz="19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che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0858500" y="5391150"/>
            <a:ext cx="876300" cy="533400"/>
          </a:xfrm>
          <a:prstGeom prst="roundRect">
            <a:avLst>
              <a:gd name="adj" fmla="val 21429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58500" y="5391150"/>
            <a:ext cx="87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TLS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1849100" y="5391150"/>
            <a:ext cx="876300" cy="533400"/>
          </a:xfrm>
          <a:prstGeom prst="roundRect">
            <a:avLst>
              <a:gd name="adj" fmla="val 21429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49100" y="5391150"/>
            <a:ext cx="87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cache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2839700" y="5391150"/>
            <a:ext cx="876300" cy="533400"/>
          </a:xfrm>
          <a:prstGeom prst="roundRect">
            <a:avLst>
              <a:gd name="adj" fmla="val 21429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39700" y="5391150"/>
            <a:ext cx="87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nén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8001000" y="6667500"/>
            <a:ext cx="8991600" cy="1428750"/>
          </a:xfrm>
          <a:prstGeom prst="roundRect">
            <a:avLst>
              <a:gd name="adj" fmla="val 9333"/>
            </a:avLst>
          </a:prstGeom>
          <a:solidFill>
            <a:srgbClr val="2A2F42"/>
          </a:solidFill>
          <a:ln/>
        </p:spPr>
      </p:sp>
      <p:sp>
        <p:nvSpPr>
          <p:cNvPr id="31" name="Text 29"/>
          <p:cNvSpPr/>
          <p:nvPr/>
        </p:nvSpPr>
        <p:spPr>
          <a:xfrm>
            <a:off x="8286750" y="6667500"/>
            <a:ext cx="84201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Khác</a:t>
            </a:r>
            <a:r>
              <a:rPr lang="en-US" sz="2550" dirty="0" spc="-2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forward</a:t>
            </a:r>
            <a:r>
              <a:rPr lang="en-US" sz="2550" dirty="0" spc="-2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proxy,</a:t>
            </a:r>
            <a:r>
              <a:rPr lang="en-US" sz="2550" dirty="0" spc="2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đứng</a:t>
            </a:r>
            <a:r>
              <a:rPr lang="en-US" sz="2550" dirty="0" spc="-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phía client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2ca5512c-b47a-436f-8a45-fcff477559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1950" spc="160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GATEWAY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78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78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dirty="0" spc="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cửa</a:t>
            </a:r>
            <a:r>
              <a:rPr lang="en-US" sz="1950" dirty="0" spc="-1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295400" y="4953000"/>
            <a:ext cx="1524000" cy="1143000"/>
          </a:xfrm>
          <a:prstGeom prst="roundRect">
            <a:avLst>
              <a:gd name="adj" fmla="val 11667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953000"/>
            <a:ext cx="15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250" dirty="0"/>
          </a:p>
        </p:txBody>
      </p:sp>
      <p:sp>
        <p:nvSpPr>
          <p:cNvPr id="8" name="Connector line-1792323535166-692730329"/>
          <p:cNvSpPr/>
          <p:nvPr/>
        </p:nvSpPr>
        <p:spPr>
          <a:xfrm>
            <a:off x="2914650" y="5524500"/>
            <a:ext cx="5715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81400" y="3733800"/>
            <a:ext cx="2762250" cy="3810000"/>
          </a:xfrm>
          <a:prstGeom prst="roundRect">
            <a:avLst>
              <a:gd name="adj" fmla="val 620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1400" y="390525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5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2850" dirty="0" spc="-2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3771900" y="476250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3771900" y="4762500"/>
            <a:ext cx="238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b="1" dirty="0" spc="-1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3771900" y="561975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3771900" y="5619750"/>
            <a:ext cx="238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950" b="1" dirty="0" spc="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3771900" y="647700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3771900" y="6477000"/>
            <a:ext cx="238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dirty="0" spc="0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dirty="0" spc="-7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1950" b="1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381750" y="3905250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/orders</a:t>
            </a:r>
            <a:endParaRPr lang="en-US" sz="1950" dirty="0"/>
          </a:p>
        </p:txBody>
      </p:sp>
      <p:sp>
        <p:nvSpPr>
          <p:cNvPr id="18" name="Connector line-1792323535176-750541807"/>
          <p:cNvSpPr/>
          <p:nvPr/>
        </p:nvSpPr>
        <p:spPr>
          <a:xfrm>
            <a:off x="6400800" y="4476750"/>
            <a:ext cx="10287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24750" y="3848100"/>
            <a:ext cx="2762250" cy="1257300"/>
          </a:xfrm>
          <a:prstGeom prst="roundRect">
            <a:avLst>
              <a:gd name="adj" fmla="val 10606"/>
            </a:avLst>
          </a:prstGeom>
          <a:solidFill>
            <a:srgbClr val="E8E0C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0" y="3848100"/>
            <a:ext cx="2571750" cy="12573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 hàng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381750" y="6191250"/>
            <a:ext cx="114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/users</a:t>
            </a:r>
            <a:endParaRPr lang="en-US" sz="1950" dirty="0"/>
          </a:p>
        </p:txBody>
      </p:sp>
      <p:sp>
        <p:nvSpPr>
          <p:cNvPr id="22" name="Connector line-1792323535181-653843845"/>
          <p:cNvSpPr/>
          <p:nvPr/>
        </p:nvSpPr>
        <p:spPr>
          <a:xfrm>
            <a:off x="6400800" y="6762750"/>
            <a:ext cx="10287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524750" y="6134100"/>
            <a:ext cx="2762250" cy="1257300"/>
          </a:xfrm>
          <a:prstGeom prst="roundRect">
            <a:avLst>
              <a:gd name="adj" fmla="val 10606"/>
            </a:avLst>
          </a:prstGeom>
          <a:solidFill>
            <a:srgbClr val="E8E0C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0" y="6134100"/>
            <a:ext cx="2571750" cy="12573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Dịch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 dùng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1049000" y="2857500"/>
            <a:ext cx="63246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490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11410950" y="3048000"/>
            <a:ext cx="56769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Cửa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 vụ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11049000" y="4762500"/>
            <a:ext cx="63246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490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11410950" y="4953000"/>
            <a:ext cx="56769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Hiểu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API:</a:t>
            </a:r>
            <a:r>
              <a:rPr lang="en-US" sz="270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tuyến,</a:t>
            </a:r>
            <a:r>
              <a:rPr lang="en-US" sz="27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r>
              <a:rPr lang="en-US" sz="27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thực,</a:t>
            </a:r>
            <a:r>
              <a:rPr lang="en-US" sz="27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 độ</a:t>
            </a:r>
            <a:endParaRPr lang="en-US" sz="2700" dirty="0"/>
          </a:p>
        </p:txBody>
      </p:sp>
      <p:sp>
        <p:nvSpPr>
          <p:cNvPr id="31" name="Shape 29"/>
          <p:cNvSpPr/>
          <p:nvPr/>
        </p:nvSpPr>
        <p:spPr>
          <a:xfrm>
            <a:off x="11049000" y="6667500"/>
            <a:ext cx="63246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490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3" name="Text 31"/>
          <p:cNvSpPr/>
          <p:nvPr/>
        </p:nvSpPr>
        <p:spPr>
          <a:xfrm>
            <a:off x="11410950" y="6858000"/>
            <a:ext cx="56769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70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reverse</a:t>
            </a:r>
            <a:r>
              <a:rPr lang="en-US" sz="2700" dirty="0" spc="-2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proxy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quản lý API</a:t>
            </a:r>
            <a:endParaRPr lang="en-US" sz="2700" dirty="0"/>
          </a:p>
        </p:txBody>
      </p:sp>
      <p:sp>
        <p:nvSpPr>
          <p:cNvPr id="34" name="Shape 3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Shape 4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4" name="Text 42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715fa25d-86a1-408e-bb07-9af9e6ebf6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90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LOAD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BALANCER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balancer chia</a:t>
            </a:r>
            <a:r>
              <a:rPr lang="en-US" sz="78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Chia</a:t>
            </a:r>
            <a:r>
              <a:rPr lang="en-US" sz="2700" dirty="0" spc="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lưu</a:t>
            </a:r>
            <a:r>
              <a:rPr lang="en-US" sz="27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lượng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 vụ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Kiểm</a:t>
            </a:r>
            <a:r>
              <a:rPr lang="en-US" sz="2700" dirty="0" spc="-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</a:t>
            </a:r>
            <a:r>
              <a:rPr lang="en-US" sz="270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sức</a:t>
            </a: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khỏe</a:t>
            </a:r>
            <a:r>
              <a:rPr lang="en-US" sz="27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 máy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Loại</a:t>
            </a:r>
            <a:r>
              <a:rPr lang="en-US" sz="27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lỗi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khỏi nhóm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Chia</a:t>
            </a:r>
            <a:r>
              <a:rPr lang="en-US" sz="195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</a:t>
            </a:r>
            <a:r>
              <a:rPr lang="en-US" sz="1950" dirty="0" spc="-1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dirty="0" spc="-8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 vụ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953000"/>
            <a:ext cx="1428750" cy="952500"/>
          </a:xfrm>
          <a:prstGeom prst="roundRect">
            <a:avLst>
              <a:gd name="adj" fmla="val 14000"/>
            </a:avLst>
          </a:prstGeom>
          <a:solidFill>
            <a:srgbClr val="2A2F42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4953000"/>
            <a:ext cx="1428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100" dirty="0"/>
          </a:p>
        </p:txBody>
      </p:sp>
      <p:sp>
        <p:nvSpPr>
          <p:cNvPr id="17" name="Connector line-1792323555536-273533489"/>
          <p:cNvSpPr/>
          <p:nvPr/>
        </p:nvSpPr>
        <p:spPr>
          <a:xfrm>
            <a:off x="9525000" y="5429250"/>
            <a:ext cx="5524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172700" y="3905250"/>
            <a:ext cx="2476500" cy="3048000"/>
          </a:xfrm>
          <a:prstGeom prst="roundRect">
            <a:avLst>
              <a:gd name="adj" fmla="val 6923"/>
            </a:avLst>
          </a:prstGeom>
          <a:solidFill>
            <a:srgbClr val="3D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10172700" y="4762500"/>
            <a:ext cx="2476500" cy="12382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ctr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balancer</a:t>
            </a:r>
            <a:endParaRPr lang="en-US" sz="3000" dirty="0"/>
          </a:p>
        </p:txBody>
      </p:sp>
      <p:sp>
        <p:nvSpPr>
          <p:cNvPr id="20" name="Connector line-1792323555539-720098628"/>
          <p:cNvSpPr/>
          <p:nvPr/>
        </p:nvSpPr>
        <p:spPr>
          <a:xfrm flipV="1">
            <a:off x="12744450" y="4257675"/>
            <a:ext cx="1257300" cy="409575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323555539-185415937"/>
          <p:cNvSpPr/>
          <p:nvPr/>
        </p:nvSpPr>
        <p:spPr>
          <a:xfrm>
            <a:off x="12744450" y="5429250"/>
            <a:ext cx="1257300" cy="238125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23555539-26997276"/>
          <p:cNvSpPr/>
          <p:nvPr/>
        </p:nvSpPr>
        <p:spPr>
          <a:xfrm>
            <a:off x="12744450" y="6191250"/>
            <a:ext cx="1257300" cy="885825"/>
          </a:xfrm>
          <a:prstGeom prst="line">
            <a:avLst/>
          </a:prstGeom>
          <a:noFill/>
          <a:ln w="38100">
            <a:solidFill>
              <a:srgbClr val="8A877E"/>
            </a:solidFill>
            <a:prstDash val="dash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097000" y="3733800"/>
            <a:ext cx="2895600" cy="1047750"/>
          </a:xfrm>
          <a:prstGeom prst="roundRect">
            <a:avLst>
              <a:gd name="adj" fmla="val 12727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097000" y="3733800"/>
            <a:ext cx="2895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4097000" y="5143500"/>
            <a:ext cx="2895600" cy="1047750"/>
          </a:xfrm>
          <a:prstGeom prst="roundRect">
            <a:avLst>
              <a:gd name="adj" fmla="val 12727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097000" y="5143500"/>
            <a:ext cx="2895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4097000" y="6553200"/>
            <a:ext cx="2895600" cy="1047750"/>
          </a:xfrm>
          <a:prstGeom prst="roundRect">
            <a:avLst>
              <a:gd name="adj" fmla="val 12727"/>
            </a:avLst>
          </a:prstGeom>
          <a:solidFill>
            <a:srgbClr val="2A2F42"/>
          </a:solidFill>
          <a:ln w="19050">
            <a:solidFill>
              <a:srgbClr val="8A87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097000" y="6553200"/>
            <a:ext cx="28956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250" dirty="0" spc="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250" dirty="0" spc="4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2250" dirty="0" spc="2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250" dirty="0" spc="0" kern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4097000" y="7677150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loại khỏi nhóm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8001000" y="8096250"/>
            <a:ext cx="609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chia</a:t>
            </a:r>
            <a:r>
              <a:rPr lang="en-US" sz="1950" dirty="0" spc="1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1950" dirty="0" spc="-9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request</a:t>
            </a:r>
            <a:r>
              <a:rPr lang="en-US" sz="1950" dirty="0" spc="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(HTTP)</a:t>
            </a:r>
            <a:r>
              <a:rPr lang="en-US" sz="19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1950" dirty="0" spc="1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1950" dirty="0" spc="-2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19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Text 39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1dae6328-7b9b-46aa-8b06-420be65743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CHỒNG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Hay</a:t>
            </a:r>
            <a:r>
              <a:rPr lang="en-US" sz="78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chồng</a:t>
            </a:r>
            <a:r>
              <a:rPr lang="en-US" sz="7800" dirty="0" spc="-9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3905250"/>
          </a:xfrm>
          <a:prstGeom prst="roundRect">
            <a:avLst>
              <a:gd name="adj" fmla="val 58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3500" y="3905250"/>
            <a:ext cx="1809750" cy="1524000"/>
          </a:xfrm>
          <a:prstGeom prst="roundRect">
            <a:avLst>
              <a:gd name="adj" fmla="val 875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905250"/>
            <a:ext cx="18097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400" dirty="0"/>
          </a:p>
        </p:txBody>
      </p:sp>
      <p:sp>
        <p:nvSpPr>
          <p:cNvPr id="7" name="Connector line-1792323576393-386249008"/>
          <p:cNvSpPr/>
          <p:nvPr/>
        </p:nvSpPr>
        <p:spPr>
          <a:xfrm>
            <a:off x="3238500" y="4667250"/>
            <a:ext cx="6667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00500" y="371475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4000500" y="4057650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dirty="0" spc="0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3150" dirty="0" spc="-27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4000500" y="4762500"/>
            <a:ext cx="342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chọn</a:t>
            </a:r>
            <a:r>
              <a:rPr lang="en-US" sz="2250" dirty="0" spc="4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250" dirty="0" spc="1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vụ</a:t>
            </a:r>
            <a:endParaRPr lang="en-US" sz="2250" dirty="0"/>
          </a:p>
        </p:txBody>
      </p:sp>
      <p:sp>
        <p:nvSpPr>
          <p:cNvPr id="11" name="Connector line-1792323576398-851709889"/>
          <p:cNvSpPr/>
          <p:nvPr/>
        </p:nvSpPr>
        <p:spPr>
          <a:xfrm>
            <a:off x="7524750" y="4667250"/>
            <a:ext cx="6667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86750" y="371475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286750" y="4000500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dirty="0" spc="-9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Load</a:t>
            </a:r>
            <a:r>
              <a:rPr lang="en-US" sz="3150" dirty="0" spc="-1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balancer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8382000" y="47053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dirty="0" spc="-3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chọn</a:t>
            </a:r>
            <a:r>
              <a:rPr lang="en-US" sz="2100" dirty="0" spc="-9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100" dirty="0" spc="-15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100" dirty="0" spc="-2" kern="0">
                <a:solidFill>
                  <a:srgbClr val="FBF8F2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 vụ</a:t>
            </a:r>
            <a:endParaRPr lang="en-US" sz="2100" dirty="0"/>
          </a:p>
        </p:txBody>
      </p:sp>
      <p:sp>
        <p:nvSpPr>
          <p:cNvPr id="15" name="Connector line-1792323576403-913590412"/>
          <p:cNvSpPr/>
          <p:nvPr/>
        </p:nvSpPr>
        <p:spPr>
          <a:xfrm>
            <a:off x="11811000" y="4667250"/>
            <a:ext cx="6096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515850" y="3143250"/>
            <a:ext cx="4286250" cy="3048000"/>
          </a:xfrm>
          <a:prstGeom prst="roundRect">
            <a:avLst>
              <a:gd name="adj" fmla="val 5000"/>
            </a:avLst>
          </a:prstGeom>
          <a:solidFill>
            <a:srgbClr val="EAF4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744450" y="3352800"/>
            <a:ext cx="3829050" cy="762000"/>
          </a:xfrm>
          <a:prstGeom prst="roundRect">
            <a:avLst>
              <a:gd name="adj" fmla="val 15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44450" y="3352800"/>
            <a:ext cx="38290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6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250" dirty="0" spc="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2744450" y="4286250"/>
            <a:ext cx="3829050" cy="762000"/>
          </a:xfrm>
          <a:prstGeom prst="roundRect">
            <a:avLst>
              <a:gd name="adj" fmla="val 15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744450" y="4286250"/>
            <a:ext cx="38290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6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250" dirty="0" spc="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12744450" y="5219700"/>
            <a:ext cx="3829050" cy="762000"/>
          </a:xfrm>
          <a:prstGeom prst="roundRect">
            <a:avLst>
              <a:gd name="adj" fmla="val 15000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744450" y="5219700"/>
            <a:ext cx="38290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6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250" dirty="0" spc="4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14400" y="6953250"/>
            <a:ext cx="5334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69532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7096125"/>
            <a:ext cx="485775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Client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40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gateway,</a:t>
            </a:r>
            <a:r>
              <a:rPr lang="en-US" sz="24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rồi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tới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load balancer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477000" y="6953250"/>
            <a:ext cx="5334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77000" y="69532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6800850" y="7096125"/>
            <a:ext cx="485775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Gateway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 vụ,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LB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chọn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4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 vụ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2039600" y="6953250"/>
            <a:ext cx="5334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39600" y="695325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12363450" y="7096125"/>
            <a:ext cx="4857750" cy="1333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mềm có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 làm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 việc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79e47d2b-d835-4098-a8b1-8536d305fa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Che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8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78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8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78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Nếu</a:t>
            </a:r>
            <a:r>
              <a:rPr lang="en-US" sz="195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-6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r>
              <a:rPr lang="en-US" sz="1950" dirty="0" spc="-1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1950" dirty="0" spc="-2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1950" dirty="0" spc="-9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Internet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295400" y="3905250"/>
            <a:ext cx="1619250" cy="104775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905250"/>
            <a:ext cx="1619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250" dirty="0"/>
          </a:p>
        </p:txBody>
      </p:sp>
      <p:sp>
        <p:nvSpPr>
          <p:cNvPr id="8" name="Connector line-1792323601164-530778652"/>
          <p:cNvSpPr/>
          <p:nvPr/>
        </p:nvSpPr>
        <p:spPr>
          <a:xfrm>
            <a:off x="3009900" y="4429125"/>
            <a:ext cx="7239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29050" y="3905250"/>
            <a:ext cx="2667000" cy="1047750"/>
          </a:xfrm>
          <a:prstGeom prst="roundRect">
            <a:avLst>
              <a:gd name="adj" fmla="val 12727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3829050" y="3905250"/>
            <a:ext cx="266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Reverse</a:t>
            </a:r>
            <a:r>
              <a:rPr lang="en-US" sz="2250" b="1" dirty="0" spc="-15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endParaRPr lang="en-US" sz="2250" dirty="0"/>
          </a:p>
        </p:txBody>
      </p:sp>
      <p:sp>
        <p:nvSpPr>
          <p:cNvPr id="11" name="Connector line-1792323601166-802526657"/>
          <p:cNvSpPr/>
          <p:nvPr/>
        </p:nvSpPr>
        <p:spPr>
          <a:xfrm>
            <a:off x="6591300" y="4429125"/>
            <a:ext cx="9525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39050" y="3905250"/>
            <a:ext cx="2667000" cy="104775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9050" y="3905250"/>
            <a:ext cx="266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2250" dirty="0"/>
          </a:p>
        </p:txBody>
      </p:sp>
      <p:sp>
        <p:nvSpPr>
          <p:cNvPr id="14" name="Connector line-1792323601168-69460184"/>
          <p:cNvSpPr/>
          <p:nvPr/>
        </p:nvSpPr>
        <p:spPr>
          <a:xfrm>
            <a:off x="2105025" y="5048250"/>
            <a:ext cx="0" cy="133350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none"/>
          </a:ln>
        </p:spPr>
      </p:sp>
      <p:sp>
        <p:nvSpPr>
          <p:cNvPr id="15" name="Connector line-1792323601169-514626321"/>
          <p:cNvSpPr/>
          <p:nvPr/>
        </p:nvSpPr>
        <p:spPr>
          <a:xfrm>
            <a:off x="2105025" y="6381750"/>
            <a:ext cx="6867525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lgDash"/>
            <a:headEnd type="none"/>
            <a:tailEnd type="none"/>
          </a:ln>
        </p:spPr>
      </p:sp>
      <p:sp>
        <p:nvSpPr>
          <p:cNvPr id="16" name="Connector line-1792323601169-553871884"/>
          <p:cNvSpPr/>
          <p:nvPr/>
        </p:nvSpPr>
        <p:spPr>
          <a:xfrm flipV="1">
            <a:off x="8972550" y="5086350"/>
            <a:ext cx="0" cy="12954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381250" y="65341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2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 proxy</a:t>
            </a:r>
            <a:endParaRPr lang="en-US" sz="2250" dirty="0"/>
          </a:p>
        </p:txBody>
      </p:sp>
      <p:sp>
        <p:nvSpPr>
          <p:cNvPr id="18" name="Connector line-1792323601171-485941881"/>
          <p:cNvSpPr/>
          <p:nvPr/>
        </p:nvSpPr>
        <p:spPr>
          <a:xfrm>
            <a:off x="1295400" y="7334250"/>
            <a:ext cx="8991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295400" y="7505700"/>
            <a:ext cx="89916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Giảm</a:t>
            </a:r>
            <a:r>
              <a:rPr lang="en-US" sz="21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rủi</a:t>
            </a:r>
            <a:r>
              <a:rPr lang="en-US" sz="2100" dirty="0" spc="-2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ro:</a:t>
            </a:r>
            <a:r>
              <a:rPr lang="en-US" sz="21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chặn</a:t>
            </a:r>
            <a:r>
              <a:rPr lang="en-US" sz="21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mọi</a:t>
            </a:r>
            <a:r>
              <a:rPr lang="en-US" sz="21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1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trừ</a:t>
            </a:r>
            <a:r>
              <a:rPr lang="en-US" sz="2100" dirty="0" spc="-2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proxy,</a:t>
            </a:r>
            <a:r>
              <a:rPr lang="en-US" sz="21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100" dirty="0" spc="-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r>
              <a:rPr lang="en-US" sz="2100" dirty="0" spc="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r>
              <a:rPr lang="en-US" sz="2100" dirty="0" spc="-2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21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10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100" dirty="0" spc="-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 proxy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049000" y="2857500"/>
            <a:ext cx="63246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49000" y="285750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11410950" y="2905125"/>
            <a:ext cx="56769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Ranh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cứng: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mềm</a:t>
            </a:r>
            <a:r>
              <a:rPr lang="en-US" sz="240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đóng</a:t>
            </a: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 vai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049000" y="4286250"/>
            <a:ext cx="63246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49000" y="428625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11410950" y="4333875"/>
            <a:ext cx="56769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Che</a:t>
            </a:r>
            <a:r>
              <a:rPr lang="en-US" sz="24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4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gốc</a:t>
            </a:r>
            <a:r>
              <a:rPr lang="en-US" sz="24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 bảo</a:t>
            </a: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mật</a:t>
            </a: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đầy đủ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1049000" y="5715000"/>
            <a:ext cx="63246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49000" y="571500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11410950" y="5762625"/>
            <a:ext cx="56769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thay</a:t>
            </a:r>
            <a:r>
              <a:rPr lang="en-US" sz="24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r>
              <a:rPr lang="en-US" sz="24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4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tường lửa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1049000" y="7143750"/>
            <a:ext cx="63246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49000" y="714375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31" name="Text 29"/>
          <p:cNvSpPr/>
          <p:nvPr/>
        </p:nvSpPr>
        <p:spPr>
          <a:xfrm>
            <a:off x="11410950" y="7191375"/>
            <a:ext cx="56769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lớp: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40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40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trễ,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chỗ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 lỗi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7c8263de-1b2f-4269-9851-f1f674fa98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915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95400" y="3714750"/>
            <a:ext cx="3714750" cy="1238250"/>
          </a:xfrm>
          <a:prstGeom prst="roundRect">
            <a:avLst>
              <a:gd name="adj" fmla="val 10769"/>
            </a:avLst>
          </a:prstGeom>
          <a:solidFill>
            <a:srgbClr val="2A2F42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3714750"/>
            <a:ext cx="344805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/orders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 hàng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200650" y="3714750"/>
            <a:ext cx="3714750" cy="1238250"/>
          </a:xfrm>
          <a:prstGeom prst="roundRect">
            <a:avLst>
              <a:gd name="adj" fmla="val 10769"/>
            </a:avLst>
          </a:prstGeom>
          <a:solidFill>
            <a:srgbClr val="2A2F42"/>
          </a:solidFill>
          <a:ln/>
        </p:spPr>
      </p:sp>
      <p:sp>
        <p:nvSpPr>
          <p:cNvPr id="10" name="Text 8"/>
          <p:cNvSpPr/>
          <p:nvPr/>
        </p:nvSpPr>
        <p:spPr>
          <a:xfrm>
            <a:off x="5334000" y="3714750"/>
            <a:ext cx="344805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/users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1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 dùng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95400" y="5143500"/>
            <a:ext cx="3714750" cy="1238250"/>
          </a:xfrm>
          <a:prstGeom prst="roundRect">
            <a:avLst>
              <a:gd name="adj" fmla="val 10769"/>
            </a:avLst>
          </a:prstGeom>
          <a:solidFill>
            <a:srgbClr val="2A2F42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5143500"/>
            <a:ext cx="344805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1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 API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200650" y="5143500"/>
            <a:ext cx="3714750" cy="1238250"/>
          </a:xfrm>
          <a:prstGeom prst="roundRect">
            <a:avLst>
              <a:gd name="adj" fmla="val 10769"/>
            </a:avLst>
          </a:prstGeom>
          <a:solidFill>
            <a:srgbClr val="2A2F42"/>
          </a:solidFill>
          <a:ln/>
        </p:spPr>
      </p:sp>
      <p:sp>
        <p:nvSpPr>
          <p:cNvPr id="14" name="Text 12"/>
          <p:cNvSpPr/>
          <p:nvPr/>
        </p:nvSpPr>
        <p:spPr>
          <a:xfrm>
            <a:off x="5334000" y="5143500"/>
            <a:ext cx="3448050" cy="1238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100</a:t>
            </a:r>
            <a:r>
              <a:rPr lang="en-US" sz="21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request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 phút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 khách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95400" y="6858000"/>
            <a:ext cx="7524750" cy="1524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Cần</a:t>
            </a:r>
            <a:r>
              <a:rPr lang="en-US" sz="28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vai</a:t>
            </a:r>
            <a:r>
              <a:rPr lang="en-US" sz="28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8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trước,</a:t>
            </a:r>
            <a:r>
              <a:rPr lang="en-US" sz="28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8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LB</a:t>
            </a:r>
            <a:r>
              <a:rPr lang="en-US" sz="2850" dirty="0" spc="2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đứng</a:t>
            </a:r>
            <a:r>
              <a:rPr lang="en-US" sz="28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 đâu?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0" y="2857500"/>
            <a:ext cx="80391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97155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715500" y="3657600"/>
            <a:ext cx="1428750" cy="762000"/>
          </a:xfrm>
          <a:prstGeom prst="roundRect">
            <a:avLst>
              <a:gd name="adj" fmla="val 15000"/>
            </a:avLst>
          </a:prstGeom>
          <a:solidFill>
            <a:srgbClr val="2A2F42"/>
          </a:solidFill>
          <a:ln/>
        </p:spPr>
      </p:sp>
      <p:sp>
        <p:nvSpPr>
          <p:cNvPr id="19" name="Text 17"/>
          <p:cNvSpPr/>
          <p:nvPr/>
        </p:nvSpPr>
        <p:spPr>
          <a:xfrm>
            <a:off x="9715500" y="3657600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1950" dirty="0"/>
          </a:p>
        </p:txBody>
      </p:sp>
      <p:sp>
        <p:nvSpPr>
          <p:cNvPr id="20" name="Connector line-1792323630936-536864717"/>
          <p:cNvSpPr/>
          <p:nvPr/>
        </p:nvSpPr>
        <p:spPr>
          <a:xfrm>
            <a:off x="11201400" y="4038600"/>
            <a:ext cx="266700" cy="0"/>
          </a:xfrm>
          <a:prstGeom prst="line">
            <a:avLst/>
          </a:prstGeom>
          <a:noFill/>
          <a:ln w="38100">
            <a:solidFill>
              <a:srgbClr val="C9C6B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525250" y="3657600"/>
            <a:ext cx="1428750" cy="762000"/>
          </a:xfrm>
          <a:prstGeom prst="roundRect">
            <a:avLst>
              <a:gd name="adj" fmla="val 15000"/>
            </a:avLst>
          </a:prstGeom>
          <a:solidFill>
            <a:srgbClr val="FFB454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5250" y="3657600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endParaRPr lang="en-US" sz="1950" dirty="0"/>
          </a:p>
        </p:txBody>
      </p:sp>
      <p:sp>
        <p:nvSpPr>
          <p:cNvPr id="23" name="Connector line-1792323630937-543877572"/>
          <p:cNvSpPr/>
          <p:nvPr/>
        </p:nvSpPr>
        <p:spPr>
          <a:xfrm>
            <a:off x="13011150" y="4038600"/>
            <a:ext cx="266700" cy="0"/>
          </a:xfrm>
          <a:prstGeom prst="line">
            <a:avLst/>
          </a:prstGeom>
          <a:noFill/>
          <a:ln w="38100">
            <a:solidFill>
              <a:srgbClr val="C9C6B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3335000" y="3657600"/>
            <a:ext cx="1428750" cy="762000"/>
          </a:xfrm>
          <a:prstGeom prst="roundRect">
            <a:avLst>
              <a:gd name="adj" fmla="val 15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3335000" y="3657600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LB</a:t>
            </a:r>
            <a:endParaRPr lang="en-US" sz="2100" dirty="0"/>
          </a:p>
        </p:txBody>
      </p:sp>
      <p:sp>
        <p:nvSpPr>
          <p:cNvPr id="26" name="Connector line-1792323630940-139856531"/>
          <p:cNvSpPr/>
          <p:nvPr/>
        </p:nvSpPr>
        <p:spPr>
          <a:xfrm>
            <a:off x="14820900" y="4038600"/>
            <a:ext cx="266700" cy="0"/>
          </a:xfrm>
          <a:prstGeom prst="line">
            <a:avLst/>
          </a:prstGeom>
          <a:noFill/>
          <a:ln w="38100">
            <a:solidFill>
              <a:srgbClr val="C9C6BC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5144750" y="3657600"/>
            <a:ext cx="1847850" cy="762000"/>
          </a:xfrm>
          <a:prstGeom prst="roundRect">
            <a:avLst>
              <a:gd name="adj" fmla="val 15000"/>
            </a:avLst>
          </a:prstGeom>
          <a:solidFill>
            <a:srgbClr val="21443D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144750" y="3657600"/>
            <a:ext cx="1847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19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715500" y="4953000"/>
            <a:ext cx="2762250" cy="762000"/>
          </a:xfrm>
          <a:prstGeom prst="roundRect">
            <a:avLst>
              <a:gd name="adj" fmla="val 17500"/>
            </a:avLst>
          </a:prstGeom>
          <a:solidFill>
            <a:srgbClr val="FFB454"/>
          </a:solidFill>
          <a:ln/>
        </p:spPr>
      </p:sp>
      <p:sp>
        <p:nvSpPr>
          <p:cNvPr id="30" name="Text 28"/>
          <p:cNvSpPr/>
          <p:nvPr/>
        </p:nvSpPr>
        <p:spPr>
          <a:xfrm>
            <a:off x="9715500" y="4953000"/>
            <a:ext cx="276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1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706350" y="4762500"/>
            <a:ext cx="447675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Định</a:t>
            </a:r>
            <a:r>
              <a:rPr lang="en-US" sz="22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tuyến,</a:t>
            </a:r>
            <a:r>
              <a:rPr lang="en-US" sz="22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r>
              <a:rPr lang="en-US" sz="22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thực,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giới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tốc độ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9715500" y="6477000"/>
            <a:ext cx="2762250" cy="762000"/>
          </a:xfrm>
          <a:prstGeom prst="roundRect">
            <a:avLst>
              <a:gd name="adj" fmla="val 17500"/>
            </a:avLst>
          </a:prstGeom>
          <a:solidFill>
            <a:srgbClr val="3D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9715500" y="6477000"/>
            <a:ext cx="276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Load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2706350" y="6286500"/>
            <a:ext cx="447675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Đứng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25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gateway,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chia</a:t>
            </a:r>
            <a:r>
              <a:rPr lang="en-US" sz="22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tải</a:t>
            </a:r>
            <a:r>
              <a:rPr lang="en-US" sz="22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 sao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Shape 3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Shape 4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Shape 4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4" name="Shape 4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5" name="Text 43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c1074b73-c4f0-4ff2-b02b-1bca442352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 thêm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Trung</a:t>
            </a: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31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15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endParaRPr lang="en-US" sz="3150" dirty="0"/>
          </a:p>
        </p:txBody>
      </p:sp>
      <p:sp>
        <p:nvSpPr>
          <p:cNvPr id="7" name="Text richtext-1792323648931-63439128"/>
          <p:cNvSpPr/>
          <p:nvPr/>
        </p:nvSpPr>
        <p:spPr>
          <a:xfrm>
            <a:off x="1295400" y="381000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HTTP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 trung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gian:</a:t>
            </a:r>
            <a:r>
              <a:rPr lang="en-US" sz="240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proxy,</a:t>
            </a:r>
            <a:r>
              <a:rPr lang="en-US" sz="24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gateway, tunnel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Các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</a:t>
            </a:r>
            <a:r>
              <a:rPr lang="en-US" sz="24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 thông dụng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1545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1545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9696450" y="304800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3150" dirty="0"/>
          </a:p>
        </p:txBody>
      </p:sp>
      <p:sp>
        <p:nvSpPr>
          <p:cNvPr id="11" name="Text richtext-1792323648943-845598462"/>
          <p:cNvSpPr/>
          <p:nvPr/>
        </p:nvSpPr>
        <p:spPr>
          <a:xfrm>
            <a:off x="9696450" y="381000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Cũng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40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reverse</a:t>
            </a:r>
            <a:r>
              <a:rPr lang="en-US" sz="240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proxy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 cache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Đặt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gần</a:t>
            </a:r>
            <a:r>
              <a:rPr lang="en-US" sz="24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 dùng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03885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Sidecar</a:t>
            </a:r>
            <a:r>
              <a:rPr lang="en-US" sz="315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1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service</a:t>
            </a: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mesh</a:t>
            </a:r>
            <a:endParaRPr lang="en-US" sz="3150" dirty="0"/>
          </a:p>
        </p:txBody>
      </p:sp>
      <p:sp>
        <p:nvSpPr>
          <p:cNvPr id="15" name="Text richtext-1792323648951-248576133"/>
          <p:cNvSpPr/>
          <p:nvPr/>
        </p:nvSpPr>
        <p:spPr>
          <a:xfrm>
            <a:off x="1295400" y="680085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40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proxy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</a:t>
            </a:r>
            <a:r>
              <a:rPr lang="en-US" sz="2400" dirty="0" spc="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400" dirty="0" spc="-2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kèm</a:t>
            </a:r>
            <a:r>
              <a:rPr lang="en-US" sz="2400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 vụ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4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 ở</a:t>
            </a:r>
            <a:r>
              <a:rPr lang="en-US" sz="24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phía trong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1545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545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9696450" y="6038850"/>
            <a:ext cx="7429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315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endParaRPr lang="en-US" sz="3150" dirty="0"/>
          </a:p>
        </p:txBody>
      </p:sp>
      <p:sp>
        <p:nvSpPr>
          <p:cNvPr id="19" name="Text richtext-1792323648958-773008269"/>
          <p:cNvSpPr/>
          <p:nvPr/>
        </p:nvSpPr>
        <p:spPr>
          <a:xfrm>
            <a:off x="9696450" y="680085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Gateway</a:t>
            </a:r>
            <a:r>
              <a:rPr lang="en-US" sz="24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cục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</a:t>
            </a:r>
            <a:r>
              <a:rPr lang="en-US" sz="24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4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router</a:t>
            </a:r>
            <a:r>
              <a:rPr lang="en-US" sz="24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mặc định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Khác</a:t>
            </a:r>
            <a:r>
              <a:rPr lang="en-US" sz="24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40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 gateway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7cab25b-359d-41e9-988c-38a512a6e6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81075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6000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9718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54330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2857500" y="350520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Application</a:t>
            </a:r>
            <a:r>
              <a:rPr lang="en-US" sz="21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Programming</a:t>
            </a:r>
            <a:r>
              <a:rPr lang="en-US" sz="21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Interface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9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950" dirty="0" spc="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2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43243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857500" y="42862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HyperText</a:t>
            </a:r>
            <a:r>
              <a:rPr lang="en-US" sz="21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Transfer</a:t>
            </a:r>
            <a:r>
              <a:rPr lang="en-US" sz="21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Protocol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1950" dirty="0" spc="-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95400" y="510540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857500" y="506730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Transport</a:t>
            </a:r>
            <a:r>
              <a:rPr lang="en-US" sz="210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Layer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Security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-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195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950" dirty="0" spc="-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95400" y="58864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LB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857500" y="58483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Load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Balancer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95400" y="666750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2857500" y="662940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High</a:t>
            </a:r>
            <a:r>
              <a:rPr lang="en-US" sz="21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Availability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95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95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cao, như</a:t>
            </a:r>
            <a:r>
              <a:rPr lang="en-US" sz="1950" dirty="0" spc="-1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9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-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HAProxy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95400" y="74485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857500" y="7410450"/>
            <a:ext cx="762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Content</a:t>
            </a: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Delivery</a:t>
            </a:r>
            <a:r>
              <a:rPr lang="en-US" sz="21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Network</a:t>
            </a:r>
            <a:endParaRPr lang="en-US" sz="2100" dirty="0"/>
          </a:p>
          <a:p>
            <a:pPr algn="l" indent="0" marL="0">
              <a:buNone/>
            </a:pPr>
            <a:r>
              <a:rPr lang="en-US" sz="195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phối</a:t>
            </a:r>
            <a:r>
              <a:rPr lang="en-US" sz="195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953750" y="2762250"/>
            <a:ext cx="6419850" cy="6000750"/>
          </a:xfrm>
          <a:prstGeom prst="roundRect">
            <a:avLst>
              <a:gd name="adj" fmla="val 381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4750" y="29718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21" name="Text richtext-1792323669687-489762015"/>
          <p:cNvSpPr/>
          <p:nvPr/>
        </p:nvSpPr>
        <p:spPr>
          <a:xfrm>
            <a:off x="11334750" y="3505200"/>
            <a:ext cx="5715000" cy="3810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 cố 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NGINX,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Envoy,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HAProxy: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 phần mềm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Azure: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1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 gateway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 gian</a:t>
            </a:r>
            <a:endParaRPr lang="en-US" sz="2100" dirty="0"/>
          </a:p>
        </p:txBody>
      </p:sp>
      <p:sp>
        <p:nvSpPr>
          <p:cNvPr id="22" name="Connector line-1792323669698-154470856"/>
          <p:cNvSpPr/>
          <p:nvPr/>
        </p:nvSpPr>
        <p:spPr>
          <a:xfrm>
            <a:off x="11334750" y="7410450"/>
            <a:ext cx="5657850" cy="0"/>
          </a:xfrm>
          <a:prstGeom prst="line">
            <a:avLst/>
          </a:prstGeom>
          <a:noFill/>
          <a:ln w="19050">
            <a:solidFill>
              <a:srgbClr val="3C4050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1334750" y="7562850"/>
            <a:ext cx="5715000" cy="1047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nguồn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1800" dirty="0" spc="-1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-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7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 chiếu trực tiếp.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3676650" y="94678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f2fde73b-61a1-4dfb-abd8-0eef61912c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2026-10-18T11:41:37Z</dcterms:created>
  <dcterms:modified xsi:type="dcterms:W3CDTF">2026-10-18T11:41:37Z</dcterms:modified>
</cp:coreProperties>
</file>