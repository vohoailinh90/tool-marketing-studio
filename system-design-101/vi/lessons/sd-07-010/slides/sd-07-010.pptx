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Quét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81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81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tiền: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81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trình,</a:t>
            </a:r>
            <a:r>
              <a:rPr lang="en-US" sz="8100" dirty="0" spc="-9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mười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8100" dirty="0" spc="-10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7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quầy</a:t>
            </a:r>
            <a:r>
              <a:rPr lang="en-US" sz="3000" dirty="0" spc="5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hiện?</a:t>
            </a:r>
            <a:endParaRPr lang="en-US" sz="3000" dirty="0"/>
          </a:p>
        </p:txBody>
      </p:sp>
      <p:sp>
        <p:nvSpPr>
          <p:cNvPr id="5" name="Connector line-1792380766652-630943737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Quầy</a:t>
            </a:r>
            <a:r>
              <a:rPr lang="en-US" sz="21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954000" y="3143250"/>
            <a:ext cx="447675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Quầy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9" name="Connector line-1792380766662-686528072"/>
          <p:cNvSpPr/>
          <p:nvPr/>
        </p:nvSpPr>
        <p:spPr>
          <a:xfrm>
            <a:off x="15192375" y="4000500"/>
            <a:ext cx="0" cy="14668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5059025" y="5448300"/>
            <a:ext cx="266700" cy="228600"/>
          </a:xfrm>
          <a:custGeom>
            <a:avLst/>
            <a:gdLst/>
            <a:ahLst/>
            <a:cxnLst/>
            <a:rect l="l" t="t" r="r" b="b"/>
            <a:pathLst>
              <a:path w="266700" h="228600">
                <a:moveTo>
                  <a:pt x="133350" y="228600"/>
                </a:moveTo>
                <a:lnTo>
                  <a:pt x="0" y="0"/>
                </a:lnTo>
                <a:lnTo>
                  <a:pt x="266700" y="0"/>
                </a:lnTo>
                <a:close/>
              </a:path>
            </a:pathLst>
          </a:custGeom>
          <a:solidFill>
            <a:srgbClr val="9AA0B5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0" y="5715000"/>
            <a:ext cx="447675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2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250" b="1" dirty="0" spc="-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2c1984d1-2407-4e3c-b431-70f44a203d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3718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190750" y="30480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48006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190750" y="447675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 như</a:t>
            </a:r>
            <a:r>
              <a:rPr lang="en-US" sz="25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PayPal,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Paytm,</a:t>
            </a:r>
            <a:r>
              <a:rPr lang="en-US" sz="255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Venmo.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2293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90750" y="59055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động: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75247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luận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e179140-4a4d-4085-86ad-0df5a8c250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QUẦY</a:t>
            </a:r>
            <a:r>
              <a:rPr lang="en-US" sz="1800" b="1" spc="24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bước,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đầy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38125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259080" rIns="0" bIns="-259080" rtlCol="0" anchor="ctr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255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276225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762250"/>
            <a:ext cx="7086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250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PSP.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0" y="419100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0" y="4191000"/>
            <a:ext cx="7086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PSP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0" y="5619750"/>
            <a:ext cx="78486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0" y="5619750"/>
            <a:ext cx="7086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quầy,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quầy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7524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524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r>
              <a:rPr lang="en-US" sz="30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d5260c3-951b-434c-933a-dc3bbb30d7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1800" b="1" spc="2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bước,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PSP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049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0485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PSP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921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1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endParaRPr lang="en-US" sz="2100" dirty="0"/>
          </a:p>
        </p:txBody>
      </p:sp>
      <p:sp>
        <p:nvSpPr>
          <p:cNvPr id="7" name="Connector line-1792380769351-379014441"/>
          <p:cNvSpPr/>
          <p:nvPr/>
        </p:nvSpPr>
        <p:spPr>
          <a:xfrm>
            <a:off x="3200400" y="3429000"/>
            <a:ext cx="0" cy="5143500"/>
          </a:xfrm>
          <a:prstGeom prst="line">
            <a:avLst/>
          </a:prstGeom>
          <a:noFill/>
          <a:ln w="28575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8" name="Connector line-1792380769352-86897901"/>
          <p:cNvSpPr/>
          <p:nvPr/>
        </p:nvSpPr>
        <p:spPr>
          <a:xfrm>
            <a:off x="9144000" y="3429000"/>
            <a:ext cx="0" cy="5143500"/>
          </a:xfrm>
          <a:prstGeom prst="line">
            <a:avLst/>
          </a:prstGeom>
          <a:noFill/>
          <a:ln w="28575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9" name="Connector line-1792380769352-740214918"/>
          <p:cNvSpPr/>
          <p:nvPr/>
        </p:nvSpPr>
        <p:spPr>
          <a:xfrm>
            <a:off x="15087600" y="3429000"/>
            <a:ext cx="0" cy="5143500"/>
          </a:xfrm>
          <a:prstGeom prst="line">
            <a:avLst/>
          </a:prstGeom>
          <a:noFill/>
          <a:ln w="28575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723900" y="3810000"/>
            <a:ext cx="4953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</a:t>
            </a: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1950" b="1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nhận, bấm</a:t>
            </a:r>
            <a:r>
              <a:rPr lang="en-US" sz="195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505200" y="47244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1950" dirty="0"/>
          </a:p>
        </p:txBody>
      </p:sp>
      <p:sp>
        <p:nvSpPr>
          <p:cNvPr id="12" name="Connector line-1792380769356-674313512"/>
          <p:cNvSpPr/>
          <p:nvPr/>
        </p:nvSpPr>
        <p:spPr>
          <a:xfrm>
            <a:off x="3200400" y="5143500"/>
            <a:ext cx="57531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934450" y="5029200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209550" h="228600">
                <a:moveTo>
                  <a:pt x="209550" y="114300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6667500" y="5667375"/>
            <a:ext cx="4953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19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505200" y="68199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1950" dirty="0"/>
          </a:p>
        </p:txBody>
      </p:sp>
      <p:sp>
        <p:nvSpPr>
          <p:cNvPr id="16" name="Connector line-1792380769361-764305369"/>
          <p:cNvSpPr/>
          <p:nvPr/>
        </p:nvSpPr>
        <p:spPr>
          <a:xfrm>
            <a:off x="3390900" y="7239000"/>
            <a:ext cx="575310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200400" y="7124700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209550" h="228600">
                <a:moveTo>
                  <a:pt x="0" y="114300"/>
                </a:moveTo>
                <a:lnTo>
                  <a:pt x="209550" y="0"/>
                </a:lnTo>
                <a:lnTo>
                  <a:pt x="209550" y="228600"/>
                </a:lnTo>
                <a:close/>
              </a:path>
            </a:pathLst>
          </a:cu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9448800" y="76771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1950" dirty="0"/>
          </a:p>
        </p:txBody>
      </p:sp>
      <p:sp>
        <p:nvSpPr>
          <p:cNvPr id="19" name="Connector line-1792380769363-111103209"/>
          <p:cNvSpPr/>
          <p:nvPr/>
        </p:nvSpPr>
        <p:spPr>
          <a:xfrm>
            <a:off x="9144000" y="8096250"/>
            <a:ext cx="57531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4878050" y="7981950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209550" h="228600">
                <a:moveTo>
                  <a:pt x="209550" y="114300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3DD6A0"/>
          </a:solidFill>
          <a:ln/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79f41d1-47a9-4e44-a2db-59b7160b28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thuận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lợi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hạn,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b="1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đứt,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r>
              <a:rPr lang="en-US" sz="25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ví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PSP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b1137a0-f917-4339-b3d1-4a444b9c16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6900" dirty="0" spc="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9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Quầy</a:t>
            </a:r>
            <a:r>
              <a:rPr lang="en-US" sz="2400" dirty="0" spc="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 cho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PSP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QR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752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100" b="1" spc="21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2100" dirty="0"/>
          </a:p>
        </p:txBody>
      </p:sp>
      <p:sp>
        <p:nvSpPr>
          <p:cNvPr id="7" name="Text richtext-1792380770933-444200979"/>
          <p:cNvSpPr/>
          <p:nvPr/>
        </p:nvSpPr>
        <p:spPr>
          <a:xfrm>
            <a:off x="1295400" y="43243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PSP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4290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3600" y="3752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100" b="1" spc="21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1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100" dirty="0"/>
          </a:p>
        </p:txBody>
      </p:sp>
      <p:sp>
        <p:nvSpPr>
          <p:cNvPr id="10" name="Text richtext-1792380770965-515392244"/>
          <p:cNvSpPr/>
          <p:nvPr/>
        </p:nvSpPr>
        <p:spPr>
          <a:xfrm>
            <a:off x="9753600" y="43243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14400" y="80010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Vế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luận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195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f297e3a7-78dc-4a55-b048-16a2ae01ef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53000" y="2857500"/>
            <a:ext cx="1143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Connector line-1792380771772-471634952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671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4671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953000" y="34671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bước: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7053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953000" y="470535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Vẽ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đồ;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quầy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9436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9436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53000" y="59436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4295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 tiền,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quầy</a:t>
            </a:r>
            <a:r>
              <a:rPr lang="en-US" sz="19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7ef7886f-cb01-48d9-9cc4-fead8ea1aa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95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PSP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572000" y="2762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thanh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29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72000" y="4095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nhanh: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vạch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429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762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URL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572000" y="5429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19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chỉ.</a:t>
            </a:r>
            <a:endParaRPr lang="en-US" sz="1950" dirty="0"/>
          </a:p>
        </p:txBody>
      </p:sp>
      <p:sp>
        <p:nvSpPr>
          <p:cNvPr id="13" name="Connector line-1792380772654-797596990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5" name="Text richtext-1792380772656-802332573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730ef24c-ebd0-46d2-8f4c-b25bf4a96a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2026-10-19T03:33:20Z</dcterms:created>
  <dcterms:modified xsi:type="dcterms:W3CDTF">2026-10-19T03:33:20Z</dcterms:modified>
</cp:coreProperties>
</file>