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8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b="1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25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716000" y="1809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716000" y="30480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42862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5245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Dở</a:t>
            </a:r>
            <a:r>
              <a:rPr lang="en-US" sz="22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dang,</a:t>
            </a:r>
            <a:r>
              <a:rPr lang="en-US" sz="2250" b="1" dirty="0" spc="2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716000" y="6762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2250" dirty="0"/>
          </a:p>
        </p:txBody>
      </p:sp>
      <p:sp>
        <p:nvSpPr>
          <p:cNvPr id="14" name="Connector line-1792420738762-34401941"/>
          <p:cNvSpPr/>
          <p:nvPr/>
        </p:nvSpPr>
        <p:spPr>
          <a:xfrm flipV="1">
            <a:off x="12630150" y="2209800"/>
            <a:ext cx="1085850" cy="29337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Connector line-1792420738762-462382103"/>
          <p:cNvSpPr/>
          <p:nvPr/>
        </p:nvSpPr>
        <p:spPr>
          <a:xfrm flipV="1">
            <a:off x="12630150" y="3448050"/>
            <a:ext cx="1085850" cy="16954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0738763-556502215"/>
          <p:cNvSpPr/>
          <p:nvPr/>
        </p:nvSpPr>
        <p:spPr>
          <a:xfrm flipV="1">
            <a:off x="12630150" y="4686300"/>
            <a:ext cx="1085850" cy="4572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420738763-481544078"/>
          <p:cNvSpPr/>
          <p:nvPr/>
        </p:nvSpPr>
        <p:spPr>
          <a:xfrm>
            <a:off x="12630150" y="5143500"/>
            <a:ext cx="1085850" cy="7810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420738763-206212253"/>
          <p:cNvSpPr/>
          <p:nvPr/>
        </p:nvSpPr>
        <p:spPr>
          <a:xfrm>
            <a:off x="12630150" y="5143500"/>
            <a:ext cx="1085850" cy="20193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fdc59fc2-fe0f-4edc-aef9-fc2cb485a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khoản,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1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42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42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42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42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42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5631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00393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0393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42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42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42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a0814fe-2269-4755-bb28-82a6d1009b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LƯỢNG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809750"/>
            <a:ext cx="15906750" cy="4191000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dirty="0" spc="-2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9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9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96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96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9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quay.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7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7536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186599b-57e8-494d-adc9-c4b08b24d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8100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715500" y="2857500"/>
            <a:ext cx="4381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550" dirty="0"/>
          </a:p>
        </p:txBody>
      </p:sp>
      <p:sp>
        <p:nvSpPr>
          <p:cNvPr id="6" name="Connector line-1792420769718-788618245"/>
          <p:cNvSpPr/>
          <p:nvPr/>
        </p:nvSpPr>
        <p:spPr>
          <a:xfrm>
            <a:off x="438150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7" name="Connector line-1792420769718-327836903"/>
          <p:cNvSpPr/>
          <p:nvPr/>
        </p:nvSpPr>
        <p:spPr>
          <a:xfrm>
            <a:off x="1190625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762500" y="41910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9" name="Connector line-1792420769720-811908343"/>
          <p:cNvSpPr/>
          <p:nvPr/>
        </p:nvSpPr>
        <p:spPr>
          <a:xfrm>
            <a:off x="4381500" y="476250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4516100" y="438150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62500" y="55245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2" name="Connector line-1792420769726-663111389"/>
          <p:cNvSpPr/>
          <p:nvPr/>
        </p:nvSpPr>
        <p:spPr>
          <a:xfrm flipH="1">
            <a:off x="4381500" y="6096000"/>
            <a:ext cx="7524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762500" y="676275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4" name="Connector line-1792420769728-310647244"/>
          <p:cNvSpPr/>
          <p:nvPr/>
        </p:nvSpPr>
        <p:spPr>
          <a:xfrm>
            <a:off x="4381500" y="733425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516100" y="6953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493140a-5618-4d10-ad85-acb0ed0315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180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dở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6900" dirty="0"/>
          </a:p>
        </p:txBody>
      </p:sp>
      <p:sp>
        <p:nvSpPr>
          <p:cNvPr id="4" name="Connector line-1792420742337-40197246"/>
          <p:cNvSpPr/>
          <p:nvPr/>
        </p:nvSpPr>
        <p:spPr>
          <a:xfrm>
            <a:off x="1524000" y="3810000"/>
            <a:ext cx="15240000" cy="0"/>
          </a:xfrm>
          <a:prstGeom prst="line">
            <a:avLst/>
          </a:prstGeom>
          <a:noFill/>
          <a:ln w="762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03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584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965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13468350" y="3562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76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457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838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19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096000" y="5524500"/>
            <a:ext cx="7620000" cy="7239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714375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14375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rẻ,</a:t>
            </a:r>
            <a:r>
              <a:rPr lang="en-US" sz="330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3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30bf66b-ca7e-4c05-9f68-83c45786c5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dẹp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15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r>
              <a:rPr lang="en-US" sz="31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31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1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1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f965087-5ffb-4be7-8ff2-0cd2c240fd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488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06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906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726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488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8488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165c34d-cf91-4099-9e55-9157dd4136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ảo,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EBS</a:t>
            </a:r>
            <a:r>
              <a:rPr lang="en-US" sz="63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chụp?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6275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4375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6111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921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921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3000" dirty="0"/>
          </a:p>
        </p:txBody>
      </p:sp>
      <p:sp>
        <p:nvSpPr>
          <p:cNvPr id="13" name="Connector line-1792420797817-654484414"/>
          <p:cNvSpPr/>
          <p:nvPr/>
        </p:nvSpPr>
        <p:spPr>
          <a:xfrm>
            <a:off x="567690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20797817-560574666"/>
          <p:cNvSpPr/>
          <p:nvPr/>
        </p:nvSpPr>
        <p:spPr>
          <a:xfrm>
            <a:off x="1152525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dd000d9-712d-4a9d-9989-98da5d48f8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85900" y="4476750"/>
            <a:ext cx="158877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476750"/>
            <a:ext cx="15125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đếm.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057400" y="6000750"/>
            <a:ext cx="153162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000750"/>
            <a:ext cx="14554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28900" y="7524750"/>
            <a:ext cx="147447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009900" y="7524750"/>
            <a:ext cx="13982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05fb7c5-0c70-4cf7-a059-b511ed5cb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2762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EBS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2838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3905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857500" y="3981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56197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GB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857500" y="56959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Gigabyte.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3" name="Text richtext-1792420815217-724133264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S3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EC2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5315e2-01fe-4a19-a49e-81c386e66d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2026-10-19T16:09:03Z</dcterms:created>
  <dcterms:modified xsi:type="dcterms:W3CDTF">2026-10-19T16:09:03Z</dcterms:modified>
</cp:coreProperties>
</file>