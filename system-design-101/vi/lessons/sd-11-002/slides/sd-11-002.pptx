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7500" dirty="0" spc="-10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75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rộng: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gỡ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 thắt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lượt.</a:t>
            </a:r>
            <a:endParaRPr lang="en-US" sz="3000" dirty="0"/>
          </a:p>
        </p:txBody>
      </p:sp>
      <p:sp>
        <p:nvSpPr>
          <p:cNvPr id="5" name="Connector line-1792420386942-470100861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143250"/>
            <a:ext cx="1390650" cy="1809750"/>
          </a:xfrm>
          <a:custGeom>
            <a:avLst/>
            <a:gdLst/>
            <a:ahLst/>
            <a:cxnLst/>
            <a:rect l="l" t="t" r="r" b="b"/>
            <a:pathLst>
              <a:path w="1390650" h="1809750">
                <a:moveTo>
                  <a:pt x="0" y="1809750"/>
                </a:moveTo>
                <a:cubicBezTo>
                  <a:pt x="723900" y="1809750"/>
                  <a:pt x="723900" y="0"/>
                  <a:pt x="13906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476750"/>
            <a:ext cx="1390650" cy="476250"/>
          </a:xfrm>
          <a:custGeom>
            <a:avLst/>
            <a:gdLst/>
            <a:ahLst/>
            <a:cxnLst/>
            <a:rect l="l" t="t" r="r" b="b"/>
            <a:pathLst>
              <a:path w="1390650" h="476250">
                <a:moveTo>
                  <a:pt x="0" y="476250"/>
                </a:moveTo>
                <a:cubicBezTo>
                  <a:pt x="723900" y="476250"/>
                  <a:pt x="723900" y="0"/>
                  <a:pt x="139065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390650" cy="857250"/>
          </a:xfrm>
          <a:custGeom>
            <a:avLst/>
            <a:gdLst/>
            <a:ahLst/>
            <a:cxnLst/>
            <a:rect l="l" t="t" r="r" b="b"/>
            <a:pathLst>
              <a:path w="1390650" h="857250">
                <a:moveTo>
                  <a:pt x="0" y="0"/>
                </a:moveTo>
                <a:cubicBezTo>
                  <a:pt x="723900" y="0"/>
                  <a:pt x="723900" y="857250"/>
                  <a:pt x="1390650" y="857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390650" cy="2190750"/>
          </a:xfrm>
          <a:custGeom>
            <a:avLst/>
            <a:gdLst/>
            <a:ahLst/>
            <a:cxnLst/>
            <a:rect l="l" t="t" r="r" b="b"/>
            <a:pathLst>
              <a:path w="1390650" h="2190750">
                <a:moveTo>
                  <a:pt x="0" y="0"/>
                </a:moveTo>
                <a:cubicBezTo>
                  <a:pt x="723900" y="0"/>
                  <a:pt x="723900" y="2190750"/>
                  <a:pt x="1390650" y="21907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r>
              <a:rPr lang="en-US" sz="22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225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668250" y="27813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Stateless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Horizontal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668250" y="41148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Auto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668250" y="54483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Caching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Replication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668250" y="67818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Sharding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73ad47a-b7f0-48b4-9342-9eceaa1cfe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8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gỡ</a:t>
            </a:r>
            <a:r>
              <a:rPr lang="en-US" sz="690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1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-2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nghẽn.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85ef829-0f83-4eed-a497-5d45d615b8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b="1" spc="3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nào cũng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Stateless</a:t>
            </a:r>
            <a:r>
              <a:rPr lang="en-US" sz="39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Services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0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64770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3A3F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7143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726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Horizontal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Scaling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753600" y="447675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53600" y="5143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sức: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753600" y="64770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3A3F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7143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3cd6f0b-e3bf-4d80-b765-d9a59c8a88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cầu,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CHIẾN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34000" y="2857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0" y="28575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800" dirty="0"/>
          </a:p>
        </p:txBody>
      </p:sp>
      <p:sp>
        <p:nvSpPr>
          <p:cNvPr id="7" name="Connector line-1792420392713-781335723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35433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543300"/>
            <a:ext cx="3810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34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Balancing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5334000" y="3543300"/>
            <a:ext cx="5715000" cy="2190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9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1430000" y="3543300"/>
            <a:ext cx="5619750" cy="2190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0007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6000750"/>
            <a:ext cx="3810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3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Auto</a:t>
            </a:r>
            <a:r>
              <a:rPr lang="en-US" sz="34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Scaling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5334000" y="6000750"/>
            <a:ext cx="5715000" cy="2190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430000" y="6000750"/>
            <a:ext cx="5619750" cy="2190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cần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khởi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7fba5ae-ea41-4e15-ba9e-952531eddb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762500" y="27622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239500" y="27622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333750"/>
            <a:ext cx="3619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Caching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4762500" y="3333750"/>
            <a:ext cx="6096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5048250" y="3333750"/>
            <a:ext cx="5524500" cy="2190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1239500" y="3333750"/>
            <a:ext cx="61341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0" y="3333750"/>
            <a:ext cx="5562600" cy="2190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905500"/>
            <a:ext cx="36195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9650" y="5905500"/>
            <a:ext cx="3429000" cy="2476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Database</a:t>
            </a:r>
            <a:r>
              <a:rPr lang="en-US" sz="3000" dirty="0" spc="-2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Replication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62500" y="5905500"/>
            <a:ext cx="6096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5048250" y="5905500"/>
            <a:ext cx="55245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nơi,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dự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1239500" y="5905500"/>
            <a:ext cx="6134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5250" y="5905500"/>
            <a:ext cx="55626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chính: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0354728-34f5-4b17-a2ea-e2cfcf83b8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GHI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Database</a:t>
            </a:r>
            <a:r>
              <a:rPr lang="en-US" sz="39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Sharding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8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64770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7143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tạp;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 công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726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Async</a:t>
            </a:r>
            <a:r>
              <a:rPr lang="en-US" sz="39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Processing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753600" y="447675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53600" y="5143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753600" y="64770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7143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ngay;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b6a7acc-c4f6-4b49-a405-801180a641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4953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99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32499" dirty="0"/>
          </a:p>
        </p:txBody>
      </p:sp>
      <p:sp>
        <p:nvSpPr>
          <p:cNvPr id="5" name="Text 3"/>
          <p:cNvSpPr/>
          <p:nvPr/>
        </p:nvSpPr>
        <p:spPr>
          <a:xfrm>
            <a:off x="6667500" y="3238500"/>
            <a:ext cx="10706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42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42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 của</a:t>
            </a:r>
            <a:r>
              <a:rPr lang="en-US" sz="42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42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42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42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42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42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667500" y="5715000"/>
            <a:ext cx="107061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7" name="Text richtext-1792420439977-855884491"/>
          <p:cNvSpPr/>
          <p:nvPr/>
        </p:nvSpPr>
        <p:spPr>
          <a:xfrm>
            <a:off x="7048500" y="5715000"/>
            <a:ext cx="9944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5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 kiến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6bb6b1b-cfaa-4f09-be53-3e851a6abf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lại;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ít.</a:t>
            </a:r>
            <a:endParaRPr lang="en-US" sz="2850" dirty="0"/>
          </a:p>
        </p:txBody>
      </p:sp>
      <p:sp>
        <p:nvSpPr>
          <p:cNvPr id="6" name="Connector line-1792420442768-303662737"/>
          <p:cNvSpPr/>
          <p:nvPr/>
        </p:nvSpPr>
        <p:spPr>
          <a:xfrm>
            <a:off x="4762500" y="5905500"/>
            <a:ext cx="85725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20442768-316700300"/>
          <p:cNvSpPr/>
          <p:nvPr/>
        </p:nvSpPr>
        <p:spPr>
          <a:xfrm>
            <a:off x="10477500" y="5905500"/>
            <a:ext cx="8572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4762500"/>
            <a:ext cx="3810000" cy="228600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47625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30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nhớ</a:t>
            </a: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r>
              <a:rPr lang="en-US" sz="3000" dirty="0" spc="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76900" y="4762500"/>
            <a:ext cx="4762500" cy="228600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7400" y="4762500"/>
            <a:ext cx="438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1391900" y="4762500"/>
            <a:ext cx="5981700" cy="228600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82400" y="4762500"/>
            <a:ext cx="56007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nhỏ: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 không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14400" y="7620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ngược,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d687464-2bd4-43a3-a8ed-af4c347ea9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762250"/>
          </a:xfrm>
          <a:prstGeom prst="roundRect">
            <a:avLst>
              <a:gd name="adj" fmla="val 1103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861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250" b="1" spc="25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3619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Stateless</a:t>
            </a: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9700" y="3810000"/>
            <a:ext cx="3619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Horizontal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0" y="3810000"/>
            <a:ext cx="3619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068300" y="3810000"/>
            <a:ext cx="39243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Auto</a:t>
            </a: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2762250"/>
          </a:xfrm>
          <a:prstGeom prst="roundRect">
            <a:avLst>
              <a:gd name="adj" fmla="val 1103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1341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95400" y="6858000"/>
            <a:ext cx="3619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Caching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19700" y="6858000"/>
            <a:ext cx="3619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r>
              <a:rPr lang="en-US" sz="24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0" y="6858000"/>
            <a:ext cx="3619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r>
              <a:rPr lang="en-US" sz="24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068300" y="6858000"/>
            <a:ext cx="39243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Async</a:t>
            </a:r>
            <a:r>
              <a:rPr lang="en-US" sz="24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32bb123-39e7-4df1-a5eb-bd6aa64816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258300" y="26670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862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258300" y="38862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1054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258300" y="51054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3246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258300" y="63246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2667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Stateless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5000" y="2667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Horizontal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81100" y="38862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38862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Auto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81100" y="5105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0" y="5105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r>
              <a:rPr lang="en-US" sz="225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Replication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81100" y="63246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0" y="63246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Async</a:t>
            </a:r>
            <a:r>
              <a:rPr lang="en-US" sz="22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7905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83629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ffcc829b-681d-4b68-a5dc-4d74a58b88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2026-10-19T14:54:16Z</dcterms:created>
  <dcterms:modified xsi:type="dcterms:W3CDTF">2026-10-19T14:54:16Z</dcterms:modified>
</cp:coreProperties>
</file>