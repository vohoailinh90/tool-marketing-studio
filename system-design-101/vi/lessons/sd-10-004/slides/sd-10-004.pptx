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9"/>
      <p:bold r:id="rId16"/>
    </p:embeddedFont>
    <p:embeddedFont>
      <p:font typeface="Bricolage Grotesque ExtraBold"/>
      <p:regular r:id="rId17"/>
    </p:embeddedFont>
    <p:embeddedFont>
      <p:font typeface="Be Vietnam Pro Semi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19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Ngôn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8100" dirty="0"/>
          </a:p>
          <a:p>
            <a:pPr algn="l" indent="0" marL="0"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8100" dirty="0"/>
          </a:p>
          <a:p>
            <a:pPr algn="l" indent="0" marL="0">
              <a:buNone/>
            </a:pPr>
            <a:r>
              <a:rPr lang="en-US" sz="81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"xanh"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524500"/>
            <a:ext cx="83820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6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3000" dirty="0" spc="0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3000" dirty="0" spc="2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000" dirty="0" spc="0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-5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nghiên</a:t>
            </a:r>
            <a:r>
              <a:rPr lang="en-US" sz="3000" dirty="0" spc="27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cứu,</a:t>
            </a:r>
            <a:r>
              <a:rPr lang="en-US" sz="3000" dirty="0" spc="-5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2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000" dirty="0" spc="-1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3000" dirty="0" spc="-8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0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cái</a:t>
            </a:r>
            <a:r>
              <a:rPr lang="en-US" sz="3000" dirty="0" spc="-11" kern="0">
                <a:solidFill>
                  <a:srgbClr val="C4C8D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953250"/>
            <a:ext cx="25717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3676650" y="6953250"/>
            <a:ext cx="19050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5772150" y="6953250"/>
            <a:ext cx="333375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906000" y="914400"/>
            <a:ext cx="7467600" cy="2400300"/>
          </a:xfrm>
          <a:prstGeom prst="roundRect">
            <a:avLst>
              <a:gd name="adj" fmla="val 11111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906000" y="914400"/>
            <a:ext cx="133350" cy="24003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0" name="Text 8"/>
          <p:cNvSpPr/>
          <p:nvPr/>
        </p:nvSpPr>
        <p:spPr>
          <a:xfrm>
            <a:off x="10401300" y="12382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401300" y="1695450"/>
            <a:ext cx="666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Thời</a:t>
            </a:r>
            <a:r>
              <a:rPr lang="en-US" sz="4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0401300" y="25527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mili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906000" y="3543300"/>
            <a:ext cx="7467600" cy="2400300"/>
          </a:xfrm>
          <a:prstGeom prst="roundRect">
            <a:avLst>
              <a:gd name="adj" fmla="val 11111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906000" y="3543300"/>
            <a:ext cx="133350" cy="24003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0401300" y="38671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401300" y="4324350"/>
            <a:ext cx="666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4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10401300" y="51816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đỉnh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906000" y="6172200"/>
            <a:ext cx="7467600" cy="2400300"/>
          </a:xfrm>
          <a:prstGeom prst="roundRect">
            <a:avLst>
              <a:gd name="adj" fmla="val 11111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9906000" y="6172200"/>
            <a:ext cx="133350" cy="24003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0" name="Text 18"/>
          <p:cNvSpPr/>
          <p:nvPr/>
        </p:nvSpPr>
        <p:spPr>
          <a:xfrm>
            <a:off x="10401300" y="64960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401300" y="6953250"/>
            <a:ext cx="666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Năng</a:t>
            </a:r>
            <a:r>
              <a:rPr lang="en-US" sz="48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10401300" y="78105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joule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181100" y="7086600"/>
            <a:ext cx="21907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6300" dirty="0"/>
          </a:p>
        </p:txBody>
      </p:sp>
      <p:sp>
        <p:nvSpPr>
          <p:cNvPr id="25" name="Text 23"/>
          <p:cNvSpPr/>
          <p:nvPr/>
        </p:nvSpPr>
        <p:spPr>
          <a:xfrm>
            <a:off x="1181100" y="8153400"/>
            <a:ext cx="2286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3943350" y="7086600"/>
            <a:ext cx="152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300" dirty="0"/>
          </a:p>
        </p:txBody>
      </p:sp>
      <p:sp>
        <p:nvSpPr>
          <p:cNvPr id="27" name="Text 25"/>
          <p:cNvSpPr/>
          <p:nvPr/>
        </p:nvSpPr>
        <p:spPr>
          <a:xfrm>
            <a:off x="3943350" y="8153400"/>
            <a:ext cx="152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thao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6038850" y="7086600"/>
            <a:ext cx="3048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28</a:t>
            </a:r>
            <a:endParaRPr lang="en-US" sz="6300" dirty="0"/>
          </a:p>
        </p:txBody>
      </p:sp>
      <p:sp>
        <p:nvSpPr>
          <p:cNvPr id="29" name="Text 27"/>
          <p:cNvSpPr/>
          <p:nvPr/>
        </p:nvSpPr>
        <p:spPr>
          <a:xfrm>
            <a:off x="6038850" y="81534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eb3b41e-48f7-4e96-879b-88a35fe4ea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7338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30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00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0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mối</a:t>
            </a: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30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nhiều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6381750"/>
            <a:ext cx="78105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6629400"/>
            <a:ext cx="723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9200" y="70866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tin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hạng,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0" y="1428750"/>
            <a:ext cx="7315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 phần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850" dirty="0"/>
          </a:p>
        </p:txBody>
      </p:sp>
      <p:sp>
        <p:nvSpPr>
          <p:cNvPr id="10" name="Connector line-1792335412043-426963265"/>
          <p:cNvSpPr/>
          <p:nvPr/>
        </p:nvSpPr>
        <p:spPr>
          <a:xfrm>
            <a:off x="13258800" y="2914650"/>
            <a:ext cx="0" cy="6286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9601200" y="3619500"/>
            <a:ext cx="7315200" cy="1333500"/>
          </a:xfrm>
          <a:prstGeom prst="roundRect">
            <a:avLst>
              <a:gd name="adj" fmla="val 1714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Nghiên</a:t>
            </a:r>
            <a:r>
              <a:rPr lang="en-US" sz="2550" b="1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601200" y="5143500"/>
            <a:ext cx="2286000" cy="762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115800" y="5143500"/>
            <a:ext cx="2286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4630400" y="5143500"/>
            <a:ext cx="2286000" cy="762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Năng</a:t>
            </a:r>
            <a:r>
              <a:rPr lang="en-US" sz="19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1950" dirty="0"/>
          </a:p>
        </p:txBody>
      </p:sp>
      <p:sp>
        <p:nvSpPr>
          <p:cNvPr id="15" name="Connector line-1792335412053-50304728"/>
          <p:cNvSpPr/>
          <p:nvPr/>
        </p:nvSpPr>
        <p:spPr>
          <a:xfrm>
            <a:off x="13258800" y="6096000"/>
            <a:ext cx="0" cy="6858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601200" y="6858000"/>
            <a:ext cx="7315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30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0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914400" y="1333500"/>
            <a:ext cx="781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căn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endParaRPr lang="en-US" sz="7200" dirty="0"/>
          </a:p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72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72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8dd7327-b1ec-4dd4-b633-fe816a59de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của</a:t>
            </a:r>
            <a:endParaRPr lang="en-US" sz="7200" dirty="0"/>
          </a:p>
          <a:p>
            <a:pPr algn="l" indent="0" marL="0">
              <a:buNone/>
            </a:pP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nghiên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Computer</a:t>
            </a:r>
            <a:r>
              <a:rPr lang="en-US" sz="27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Benchmarks</a:t>
            </a:r>
            <a:r>
              <a:rPr lang="en-US" sz="27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Game,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5715000"/>
            <a:ext cx="5715000" cy="6477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benchmark</a:t>
            </a:r>
            <a:r>
              <a:rPr lang="en-US" sz="22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914400" y="66675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6877050"/>
            <a:ext cx="723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19200" y="731520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7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0" y="17526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91800" y="1428750"/>
            <a:ext cx="63246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2850" dirty="0"/>
          </a:p>
        </p:txBody>
      </p:sp>
      <p:sp>
        <p:nvSpPr>
          <p:cNvPr id="12" name="Connector line-1792335470601-78048161"/>
          <p:cNvSpPr/>
          <p:nvPr/>
        </p:nvSpPr>
        <p:spPr>
          <a:xfrm>
            <a:off x="9944100" y="2533650"/>
            <a:ext cx="0" cy="12382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601200" y="38481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0591800" y="3524250"/>
            <a:ext cx="63246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850" dirty="0"/>
          </a:p>
        </p:txBody>
      </p:sp>
      <p:sp>
        <p:nvSpPr>
          <p:cNvPr id="15" name="Connector line-1792335470607-482902225"/>
          <p:cNvSpPr/>
          <p:nvPr/>
        </p:nvSpPr>
        <p:spPr>
          <a:xfrm>
            <a:off x="9944100" y="4629150"/>
            <a:ext cx="0" cy="12382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601200" y="59436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0591800" y="5619750"/>
            <a:ext cx="63246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10591800" y="7200900"/>
            <a:ext cx="2571750" cy="762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315950" y="7200900"/>
            <a:ext cx="1428750" cy="762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4897100" y="7200900"/>
            <a:ext cx="2019300" cy="762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Năng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14400" y="37338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0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số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300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753599ea-f8d0-4438-a8a3-7e04bee60f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3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2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mỗi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29225" cy="4286250"/>
          </a:xfrm>
          <a:prstGeom prst="roundRect">
            <a:avLst>
              <a:gd name="adj" fmla="val 6222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3147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81100" y="3905250"/>
            <a:ext cx="46958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2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Thời</a:t>
            </a:r>
            <a:r>
              <a:rPr lang="en-US" sz="42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 chạy</a:t>
            </a:r>
            <a:endParaRPr lang="en-US" sz="4200" dirty="0"/>
          </a:p>
        </p:txBody>
      </p:sp>
      <p:sp>
        <p:nvSpPr>
          <p:cNvPr id="7" name="Text richtext-1792335514467-679981230"/>
          <p:cNvSpPr/>
          <p:nvPr/>
        </p:nvSpPr>
        <p:spPr>
          <a:xfrm>
            <a:off x="1181100" y="4819650"/>
            <a:ext cx="4695825" cy="2286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mili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dòng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524625" y="3048000"/>
            <a:ext cx="5229225" cy="4286250"/>
          </a:xfrm>
          <a:prstGeom prst="roundRect">
            <a:avLst>
              <a:gd name="adj" fmla="val 6222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6791325" y="33147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6791325" y="3905250"/>
            <a:ext cx="46958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42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4200" dirty="0"/>
          </a:p>
        </p:txBody>
      </p:sp>
      <p:sp>
        <p:nvSpPr>
          <p:cNvPr id="11" name="Text richtext-1792335514497-91710928"/>
          <p:cNvSpPr/>
          <p:nvPr/>
        </p:nvSpPr>
        <p:spPr>
          <a:xfrm>
            <a:off x="6791325" y="4819650"/>
            <a:ext cx="4695825" cy="2286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Đỉnh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Luật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Makefile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134850" y="3048000"/>
            <a:ext cx="5229225" cy="4286250"/>
          </a:xfrm>
          <a:prstGeom prst="roundRect">
            <a:avLst>
              <a:gd name="adj" fmla="val 6222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1550" y="33147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2401550" y="3905250"/>
            <a:ext cx="4695825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Năng</a:t>
            </a:r>
            <a:r>
              <a:rPr lang="en-US" sz="4200" dirty="0" spc="-4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14400" y="767715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1219200" y="8029575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143250" y="7962900"/>
            <a:ext cx="1390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04/09</a:t>
            </a:r>
            <a:endParaRPr lang="en-US" sz="1650" dirty="0"/>
          </a:p>
        </p:txBody>
      </p:sp>
      <p:sp>
        <p:nvSpPr>
          <p:cNvPr id="28" name="Text richtext-1792335587957-259753627"/>
          <p:cNvSpPr/>
          <p:nvPr/>
        </p:nvSpPr>
        <p:spPr>
          <a:xfrm>
            <a:off x="12401550" y="4819650"/>
            <a:ext cx="4695825" cy="2286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joule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khung RAPL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27ca85b-22c9-4aea-ac87-2cbcce4348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1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 GHI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72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3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quả,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8105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6362700"/>
            <a:ext cx="723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9200" y="681990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601200" y="1333500"/>
            <a:ext cx="7315200" cy="219075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9906000" y="1524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650" b="1" spc="2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b="1" spc="19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906000" y="2152650"/>
            <a:ext cx="2762250" cy="1047750"/>
          </a:xfrm>
          <a:prstGeom prst="roundRect">
            <a:avLst>
              <a:gd name="adj" fmla="val 21818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100" dirty="0"/>
          </a:p>
        </p:txBody>
      </p:sp>
      <p:sp>
        <p:nvSpPr>
          <p:cNvPr id="12" name="Connector line-1792335571993-246189801"/>
          <p:cNvSpPr/>
          <p:nvPr/>
        </p:nvSpPr>
        <p:spPr>
          <a:xfrm>
            <a:off x="12801600" y="2676525"/>
            <a:ext cx="8953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triangl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3830300" y="2152650"/>
            <a:ext cx="2762250" cy="1047750"/>
          </a:xfrm>
          <a:prstGeom prst="roundRect">
            <a:avLst>
              <a:gd name="adj" fmla="val 21818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601200" y="3714750"/>
            <a:ext cx="7315200" cy="219075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9906000" y="39052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NĂNG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9906000" y="4533900"/>
            <a:ext cx="2762250" cy="1047750"/>
          </a:xfrm>
          <a:prstGeom prst="roundRect">
            <a:avLst>
              <a:gd name="adj" fmla="val 21818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joule</a:t>
            </a:r>
            <a:endParaRPr lang="en-US" sz="2100" dirty="0"/>
          </a:p>
        </p:txBody>
      </p:sp>
      <p:sp>
        <p:nvSpPr>
          <p:cNvPr id="17" name="Connector line-1792335572001-232298581"/>
          <p:cNvSpPr/>
          <p:nvPr/>
        </p:nvSpPr>
        <p:spPr>
          <a:xfrm>
            <a:off x="12801600" y="5057775"/>
            <a:ext cx="8953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830300" y="4533900"/>
            <a:ext cx="2762250" cy="1047750"/>
          </a:xfrm>
          <a:prstGeom prst="roundRect">
            <a:avLst>
              <a:gd name="adj" fmla="val 21818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họa,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601200" y="6096000"/>
            <a:ext cx="7315200" cy="2190750"/>
          </a:xfrm>
          <a:prstGeom prst="roundRect">
            <a:avLst>
              <a:gd name="adj" fmla="val 10435"/>
            </a:avLst>
          </a:prstGeom>
          <a:solidFill>
            <a:srgbClr val="14161C"/>
          </a:solidFill>
          <a:ln/>
        </p:spPr>
      </p:sp>
      <p:sp>
        <p:nvSpPr>
          <p:cNvPr id="20" name="Text 18"/>
          <p:cNvSpPr/>
          <p:nvPr/>
        </p:nvSpPr>
        <p:spPr>
          <a:xfrm>
            <a:off x="9906000" y="6286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6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650" b="1" spc="19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906000" y="6915150"/>
            <a:ext cx="2381250" cy="1047750"/>
          </a:xfrm>
          <a:prstGeom prst="roundRect">
            <a:avLst>
              <a:gd name="adj" fmla="val 21818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mili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100" dirty="0"/>
          </a:p>
        </p:txBody>
      </p:sp>
      <p:sp>
        <p:nvSpPr>
          <p:cNvPr id="22" name="Connector line-1792335572009-471367806"/>
          <p:cNvSpPr/>
          <p:nvPr/>
        </p:nvSpPr>
        <p:spPr>
          <a:xfrm>
            <a:off x="12420600" y="7439025"/>
            <a:ext cx="6477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3201650" y="6915150"/>
            <a:ext cx="3390900" cy="1047750"/>
          </a:xfrm>
          <a:prstGeom prst="roundRect">
            <a:avLst>
              <a:gd name="adj" fmla="val 21818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914400" y="37338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 đồ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30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30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52d3dcba-709f-446f-bdb7-c568d04829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95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2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thận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241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4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30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5229225" cy="3905250"/>
          </a:xfrm>
          <a:prstGeom prst="roundRect">
            <a:avLst>
              <a:gd name="adj" fmla="val 6829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181100" y="390525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!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524625" y="3619500"/>
            <a:ext cx="5229225" cy="3905250"/>
          </a:xfrm>
          <a:prstGeom prst="roundRect">
            <a:avLst>
              <a:gd name="adj" fmla="val 6829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6791325" y="390525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!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791325" y="4781550"/>
            <a:ext cx="4695825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791325" y="5905500"/>
            <a:ext cx="4695825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2134850" y="3619500"/>
            <a:ext cx="5229225" cy="3905250"/>
          </a:xfrm>
          <a:prstGeom prst="roundRect">
            <a:avLst>
              <a:gd name="adj" fmla="val 6829"/>
            </a:avLst>
          </a:prstGeom>
          <a:solidFill>
            <a:srgbClr val="F8D9D0"/>
          </a:solidFill>
          <a:ln/>
        </p:spPr>
      </p:sp>
      <p:sp>
        <p:nvSpPr>
          <p:cNvPr id="12" name="Text 10"/>
          <p:cNvSpPr/>
          <p:nvPr/>
        </p:nvSpPr>
        <p:spPr>
          <a:xfrm>
            <a:off x="12401550" y="390525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!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2401550" y="4781550"/>
            <a:ext cx="4695825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2401550" y="5905500"/>
            <a:ext cx="4695825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7810500"/>
            <a:ext cx="16459200" cy="952500"/>
          </a:xfrm>
          <a:prstGeom prst="roundRect">
            <a:avLst>
              <a:gd name="adj" fmla="val 28000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1219200" y="811530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143250" y="8048625"/>
            <a:ext cx="1390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việc của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mình,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06/09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181100" y="4781550"/>
            <a:ext cx="4695825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1181100" y="5905500"/>
            <a:ext cx="4695825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Mười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bạn.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1777818-49ff-4041-a9ee-29430b5696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endParaRPr lang="en-US" sz="7200" dirty="0"/>
          </a:p>
          <a:p>
            <a:pPr algn="l" indent="0" marL="0">
              <a:buNone/>
            </a:pP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nêu</a:t>
            </a:r>
            <a:r>
              <a:rPr lang="en-US" sz="72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72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tên?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30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00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30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ảnh,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"xanh</a:t>
            </a:r>
            <a:r>
              <a:rPr lang="en-US" sz="27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nhất".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6096000"/>
            <a:ext cx="78105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6362700"/>
            <a:ext cx="723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19200" y="681990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27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0" y="1276350"/>
            <a:ext cx="7315200" cy="3848100"/>
          </a:xfrm>
          <a:prstGeom prst="roundRect">
            <a:avLst>
              <a:gd name="adj" fmla="val 5941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14668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6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650" b="1" spc="23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906000" y="1905000"/>
            <a:ext cx="3143250" cy="1047750"/>
          </a:xfrm>
          <a:prstGeom prst="roundRect">
            <a:avLst>
              <a:gd name="adj" fmla="val 21818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28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9906000" y="3048000"/>
            <a:ext cx="3143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392150" y="1905000"/>
            <a:ext cx="3143250" cy="1047750"/>
          </a:xfrm>
          <a:prstGeom prst="roundRect">
            <a:avLst>
              <a:gd name="adj" fmla="val 21818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33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bảy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3392150" y="3048000"/>
            <a:ext cx="3143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8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18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trích</a:t>
            </a: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endParaRPr lang="en-US" sz="1800" dirty="0"/>
          </a:p>
        </p:txBody>
      </p:sp>
      <p:sp>
        <p:nvSpPr>
          <p:cNvPr id="16" name="Connector line-1792338125574-107355008"/>
          <p:cNvSpPr/>
          <p:nvPr/>
        </p:nvSpPr>
        <p:spPr>
          <a:xfrm>
            <a:off x="11477625" y="3733800"/>
            <a:ext cx="0" cy="4000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8125575-743713401"/>
          <p:cNvSpPr/>
          <p:nvPr/>
        </p:nvSpPr>
        <p:spPr>
          <a:xfrm>
            <a:off x="14963775" y="3733800"/>
            <a:ext cx="0" cy="4000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9906000" y="4210050"/>
            <a:ext cx="6629400" cy="762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nói: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601200" y="5314950"/>
            <a:ext cx="7315200" cy="314325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20" name="Text 18"/>
          <p:cNvSpPr/>
          <p:nvPr/>
        </p:nvSpPr>
        <p:spPr>
          <a:xfrm>
            <a:off x="9906000" y="55054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21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6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 HẠNG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906000" y="5962650"/>
            <a:ext cx="2857500" cy="914400"/>
          </a:xfrm>
          <a:prstGeom prst="roundRect">
            <a:avLst>
              <a:gd name="adj" fmla="val 25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2" name="Connector line-1792338125581-75193406"/>
          <p:cNvSpPr/>
          <p:nvPr/>
        </p:nvSpPr>
        <p:spPr>
          <a:xfrm>
            <a:off x="12877800" y="6419850"/>
            <a:ext cx="6858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3677900" y="5962650"/>
            <a:ext cx="2857500" cy="914400"/>
          </a:xfrm>
          <a:prstGeom prst="roundRect">
            <a:avLst>
              <a:gd name="adj" fmla="val 25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2100" dirty="0"/>
          </a:p>
        </p:txBody>
      </p:sp>
      <p:sp>
        <p:nvSpPr>
          <p:cNvPr id="24" name="Connector line-1792338125584-152046523"/>
          <p:cNvSpPr/>
          <p:nvPr/>
        </p:nvSpPr>
        <p:spPr>
          <a:xfrm>
            <a:off x="13258800" y="6972300"/>
            <a:ext cx="0" cy="4381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906000" y="7486650"/>
            <a:ext cx="6629400" cy="800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"xanh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nhất"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d8bfb083-7e8e-4c86-bb05-659a006f5f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200" dirty="0"/>
          </a:p>
          <a:p>
            <a:pPr algn="l" indent="0" marL="0">
              <a:buNone/>
            </a:pP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2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905250"/>
            <a:ext cx="7810500" cy="4667250"/>
          </a:xfrm>
          <a:prstGeom prst="roundRect">
            <a:avLst>
              <a:gd name="adj" fmla="val 5714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4191000"/>
            <a:ext cx="723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4667250"/>
            <a:ext cx="7239000" cy="2762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cho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kiệm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điện.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việc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tin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"xanh"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gì?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19200" y="7677150"/>
            <a:ext cx="3619500" cy="6096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0" y="11811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601200" y="1619250"/>
            <a:ext cx="7315200" cy="3238500"/>
          </a:xfrm>
          <a:prstGeom prst="roundRect">
            <a:avLst>
              <a:gd name="adj" fmla="val 7059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9829800" y="18669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744200" y="1847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nào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744200" y="29146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Thao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0744200" y="4229100"/>
            <a:ext cx="2190750" cy="4953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8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049250" y="4229100"/>
            <a:ext cx="1238250" cy="4953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401800" y="42291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Năng</a:t>
            </a:r>
            <a:r>
              <a:rPr lang="en-US" sz="18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601200" y="5048250"/>
            <a:ext cx="7315200" cy="3238500"/>
          </a:xfrm>
          <a:prstGeom prst="roundRect">
            <a:avLst>
              <a:gd name="adj" fmla="val 7059"/>
            </a:avLst>
          </a:prstGeom>
          <a:solidFill>
            <a:srgbClr val="E8E0CF"/>
          </a:solidFill>
          <a:ln/>
        </p:spPr>
      </p:sp>
      <p:sp>
        <p:nvSpPr>
          <p:cNvPr id="18" name="Text 16"/>
          <p:cNvSpPr/>
          <p:nvPr/>
        </p:nvSpPr>
        <p:spPr>
          <a:xfrm>
            <a:off x="9829800" y="52959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744200" y="5276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của dịch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0744200" y="63436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 vì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744200" y="7658100"/>
            <a:ext cx="276225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Mười</a:t>
            </a:r>
            <a:r>
              <a:rPr lang="en-US" sz="18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620750" y="76581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08/09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c5a64f-b4b1-4a6a-b352-2476e67e1c7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29225" cy="3524250"/>
          </a:xfrm>
          <a:prstGeom prst="roundRect">
            <a:avLst>
              <a:gd name="adj" fmla="val 7568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857500"/>
            <a:ext cx="133350" cy="3524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316230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benchmark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333500" y="4476750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b="1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333500" y="5048250"/>
            <a:ext cx="447675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Mười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cho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524625" y="2857500"/>
            <a:ext cx="5229225" cy="3524250"/>
          </a:xfrm>
          <a:prstGeom prst="roundRect">
            <a:avLst>
              <a:gd name="adj" fmla="val 7568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6524625" y="2857500"/>
            <a:ext cx="133350" cy="3524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6943725" y="316230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Thời</a:t>
            </a:r>
            <a:r>
              <a:rPr lang="en-US" sz="39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 chạy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6943725" y="4476750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runtime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943725" y="5048250"/>
            <a:ext cx="447675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2134850" y="2857500"/>
            <a:ext cx="5229225" cy="3524250"/>
          </a:xfrm>
          <a:prstGeom prst="roundRect">
            <a:avLst>
              <a:gd name="adj" fmla="val 7568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2134850" y="2857500"/>
            <a:ext cx="133350" cy="3524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12553950" y="316230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RAPL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12553950" y="4476750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100" b="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100" b="1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553950" y="5048250"/>
            <a:ext cx="447675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4400" y="6629400"/>
            <a:ext cx="164592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219200" y="6858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19200" y="7296150"/>
            <a:ext cx="1584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 cố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219200" y="7829550"/>
            <a:ext cx="15849600" cy="6667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xanh;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Energy-Languages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RAPL).</a:t>
            </a:r>
            <a:r>
              <a:rPr lang="en-US" sz="21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đọc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88201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09/09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261c3b4f-d6c7-4320-84a0-044d43e075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2026-10-19T11:38:42Z</dcterms:created>
  <dcterms:modified xsi:type="dcterms:W3CDTF">2026-10-19T11:38:42Z</dcterms:modified>
</cp:coreProperties>
</file>