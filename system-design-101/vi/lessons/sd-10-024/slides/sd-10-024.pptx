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1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6858000"/>
            <a:ext cx="211455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3257550" y="6858000"/>
            <a:ext cx="211455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5600700" y="6858000"/>
            <a:ext cx="211455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7943850" y="6858000"/>
            <a:ext cx="211455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7029450"/>
            <a:ext cx="21145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 spc="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257550" y="7029450"/>
            <a:ext cx="21145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600700" y="7029450"/>
            <a:ext cx="21145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7943850" y="7029450"/>
            <a:ext cx="21145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914400" y="7905750"/>
            <a:ext cx="2114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 toán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57550" y="7905750"/>
            <a:ext cx="2114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00700" y="7905750"/>
            <a:ext cx="2114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 viện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43850" y="7905750"/>
            <a:ext cx="2114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858500" y="914400"/>
            <a:ext cx="65151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39500" y="12573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239500" y="1485900"/>
            <a:ext cx="5810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39500" y="1866900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Xếp,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1239500" y="2495550"/>
            <a:ext cx="5810250" cy="762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Sắp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Dijkstra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100" dirty="0" spc="-2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858500" y="3695700"/>
            <a:ext cx="65151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39500" y="40386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2" name="Text 20"/>
          <p:cNvSpPr/>
          <p:nvPr/>
        </p:nvSpPr>
        <p:spPr>
          <a:xfrm>
            <a:off x="11239500" y="4267200"/>
            <a:ext cx="5810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239500" y="4648200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1239500" y="5276850"/>
            <a:ext cx="5810250" cy="762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2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RSA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 nguyên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Huffman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0858500" y="6477000"/>
            <a:ext cx="65151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9500" y="68199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11239500" y="7048500"/>
            <a:ext cx="5810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239500" y="7429500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850" dirty="0"/>
          </a:p>
        </p:txBody>
      </p:sp>
      <p:sp>
        <p:nvSpPr>
          <p:cNvPr id="29" name="Text 27"/>
          <p:cNvSpPr/>
          <p:nvPr/>
        </p:nvSpPr>
        <p:spPr>
          <a:xfrm>
            <a:off x="11239500" y="8058150"/>
            <a:ext cx="5810250" cy="762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2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Transformer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1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nơ-ron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chập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14400" y="9486900"/>
            <a:ext cx="9144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1428750"/>
            <a:ext cx="9715500" cy="3810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81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 khắp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đời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sống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8100" dirty="0"/>
          </a:p>
        </p:txBody>
      </p:sp>
      <p:sp>
        <p:nvSpPr>
          <p:cNvPr id="32" name="Text 30"/>
          <p:cNvSpPr/>
          <p:nvPr/>
        </p:nvSpPr>
        <p:spPr>
          <a:xfrm>
            <a:off x="914400" y="5143500"/>
            <a:ext cx="9715500" cy="10668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3000" dirty="0" spc="-4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30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30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30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30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cái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gì?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3e43703e-c8a8-44e8-86a7-f2d72e89381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000250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69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 hằng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5524500"/>
            <a:ext cx="7620000" cy="3333750"/>
          </a:xfrm>
          <a:prstGeom prst="roundRect">
            <a:avLst>
              <a:gd name="adj" fmla="val 8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581025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25000" y="1295400"/>
            <a:ext cx="7467600" cy="2000250"/>
          </a:xfrm>
          <a:prstGeom prst="roundRect">
            <a:avLst>
              <a:gd name="adj" fmla="val 11429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28575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334750" y="1543050"/>
            <a:ext cx="5429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Xếp,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1334750" y="2152650"/>
            <a:ext cx="542925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Sắp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Dijkstra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525000" y="3619500"/>
            <a:ext cx="7467600" cy="2000250"/>
          </a:xfrm>
          <a:prstGeom prst="roundRect">
            <a:avLst>
              <a:gd name="adj" fmla="val 11429"/>
            </a:avLst>
          </a:prstGeom>
          <a:solidFill>
            <a:srgbClr val="F3DFB8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51816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334750" y="3867150"/>
            <a:ext cx="5429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525000" y="5943600"/>
            <a:ext cx="7467600" cy="2000250"/>
          </a:xfrm>
          <a:prstGeom prst="roundRect">
            <a:avLst>
              <a:gd name="adj" fmla="val 11429"/>
            </a:avLst>
          </a:prstGeom>
          <a:solidFill>
            <a:srgbClr val="CFE8E2"/>
          </a:solidFill>
          <a:ln/>
        </p:spPr>
      </p:sp>
      <p:sp>
        <p:nvSpPr>
          <p:cNvPr id="15" name="Text 13"/>
          <p:cNvSpPr/>
          <p:nvPr/>
        </p:nvSpPr>
        <p:spPr>
          <a:xfrm>
            <a:off x="9715500" y="75057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334750" y="6191250"/>
            <a:ext cx="5429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1334750" y="6800850"/>
            <a:ext cx="542925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Transformer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Mạng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nơ-ron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chập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525000" y="817245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14400" y="3543300"/>
            <a:ext cx="7620000" cy="1714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tìm kiếm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tinh.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tả.</a:t>
            </a:r>
            <a:endParaRPr lang="en-US" sz="2850" dirty="0"/>
          </a:p>
        </p:txBody>
      </p:sp>
      <p:sp>
        <p:nvSpPr>
          <p:cNvPr id="30" name="Text richtext-1792338714392-90064223"/>
          <p:cNvSpPr/>
          <p:nvPr/>
        </p:nvSpPr>
        <p:spPr>
          <a:xfrm>
            <a:off x="1295400" y="6286500"/>
            <a:ext cx="6858000" cy="2381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Nhớ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 dùng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9715500" y="1619250"/>
            <a:ext cx="142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800" dirty="0"/>
          </a:p>
        </p:txBody>
      </p:sp>
      <p:sp>
        <p:nvSpPr>
          <p:cNvPr id="32" name="Text 30"/>
          <p:cNvSpPr/>
          <p:nvPr/>
        </p:nvSpPr>
        <p:spPr>
          <a:xfrm>
            <a:off x="9715500" y="3943350"/>
            <a:ext cx="142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800" dirty="0"/>
          </a:p>
        </p:txBody>
      </p:sp>
      <p:sp>
        <p:nvSpPr>
          <p:cNvPr id="33" name="Text 31"/>
          <p:cNvSpPr/>
          <p:nvPr/>
        </p:nvSpPr>
        <p:spPr>
          <a:xfrm>
            <a:off x="9715500" y="6267450"/>
            <a:ext cx="142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800" dirty="0"/>
          </a:p>
        </p:txBody>
      </p:sp>
      <p:sp>
        <p:nvSpPr>
          <p:cNvPr id="34" name="Text 32"/>
          <p:cNvSpPr/>
          <p:nvPr/>
        </p:nvSpPr>
        <p:spPr>
          <a:xfrm>
            <a:off x="11334750" y="4476750"/>
            <a:ext cx="542925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RSA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Huffman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bbeea890-eaec-48c2-a10e-80b74a35dc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b="1" spc="18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950" b="1" spc="19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000250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9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Xếp,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69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endParaRPr lang="en-US" sz="69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1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62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30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5245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Timsort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914650" y="5524500"/>
            <a:ext cx="20002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Dijkstra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105400" y="5524500"/>
            <a:ext cx="21907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PageRank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572250"/>
            <a:ext cx="7620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68580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315200"/>
            <a:ext cx="6858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thư viện.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25000" y="129540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63150" y="2857500"/>
            <a:ext cx="209550" cy="342900"/>
          </a:xfrm>
          <a:prstGeom prst="roundRect">
            <a:avLst>
              <a:gd name="adj" fmla="val 27273"/>
            </a:avLst>
          </a:prstGeom>
          <a:solidFill>
            <a:srgbClr val="7C9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67950" y="2571750"/>
            <a:ext cx="209550" cy="628650"/>
          </a:xfrm>
          <a:prstGeom prst="roundRect">
            <a:avLst>
              <a:gd name="adj" fmla="val 27273"/>
            </a:avLst>
          </a:prstGeom>
          <a:solidFill>
            <a:srgbClr val="7C9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2750" y="2286000"/>
            <a:ext cx="209550" cy="914400"/>
          </a:xfrm>
          <a:prstGeom prst="roundRect">
            <a:avLst>
              <a:gd name="adj" fmla="val 27273"/>
            </a:avLst>
          </a:prstGeom>
          <a:solidFill>
            <a:srgbClr val="7C9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77550" y="2000250"/>
            <a:ext cx="209550" cy="1200150"/>
          </a:xfrm>
          <a:prstGeom prst="roundRect">
            <a:avLst>
              <a:gd name="adj" fmla="val 27273"/>
            </a:avLst>
          </a:prstGeom>
          <a:solidFill>
            <a:srgbClr val="7C9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2350" y="1714500"/>
            <a:ext cx="209550" cy="1485900"/>
          </a:xfrm>
          <a:prstGeom prst="roundRect">
            <a:avLst>
              <a:gd name="adj" fmla="val 27273"/>
            </a:avLst>
          </a:prstGeom>
          <a:solidFill>
            <a:srgbClr val="7C93FF"/>
          </a:solidFill>
          <a:ln/>
        </p:spPr>
      </p:sp>
      <p:sp>
        <p:nvSpPr>
          <p:cNvPr id="18" name="Connector line-1792338842697-535748775"/>
          <p:cNvSpPr/>
          <p:nvPr/>
        </p:nvSpPr>
        <p:spPr>
          <a:xfrm>
            <a:off x="9867900" y="3276600"/>
            <a:ext cx="1619250" cy="0"/>
          </a:xfrm>
          <a:prstGeom prst="line">
            <a:avLst/>
          </a:prstGeom>
          <a:noFill/>
          <a:ln w="2857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1772900" y="154305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Sắp</a:t>
            </a:r>
            <a:r>
              <a:rPr lang="en-US" sz="28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endParaRPr lang="en-US" sz="2850" dirty="0"/>
          </a:p>
        </p:txBody>
      </p:sp>
      <p:sp>
        <p:nvSpPr>
          <p:cNvPr id="20" name="Text richtext-1792338842699-93796835"/>
          <p:cNvSpPr/>
          <p:nvPr/>
        </p:nvSpPr>
        <p:spPr>
          <a:xfrm>
            <a:off x="11772900" y="2152650"/>
            <a:ext cx="5048250" cy="1333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marL="266700" indent="-190541">
              <a:lnSpc>
                <a:spcPts val="283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2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Timsort,</a:t>
            </a:r>
            <a:r>
              <a:rPr lang="en-US" sz="210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100" dirty="0" spc="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buSzPct val="100000"/>
              <a:buFont typeface="Arial"/>
              <a:buChar char="•"/>
            </a:pPr>
            <a:r>
              <a:rPr lang="en-US" sz="210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Dual-Pivot Quicksort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525000" y="381000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2" name="Connector line-1792338842708-665968691"/>
          <p:cNvSpPr/>
          <p:nvPr/>
        </p:nvSpPr>
        <p:spPr>
          <a:xfrm flipV="1">
            <a:off x="10077450" y="5524500"/>
            <a:ext cx="1257300" cy="114300"/>
          </a:xfrm>
          <a:prstGeom prst="line">
            <a:avLst/>
          </a:prstGeom>
          <a:noFill/>
          <a:ln w="38100">
            <a:solidFill>
              <a:srgbClr val="5A6078"/>
            </a:solidFill>
            <a:prstDash val="solid"/>
            <a:headEnd type="none"/>
            <a:tailEnd type="none"/>
          </a:ln>
        </p:spPr>
      </p:sp>
      <p:sp>
        <p:nvSpPr>
          <p:cNvPr id="23" name="Connector line-1792338842708-396170879"/>
          <p:cNvSpPr/>
          <p:nvPr/>
        </p:nvSpPr>
        <p:spPr>
          <a:xfrm flipV="1">
            <a:off x="11334750" y="4476750"/>
            <a:ext cx="0" cy="1047750"/>
          </a:xfrm>
          <a:prstGeom prst="line">
            <a:avLst/>
          </a:prstGeom>
          <a:noFill/>
          <a:ln w="38100">
            <a:solidFill>
              <a:srgbClr val="5A6078"/>
            </a:solidFill>
            <a:prstDash val="solid"/>
            <a:headEnd type="none"/>
            <a:tailEnd type="none"/>
          </a:ln>
        </p:spPr>
      </p:sp>
      <p:sp>
        <p:nvSpPr>
          <p:cNvPr id="24" name="Connector line-1792338842709-445727793"/>
          <p:cNvSpPr/>
          <p:nvPr/>
        </p:nvSpPr>
        <p:spPr>
          <a:xfrm flipV="1">
            <a:off x="10077450" y="4857750"/>
            <a:ext cx="400050" cy="781050"/>
          </a:xfrm>
          <a:prstGeom prst="line">
            <a:avLst/>
          </a:prstGeom>
          <a:noFill/>
          <a:ln w="666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25" name="Connector line-1792338842709-281077064"/>
          <p:cNvSpPr/>
          <p:nvPr/>
        </p:nvSpPr>
        <p:spPr>
          <a:xfrm flipV="1">
            <a:off x="10477500" y="4476750"/>
            <a:ext cx="857250" cy="381000"/>
          </a:xfrm>
          <a:prstGeom prst="line">
            <a:avLst/>
          </a:prstGeom>
          <a:noFill/>
          <a:ln w="666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886950" y="5448300"/>
            <a:ext cx="381000" cy="381000"/>
          </a:xfrm>
          <a:prstGeom prst="ellipse">
            <a:avLst/>
          </a:prstGeom>
          <a:solidFill>
            <a:srgbClr val="7C93FF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06050" y="4686300"/>
            <a:ext cx="342900" cy="342900"/>
          </a:xfrm>
          <a:prstGeom prst="ellipse">
            <a:avLst/>
          </a:prstGeom>
          <a:solidFill>
            <a:srgbClr val="14161C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63300" y="5353050"/>
            <a:ext cx="342900" cy="342900"/>
          </a:xfrm>
          <a:prstGeom prst="ellipse">
            <a:avLst/>
          </a:prstGeom>
          <a:solidFill>
            <a:srgbClr val="14161C"/>
          </a:solidFill>
          <a:ln w="47625">
            <a:solidFill>
              <a:srgbClr val="5A60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44250" y="4286250"/>
            <a:ext cx="381000" cy="381000"/>
          </a:xfrm>
          <a:prstGeom prst="ellipse">
            <a:avLst/>
          </a:prstGeom>
          <a:solidFill>
            <a:srgbClr val="7C93FF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72900" y="405765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 toán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Dijkstra</a:t>
            </a:r>
            <a:endParaRPr lang="en-US" sz="2850" dirty="0"/>
          </a:p>
        </p:txBody>
      </p:sp>
      <p:sp>
        <p:nvSpPr>
          <p:cNvPr id="31" name="Text richtext-1792338842712-628509377"/>
          <p:cNvSpPr/>
          <p:nvPr/>
        </p:nvSpPr>
        <p:spPr>
          <a:xfrm>
            <a:off x="11772900" y="4667250"/>
            <a:ext cx="5048250" cy="1333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marL="266700" indent="-190541">
              <a:lnSpc>
                <a:spcPts val="283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100" dirty="0" spc="2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Giữa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buSzPct val="100000"/>
              <a:buFont typeface="Arial"/>
              <a:buChar char="•"/>
            </a:pP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NetworkX: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Dijkstra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525000" y="632460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33" name="Connector line-1792338842720-853984050"/>
          <p:cNvSpPr/>
          <p:nvPr/>
        </p:nvSpPr>
        <p:spPr>
          <a:xfrm>
            <a:off x="10189845" y="6911340"/>
            <a:ext cx="217170" cy="253365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34" name="Connector line-1792338842720-714246687"/>
          <p:cNvSpPr/>
          <p:nvPr/>
        </p:nvSpPr>
        <p:spPr>
          <a:xfrm flipH="1">
            <a:off x="10938510" y="6908483"/>
            <a:ext cx="241935" cy="263842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35" name="Connector line-1792338842720-977418373"/>
          <p:cNvSpPr/>
          <p:nvPr/>
        </p:nvSpPr>
        <p:spPr>
          <a:xfrm flipV="1">
            <a:off x="10136505" y="7761922"/>
            <a:ext cx="260985" cy="284798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36" name="Connector line-1792338842720-591580493"/>
          <p:cNvSpPr/>
          <p:nvPr/>
        </p:nvSpPr>
        <p:spPr>
          <a:xfrm flipH="1" flipV="1">
            <a:off x="10947082" y="7754303"/>
            <a:ext cx="286703" cy="295275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344150" y="7143750"/>
            <a:ext cx="647700" cy="647700"/>
          </a:xfrm>
          <a:prstGeom prst="ellipse">
            <a:avLst/>
          </a:prstGeom>
          <a:solidFill>
            <a:srgbClr val="7C93FF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25050" y="6629400"/>
            <a:ext cx="304800" cy="304800"/>
          </a:xfrm>
          <a:prstGeom prst="ellipse">
            <a:avLst/>
          </a:prstGeom>
          <a:solidFill>
            <a:srgbClr val="14161C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44250" y="6629400"/>
            <a:ext cx="304800" cy="304800"/>
          </a:xfrm>
          <a:prstGeom prst="ellipse">
            <a:avLst/>
          </a:prstGeom>
          <a:solidFill>
            <a:srgbClr val="14161C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67900" y="8020050"/>
            <a:ext cx="304800" cy="304800"/>
          </a:xfrm>
          <a:prstGeom prst="ellipse">
            <a:avLst/>
          </a:prstGeom>
          <a:solidFill>
            <a:srgbClr val="14161C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201400" y="8020050"/>
            <a:ext cx="304800" cy="304800"/>
          </a:xfrm>
          <a:prstGeom prst="ellipse">
            <a:avLst/>
          </a:prstGeom>
          <a:solidFill>
            <a:srgbClr val="14161C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772900" y="657225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endParaRPr lang="en-US" sz="2850" dirty="0"/>
          </a:p>
        </p:txBody>
      </p:sp>
      <p:sp>
        <p:nvSpPr>
          <p:cNvPr id="43" name="Text richtext-1792338842723-985300988"/>
          <p:cNvSpPr/>
          <p:nvPr/>
        </p:nvSpPr>
        <p:spPr>
          <a:xfrm>
            <a:off x="11772900" y="7181850"/>
            <a:ext cx="5048250" cy="1333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marL="266700" indent="-190541">
              <a:lnSpc>
                <a:spcPts val="283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2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100" dirty="0" spc="-2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NetworkX:</a:t>
            </a:r>
            <a:r>
              <a:rPr lang="en-US" sz="210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PageRank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Ban</a:t>
            </a:r>
            <a:r>
              <a:rPr lang="en-US" sz="21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1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914400" y="42481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đường,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 nút.</a:t>
            </a:r>
            <a:endParaRPr lang="en-US" sz="27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d24983b2-b009-4a9f-8f9f-14b8635007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17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1950" b="1" spc="23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17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1950" b="1" spc="21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(1/2)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000250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RSA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</a:t>
            </a:r>
            <a:endParaRPr lang="en-US" sz="69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thừa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62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30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việc</a:t>
            </a:r>
            <a:r>
              <a:rPr lang="en-US" sz="30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2481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524500"/>
            <a:ext cx="257175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Cặp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676650" y="5524500"/>
            <a:ext cx="34290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Thừa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572250"/>
            <a:ext cx="7620000" cy="2286000"/>
          </a:xfrm>
          <a:prstGeom prst="roundRect">
            <a:avLst>
              <a:gd name="adj" fmla="val 11667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8580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315200"/>
            <a:ext cx="6858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thư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gì,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25000" y="1295400"/>
            <a:ext cx="7467600" cy="3524250"/>
          </a:xfrm>
          <a:prstGeom prst="roundRect">
            <a:avLst>
              <a:gd name="adj" fmla="val 6486"/>
            </a:avLst>
          </a:prstGeom>
          <a:solidFill>
            <a:srgbClr val="F3DFB8"/>
          </a:solidFill>
          <a:ln/>
        </p:spPr>
      </p:sp>
      <p:sp>
        <p:nvSpPr>
          <p:cNvPr id="13" name="Text 11"/>
          <p:cNvSpPr/>
          <p:nvPr/>
        </p:nvSpPr>
        <p:spPr>
          <a:xfrm>
            <a:off x="9810750" y="1504950"/>
            <a:ext cx="6896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RSA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9810750" y="2286000"/>
            <a:ext cx="314325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250" dirty="0"/>
          </a:p>
        </p:txBody>
      </p:sp>
      <p:sp>
        <p:nvSpPr>
          <p:cNvPr id="15" name="Connector line-1792339096788-72794838"/>
          <p:cNvSpPr/>
          <p:nvPr/>
        </p:nvSpPr>
        <p:spPr>
          <a:xfrm>
            <a:off x="13068300" y="3000375"/>
            <a:ext cx="5524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3735050" y="2286000"/>
            <a:ext cx="297180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810750" y="3905250"/>
            <a:ext cx="6896100" cy="762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RSAKeyGenParameterSpec,</a:t>
            </a: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525000" y="5048250"/>
            <a:ext cx="7467600" cy="3524250"/>
          </a:xfrm>
          <a:prstGeom prst="roundRect">
            <a:avLst>
              <a:gd name="adj" fmla="val 6486"/>
            </a:avLst>
          </a:prstGeom>
          <a:solidFill>
            <a:srgbClr val="F3DFB8"/>
          </a:solidFill>
          <a:ln/>
        </p:spPr>
      </p:sp>
      <p:sp>
        <p:nvSpPr>
          <p:cNvPr id="19" name="Text 17"/>
          <p:cNvSpPr/>
          <p:nvPr/>
        </p:nvSpPr>
        <p:spPr>
          <a:xfrm>
            <a:off x="9810750" y="5257800"/>
            <a:ext cx="6896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3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</a:t>
            </a:r>
            <a:r>
              <a:rPr lang="en-US" sz="3900" dirty="0" spc="-2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thừa</a:t>
            </a:r>
            <a:r>
              <a:rPr lang="en-US" sz="39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 nguyên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9810750" y="6038850"/>
            <a:ext cx="200025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1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</a:t>
            </a:r>
            <a:endParaRPr lang="en-US" sz="2100" dirty="0"/>
          </a:p>
        </p:txBody>
      </p:sp>
      <p:sp>
        <p:nvSpPr>
          <p:cNvPr id="21" name="Connector line-1792339096806-870672998"/>
          <p:cNvSpPr/>
          <p:nvPr/>
        </p:nvSpPr>
        <p:spPr>
          <a:xfrm>
            <a:off x="11868150" y="6753225"/>
            <a:ext cx="333375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2258675" y="6038850"/>
            <a:ext cx="2000250" cy="142875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factorint(n)</a:t>
            </a:r>
            <a:endParaRPr lang="en-US" sz="1950" dirty="0"/>
          </a:p>
        </p:txBody>
      </p:sp>
      <p:sp>
        <p:nvSpPr>
          <p:cNvPr id="23" name="Connector line-1792339096809-849811239"/>
          <p:cNvSpPr/>
          <p:nvPr/>
        </p:nvSpPr>
        <p:spPr>
          <a:xfrm>
            <a:off x="14316075" y="6753225"/>
            <a:ext cx="333375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4706600" y="6038850"/>
            <a:ext cx="200025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Thừa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tố,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810750" y="7658100"/>
            <a:ext cx="6896100" cy="762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SymPy: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factorint(n)</a:t>
            </a:r>
            <a:r>
              <a:rPr lang="en-US" sz="21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1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d08a6c31-2680-4761-90fa-20ffee24f4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17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1950" b="1" spc="23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17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1950" b="1" spc="21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(2/2)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000250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Huffman</a:t>
            </a:r>
            <a:endParaRPr lang="en-US" sz="69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1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băm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62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2481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Huffman: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endParaRPr lang="en-US" sz="27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SHA: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524500"/>
            <a:ext cx="219075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295650" y="5524500"/>
            <a:ext cx="200025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SHA-256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572250"/>
            <a:ext cx="7620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68580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315200"/>
            <a:ext cx="6858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 băm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 thành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 cố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25000" y="1295400"/>
            <a:ext cx="746760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lgDash"/>
          </a:ln>
        </p:spPr>
      </p:sp>
      <p:sp>
        <p:nvSpPr>
          <p:cNvPr id="13" name="Text 11"/>
          <p:cNvSpPr/>
          <p:nvPr/>
        </p:nvSpPr>
        <p:spPr>
          <a:xfrm>
            <a:off x="9810750" y="152400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39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Huffman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4801850" y="1619250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8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0" y="3810000"/>
            <a:ext cx="7467600" cy="4762500"/>
          </a:xfrm>
          <a:prstGeom prst="roundRect">
            <a:avLst>
              <a:gd name="adj" fmla="val 4800"/>
            </a:avLst>
          </a:prstGeom>
          <a:solidFill>
            <a:srgbClr val="14161C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10750" y="4019550"/>
            <a:ext cx="6896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</a:t>
            </a:r>
            <a:r>
              <a:rPr lang="en-US" sz="39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băm</a:t>
            </a:r>
            <a:r>
              <a:rPr lang="en-US" sz="39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9810750" y="4800600"/>
            <a:ext cx="2000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endParaRPr lang="en-US" sz="2100" dirty="0"/>
          </a:p>
        </p:txBody>
      </p:sp>
      <p:sp>
        <p:nvSpPr>
          <p:cNvPr id="18" name="Connector line-1792339126408-239396269"/>
          <p:cNvSpPr/>
          <p:nvPr/>
        </p:nvSpPr>
        <p:spPr>
          <a:xfrm>
            <a:off x="11868150" y="5514975"/>
            <a:ext cx="333375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2258675" y="4800600"/>
            <a:ext cx="2000250" cy="1428750"/>
          </a:xfrm>
          <a:prstGeom prst="roundRect">
            <a:avLst>
              <a:gd name="adj" fmla="val 13333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</a:t>
            </a:r>
            <a:endParaRPr lang="en-US" sz="2250" dirty="0"/>
          </a:p>
        </p:txBody>
      </p:sp>
      <p:sp>
        <p:nvSpPr>
          <p:cNvPr id="20" name="Connector line-1792339126410-597188339"/>
          <p:cNvSpPr/>
          <p:nvPr/>
        </p:nvSpPr>
        <p:spPr>
          <a:xfrm>
            <a:off x="14316075" y="5514975"/>
            <a:ext cx="333375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4706600" y="4800600"/>
            <a:ext cx="2000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810750" y="6686550"/>
            <a:ext cx="689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(hashlib)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10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trợ: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810750" y="7162800"/>
            <a:ext cx="18097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SHA-224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772900" y="7162800"/>
            <a:ext cx="18097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SHA-256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735050" y="7162800"/>
            <a:ext cx="18097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SHA-384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810750" y="7829550"/>
            <a:ext cx="18097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SHA-512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772900" y="7829550"/>
            <a:ext cx="23812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SHA-3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810750" y="2400300"/>
            <a:ext cx="68961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nêu</a:t>
            </a:r>
            <a:r>
              <a:rPr lang="en-US" sz="24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f15441e8-bfe7-4fae-a89c-9e5479b295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950" b="1" spc="17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</a:t>
            </a:r>
            <a:r>
              <a:rPr lang="en-US" sz="84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8194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Transformer</a:t>
            </a:r>
            <a:r>
              <a:rPr lang="en-US" sz="3300" b="1" dirty="0" spc="-3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6004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PyTorch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</a:t>
            </a:r>
            <a:endParaRPr lang="en-US" sz="27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Transformer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Conv2d.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PyTorch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914650" y="4953000"/>
            <a:ext cx="257175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Transformer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676900" y="49530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Conv2d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286500"/>
            <a:ext cx="7620000" cy="2381250"/>
          </a:xfrm>
          <a:prstGeom prst="roundRect">
            <a:avLst>
              <a:gd name="adj" fmla="val 11200"/>
            </a:avLst>
          </a:prstGeom>
          <a:solidFill>
            <a:srgbClr val="CFE8E2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657225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5400" y="7029450"/>
            <a:ext cx="6858000" cy="1428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Conv2d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CNN: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5000" y="1295400"/>
            <a:ext cx="7467600" cy="3524250"/>
          </a:xfrm>
          <a:prstGeom prst="roundRect">
            <a:avLst>
              <a:gd name="adj" fmla="val 6486"/>
            </a:avLst>
          </a:prstGeom>
          <a:solidFill>
            <a:srgbClr val="CFE8E2"/>
          </a:solidFill>
          <a:ln/>
        </p:spPr>
      </p:sp>
      <p:sp>
        <p:nvSpPr>
          <p:cNvPr id="14" name="Text 12"/>
          <p:cNvSpPr/>
          <p:nvPr/>
        </p:nvSpPr>
        <p:spPr>
          <a:xfrm>
            <a:off x="9810750" y="1543050"/>
            <a:ext cx="6896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Transformer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9810750" y="2286000"/>
            <a:ext cx="314325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Attention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All</a:t>
            </a:r>
            <a:r>
              <a:rPr lang="en-US" sz="2100" b="1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Need</a:t>
            </a:r>
            <a:endParaRPr lang="en-US" sz="2100" dirty="0"/>
          </a:p>
        </p:txBody>
      </p:sp>
      <p:sp>
        <p:nvSpPr>
          <p:cNvPr id="16" name="Connector line-1792339174048-998782546"/>
          <p:cNvSpPr/>
          <p:nvPr/>
        </p:nvSpPr>
        <p:spPr>
          <a:xfrm>
            <a:off x="13068300" y="3000375"/>
            <a:ext cx="5524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3735050" y="2286000"/>
            <a:ext cx="2971800" cy="142875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2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Transformer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PyTorch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810750" y="3905250"/>
            <a:ext cx="6896100" cy="762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1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Transformer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525000" y="5048250"/>
            <a:ext cx="7467600" cy="3524250"/>
          </a:xfrm>
          <a:prstGeom prst="roundRect">
            <a:avLst>
              <a:gd name="adj" fmla="val 6486"/>
            </a:avLst>
          </a:prstGeom>
          <a:solidFill>
            <a:srgbClr val="CFE8E2"/>
          </a:solidFill>
          <a:ln/>
        </p:spPr>
      </p:sp>
      <p:sp>
        <p:nvSpPr>
          <p:cNvPr id="20" name="Text 18"/>
          <p:cNvSpPr/>
          <p:nvPr/>
        </p:nvSpPr>
        <p:spPr>
          <a:xfrm>
            <a:off x="9810750" y="5295900"/>
            <a:ext cx="6896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r>
              <a:rPr lang="en-US" sz="3450" dirty="0" spc="-1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nơ-ron</a:t>
            </a:r>
            <a:r>
              <a:rPr lang="en-US" sz="345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</a:t>
            </a:r>
            <a:r>
              <a:rPr lang="en-US" sz="34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chập</a:t>
            </a:r>
            <a:r>
              <a:rPr lang="en-US" sz="3450" dirty="0" spc="-3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(CNN)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9810750" y="6038850"/>
            <a:ext cx="314325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phẳng</a:t>
            </a:r>
            <a:endParaRPr lang="en-US" sz="2100" dirty="0"/>
          </a:p>
        </p:txBody>
      </p:sp>
      <p:sp>
        <p:nvSpPr>
          <p:cNvPr id="22" name="Connector line-1792339174059-130653712"/>
          <p:cNvSpPr/>
          <p:nvPr/>
        </p:nvSpPr>
        <p:spPr>
          <a:xfrm>
            <a:off x="13068300" y="6753225"/>
            <a:ext cx="5524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3735050" y="6038850"/>
            <a:ext cx="2971800" cy="142875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Conv2d: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chập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2D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810750" y="7658100"/>
            <a:ext cx="6896100" cy="762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PyTorch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lớp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Conv2d.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CNN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nơ-ron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d1a73709-6920-4d4e-835c-fa2931cb2f8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 CHUNG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000250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69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62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30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30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30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b="1" dirty="0" spc="-1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30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2481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 dùng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là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endParaRPr lang="en-US" sz="27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524500"/>
            <a:ext cx="2000250" cy="6858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105150" y="552450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572250"/>
            <a:ext cx="7620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68580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315200"/>
            <a:ext cx="6858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“chi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giới” là lời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kiểm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25000" y="1295400"/>
            <a:ext cx="7467600" cy="314325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10750" y="15049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439400" y="152400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810750" y="2247900"/>
            <a:ext cx="219075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250" dirty="0"/>
          </a:p>
        </p:txBody>
      </p:sp>
      <p:sp>
        <p:nvSpPr>
          <p:cNvPr id="16" name="Connector line-1792339215002-946810445"/>
          <p:cNvSpPr/>
          <p:nvPr/>
        </p:nvSpPr>
        <p:spPr>
          <a:xfrm>
            <a:off x="12115800" y="2914650"/>
            <a:ext cx="5524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2782550" y="2247900"/>
            <a:ext cx="39243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kiếm,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hội,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WiFi,</a:t>
            </a:r>
            <a:r>
              <a:rPr lang="en-US" sz="19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thoại,</a:t>
            </a:r>
            <a:r>
              <a:rPr lang="en-US" sz="19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810750" y="3771900"/>
            <a:ext cx="6896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10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525000" y="4667250"/>
            <a:ext cx="7467600" cy="1866900"/>
          </a:xfrm>
          <a:prstGeom prst="roundRect">
            <a:avLst>
              <a:gd name="adj" fmla="val 12245"/>
            </a:avLst>
          </a:prstGeom>
          <a:solidFill>
            <a:srgbClr val="14161C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10750" y="4876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439400" y="48958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tả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viện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810750" y="5543550"/>
            <a:ext cx="6896100" cy="8572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Python,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OpenJDK,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NetworkX,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SymPy,</a:t>
            </a:r>
            <a:r>
              <a:rPr lang="en-US" sz="2100" dirty="0" spc="-3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PyTorch: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10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525000" y="6762750"/>
            <a:ext cx="7467600" cy="1809750"/>
          </a:xfrm>
          <a:prstGeom prst="roundRect">
            <a:avLst>
              <a:gd name="adj" fmla="val 12632"/>
            </a:avLst>
          </a:prstGeom>
          <a:solidFill>
            <a:srgbClr val="14161C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10750" y="69723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439400" y="69913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9810750" y="7639050"/>
            <a:ext cx="6896100" cy="8572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Dijkstra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100" dirty="0" spc="-2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kết: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 cho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9b9a2b73-8931-4731-9740-63251320ee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000250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hình,</a:t>
            </a:r>
            <a:endParaRPr lang="en-US" sz="69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7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nút của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4762500"/>
            <a:ext cx="7620000" cy="4095750"/>
          </a:xfrm>
          <a:prstGeom prst="roundRect">
            <a:avLst>
              <a:gd name="adj" fmla="val 6512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50292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57912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95400" y="68389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95400" y="7886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0" y="11811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0" y="1676400"/>
            <a:ext cx="7467600" cy="2114550"/>
          </a:xfrm>
          <a:prstGeom prst="roundRect">
            <a:avLst>
              <a:gd name="adj" fmla="val 10811"/>
            </a:avLst>
          </a:prstGeom>
          <a:solidFill>
            <a:srgbClr val="DDE3FA"/>
          </a:solidFill>
          <a:ln/>
        </p:spPr>
      </p:sp>
      <p:sp>
        <p:nvSpPr>
          <p:cNvPr id="13" name="Text 11"/>
          <p:cNvSpPr/>
          <p:nvPr/>
        </p:nvSpPr>
        <p:spPr>
          <a:xfrm>
            <a:off x="9810750" y="1943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668000" y="1905000"/>
            <a:ext cx="6096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3300" dirty="0" spc="-1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3300" dirty="0" spc="-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Dijkstra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525000" y="4000500"/>
            <a:ext cx="7467600" cy="2114550"/>
          </a:xfrm>
          <a:prstGeom prst="roundRect">
            <a:avLst>
              <a:gd name="adj" fmla="val 10811"/>
            </a:avLst>
          </a:prstGeom>
          <a:solidFill>
            <a:srgbClr val="DDE3FA"/>
          </a:solidFill>
          <a:ln/>
        </p:spPr>
      </p:sp>
      <p:sp>
        <p:nvSpPr>
          <p:cNvPr id="16" name="Text 14"/>
          <p:cNvSpPr/>
          <p:nvPr/>
        </p:nvSpPr>
        <p:spPr>
          <a:xfrm>
            <a:off x="9810750" y="4267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668000" y="4229100"/>
            <a:ext cx="6096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33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</a:t>
            </a:r>
            <a:r>
              <a:rPr lang="en-US" sz="33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3300" dirty="0" spc="-2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0668000" y="4914900"/>
            <a:ext cx="60960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PageRank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liên</a:t>
            </a:r>
            <a:r>
              <a:rPr lang="en-US" sz="22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đến;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0" y="6324600"/>
            <a:ext cx="7467600" cy="2114550"/>
          </a:xfrm>
          <a:prstGeom prst="roundRect">
            <a:avLst>
              <a:gd name="adj" fmla="val 10811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9810750" y="65913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668000" y="6553200"/>
            <a:ext cx="6096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 Huffman</a:t>
            </a:r>
            <a:endParaRPr lang="en-US" sz="330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981200" y="5562600"/>
            <a:ext cx="62865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ctr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đó?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981200" y="6610350"/>
            <a:ext cx="62865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ctr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đến?</a:t>
            </a:r>
            <a:endParaRPr lang="en-US" sz="2550" dirty="0"/>
          </a:p>
        </p:txBody>
      </p:sp>
      <p:sp>
        <p:nvSpPr>
          <p:cNvPr id="34" name="Text 32"/>
          <p:cNvSpPr/>
          <p:nvPr/>
        </p:nvSpPr>
        <p:spPr>
          <a:xfrm>
            <a:off x="1981200" y="7658100"/>
            <a:ext cx="62865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ctr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chiếu?</a:t>
            </a:r>
            <a:endParaRPr lang="en-US" sz="2550" dirty="0"/>
          </a:p>
        </p:txBody>
      </p:sp>
      <p:sp>
        <p:nvSpPr>
          <p:cNvPr id="35" name="Text 33"/>
          <p:cNvSpPr/>
          <p:nvPr/>
        </p:nvSpPr>
        <p:spPr>
          <a:xfrm>
            <a:off x="10668000" y="2590800"/>
            <a:ext cx="60960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25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 nhất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nút.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0668000" y="7239000"/>
            <a:ext cx="60960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88423f2c-a16f-44ac-8634-0a0aae2b64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143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0861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3147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spc="-5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RSA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1295400" y="472440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Rivest-Shamir-Adleman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95400" y="52197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 khóa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khai,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477000" y="2762250"/>
            <a:ext cx="53340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30861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33147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</a:t>
            </a:r>
            <a:endParaRPr lang="en-US" sz="8400" dirty="0"/>
          </a:p>
        </p:txBody>
      </p:sp>
      <p:sp>
        <p:nvSpPr>
          <p:cNvPr id="12" name="Text 10"/>
          <p:cNvSpPr/>
          <p:nvPr/>
        </p:nvSpPr>
        <p:spPr>
          <a:xfrm>
            <a:off x="6858000" y="472440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858000" y="52197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22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2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băm: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039600" y="2762250"/>
            <a:ext cx="53340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420600" y="30861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2420600" y="33147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CNN</a:t>
            </a:r>
            <a:endParaRPr lang="en-US" sz="8400" dirty="0"/>
          </a:p>
        </p:txBody>
      </p:sp>
      <p:sp>
        <p:nvSpPr>
          <p:cNvPr id="17" name="Text 15"/>
          <p:cNvSpPr/>
          <p:nvPr/>
        </p:nvSpPr>
        <p:spPr>
          <a:xfrm>
            <a:off x="12420600" y="472440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Convolutional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Neural</a:t>
            </a:r>
            <a:r>
              <a:rPr lang="en-US" sz="21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420600" y="52197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nơ-ron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chập:</a:t>
            </a: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25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6648450"/>
            <a:ext cx="16459200" cy="2247900"/>
          </a:xfrm>
          <a:prstGeom prst="roundRect">
            <a:avLst>
              <a:gd name="adj" fmla="val 11864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5400" y="6858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1" name="Text richtext-1792339404790-254771987"/>
          <p:cNvSpPr/>
          <p:nvPr/>
        </p:nvSpPr>
        <p:spPr>
          <a:xfrm>
            <a:off x="1295400" y="7296150"/>
            <a:ext cx="156972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marL="266700" indent="-190541">
              <a:lnSpc>
                <a:spcPts val="283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1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buSzPct val="100000"/>
              <a:buFont typeface="Arial"/>
              <a:buChar char="•"/>
            </a:pP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Python,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OpenJDK,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NetworkX,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SymPy,</a:t>
            </a:r>
            <a:r>
              <a:rPr lang="en-US" sz="2100" dirty="0" spc="-3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PyTorch:</a:t>
            </a:r>
            <a:r>
              <a:rPr lang="en-US" sz="21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95400" y="8382000"/>
            <a:ext cx="156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95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414ad5dd-cf75-4574-b3b3-be548b1baf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2026-10-18T16:03:59Z</dcterms:created>
  <dcterms:modified xsi:type="dcterms:W3CDTF">2026-10-18T16:03:59Z</dcterms:modified>
</cp:coreProperties>
</file>