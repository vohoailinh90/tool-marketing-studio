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4290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8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serverless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6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tính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048250"/>
            <a:ext cx="895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chọn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59055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68199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Aurora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Serverless v2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7734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10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sd-04-028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239500" y="1428750"/>
            <a:ext cx="6134100" cy="1809750"/>
          </a:xfrm>
          <a:prstGeom prst="roundRect">
            <a:avLst>
              <a:gd name="adj" fmla="val 14737"/>
            </a:avLst>
          </a:prstGeom>
          <a:solidFill>
            <a:srgbClr val="1E212B">
              <a:alpha val="90000"/>
            </a:srgbClr>
          </a:solidFill>
          <a:ln w="28575">
            <a:solidFill>
              <a:srgbClr val="9AA0B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20500" y="1714500"/>
            <a:ext cx="5372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620500" y="2152650"/>
            <a:ext cx="53721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5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550" dirty="0"/>
          </a:p>
        </p:txBody>
      </p:sp>
      <p:sp>
        <p:nvSpPr>
          <p:cNvPr id="13" name="Connector line-1792370241401-530951572"/>
          <p:cNvSpPr/>
          <p:nvPr/>
        </p:nvSpPr>
        <p:spPr>
          <a:xfrm>
            <a:off x="14306550" y="3333750"/>
            <a:ext cx="0" cy="57150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1239500" y="4000500"/>
            <a:ext cx="61341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20500" y="4286250"/>
            <a:ext cx="5372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b="1" spc="19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620500" y="4724400"/>
            <a:ext cx="53721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liệu;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giãn, có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</a:t>
            </a:r>
            <a:endParaRPr lang="en-US" sz="2550" dirty="0"/>
          </a:p>
        </p:txBody>
      </p:sp>
      <p:sp>
        <p:nvSpPr>
          <p:cNvPr id="17" name="Connector line-1792370241406-906865648"/>
          <p:cNvSpPr/>
          <p:nvPr/>
        </p:nvSpPr>
        <p:spPr>
          <a:xfrm>
            <a:off x="14306550" y="6096000"/>
            <a:ext cx="0" cy="57150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239500" y="6762750"/>
            <a:ext cx="6134100" cy="2000250"/>
          </a:xfrm>
          <a:prstGeom prst="roundRect">
            <a:avLst>
              <a:gd name="adj" fmla="val 13333"/>
            </a:avLst>
          </a:prstGeom>
          <a:solidFill>
            <a:srgbClr val="F3EEE3"/>
          </a:solidFill>
          <a:ln/>
        </p:spPr>
      </p:sp>
      <p:sp>
        <p:nvSpPr>
          <p:cNvPr id="19" name="Text 17"/>
          <p:cNvSpPr/>
          <p:nvPr/>
        </p:nvSpPr>
        <p:spPr>
          <a:xfrm>
            <a:off x="11620500" y="7048500"/>
            <a:ext cx="5372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800" b="1" spc="24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800" b="1" spc="21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620500" y="7486650"/>
            <a:ext cx="53721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0251e80f-e41d-4517-af33-d9666c544e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14300" cy="21907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524000"/>
            <a:ext cx="15811500" cy="238125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78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đi,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78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lại;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8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còn.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914400" y="4762500"/>
            <a:ext cx="80010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50863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180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556260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0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Tối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thiểu</a:t>
            </a:r>
            <a:r>
              <a:rPr lang="en-US" sz="42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2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tối</a:t>
            </a:r>
            <a:r>
              <a:rPr lang="en-US" sz="4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95400" y="657225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55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72600" y="4762500"/>
            <a:ext cx="8001000" cy="3619500"/>
          </a:xfrm>
          <a:prstGeom prst="roundRect">
            <a:avLst>
              <a:gd name="adj" fmla="val 7368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50863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endParaRPr lang="en-US" sz="1800" dirty="0"/>
          </a:p>
        </p:txBody>
      </p:sp>
      <p:sp>
        <p:nvSpPr>
          <p:cNvPr id="11" name="Text richtext-1792370257680-61262731"/>
          <p:cNvSpPr/>
          <p:nvPr/>
        </p:nvSpPr>
        <p:spPr>
          <a:xfrm>
            <a:off x="9753600" y="561975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 giữ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94675acd-1173-4ec9-8119-f3c889b115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Mảnh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 dữ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95400" y="2857500"/>
            <a:ext cx="438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05500" y="28575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0" y="2857500"/>
            <a:ext cx="3619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3337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657600"/>
            <a:ext cx="438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905500" y="3676650"/>
            <a:ext cx="7429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0" y="3676650"/>
            <a:ext cx="3429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46291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4953000"/>
            <a:ext cx="438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5905500" y="4972050"/>
            <a:ext cx="7429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vấn;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0" y="4972050"/>
            <a:ext cx="3429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9245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6248400"/>
            <a:ext cx="438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b="1" dirty="0" spc="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905500" y="6267450"/>
            <a:ext cx="7429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0" y="6267450"/>
            <a:ext cx="3429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7429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76771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95400" y="8077200"/>
            <a:ext cx="15811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"không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thái";</a:t>
            </a:r>
            <a:r>
              <a:rPr lang="en-US" sz="2250" dirty="0" spc="-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WAL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 03/09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fed4428d-c038-4e7e-886e-ec3a0c03c7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AURORA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SERVERLESS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V2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THEO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API</a:t>
            </a:r>
            <a:r>
              <a:rPr lang="en-US" sz="1950" b="1" spc="21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18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Dung</a:t>
            </a:r>
            <a:r>
              <a:rPr lang="en-US" sz="69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r>
              <a:rPr lang="en-US" sz="6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528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790950"/>
            <a:ext cx="72390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0,5</a:t>
            </a:r>
            <a:r>
              <a:rPr lang="en-US" sz="72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ACU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295400" y="5048250"/>
            <a:ext cx="7239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giảm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33528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1800" b="1" spc="2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53600" y="3790950"/>
            <a:ext cx="72390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256</a:t>
            </a:r>
            <a:r>
              <a:rPr lang="en-US" sz="72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ACU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9753600" y="5048250"/>
            <a:ext cx="7239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dirty="0" spc="-3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Aurora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mới; bản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128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609600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4008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5400" y="6838950"/>
            <a:ext cx="72390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r>
              <a:rPr lang="en-US" sz="72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ACU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1295400" y="8096250"/>
            <a:ext cx="7239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2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dừng;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0,5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72600" y="609600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9753600" y="64008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RẢNH</a:t>
            </a:r>
            <a:r>
              <a:rPr lang="en-US" sz="1800" b="1" spc="20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800" b="1" spc="1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1800" b="1" spc="24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53600" y="6838950"/>
            <a:ext cx="72390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300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9753600" y="8096250"/>
            <a:ext cx="7239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86.400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c9333019-7f8f-4d82-82ea-1a8ea27216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b="1" spc="2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17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19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16.15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Dừng</a:t>
            </a:r>
            <a:r>
              <a:rPr lang="en-US" sz="66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A,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r>
              <a:rPr lang="en-US" sz="66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2000250" y="276225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715250" y="276225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430250" y="276225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250" dirty="0"/>
          </a:p>
        </p:txBody>
      </p:sp>
      <p:sp>
        <p:nvSpPr>
          <p:cNvPr id="7" name="Connector line-1792370312744-336799560"/>
          <p:cNvSpPr/>
          <p:nvPr/>
        </p:nvSpPr>
        <p:spPr>
          <a:xfrm>
            <a:off x="3429000" y="3619500"/>
            <a:ext cx="0" cy="5143500"/>
          </a:xfrm>
          <a:prstGeom prst="line">
            <a:avLst/>
          </a:prstGeom>
          <a:noFill/>
          <a:ln w="3810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8" name="Connector line-1792370312744-299310507"/>
          <p:cNvSpPr/>
          <p:nvPr/>
        </p:nvSpPr>
        <p:spPr>
          <a:xfrm>
            <a:off x="9144000" y="3619500"/>
            <a:ext cx="0" cy="5143500"/>
          </a:xfrm>
          <a:prstGeom prst="line">
            <a:avLst/>
          </a:prstGeom>
          <a:noFill/>
          <a:ln w="3810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9" name="Connector line-1792370312744-9018194"/>
          <p:cNvSpPr/>
          <p:nvPr/>
        </p:nvSpPr>
        <p:spPr>
          <a:xfrm>
            <a:off x="14859000" y="3619500"/>
            <a:ext cx="0" cy="5143500"/>
          </a:xfrm>
          <a:prstGeom prst="line">
            <a:avLst/>
          </a:prstGeom>
          <a:noFill/>
          <a:ln w="3810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619500" y="38100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 1.000.000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21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100" dirty="0"/>
          </a:p>
        </p:txBody>
      </p:sp>
      <p:sp>
        <p:nvSpPr>
          <p:cNvPr id="11" name="Connector line-1792370312747-329751149"/>
          <p:cNvSpPr/>
          <p:nvPr/>
        </p:nvSpPr>
        <p:spPr>
          <a:xfrm>
            <a:off x="3467100" y="4381500"/>
            <a:ext cx="55816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334500" y="49530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khởi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2100" dirty="0"/>
          </a:p>
        </p:txBody>
      </p:sp>
      <p:sp>
        <p:nvSpPr>
          <p:cNvPr id="13" name="Connector line-1792370312749-644592500"/>
          <p:cNvSpPr/>
          <p:nvPr/>
        </p:nvSpPr>
        <p:spPr>
          <a:xfrm flipH="1">
            <a:off x="9239250" y="5524500"/>
            <a:ext cx="55816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334500" y="60960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95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095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095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1.000.000</a:t>
            </a:r>
            <a:r>
              <a:rPr lang="en-US" sz="2095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2095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095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095" b="1" dirty="0" spc="-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hệt</a:t>
            </a:r>
            <a:endParaRPr lang="en-US" sz="2095" dirty="0"/>
          </a:p>
        </p:txBody>
      </p:sp>
      <p:sp>
        <p:nvSpPr>
          <p:cNvPr id="15" name="Connector line-1792370312753-489202547"/>
          <p:cNvSpPr/>
          <p:nvPr/>
        </p:nvSpPr>
        <p:spPr>
          <a:xfrm>
            <a:off x="9182100" y="6667500"/>
            <a:ext cx="55816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34500" y="7048500"/>
            <a:ext cx="800100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9620250" y="7239000"/>
            <a:ext cx="7429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spc="1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1950" b="1" spc="13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14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1950" b="1" spc="14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620250" y="7677150"/>
            <a:ext cx="7429500" cy="857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bảng: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4.425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r>
              <a:rPr lang="en-US" sz="2250" dirty="0" spc="-6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 4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daaf3019-c0c3-416a-81de-18b18774a5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Dừng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hẳn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đỡ</a:t>
            </a:r>
            <a:r>
              <a:rPr lang="en-US" sz="69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giá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9087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61962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04837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914400" y="7334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47712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762250" y="339090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 tính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762250" y="48196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trống: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762250" y="624840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8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đều,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tục: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8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762250" y="76771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Aurora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nào.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1284d13b-adbb-44fd-a1e6-5301bf44d4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r>
              <a:rPr lang="en-US" sz="66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ACU:</a:t>
            </a:r>
            <a:r>
              <a:rPr lang="en-US" sz="66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6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66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6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buổi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sáng</a:t>
            </a:r>
            <a:r>
              <a:rPr lang="en-US" sz="66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chậm?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255270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bộ chỉ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làm,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33375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6576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800" dirty="0"/>
          </a:p>
        </p:txBody>
      </p:sp>
      <p:sp>
        <p:nvSpPr>
          <p:cNvPr id="7" name="Text richtext-1792370342204-266776160"/>
          <p:cNvSpPr/>
          <p:nvPr/>
        </p:nvSpPr>
        <p:spPr>
          <a:xfrm>
            <a:off x="1295400" y="41529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Rảnh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300 giây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(mặc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định),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8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trống: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4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4.425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33375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36576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endParaRPr lang="en-US" sz="1800" dirty="0"/>
          </a:p>
        </p:txBody>
      </p:sp>
      <p:sp>
        <p:nvSpPr>
          <p:cNvPr id="10" name="Text richtext-1792370342225-674426191"/>
          <p:cNvSpPr/>
          <p:nvPr/>
        </p:nvSpPr>
        <p:spPr>
          <a:xfrm>
            <a:off x="9753600" y="41529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7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 hơn 0,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rảnh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Kéo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 thời gian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"đánh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thức" trước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a61cdc92-113a-4de3-a13b-45073600c2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3562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0" dirty="0" spc="-9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1.000.000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914400" y="4095750"/>
            <a:ext cx="9144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30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 lẫn B;</a:t>
            </a:r>
            <a:r>
              <a:rPr lang="en-US" sz="30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30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47.999.082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143500"/>
            <a:ext cx="9144000" cy="3619500"/>
          </a:xfrm>
          <a:prstGeom prst="roundRect">
            <a:avLst>
              <a:gd name="adj" fmla="val 7368"/>
            </a:avLst>
          </a:prstGeom>
          <a:solidFill>
            <a:srgbClr val="CFE8E2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5448300"/>
            <a:ext cx="8382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BUFFERS</a:t>
            </a:r>
            <a:r>
              <a:rPr lang="en-US" sz="1800" b="1" spc="21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5905500"/>
            <a:ext cx="838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shared</a:t>
            </a:r>
            <a:r>
              <a:rPr lang="en-US" sz="42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read=4425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95400" y="6667500"/>
            <a:ext cx="8382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95400" y="7334250"/>
            <a:ext cx="838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shared</a:t>
            </a:r>
            <a:r>
              <a:rPr lang="en-US" sz="4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read=4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95400" y="8096250"/>
            <a:ext cx="8382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515600" y="1428750"/>
            <a:ext cx="6858000" cy="7334250"/>
          </a:xfrm>
          <a:prstGeom prst="roundRect">
            <a:avLst>
              <a:gd name="adj" fmla="val 3889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0896600" y="177165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3" name="Text richtext-1792370674989-579769423"/>
          <p:cNvSpPr/>
          <p:nvPr/>
        </p:nvSpPr>
        <p:spPr>
          <a:xfrm>
            <a:off x="10896600" y="2381250"/>
            <a:ext cx="6096000" cy="6096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lúc: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postmaster.pid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nằm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thật:</a:t>
            </a:r>
            <a:r>
              <a:rPr lang="en-US" sz="24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mạng,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nhiều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6442e24-f391-428a-aa22-2b7d682917e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295650"/>
            <a:ext cx="4667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38250" y="4095750"/>
            <a:ext cx="4667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453390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838950" y="3295650"/>
            <a:ext cx="4667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ACU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38950" y="4095750"/>
            <a:ext cx="4667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Aurora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Capacity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38950" y="453390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1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Aurora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115800" y="304800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39650" y="3295650"/>
            <a:ext cx="4667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1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AWS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439650" y="4095750"/>
            <a:ext cx="4667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180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39650" y="453390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609600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6343650"/>
            <a:ext cx="4667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238250" y="7143750"/>
            <a:ext cx="4667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250" y="758190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515100" y="609600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6838950" y="6343650"/>
            <a:ext cx="4667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0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WAL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838950" y="7143750"/>
            <a:ext cx="4667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Write-Ahead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38950" y="758190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1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115800" y="609600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39650" y="6343650"/>
            <a:ext cx="4667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6" name="Text richtext-1792370717897-568953838"/>
          <p:cNvSpPr/>
          <p:nvPr/>
        </p:nvSpPr>
        <p:spPr>
          <a:xfrm>
            <a:off x="12439650" y="6781800"/>
            <a:ext cx="4667250" cy="1905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marL="247650" indent="-176931">
              <a:lnSpc>
                <a:spcPts val="2633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pPr algn="l" marL="247650" indent="-247650">
              <a:lnSpc>
                <a:spcPts val="2633"/>
              </a:lnSpc>
              <a:spcAft>
                <a:spcPts val="600"/>
              </a:spcAft>
              <a:buSzPct val="100000"/>
              <a:buChar char="•"/>
            </a:pP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  <a:p>
            <a:pPr algn="l" marL="247650" indent="-176931">
              <a:lnSpc>
                <a:spcPts val="2633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950" b="1" dirty="0" spc="-5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pPr algn="l" marL="247650" indent="-247650">
              <a:lnSpc>
                <a:spcPts val="2633"/>
              </a:lnSpc>
              <a:spcAft>
                <a:spcPts val="600"/>
              </a:spcAft>
              <a:buSzPct val="100000"/>
              <a:buChar char="•"/>
            </a:pP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RDS,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botocore</a:t>
            </a:r>
            <a:endParaRPr lang="en-US" sz="1950" dirty="0"/>
          </a:p>
          <a:p>
            <a:pPr algn="l" marL="247650" indent="-176931">
              <a:lnSpc>
                <a:spcPts val="2633"/>
              </a:lnSpc>
              <a:buSzPct val="100000"/>
              <a:buFont typeface="Arial"/>
              <a:buChar char="•"/>
            </a:pP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Neon</a:t>
            </a:r>
            <a:pPr algn="l" marL="247650" indent="-247650">
              <a:lnSpc>
                <a:spcPts val="2633"/>
              </a:lnSpc>
              <a:buSzPct val="100000"/>
              <a:buChar char="•"/>
            </a:pP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b46c6bcd-de03-4e36-8227-2c3edd3825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2026-10-19T00:45:49Z</dcterms:created>
  <dcterms:modified xsi:type="dcterms:W3CDTF">2026-10-19T00:45:49Z</dcterms:modified>
</cp:coreProperties>
</file>