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Linux</a:t>
            </a:r>
            <a:r>
              <a:rPr lang="en-US" sz="8100" dirty="0" spc="-3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8100" dirty="0" spc="1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chậm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-6" kern="0">
                <a:solidFill>
                  <a:srgbClr val="00000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ở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-6" kern="0">
                <a:solidFill>
                  <a:srgbClr val="00000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đâu?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524500"/>
            <a:ext cx="914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gian</a:t>
            </a:r>
            <a:r>
              <a:rPr lang="en-US" sz="300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ấy</a:t>
            </a:r>
            <a:r>
              <a:rPr lang="en-US" sz="30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30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b="1" dirty="0" spc="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đâu?</a:t>
            </a:r>
            <a:endParaRPr lang="en-US" sz="3000" dirty="0"/>
          </a:p>
        </p:txBody>
      </p:sp>
      <p:sp>
        <p:nvSpPr>
          <p:cNvPr id="5" name="Connector line-1792338145178-815207429"/>
          <p:cNvSpPr/>
          <p:nvPr/>
        </p:nvSpPr>
        <p:spPr>
          <a:xfrm>
            <a:off x="914400" y="6667500"/>
            <a:ext cx="91440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734300"/>
            <a:ext cx="209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18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19450" y="7734300"/>
            <a:ext cx="209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giây,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24500" y="7734300"/>
            <a:ext cx="209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giây</a:t>
            </a:r>
            <a:r>
              <a:rPr lang="en-US" sz="18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wait-online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829550" y="7734300"/>
            <a:ext cx="22288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18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8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18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763250" y="952500"/>
            <a:ext cx="661035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1106150" y="1295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020550" y="1257300"/>
            <a:ext cx="5143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Đo:</a:t>
            </a:r>
            <a:r>
              <a:rPr lang="en-US" sz="420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time,</a:t>
            </a:r>
            <a:r>
              <a:rPr lang="en-US" sz="42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blame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11106150" y="2247900"/>
            <a:ext cx="59055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4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đâu,</a:t>
            </a:r>
            <a:r>
              <a:rPr lang="en-US" sz="24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763250" y="3714750"/>
            <a:ext cx="661035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1106150" y="40576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2020550" y="4019550"/>
            <a:ext cx="5143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Chuỗi</a:t>
            </a:r>
            <a:r>
              <a:rPr lang="en-US" sz="42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11106150" y="50101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critical-chain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-2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400" dirty="0" spc="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10763250" y="6477000"/>
            <a:ext cx="661035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1106150" y="68199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2020550" y="6781800"/>
            <a:ext cx="5143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Nhật</a:t>
            </a:r>
            <a:r>
              <a:rPr lang="en-US" sz="42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11106150" y="7772400"/>
            <a:ext cx="59055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journalctl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-b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14400" y="969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14400" y="6819900"/>
            <a:ext cx="20955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700" dirty="0"/>
          </a:p>
        </p:txBody>
      </p:sp>
      <p:sp>
        <p:nvSpPr>
          <p:cNvPr id="24" name="Text 22"/>
          <p:cNvSpPr/>
          <p:nvPr/>
        </p:nvSpPr>
        <p:spPr>
          <a:xfrm>
            <a:off x="3219450" y="6819900"/>
            <a:ext cx="20955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7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69,6</a:t>
            </a:r>
            <a:endParaRPr lang="en-US" sz="5700" dirty="0"/>
          </a:p>
        </p:txBody>
      </p:sp>
      <p:sp>
        <p:nvSpPr>
          <p:cNvPr id="25" name="Text 23"/>
          <p:cNvSpPr/>
          <p:nvPr/>
        </p:nvSpPr>
        <p:spPr>
          <a:xfrm>
            <a:off x="5524500" y="6819900"/>
            <a:ext cx="20955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20,9</a:t>
            </a:r>
            <a:endParaRPr lang="en-US" sz="5700" dirty="0"/>
          </a:p>
        </p:txBody>
      </p:sp>
      <p:sp>
        <p:nvSpPr>
          <p:cNvPr id="26" name="Text 24"/>
          <p:cNvSpPr/>
          <p:nvPr/>
        </p:nvSpPr>
        <p:spPr>
          <a:xfrm>
            <a:off x="7829550" y="6819900"/>
            <a:ext cx="222885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endParaRPr lang="en-US" sz="57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ab126c80-7c07-4c0a-be3d-2a66197a99c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72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7200" dirty="0" spc="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động,</a:t>
            </a:r>
            <a:endParaRPr lang="en-US" sz="7200" dirty="0"/>
          </a:p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7620000" cy="1905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 9,6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(ví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systemd).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70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620000" cy="2476500"/>
          </a:xfrm>
          <a:prstGeom prst="roundRect">
            <a:avLst>
              <a:gd name="adj" fmla="val 10769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65722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25000" y="1295400"/>
            <a:ext cx="7467600" cy="2133600"/>
          </a:xfrm>
          <a:prstGeom prst="roundRect">
            <a:avLst>
              <a:gd name="adj" fmla="val 10714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9867900" y="16383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0706100" y="1600200"/>
            <a:ext cx="4572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15582900" y="1676400"/>
            <a:ext cx="1104900" cy="571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69,6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867900" y="2495550"/>
            <a:ext cx="6819900" cy="666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time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nhân,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initrd,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userspace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525000" y="3771900"/>
            <a:ext cx="7467600" cy="2133600"/>
          </a:xfrm>
          <a:prstGeom prst="roundRect">
            <a:avLst>
              <a:gd name="adj" fmla="val 10714"/>
            </a:avLst>
          </a:prstGeom>
          <a:solidFill>
            <a:srgbClr val="CFE8E2"/>
          </a:solidFill>
          <a:ln/>
        </p:spPr>
      </p:sp>
      <p:sp>
        <p:nvSpPr>
          <p:cNvPr id="14" name="Text 12"/>
          <p:cNvSpPr/>
          <p:nvPr/>
        </p:nvSpPr>
        <p:spPr>
          <a:xfrm>
            <a:off x="9867900" y="41148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0706100" y="4076700"/>
            <a:ext cx="4572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6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Xếp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15582900" y="4152900"/>
            <a:ext cx="1104900" cy="571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32,9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867900" y="4972050"/>
            <a:ext cx="6819900" cy="666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blame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 theo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525000" y="6248400"/>
            <a:ext cx="7467600" cy="2133600"/>
          </a:xfrm>
          <a:prstGeom prst="roundRect">
            <a:avLst>
              <a:gd name="adj" fmla="val 10714"/>
            </a:avLst>
          </a:prstGeom>
          <a:solidFill>
            <a:srgbClr val="F3DFB8"/>
          </a:solidFill>
          <a:ln/>
        </p:spPr>
      </p:sp>
      <p:sp>
        <p:nvSpPr>
          <p:cNvPr id="19" name="Text 17"/>
          <p:cNvSpPr/>
          <p:nvPr/>
        </p:nvSpPr>
        <p:spPr>
          <a:xfrm>
            <a:off x="9867900" y="65913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0706100" y="6553200"/>
            <a:ext cx="4572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Chuỗi</a:t>
            </a:r>
            <a:r>
              <a:rPr lang="en-US" sz="3900" dirty="0" spc="-3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9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</a:t>
            </a:r>
            <a:r>
              <a:rPr lang="en-US" sz="39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3900" dirty="0"/>
          </a:p>
        </p:txBody>
      </p:sp>
      <p:sp>
        <p:nvSpPr>
          <p:cNvPr id="21" name="Text 19"/>
          <p:cNvSpPr/>
          <p:nvPr/>
        </p:nvSpPr>
        <p:spPr>
          <a:xfrm>
            <a:off x="15582900" y="6629400"/>
            <a:ext cx="1104900" cy="571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20,9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9867900" y="7448550"/>
            <a:ext cx="6819900" cy="666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critical-chain,</a:t>
            </a:r>
            <a:r>
              <a:rPr lang="en-US" sz="24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journalctl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-b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257300" y="701040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spcAft>
                <a:spcPts val="1050"/>
              </a:spcAft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550" dirty="0"/>
          </a:p>
          <a:p>
            <a:pPr algn="l" indent="0" marL="0">
              <a:lnSpc>
                <a:spcPts val="3315"/>
              </a:lnSpc>
              <a:spcAft>
                <a:spcPts val="1050"/>
              </a:spcAft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blame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critical-chain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 dụ</a:t>
            </a:r>
            <a:endParaRPr lang="en-US" sz="25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4443d89d-db56-4fc4-8c90-75f5bf05e37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time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31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31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31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150" b="1" dirty="0" spc="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đâu?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3619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nhân,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initrd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gian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kernel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9565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initrd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29590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userspace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573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04850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bật,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86900" y="12001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791700" y="17145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0706100" y="13906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Nhân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0706100" y="19812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2,584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486900" y="30670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9791700" y="3581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0706100" y="32575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initrd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706100" y="38481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19,176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486900" y="49339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791700" y="54483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706100" y="51244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0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</a:t>
            </a:r>
            <a:r>
              <a:rPr lang="en-US" sz="3000" dirty="0" spc="-2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0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0706100" y="57150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47,847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9486900" y="68008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/>
        </p:spPr>
      </p:sp>
      <p:sp>
        <p:nvSpPr>
          <p:cNvPr id="26" name="Text 24"/>
          <p:cNvSpPr/>
          <p:nvPr/>
        </p:nvSpPr>
        <p:spPr>
          <a:xfrm>
            <a:off x="9791700" y="73152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10706100" y="69913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5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Tổng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10706100" y="75819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9,608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25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e3304bed-e6ae-4d9c-ab08-6cd9ec0bb3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BLAME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blame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31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 nào</a:t>
            </a:r>
            <a:r>
              <a:rPr lang="en-US" sz="31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31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 lâu</a:t>
            </a:r>
            <a:r>
              <a:rPr lang="en-US" sz="31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nhất?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3619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pmlogger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95650" y="49530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wait-online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48640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dev-vda1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CFE8E2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04850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Chậm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86900" y="12001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CFE8E2"/>
          </a:solidFill>
          <a:ln/>
        </p:spPr>
      </p:sp>
      <p:sp>
        <p:nvSpPr>
          <p:cNvPr id="14" name="Text 12"/>
          <p:cNvSpPr/>
          <p:nvPr/>
        </p:nvSpPr>
        <p:spPr>
          <a:xfrm>
            <a:off x="9791700" y="17145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0706100" y="13906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pmlogger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0706100" y="19812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32,875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giây,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486900" y="30670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CFE8E2"/>
          </a:solidFill>
          <a:ln/>
        </p:spPr>
      </p:sp>
      <p:sp>
        <p:nvSpPr>
          <p:cNvPr id="18" name="Text 16"/>
          <p:cNvSpPr/>
          <p:nvPr/>
        </p:nvSpPr>
        <p:spPr>
          <a:xfrm>
            <a:off x="9791700" y="3581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0706100" y="32575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wait-online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706100" y="38481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20,905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486900" y="49339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CFE8E2"/>
          </a:solidFill>
          <a:ln/>
        </p:spPr>
      </p:sp>
      <p:sp>
        <p:nvSpPr>
          <p:cNvPr id="22" name="Text 20"/>
          <p:cNvSpPr/>
          <p:nvPr/>
        </p:nvSpPr>
        <p:spPr>
          <a:xfrm>
            <a:off x="9791700" y="54483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706100" y="51244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8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dev-vda1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0706100" y="57150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13,299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9486900" y="68008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CFE8E2"/>
          </a:solidFill>
          <a:ln/>
        </p:spPr>
      </p:sp>
      <p:sp>
        <p:nvSpPr>
          <p:cNvPr id="26" name="Text 24"/>
          <p:cNvSpPr/>
          <p:nvPr/>
        </p:nvSpPr>
        <p:spPr>
          <a:xfrm>
            <a:off x="9791700" y="73152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10706100" y="69913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0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10706100" y="75819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Type=simple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endParaRPr lang="en-US" sz="225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04/09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e5daf130-9ca0-404b-b5bd-64af41007a4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CRITICAL-CHAIN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Chuỗi chặn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31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 nào</a:t>
            </a:r>
            <a:r>
              <a:rPr lang="en-US" sz="31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3150" b="1" dirty="0" spc="1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đích?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3619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Cây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 mà</a:t>
            </a:r>
            <a:r>
              <a:rPr lang="en-US" sz="27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2762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@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867150" y="4953000"/>
            <a:ext cx="19050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+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962650" y="4953000"/>
            <a:ext cx="13335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573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04850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 cộng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25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29,247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86900" y="12001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791700" y="17145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0706100" y="13906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wait-online</a:t>
            </a:r>
            <a:r>
              <a:rPr lang="en-US" sz="3000" dirty="0" spc="-3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+20,905</a:t>
            </a:r>
            <a:r>
              <a:rPr lang="en-US" sz="30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0706100" y="19812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71,5%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486900" y="30670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9791700" y="3581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0706100" y="32575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networkd</a:t>
            </a:r>
            <a:r>
              <a:rPr lang="en-US" sz="3000" dirty="0" spc="-3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+1,690</a:t>
            </a:r>
            <a:r>
              <a:rPr lang="en-US" sz="30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706100" y="38481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lên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11,109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486900" y="49339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791700" y="54483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706100" y="51244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pmlogger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0706100" y="57150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nằm</a:t>
            </a:r>
            <a:r>
              <a:rPr lang="en-US" sz="22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9486900" y="68008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/>
        </p:spPr>
      </p:sp>
      <p:sp>
        <p:nvSpPr>
          <p:cNvPr id="26" name="Text 24"/>
          <p:cNvSpPr/>
          <p:nvPr/>
        </p:nvSpPr>
        <p:spPr>
          <a:xfrm>
            <a:off x="9791700" y="73152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10706100" y="69913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Lưu</a:t>
            </a:r>
            <a:r>
              <a:rPr lang="en-US" sz="30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10706100" y="75819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lầm</a:t>
            </a:r>
            <a:endParaRPr lang="en-US" sz="225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11781c40-1adc-4678-9cc4-afacdf23e2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JOURNALCTL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9550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Nhật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7200" dirty="0"/>
          </a:p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lần</a:t>
            </a:r>
            <a:r>
              <a:rPr lang="en-US" sz="72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72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800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journalctl</a:t>
            </a:r>
            <a:r>
              <a:rPr lang="en-US" sz="30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-b</a:t>
            </a:r>
            <a:r>
              <a:rPr lang="en-US" sz="3000" b="1" dirty="0" spc="-2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300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300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524500"/>
            <a:ext cx="32385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-b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4343400" y="552450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-p err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57225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257300" y="68580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57300" y="7277100"/>
            <a:ext cx="70485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blame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chậm,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nói vì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86900" y="1181100"/>
            <a:ext cx="7543800" cy="1257300"/>
          </a:xfrm>
          <a:prstGeom prst="roundRect">
            <a:avLst>
              <a:gd name="adj" fmla="val 18182"/>
            </a:avLst>
          </a:prstGeom>
          <a:solidFill>
            <a:srgbClr val="DDE3FA"/>
          </a:solidFill>
          <a:ln/>
        </p:spPr>
      </p:sp>
      <p:sp>
        <p:nvSpPr>
          <p:cNvPr id="12" name="Text 10"/>
          <p:cNvSpPr/>
          <p:nvPr/>
        </p:nvSpPr>
        <p:spPr>
          <a:xfrm>
            <a:off x="9791700" y="14859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706100" y="12954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-b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0706100" y="1752600"/>
            <a:ext cx="6096000" cy="6477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1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486900" y="2571750"/>
            <a:ext cx="75438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6" name="Text 14"/>
          <p:cNvSpPr/>
          <p:nvPr/>
        </p:nvSpPr>
        <p:spPr>
          <a:xfrm>
            <a:off x="9791700" y="28765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6B6A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706100" y="26860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-b</a:t>
            </a:r>
            <a:r>
              <a:rPr lang="en-US" sz="2700" dirty="0" spc="-44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-1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706100" y="3143250"/>
            <a:ext cx="6096000" cy="6477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1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1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nữa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486900" y="3962400"/>
            <a:ext cx="7543800" cy="1257300"/>
          </a:xfrm>
          <a:prstGeom prst="roundRect">
            <a:avLst>
              <a:gd name="adj" fmla="val 18182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791700" y="42672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706100" y="40767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-p</a:t>
            </a:r>
            <a:r>
              <a:rPr lang="en-US" sz="2700" dirty="0" spc="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err</a:t>
            </a:r>
            <a:endParaRPr lang="en-US" sz="2700" dirty="0"/>
          </a:p>
        </p:txBody>
      </p:sp>
      <p:sp>
        <p:nvSpPr>
          <p:cNvPr id="22" name="Shape 20"/>
          <p:cNvSpPr/>
          <p:nvPr/>
        </p:nvSpPr>
        <p:spPr>
          <a:xfrm>
            <a:off x="9486900" y="5353050"/>
            <a:ext cx="7543800" cy="1257300"/>
          </a:xfrm>
          <a:prstGeom prst="roundRect">
            <a:avLst>
              <a:gd name="adj" fmla="val 18182"/>
            </a:avLst>
          </a:prstGeom>
          <a:solidFill>
            <a:srgbClr val="CFE8E2"/>
          </a:solidFill>
          <a:ln/>
        </p:spPr>
      </p:sp>
      <p:sp>
        <p:nvSpPr>
          <p:cNvPr id="23" name="Text 21"/>
          <p:cNvSpPr/>
          <p:nvPr/>
        </p:nvSpPr>
        <p:spPr>
          <a:xfrm>
            <a:off x="9791700" y="56578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10706100" y="54673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-k</a:t>
            </a:r>
            <a:endParaRPr lang="en-US" sz="2700" dirty="0"/>
          </a:p>
        </p:txBody>
      </p:sp>
      <p:sp>
        <p:nvSpPr>
          <p:cNvPr id="25" name="Connector line-1792338853015-180249507"/>
          <p:cNvSpPr/>
          <p:nvPr/>
        </p:nvSpPr>
        <p:spPr>
          <a:xfrm>
            <a:off x="9525000" y="68199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486900" y="6991350"/>
            <a:ext cx="3657600" cy="1504950"/>
          </a:xfrm>
          <a:prstGeom prst="roundRect">
            <a:avLst>
              <a:gd name="adj" fmla="val 15190"/>
            </a:avLst>
          </a:prstGeom>
          <a:solidFill>
            <a:srgbClr val="CFE8E2"/>
          </a:solidFill>
          <a:ln/>
        </p:spPr>
      </p:sp>
      <p:sp>
        <p:nvSpPr>
          <p:cNvPr id="27" name="Text 25"/>
          <p:cNvSpPr/>
          <p:nvPr/>
        </p:nvSpPr>
        <p:spPr>
          <a:xfrm>
            <a:off x="9715500" y="7105650"/>
            <a:ext cx="323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--list-boots</a:t>
            </a:r>
            <a:endParaRPr lang="en-US" sz="2550" dirty="0"/>
          </a:p>
        </p:txBody>
      </p:sp>
      <p:sp>
        <p:nvSpPr>
          <p:cNvPr id="28" name="Shape 26"/>
          <p:cNvSpPr/>
          <p:nvPr/>
        </p:nvSpPr>
        <p:spPr>
          <a:xfrm>
            <a:off x="13373100" y="6991350"/>
            <a:ext cx="3657600" cy="1504950"/>
          </a:xfrm>
          <a:prstGeom prst="roundRect">
            <a:avLst>
              <a:gd name="adj" fmla="val 15190"/>
            </a:avLst>
          </a:prstGeom>
          <a:solidFill>
            <a:srgbClr val="CFE8E2"/>
          </a:solidFill>
          <a:ln/>
        </p:spPr>
      </p:sp>
      <p:sp>
        <p:nvSpPr>
          <p:cNvPr id="29" name="Text 27"/>
          <p:cNvSpPr/>
          <p:nvPr/>
        </p:nvSpPr>
        <p:spPr>
          <a:xfrm>
            <a:off x="13601700" y="7105650"/>
            <a:ext cx="323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-u</a:t>
            </a:r>
            <a:r>
              <a:rPr lang="en-US" sz="2550" dirty="0" spc="-1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255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vị</a:t>
            </a:r>
            <a:endParaRPr lang="en-US" sz="25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06/09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10706100" y="4514850"/>
            <a:ext cx="6096000" cy="7048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-10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1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1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trở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(mức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1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hơn)</a:t>
            </a:r>
            <a:endParaRPr lang="en-US" sz="2100" dirty="0"/>
          </a:p>
        </p:txBody>
      </p:sp>
      <p:sp>
        <p:nvSpPr>
          <p:cNvPr id="41" name="Text 39"/>
          <p:cNvSpPr/>
          <p:nvPr/>
        </p:nvSpPr>
        <p:spPr>
          <a:xfrm>
            <a:off x="10706100" y="5905500"/>
            <a:ext cx="6096000" cy="7048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1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nhân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9715500" y="7524750"/>
            <a:ext cx="3238500" cy="962025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Liệt</a:t>
            </a:r>
            <a:r>
              <a:rPr lang="en-US" sz="19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 khởi</a:t>
            </a:r>
            <a:r>
              <a:rPr lang="en-US" sz="19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950" dirty="0"/>
          </a:p>
        </p:txBody>
      </p:sp>
      <p:sp>
        <p:nvSpPr>
          <p:cNvPr id="43" name="Text 41"/>
          <p:cNvSpPr/>
          <p:nvPr/>
        </p:nvSpPr>
        <p:spPr>
          <a:xfrm>
            <a:off x="13601700" y="7524750"/>
            <a:ext cx="3238500" cy="962025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endParaRPr lang="en-US" sz="1950" dirty="0"/>
          </a:p>
        </p:txBody>
      </p:sp>
      <p:sp>
        <p:nvSpPr>
          <p:cNvPr id="44" name="Text 42"/>
          <p:cNvSpPr/>
          <p:nvPr/>
        </p:nvSpPr>
        <p:spPr>
          <a:xfrm>
            <a:off x="914400" y="43053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-k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nhân.</a:t>
            </a:r>
            <a:endParaRPr lang="en-US" sz="2700" dirty="0"/>
          </a:p>
        </p:txBody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3df32827-9225-401a-800a-d508fa1802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9550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</a:t>
            </a:r>
            <a:r>
              <a:rPr lang="en-US" sz="7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dụ,</a:t>
            </a:r>
            <a:endParaRPr lang="en-US" sz="7200" dirty="0"/>
          </a:p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72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800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30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30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b="1" dirty="0" spc="-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305300"/>
            <a:ext cx="7620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blame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systemd.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676900"/>
            <a:ext cx="20955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00400" y="5676900"/>
            <a:ext cx="32385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66750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57300" y="69342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57300" y="7334250"/>
            <a:ext cx="70485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blame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lầm.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86900" y="1181100"/>
            <a:ext cx="3733800" cy="314325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29800" y="1409700"/>
            <a:ext cx="3143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Container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9829800" y="2209800"/>
            <a:ext cx="104775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blame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1049000" y="2209800"/>
            <a:ext cx="180975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journalctl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3449300" y="1181100"/>
            <a:ext cx="3581400" cy="314325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0" y="1409700"/>
            <a:ext cx="3143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</a:t>
            </a:r>
            <a:r>
              <a:rPr lang="en-US" sz="2700" dirty="0" spc="-3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3792200" y="2209800"/>
            <a:ext cx="180975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timespan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5773400" y="2209800"/>
            <a:ext cx="106680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verify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3792200" y="3048000"/>
            <a:ext cx="123825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5220950" y="3048000"/>
            <a:ext cx="123825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endParaRPr lang="en-US" sz="2250" dirty="0"/>
          </a:p>
        </p:txBody>
      </p:sp>
      <p:sp>
        <p:nvSpPr>
          <p:cNvPr id="22" name="Connector line-1792339247773-408694636"/>
          <p:cNvSpPr/>
          <p:nvPr/>
        </p:nvSpPr>
        <p:spPr>
          <a:xfrm>
            <a:off x="12877800" y="2514600"/>
            <a:ext cx="8953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triangl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9486900" y="4552950"/>
            <a:ext cx="7543800" cy="800100"/>
          </a:xfrm>
          <a:prstGeom prst="roundRect">
            <a:avLst>
              <a:gd name="adj" fmla="val 28571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700" dirty="0"/>
          </a:p>
        </p:txBody>
      </p:sp>
      <p:sp>
        <p:nvSpPr>
          <p:cNvPr id="24" name="Shape 22"/>
          <p:cNvSpPr/>
          <p:nvPr/>
        </p:nvSpPr>
        <p:spPr>
          <a:xfrm>
            <a:off x="9486900" y="5619750"/>
            <a:ext cx="7543800" cy="2857500"/>
          </a:xfrm>
          <a:prstGeom prst="roundRect">
            <a:avLst>
              <a:gd name="adj" fmla="val 8000"/>
            </a:avLst>
          </a:prstGeom>
          <a:solidFill>
            <a:srgbClr val="14161C"/>
          </a:solidFill>
          <a:ln/>
        </p:spPr>
      </p:sp>
      <p:sp>
        <p:nvSpPr>
          <p:cNvPr id="25" name="Text 23"/>
          <p:cNvSpPr/>
          <p:nvPr/>
        </p:nvSpPr>
        <p:spPr>
          <a:xfrm>
            <a:off x="9829800" y="58864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9829800" y="3105150"/>
            <a:ext cx="3238500" cy="952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lỗi,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37" name="Text 35"/>
          <p:cNvSpPr/>
          <p:nvPr/>
        </p:nvSpPr>
        <p:spPr>
          <a:xfrm>
            <a:off x="9829800" y="6381750"/>
            <a:ext cx="6953250" cy="2000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spcAft>
                <a:spcPts val="1650"/>
              </a:spcAft>
              <a:buNone/>
            </a:pP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endParaRPr lang="en-US" sz="2550" dirty="0"/>
          </a:p>
          <a:p>
            <a:pPr algn="l" indent="0" marL="0">
              <a:lnSpc>
                <a:spcPts val="3315"/>
              </a:lnSpc>
              <a:spcAft>
                <a:spcPts val="1650"/>
              </a:spcAft>
              <a:buNone/>
            </a:pPr>
            <a:r>
              <a:rPr lang="en-US" sz="25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Firmware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 khởi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nhanh</a:t>
            </a:r>
            <a:endParaRPr lang="en-US" sz="25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be2b065c-d98d-41a7-aa99-bc3396a93d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9550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7200" dirty="0"/>
          </a:p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581400"/>
            <a:ext cx="7620000" cy="2819400"/>
          </a:xfrm>
          <a:prstGeom prst="roundRect">
            <a:avLst>
              <a:gd name="adj" fmla="val 9459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38481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4286250"/>
            <a:ext cx="7048500" cy="2000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blame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pmlogger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32,875 giây.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6591300"/>
            <a:ext cx="7620000" cy="1885950"/>
          </a:xfrm>
          <a:prstGeom prst="roundRect">
            <a:avLst>
              <a:gd name="adj" fmla="val 14141"/>
            </a:avLst>
          </a:prstGeom>
          <a:solidFill>
            <a:srgbClr val="F8D9D0"/>
          </a:solidFill>
          <a:ln/>
        </p:spPr>
      </p:sp>
      <p:sp>
        <p:nvSpPr>
          <p:cNvPr id="8" name="Text 6"/>
          <p:cNvSpPr/>
          <p:nvPr/>
        </p:nvSpPr>
        <p:spPr>
          <a:xfrm>
            <a:off x="1257300" y="68580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57300" y="7296150"/>
            <a:ext cx="70485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nên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 nào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86900" y="11620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486900" y="1638300"/>
            <a:ext cx="7543800" cy="2133600"/>
          </a:xfrm>
          <a:prstGeom prst="roundRect">
            <a:avLst>
              <a:gd name="adj" fmla="val 10714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9791700" y="19812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0706100" y="18669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2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5697200" y="2000250"/>
            <a:ext cx="1066800" cy="4191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0706100" y="2628900"/>
            <a:ext cx="6096000" cy="9906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4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486900" y="3962400"/>
            <a:ext cx="7543800" cy="2133600"/>
          </a:xfrm>
          <a:prstGeom prst="roundRect">
            <a:avLst>
              <a:gd name="adj" fmla="val 10714"/>
            </a:avLst>
          </a:prstGeom>
          <a:solidFill>
            <a:srgbClr val="CFE8E2"/>
          </a:solidFill>
          <a:ln/>
        </p:spPr>
      </p:sp>
      <p:sp>
        <p:nvSpPr>
          <p:cNvPr id="18" name="Text 16"/>
          <p:cNvSpPr/>
          <p:nvPr/>
        </p:nvSpPr>
        <p:spPr>
          <a:xfrm>
            <a:off x="9791700" y="43053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0706100" y="41910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18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wait-online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15697200" y="4324350"/>
            <a:ext cx="1066800" cy="4191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0706100" y="4953000"/>
            <a:ext cx="6096000" cy="9906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+20,905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486900" y="6286500"/>
            <a:ext cx="7543800" cy="2190750"/>
          </a:xfrm>
          <a:prstGeom prst="roundRect">
            <a:avLst>
              <a:gd name="adj" fmla="val 10435"/>
            </a:avLst>
          </a:prstGeom>
          <a:solidFill>
            <a:srgbClr val="F8D9D0"/>
          </a:solidFill>
          <a:ln/>
        </p:spPr>
      </p:sp>
      <p:sp>
        <p:nvSpPr>
          <p:cNvPr id="23" name="Text 21"/>
          <p:cNvSpPr/>
          <p:nvPr/>
        </p:nvSpPr>
        <p:spPr>
          <a:xfrm>
            <a:off x="9791700" y="6629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10706100" y="65151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journalctl</a:t>
            </a:r>
            <a:r>
              <a:rPr lang="en-US" sz="330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-b</a:t>
            </a:r>
            <a:r>
              <a:rPr lang="en-US" sz="33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-u</a:t>
            </a:r>
            <a:endParaRPr lang="en-US" sz="3300" dirty="0"/>
          </a:p>
        </p:txBody>
      </p:sp>
      <p:sp>
        <p:nvSpPr>
          <p:cNvPr id="25" name="Text 23"/>
          <p:cNvSpPr/>
          <p:nvPr/>
        </p:nvSpPr>
        <p:spPr>
          <a:xfrm>
            <a:off x="15697200" y="6648450"/>
            <a:ext cx="1066800" cy="4191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0706100" y="7277100"/>
            <a:ext cx="6096000" cy="11049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08/09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67ea41d-42b4-4e07-84b1-c73c8bd571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9550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endParaRPr lang="en-US" sz="7200" dirty="0"/>
          </a:p>
          <a:p>
            <a:pPr algn="l" indent="0" marL="0">
              <a:lnSpc>
                <a:spcPts val="7776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771900"/>
            <a:ext cx="7620000" cy="4991100"/>
          </a:xfrm>
          <a:prstGeom prst="roundRect">
            <a:avLst>
              <a:gd name="adj" fmla="val 534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40386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4514850"/>
            <a:ext cx="7048500" cy="2476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spcAft>
                <a:spcPts val="1200"/>
              </a:spcAft>
              <a:buNone/>
            </a:pP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40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endParaRPr lang="en-US" sz="2400" dirty="0"/>
          </a:p>
          <a:p>
            <a:pPr algn="l" indent="0" marL="0">
              <a:lnSpc>
                <a:spcPts val="3120"/>
              </a:lnSpc>
              <a:spcAft>
                <a:spcPts val="1200"/>
              </a:spcAft>
              <a:buNone/>
            </a:pP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systemd: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systemd-analyze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systemd: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</a:t>
            </a:r>
            <a:r>
              <a:rPr lang="en-US" sz="24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journalctl</a:t>
            </a:r>
            <a:endParaRPr lang="en-US" sz="2400" dirty="0"/>
          </a:p>
        </p:txBody>
      </p:sp>
      <p:sp>
        <p:nvSpPr>
          <p:cNvPr id="7" name="Connector line-1792339393634-50798034"/>
          <p:cNvSpPr/>
          <p:nvPr/>
        </p:nvSpPr>
        <p:spPr>
          <a:xfrm>
            <a:off x="1257300" y="7277100"/>
            <a:ext cx="69342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57300" y="7524750"/>
            <a:ext cx="7048500" cy="952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21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2495550"/>
          </a:xfrm>
          <a:prstGeom prst="roundRect">
            <a:avLst>
              <a:gd name="adj" fmla="val 10687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486900" y="1200150"/>
            <a:ext cx="6096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time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16040100" y="1409700"/>
            <a:ext cx="304800" cy="3048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6459200" y="1409700"/>
            <a:ext cx="304800" cy="3048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3" name="Shape 11"/>
          <p:cNvSpPr/>
          <p:nvPr/>
        </p:nvSpPr>
        <p:spPr>
          <a:xfrm>
            <a:off x="16878300" y="1409700"/>
            <a:ext cx="304800" cy="3048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0" y="3590925"/>
            <a:ext cx="8229600" cy="2495550"/>
          </a:xfrm>
          <a:prstGeom prst="roundRect">
            <a:avLst>
              <a:gd name="adj" fmla="val 10687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486900" y="3876675"/>
            <a:ext cx="6096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Chuỗi</a:t>
            </a:r>
            <a:endParaRPr lang="en-US" sz="4200" dirty="0"/>
          </a:p>
        </p:txBody>
      </p:sp>
      <p:sp>
        <p:nvSpPr>
          <p:cNvPr id="16" name="Shape 14"/>
          <p:cNvSpPr/>
          <p:nvPr/>
        </p:nvSpPr>
        <p:spPr>
          <a:xfrm>
            <a:off x="16878300" y="4086225"/>
            <a:ext cx="304800" cy="3048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0" y="6267450"/>
            <a:ext cx="8229600" cy="2495550"/>
          </a:xfrm>
          <a:prstGeom prst="roundRect">
            <a:avLst>
              <a:gd name="adj" fmla="val 10687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86900" y="6553200"/>
            <a:ext cx="6096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30" kern="0">
                <a:solidFill>
                  <a:srgbClr val="C4C8D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Ví</a:t>
            </a:r>
            <a:r>
              <a:rPr lang="en-US" sz="4200" dirty="0" spc="0" kern="0">
                <a:solidFill>
                  <a:srgbClr val="C4C8D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endParaRPr lang="en-US" sz="4200" dirty="0"/>
          </a:p>
        </p:txBody>
      </p:sp>
      <p:sp>
        <p:nvSpPr>
          <p:cNvPr id="19" name="Shape 17"/>
          <p:cNvSpPr/>
          <p:nvPr/>
        </p:nvSpPr>
        <p:spPr>
          <a:xfrm>
            <a:off x="16878300" y="6762750"/>
            <a:ext cx="304800" cy="304800"/>
          </a:xfrm>
          <a:prstGeom prst="ellipse">
            <a:avLst/>
          </a:prstGeom>
          <a:solidFill>
            <a:srgbClr val="C4C8D6"/>
          </a:solidFill>
          <a:ln/>
        </p:spPr>
      </p:sp>
      <p:sp>
        <p:nvSpPr>
          <p:cNvPr id="20" name="Text 18"/>
          <p:cNvSpPr/>
          <p:nvPr/>
        </p:nvSpPr>
        <p:spPr>
          <a:xfrm>
            <a:off x="9486900" y="7448550"/>
            <a:ext cx="754380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70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09/09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9486900" y="2095500"/>
            <a:ext cx="754380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 dịch vụ</a:t>
            </a:r>
            <a:r>
              <a:rPr lang="en-US" sz="27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bật,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270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xong.</a:t>
            </a:r>
            <a:endParaRPr lang="en-US" sz="2700" dirty="0"/>
          </a:p>
        </p:txBody>
      </p:sp>
      <p:sp>
        <p:nvSpPr>
          <p:cNvPr id="32" name="Text 30"/>
          <p:cNvSpPr/>
          <p:nvPr/>
        </p:nvSpPr>
        <p:spPr>
          <a:xfrm>
            <a:off x="9486900" y="4772025"/>
            <a:ext cx="754380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Rút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7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mới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7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7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3acaa790-6131-465f-b93d-4895abc6b2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2026-10-19T13:57:31Z</dcterms:created>
  <dcterms:modified xsi:type="dcterms:W3CDTF">2026-10-19T13:57:31Z</dcterms:modified>
</cp:coreProperties>
</file>