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8"/>
      <p:bold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51435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6197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25146" rIns="0" bIns="-25146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36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36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tên,</a:t>
            </a:r>
            <a:r>
              <a:rPr lang="en-US" sz="36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6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600" dirty="0" spc="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6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hết,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truy</a:t>
            </a:r>
            <a:r>
              <a:rPr lang="en-US" sz="240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3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096500" y="1428750"/>
            <a:ext cx="7277100" cy="1238250"/>
          </a:xfrm>
          <a:prstGeom prst="roundRect">
            <a:avLst>
              <a:gd name="adj" fmla="val 18462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0" y="142875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Resolver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0" y="14287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572750" y="2952750"/>
            <a:ext cx="6800850" cy="1238250"/>
          </a:xfrm>
          <a:prstGeom prst="roundRect">
            <a:avLst>
              <a:gd name="adj" fmla="val 18462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0953750" y="2952750"/>
            <a:ext cx="619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Root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3335000" y="29527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.com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049000" y="4476750"/>
            <a:ext cx="6324600" cy="1238250"/>
          </a:xfrm>
          <a:prstGeom prst="roundRect">
            <a:avLst>
              <a:gd name="adj" fmla="val 18462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0" y="4476750"/>
            <a:ext cx="5715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.com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3335000" y="44767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525250" y="6000750"/>
            <a:ext cx="5848350" cy="1238250"/>
          </a:xfrm>
          <a:prstGeom prst="roundRect">
            <a:avLst>
              <a:gd name="adj" fmla="val 18462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1906250" y="6000750"/>
            <a:ext cx="523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Thẩm quyền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4097000" y="6000750"/>
            <a:ext cx="304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1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3e2e5271-b489-4c6d-8540-3c286df09b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75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68580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 NHỚ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84810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www.example.com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333500" y="57150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515600" y="2762250"/>
            <a:ext cx="6858000" cy="4191000"/>
          </a:xfrm>
          <a:prstGeom prst="roundRect">
            <a:avLst>
              <a:gd name="adj" fmla="val 6364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0934700" y="31051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6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spc="20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934700" y="384810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IP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0934700" y="57150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họa:</a:t>
            </a:r>
            <a:r>
              <a:rPr lang="en-US" sz="27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192.0.2.10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534400" y="4152900"/>
            <a:ext cx="1219200" cy="1219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8534400" y="41529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3300" dirty="0"/>
          </a:p>
        </p:txBody>
      </p:sp>
      <p:sp>
        <p:nvSpPr>
          <p:cNvPr id="14" name="Connector line-1792292711076-164520546"/>
          <p:cNvSpPr/>
          <p:nvPr/>
        </p:nvSpPr>
        <p:spPr>
          <a:xfrm>
            <a:off x="7848600" y="4762500"/>
            <a:ext cx="609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292711077-30496565"/>
          <p:cNvSpPr/>
          <p:nvPr/>
        </p:nvSpPr>
        <p:spPr>
          <a:xfrm>
            <a:off x="9829800" y="4762500"/>
            <a:ext cx="609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42950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 máy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hết,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850" dirty="0" spc="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85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bậc.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ebb75c8-f4d8-4819-9854-fbb926fd9a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0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RESOLVER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Resolver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4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95400" y="32194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382000" y="32194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RESOLVER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950" spc="22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6957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695700"/>
            <a:ext cx="114300" cy="1238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6957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8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382000" y="36957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resolver,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51435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143500"/>
            <a:ext cx="114300" cy="1238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51435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8382000" y="51435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0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65913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591300"/>
            <a:ext cx="114300" cy="1238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65913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8382000" y="65913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root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6c9eecf-0abc-4eee-bff1-4afe44004e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0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8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7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Root</a:t>
            </a:r>
            <a:r>
              <a:rPr lang="en-US" sz="3000" dirty="0" spc="-2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TLD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đường,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30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09750" y="3181350"/>
            <a:ext cx="2667000" cy="723900"/>
          </a:xfrm>
          <a:prstGeom prst="roundRect">
            <a:avLst>
              <a:gd name="adj" fmla="val 23684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809750" y="3181350"/>
            <a:ext cx="2667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Resolver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191250" y="3181350"/>
            <a:ext cx="2667000" cy="723900"/>
          </a:xfrm>
          <a:prstGeom prst="roundRect">
            <a:avLst>
              <a:gd name="adj" fmla="val 23684"/>
            </a:avLst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6191250" y="3181350"/>
            <a:ext cx="2667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4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Root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572750" y="3181350"/>
            <a:ext cx="2667000" cy="723900"/>
          </a:xfrm>
          <a:prstGeom prst="roundRect">
            <a:avLst>
              <a:gd name="adj" fmla="val 23684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0572750" y="3181350"/>
            <a:ext cx="2667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.com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4668500" y="3181350"/>
            <a:ext cx="2667000" cy="723900"/>
          </a:xfrm>
          <a:prstGeom prst="roundRect">
            <a:avLst>
              <a:gd name="adj" fmla="val 23684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4668500" y="3181350"/>
            <a:ext cx="2667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Thẩm</a:t>
            </a:r>
            <a:r>
              <a:rPr lang="en-US" sz="25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quyền</a:t>
            </a:r>
            <a:endParaRPr lang="en-US" sz="2550" dirty="0"/>
          </a:p>
        </p:txBody>
      </p:sp>
      <p:sp>
        <p:nvSpPr>
          <p:cNvPr id="13" name="Connector line-1792292746338-688121333"/>
          <p:cNvSpPr/>
          <p:nvPr/>
        </p:nvSpPr>
        <p:spPr>
          <a:xfrm>
            <a:off x="3143250" y="3943350"/>
            <a:ext cx="0" cy="4914900"/>
          </a:xfrm>
          <a:prstGeom prst="line">
            <a:avLst/>
          </a:prstGeom>
          <a:noFill/>
          <a:ln w="38100">
            <a:solidFill>
              <a:srgbClr val="4A4E5A"/>
            </a:solidFill>
            <a:prstDash val="solid"/>
            <a:headEnd type="none"/>
            <a:tailEnd type="none"/>
          </a:ln>
        </p:spPr>
      </p:sp>
      <p:sp>
        <p:nvSpPr>
          <p:cNvPr id="14" name="Connector line-1792292746339-462305555"/>
          <p:cNvSpPr/>
          <p:nvPr/>
        </p:nvSpPr>
        <p:spPr>
          <a:xfrm>
            <a:off x="7524750" y="3943350"/>
            <a:ext cx="0" cy="4914900"/>
          </a:xfrm>
          <a:prstGeom prst="line">
            <a:avLst/>
          </a:prstGeom>
          <a:noFill/>
          <a:ln w="38100">
            <a:solidFill>
              <a:srgbClr val="4A4E5A"/>
            </a:solidFill>
            <a:prstDash val="solid"/>
            <a:headEnd type="none"/>
            <a:tailEnd type="none"/>
          </a:ln>
        </p:spPr>
      </p:sp>
      <p:sp>
        <p:nvSpPr>
          <p:cNvPr id="15" name="Connector line-1792292746339-692516382"/>
          <p:cNvSpPr/>
          <p:nvPr/>
        </p:nvSpPr>
        <p:spPr>
          <a:xfrm>
            <a:off x="11906250" y="3943350"/>
            <a:ext cx="0" cy="4914900"/>
          </a:xfrm>
          <a:prstGeom prst="line">
            <a:avLst/>
          </a:prstGeom>
          <a:noFill/>
          <a:ln w="38100">
            <a:solidFill>
              <a:srgbClr val="4A4E5A"/>
            </a:solidFill>
            <a:prstDash val="solid"/>
            <a:headEnd type="none"/>
            <a:tailEnd type="none"/>
          </a:ln>
        </p:spPr>
      </p:sp>
      <p:sp>
        <p:nvSpPr>
          <p:cNvPr id="16" name="Connector line-1792292746339-302366440"/>
          <p:cNvSpPr/>
          <p:nvPr/>
        </p:nvSpPr>
        <p:spPr>
          <a:xfrm>
            <a:off x="16002000" y="3943350"/>
            <a:ext cx="0" cy="4914900"/>
          </a:xfrm>
          <a:prstGeom prst="line">
            <a:avLst/>
          </a:prstGeom>
          <a:noFill/>
          <a:ln w="38100">
            <a:solidFill>
              <a:srgbClr val="4A4E5A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3238500" y="40386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www.example.com</a:t>
            </a:r>
            <a:endParaRPr lang="en-US" sz="1950" dirty="0"/>
          </a:p>
        </p:txBody>
      </p:sp>
      <p:sp>
        <p:nvSpPr>
          <p:cNvPr id="18" name="Connector line-1792292746341-348279386"/>
          <p:cNvSpPr/>
          <p:nvPr/>
        </p:nvSpPr>
        <p:spPr>
          <a:xfrm>
            <a:off x="3181350" y="4533900"/>
            <a:ext cx="42672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292746341-210434708"/>
          <p:cNvSpPr/>
          <p:nvPr/>
        </p:nvSpPr>
        <p:spPr>
          <a:xfrm flipH="1">
            <a:off x="3219450" y="5105400"/>
            <a:ext cx="42672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238500" y="52197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1950" dirty="0" spc="-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.com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620000" y="565785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www.example.com</a:t>
            </a:r>
            <a:endParaRPr lang="en-US" sz="1950" dirty="0"/>
          </a:p>
        </p:txBody>
      </p:sp>
      <p:sp>
        <p:nvSpPr>
          <p:cNvPr id="22" name="Connector line-1792292746345-451671728"/>
          <p:cNvSpPr/>
          <p:nvPr/>
        </p:nvSpPr>
        <p:spPr>
          <a:xfrm>
            <a:off x="3181350" y="6153150"/>
            <a:ext cx="86487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292746345-412953579"/>
          <p:cNvSpPr/>
          <p:nvPr/>
        </p:nvSpPr>
        <p:spPr>
          <a:xfrm flipH="1">
            <a:off x="3219450" y="6724650"/>
            <a:ext cx="86487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620000" y="6838950"/>
            <a:ext cx="4191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1950" dirty="0" spc="-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-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19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1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example.com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001500" y="7277100"/>
            <a:ext cx="390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www.example.com</a:t>
            </a:r>
            <a:endParaRPr lang="en-US" sz="1950" dirty="0"/>
          </a:p>
        </p:txBody>
      </p:sp>
      <p:sp>
        <p:nvSpPr>
          <p:cNvPr id="26" name="Connector line-1792292746349-429002143"/>
          <p:cNvSpPr/>
          <p:nvPr/>
        </p:nvSpPr>
        <p:spPr>
          <a:xfrm>
            <a:off x="3181350" y="7772400"/>
            <a:ext cx="127444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7" name="Connector line-1792292746349-885470697"/>
          <p:cNvSpPr/>
          <p:nvPr/>
        </p:nvSpPr>
        <p:spPr>
          <a:xfrm flipH="1">
            <a:off x="3219450" y="8343900"/>
            <a:ext cx="127444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2001500" y="8458200"/>
            <a:ext cx="390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19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195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A:</a:t>
            </a:r>
            <a:r>
              <a:rPr lang="en-US" sz="195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192.0.2.10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14400" y="89916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84d51480-ab97-487d-bede-0a09b10b65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AI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38750" cy="4476750"/>
          </a:xfrm>
          <a:prstGeom prst="roundRect">
            <a:avLst>
              <a:gd name="adj" fmla="val 5957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447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0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1950" spc="222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05200"/>
            <a:ext cx="447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Root</a:t>
            </a:r>
            <a:r>
              <a:rPr lang="en-US" sz="4200" dirty="0" spc="-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</a:t>
            </a:r>
            <a:endParaRPr lang="en-US" sz="4200" dirty="0"/>
          </a:p>
        </p:txBody>
      </p:sp>
      <p:sp>
        <p:nvSpPr>
          <p:cNvPr id="7" name="Text richtext-1792292747340-873128691"/>
          <p:cNvSpPr/>
          <p:nvPr/>
        </p:nvSpPr>
        <p:spPr>
          <a:xfrm>
            <a:off x="1295400" y="45529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5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www.example.com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.com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24625" y="2762250"/>
            <a:ext cx="5238750" cy="4476750"/>
          </a:xfrm>
          <a:prstGeom prst="roundRect">
            <a:avLst>
              <a:gd name="adj" fmla="val 5957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6905625" y="3067050"/>
            <a:ext cx="447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05625" y="3505200"/>
            <a:ext cx="447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4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420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.com</a:t>
            </a:r>
            <a:endParaRPr lang="en-US" sz="4200" dirty="0"/>
          </a:p>
        </p:txBody>
      </p:sp>
      <p:sp>
        <p:nvSpPr>
          <p:cNvPr id="11" name="Text richtext-1792292747363-66370483"/>
          <p:cNvSpPr/>
          <p:nvPr/>
        </p:nvSpPr>
        <p:spPr>
          <a:xfrm>
            <a:off x="6905625" y="45529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4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TLD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example.com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34850" y="2762250"/>
            <a:ext cx="5238750" cy="4476750"/>
          </a:xfrm>
          <a:prstGeom prst="roundRect">
            <a:avLst>
              <a:gd name="adj" fmla="val 5957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515850" y="3067050"/>
            <a:ext cx="447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0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1950" spc="225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515850" y="3505200"/>
            <a:ext cx="447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thẩm</a:t>
            </a:r>
            <a:r>
              <a:rPr lang="en-US" sz="3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3900" dirty="0"/>
          </a:p>
        </p:txBody>
      </p:sp>
      <p:sp>
        <p:nvSpPr>
          <p:cNvPr id="15" name="Text richtext-1792292747372-330740073"/>
          <p:cNvSpPr/>
          <p:nvPr/>
        </p:nvSpPr>
        <p:spPr>
          <a:xfrm>
            <a:off x="12515850" y="45529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example.com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7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A: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192.0.2.10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620000"/>
            <a:ext cx="1076325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620000"/>
            <a:ext cx="1009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Root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tính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1906250" y="7620000"/>
            <a:ext cx="546735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0" y="762000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6247b0f-89fc-45e3-95b4-9da9e22bd1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4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1950" spc="20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9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8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8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TTL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476750" cy="2000250"/>
          </a:xfrm>
          <a:prstGeom prst="roundRect">
            <a:avLst>
              <a:gd name="adj" fmla="val 11429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289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3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THẨM</a:t>
            </a:r>
            <a:r>
              <a:rPr lang="en-US" sz="1800" spc="154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4671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192.0.2.10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38250" y="42672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A,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2100" dirty="0"/>
          </a:p>
        </p:txBody>
      </p:sp>
      <p:sp>
        <p:nvSpPr>
          <p:cNvPr id="8" name="Connector line-1792292748337-898342557"/>
          <p:cNvSpPr/>
          <p:nvPr/>
        </p:nvSpPr>
        <p:spPr>
          <a:xfrm>
            <a:off x="5486400" y="376237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43650" y="2762250"/>
            <a:ext cx="5619750" cy="2000250"/>
          </a:xfrm>
          <a:prstGeom prst="roundRect">
            <a:avLst>
              <a:gd name="adj" fmla="val 11429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0" y="3028950"/>
            <a:ext cx="495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30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RESOLVER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67500" y="3467100"/>
            <a:ext cx="495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3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900" dirty="0" spc="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TTL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667500" y="42672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nằm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100" dirty="0"/>
          </a:p>
        </p:txBody>
      </p:sp>
      <p:sp>
        <p:nvSpPr>
          <p:cNvPr id="13" name="Connector line-1792292748342-114032636"/>
          <p:cNvSpPr/>
          <p:nvPr/>
        </p:nvSpPr>
        <p:spPr>
          <a:xfrm>
            <a:off x="12058650" y="376237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915900" y="2762250"/>
            <a:ext cx="4457700" cy="200025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39750" y="30289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1800" spc="15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39750" y="34671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3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3239750" y="42672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Resolver</a:t>
            </a: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5429250"/>
            <a:ext cx="1143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LẦN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1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5962650"/>
            <a:ext cx="53340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8250" y="596265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TTL</a:t>
            </a:r>
            <a:endParaRPr lang="en-US" sz="2700" dirty="0"/>
          </a:p>
        </p:txBody>
      </p:sp>
      <p:sp>
        <p:nvSpPr>
          <p:cNvPr id="21" name="Connector line-1792292748351-330505600"/>
          <p:cNvSpPr/>
          <p:nvPr/>
        </p:nvSpPr>
        <p:spPr>
          <a:xfrm>
            <a:off x="6343650" y="667702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00900" y="5962650"/>
            <a:ext cx="6667500" cy="1428750"/>
          </a:xfrm>
          <a:prstGeom prst="roundRect">
            <a:avLst>
              <a:gd name="adj" fmla="val 16000"/>
            </a:avLst>
          </a:prstGeom>
          <a:solidFill>
            <a:srgbClr val="1F3FD1"/>
          </a:solidFill>
          <a:ln/>
        </p:spPr>
      </p:sp>
      <p:sp>
        <p:nvSpPr>
          <p:cNvPr id="23" name="Text 21"/>
          <p:cNvSpPr/>
          <p:nvPr/>
        </p:nvSpPr>
        <p:spPr>
          <a:xfrm>
            <a:off x="7581900" y="59626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Resolver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14400" y="7905750"/>
            <a:ext cx="16459200" cy="819150"/>
          </a:xfrm>
          <a:prstGeom prst="roundRect">
            <a:avLst>
              <a:gd name="adj" fmla="val 23256"/>
            </a:avLst>
          </a:prstGeom>
          <a:solidFill>
            <a:srgbClr val="E8E0CF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05750"/>
            <a:ext cx="15716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tại”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cache.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3eabf292-aa61-4193-8f16-8aa5b62f5a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tức</a:t>
            </a:r>
            <a:r>
              <a:rPr lang="en-US" sz="7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r>
              <a:rPr lang="en-US" sz="30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3000" dirty="0" spc="1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-3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33500" y="335280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</a:t>
            </a:r>
            <a:r>
              <a:rPr lang="en-US" sz="4200" dirty="0" spc="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TTL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049000" y="335280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42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1049000" y="40957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400" dirty="0"/>
          </a:p>
        </p:txBody>
      </p:sp>
      <p:sp>
        <p:nvSpPr>
          <p:cNvPr id="9" name="Connector line-1792292822960-403635947"/>
          <p:cNvSpPr/>
          <p:nvPr/>
        </p:nvSpPr>
        <p:spPr>
          <a:xfrm>
            <a:off x="1333500" y="5334000"/>
            <a:ext cx="15716250" cy="0"/>
          </a:xfrm>
          <a:prstGeom prst="line">
            <a:avLst/>
          </a:prstGeom>
          <a:noFill/>
          <a:ln w="76200">
            <a:solidFill>
              <a:srgbClr val="7C93FF"/>
            </a:solidFill>
            <a:prstDash val="solid"/>
            <a:headEnd type="none"/>
            <a:tailEnd type="triangle" w="sm" len="sm"/>
          </a:ln>
        </p:spPr>
      </p:sp>
      <p:sp>
        <p:nvSpPr>
          <p:cNvPr id="10" name="Shape 8"/>
          <p:cNvSpPr/>
          <p:nvPr/>
        </p:nvSpPr>
        <p:spPr>
          <a:xfrm>
            <a:off x="3162300" y="5067300"/>
            <a:ext cx="533400" cy="533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877800" y="5067300"/>
            <a:ext cx="533400" cy="533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Connector line-1792292822960-528468780"/>
          <p:cNvSpPr/>
          <p:nvPr/>
        </p:nvSpPr>
        <p:spPr>
          <a:xfrm>
            <a:off x="3429000" y="5715000"/>
            <a:ext cx="0" cy="571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Connector line-1792292822961-392178948"/>
          <p:cNvSpPr/>
          <p:nvPr/>
        </p:nvSpPr>
        <p:spPr>
          <a:xfrm>
            <a:off x="13144500" y="5715000"/>
            <a:ext cx="0" cy="571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429000" y="6096000"/>
            <a:ext cx="97155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6096000"/>
            <a:ext cx="971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TTL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859000" y="49530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1" kern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 gian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3EEE3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790575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Resolver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câu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 cũ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TTL.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f906b21a-420f-4f28-9b21-1784f01d3b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181100"/>
            <a:ext cx="16459200" cy="18669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14478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885950"/>
            <a:ext cx="15621000" cy="10287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Vừa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A, TTL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giờ.</a:t>
            </a:r>
            <a:endParaRPr lang="en-US" sz="3150" dirty="0"/>
          </a:p>
          <a:p>
            <a:pPr algn="l" indent="0" marL="0">
              <a:lnSpc>
                <a:spcPts val="3938"/>
              </a:lnSpc>
              <a:buNone/>
            </a:pPr>
            <a:r>
              <a:rPr lang="en-US" sz="3150" dirty="0" spc="7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1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1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31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 cũ?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6667500" cy="4572000"/>
          </a:xfrm>
          <a:prstGeom prst="roundRect">
            <a:avLst>
              <a:gd name="adj" fmla="val 6667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7338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TTL</a:t>
            </a: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4191000"/>
            <a:ext cx="6096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pPr algn="l" indent="0" marL="0">
              <a:buNone/>
            </a:pPr>
            <a:r>
              <a:rPr lang="en-US" sz="75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endParaRPr lang="en-US" sz="22500" dirty="0"/>
          </a:p>
        </p:txBody>
      </p:sp>
      <p:sp>
        <p:nvSpPr>
          <p:cNvPr id="9" name="Shape 7"/>
          <p:cNvSpPr/>
          <p:nvPr/>
        </p:nvSpPr>
        <p:spPr>
          <a:xfrm>
            <a:off x="8001000" y="3429000"/>
            <a:ext cx="9372600" cy="45720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37338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1" name="Text richtext-1792292823956-249140769"/>
          <p:cNvSpPr/>
          <p:nvPr/>
        </p:nvSpPr>
        <p:spPr>
          <a:xfrm>
            <a:off x="8458200" y="4286250"/>
            <a:ext cx="847725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Resolver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TTL.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 thì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775d787-89e8-45c9-b7f7-4fabd96157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0325100" cy="1066800"/>
          </a:xfrm>
          <a:prstGeom prst="roundRect">
            <a:avLst>
              <a:gd name="adj" fmla="val 1607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571750"/>
            <a:ext cx="190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3333750" y="270510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33750" y="308610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Internet: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829050"/>
            <a:ext cx="10325100" cy="1066800"/>
          </a:xfrm>
          <a:prstGeom prst="roundRect">
            <a:avLst>
              <a:gd name="adj" fmla="val 160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3829050"/>
            <a:ext cx="190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333750" y="396240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3750" y="434340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40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086350"/>
            <a:ext cx="10325100" cy="1066800"/>
          </a:xfrm>
          <a:prstGeom prst="roundRect">
            <a:avLst>
              <a:gd name="adj" fmla="val 1607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5086350"/>
            <a:ext cx="190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TLD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3333750" y="521970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Top-Level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3750" y="560070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miền,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.com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343650"/>
            <a:ext cx="10325100" cy="1066800"/>
          </a:xfrm>
          <a:prstGeom prst="roundRect">
            <a:avLst>
              <a:gd name="adj" fmla="val 1607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6343650"/>
            <a:ext cx="190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3333750" y="647700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</a:t>
            </a:r>
            <a:r>
              <a:rPr lang="en-US" sz="1800" dirty="0" spc="-5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80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3750" y="685800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ghi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7715250"/>
            <a:ext cx="103251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7715250"/>
            <a:ext cx="95250" cy="914400"/>
          </a:xfrm>
          <a:prstGeom prst="roundRect">
            <a:avLst>
              <a:gd name="adj" fmla="val 50000"/>
            </a:avLst>
          </a:prstGeom>
          <a:solidFill>
            <a:srgbClr val="A8A59E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7715250"/>
            <a:ext cx="9715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DNSSEC,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DoH,</a:t>
            </a:r>
            <a:r>
              <a:rPr lang="en-US" sz="2250" dirty="0" spc="-8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DoT.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1620500" y="2571750"/>
            <a:ext cx="5753100" cy="3143250"/>
          </a:xfrm>
          <a:prstGeom prst="roundRect">
            <a:avLst>
              <a:gd name="adj" fmla="val 6061"/>
            </a:avLst>
          </a:prstGeom>
          <a:solidFill>
            <a:srgbClr val="F3EEE3"/>
          </a:solidFill>
          <a:ln/>
        </p:spPr>
      </p:sp>
      <p:sp>
        <p:nvSpPr>
          <p:cNvPr id="24" name="Text 22"/>
          <p:cNvSpPr/>
          <p:nvPr/>
        </p:nvSpPr>
        <p:spPr>
          <a:xfrm>
            <a:off x="11963400" y="2838450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5" name="Text richtext-1792292825007-625541264"/>
          <p:cNvSpPr/>
          <p:nvPr/>
        </p:nvSpPr>
        <p:spPr>
          <a:xfrm>
            <a:off x="11963400" y="3352800"/>
            <a:ext cx="5143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snapshot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2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1034,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1035, 9499: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niệm,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DNS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root-servers.org: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root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server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1620500" y="5905500"/>
            <a:ext cx="5753100" cy="2724150"/>
          </a:xfrm>
          <a:prstGeom prst="roundRect">
            <a:avLst>
              <a:gd name="adj" fmla="val 6993"/>
            </a:avLst>
          </a:prstGeom>
          <a:solidFill>
            <a:srgbClr val="1E21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20500" y="5905500"/>
            <a:ext cx="95250" cy="27241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8" name="Text 26"/>
          <p:cNvSpPr/>
          <p:nvPr/>
        </p:nvSpPr>
        <p:spPr>
          <a:xfrm>
            <a:off x="11963400" y="6134100"/>
            <a:ext cx="5143500" cy="2286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8ec0f3d3-0018-4b32-bf50-2f402f2052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2026-10-19T00:43:20Z</dcterms:created>
  <dcterms:modified xsi:type="dcterms:W3CDTF">2026-10-19T00:43:20Z</dcterms:modified>
</cp:coreProperties>
</file>