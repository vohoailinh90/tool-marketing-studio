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hoàn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Kubernetes: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9911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578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2578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0678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45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3345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3144500" y="5334000"/>
            <a:ext cx="3810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411200" y="5524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411200" y="6096000"/>
            <a:ext cx="3276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aad55b8a-b44d-41c5-95b2-b6340648a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4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học thuộc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cụm, cái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tự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cc6c4f5-5dfd-44c4-b9a0-8c67d91ec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1238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3143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cần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5524500"/>
            <a:ext cx="809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550" b="1" dirty="0" spc="-2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277350" y="5524500"/>
            <a:ext cx="809625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61851f1-2b38-4d16-a24c-411e82a77c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1950" b="1" spc="3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kube-proxy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9530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Plugin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mạng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420600" y="4381500"/>
            <a:ext cx="49530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endParaRPr lang="en-US" sz="3900" dirty="0"/>
          </a:p>
        </p:txBody>
      </p:sp>
      <p:sp>
        <p:nvSpPr>
          <p:cNvPr id="7" name="Connector line-1792370698345-334275484"/>
          <p:cNvSpPr/>
          <p:nvPr/>
        </p:nvSpPr>
        <p:spPr>
          <a:xfrm>
            <a:off x="5962650" y="4143375"/>
            <a:ext cx="6362700" cy="90487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698345-394759139"/>
          <p:cNvSpPr/>
          <p:nvPr/>
        </p:nvSpPr>
        <p:spPr>
          <a:xfrm flipV="1">
            <a:off x="5962650" y="5715000"/>
            <a:ext cx="6362700" cy="809625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29527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7429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plugin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kube-proxy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cd5fa14-421a-4080-a2c6-2e8a245cd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(GIAO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LẬP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spc="3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3143250"/>
            <a:ext cx="80010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143250"/>
            <a:ext cx="800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Bạn</a:t>
            </a: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khai</a:t>
            </a:r>
            <a:r>
              <a:rPr lang="en-US" sz="34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372600" y="3143250"/>
            <a:ext cx="800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Nắm cùng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lõi,</a:t>
            </a:r>
            <a:r>
              <a:rPr lang="en-US" sz="3450" dirty="0" spc="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34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34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7a498aa-1610-4e39-961a-1ca99389bf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HỆ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21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15697200" cy="1143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Helm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2A2E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Kubernetes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30c0116-2c19-41e6-b083-6a41fb634f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</a:t>
            </a:r>
            <a:r>
              <a:rPr lang="en-US" sz="31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31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Bảng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df669d9-bee1-4de0-8218-656011766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Helm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lõi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33350" cy="2190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81000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Helm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62fd19e-78ef-4266-bea2-87d52f7ea2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 biệt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9243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08635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248400"/>
            <a:ext cx="16459200" cy="1009650"/>
          </a:xfrm>
          <a:prstGeom prst="roundRect">
            <a:avLst>
              <a:gd name="adj" fmla="val 207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762250"/>
            <a:ext cx="133350" cy="10096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924300"/>
            <a:ext cx="133350" cy="10096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086350"/>
            <a:ext cx="133350" cy="10096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248400"/>
            <a:ext cx="133350" cy="10096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7622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lõi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667500" y="27622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333500" y="39243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Thành</a:t>
            </a:r>
            <a:r>
              <a:rPr lang="en-US" sz="27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7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tùy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667500" y="39243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pháp khác.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333500" y="508635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Đối</a:t>
            </a:r>
            <a:r>
              <a:rPr lang="en-US" sz="27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tượng</a:t>
            </a:r>
            <a:r>
              <a:rPr lang="en-US" sz="27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API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667500" y="508635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33500" y="6248400"/>
            <a:ext cx="4953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Dự</a:t>
            </a:r>
            <a:r>
              <a:rPr lang="en-US" sz="27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án</a:t>
            </a:r>
            <a:r>
              <a:rPr lang="en-US" sz="27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7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sinh</a:t>
            </a:r>
            <a:r>
              <a:rPr lang="en-US" sz="27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thái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667500" y="6248400"/>
            <a:ext cx="104775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thêm.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toán,</a:t>
            </a:r>
            <a:r>
              <a:rPr lang="en-US" sz="24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dự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án.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286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lõi,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trước;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Text 3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6673ef5-8bbd-4768-b58f-d50dbe1603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ba3c2d1-a75c-46ff-a627-db5e907c45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2026-10-19T17:23:08Z</dcterms:created>
  <dcterms:modified xsi:type="dcterms:W3CDTF">2026-10-19T17:23:08Z</dcterms:modified>
</cp:coreProperties>
</file>