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1333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này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cùng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tầng.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sd-04-026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096500" y="914400"/>
            <a:ext cx="7277100" cy="3714750"/>
          </a:xfrm>
          <a:prstGeom prst="roundRect">
            <a:avLst>
              <a:gd name="adj" fmla="val 7179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0477500" y="1200150"/>
            <a:ext cx="6515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0" y="177165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849350" y="177165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0" y="272415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849350" y="272415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477500" y="3810000"/>
            <a:ext cx="65151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1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4" name="Connector line-1792369751605-796999795"/>
          <p:cNvSpPr/>
          <p:nvPr/>
        </p:nvSpPr>
        <p:spPr>
          <a:xfrm>
            <a:off x="13735050" y="4762500"/>
            <a:ext cx="0" cy="133350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5" name="Shape 13"/>
          <p:cNvSpPr/>
          <p:nvPr/>
        </p:nvSpPr>
        <p:spPr>
          <a:xfrm>
            <a:off x="10096500" y="6229350"/>
            <a:ext cx="72771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477500" y="6515100"/>
            <a:ext cx="6515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477500" y="708660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849350" y="708660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Bông</a:t>
            </a:r>
            <a:r>
              <a:rPr lang="en-US" sz="210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tuyết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0477500" y="8153400"/>
            <a:ext cx="6515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việc phân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223b0d87-7023-4ab1-88ac-fa8957c960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419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4419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4419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Huế,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Vinh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333750"/>
            <a:ext cx="4419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934200" y="4572000"/>
            <a:ext cx="4419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934200" y="5143500"/>
            <a:ext cx="4419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Ấm</a:t>
            </a:r>
            <a:r>
              <a:rPr lang="en-US" sz="22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chén,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đèn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0" y="3333750"/>
            <a:ext cx="4419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12573000" y="4572000"/>
            <a:ext cx="4419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món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573000" y="5143500"/>
            <a:ext cx="4419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65722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b="1" spc="2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7048500"/>
            <a:ext cx="80010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b="1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mấy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lần?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9372600" y="7048500"/>
            <a:ext cx="80010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9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dễ?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14400" y="847725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 thử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00f09f19-1a34-4cbd-8e3f-406836559b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1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phẳng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909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1800" b="1" spc="2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1800" b="1" spc="1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66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295400" y="495300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"Huế"</a:t>
            </a:r>
            <a:endParaRPr lang="en-US" sz="2250" dirty="0"/>
          </a:p>
        </p:txBody>
      </p:sp>
      <p:sp>
        <p:nvSpPr>
          <p:cNvPr id="8" name="Text richtext-1792369802079-417562592"/>
          <p:cNvSpPr/>
          <p:nvPr/>
        </p:nvSpPr>
        <p:spPr>
          <a:xfrm>
            <a:off x="1295400" y="5715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món,</a:t>
            </a: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phố khách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phố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chỗ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0480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3909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1800" b="1" spc="20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16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3905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66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66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r>
              <a:rPr lang="en-US" sz="66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món</a:t>
            </a:r>
            <a:endParaRPr lang="en-US" sz="6600" dirty="0"/>
          </a:p>
        </p:txBody>
      </p:sp>
      <p:sp>
        <p:nvSpPr>
          <p:cNvPr id="12" name="Text 10"/>
          <p:cNvSpPr/>
          <p:nvPr/>
        </p:nvSpPr>
        <p:spPr>
          <a:xfrm>
            <a:off x="9753600" y="495300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</a:t>
            </a:r>
            <a:r>
              <a:rPr lang="en-US" sz="22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</a:t>
            </a:r>
            <a:endParaRPr lang="en-US" sz="2250" dirty="0"/>
          </a:p>
        </p:txBody>
      </p:sp>
      <p:sp>
        <p:nvSpPr>
          <p:cNvPr id="13" name="Text richtext-1792369802121-402944671"/>
          <p:cNvSpPr/>
          <p:nvPr/>
        </p:nvSpPr>
        <p:spPr>
          <a:xfrm>
            <a:off x="9753600" y="5715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món,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 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235a307-dc87-4325-87fb-fe8a9b4a14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</a:t>
            </a:r>
            <a:endParaRPr lang="en-US" sz="6900" dirty="0"/>
          </a:p>
        </p:txBody>
      </p:sp>
      <p:sp>
        <p:nvSpPr>
          <p:cNvPr id="4" name="Connector line-1792369833262-107651208"/>
          <p:cNvSpPr/>
          <p:nvPr/>
        </p:nvSpPr>
        <p:spPr>
          <a:xfrm flipH="1">
            <a:off x="2571750" y="4095750"/>
            <a:ext cx="180975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369833263-486894354"/>
          <p:cNvSpPr/>
          <p:nvPr/>
        </p:nvSpPr>
        <p:spPr>
          <a:xfrm>
            <a:off x="4381500" y="4095750"/>
            <a:ext cx="180975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369833263-282913587"/>
          <p:cNvSpPr/>
          <p:nvPr/>
        </p:nvSpPr>
        <p:spPr>
          <a:xfrm>
            <a:off x="2571750" y="6096000"/>
            <a:ext cx="0" cy="10477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7" name="Connector line-1792369833263-512367572"/>
          <p:cNvSpPr/>
          <p:nvPr/>
        </p:nvSpPr>
        <p:spPr>
          <a:xfrm>
            <a:off x="6191250" y="6096000"/>
            <a:ext cx="0" cy="10477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952750" y="31432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Ấm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143000" y="5143500"/>
            <a:ext cx="28575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Món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62500" y="5143500"/>
            <a:ext cx="28575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Món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43000" y="7143750"/>
            <a:ext cx="28575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40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4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An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62500" y="7143750"/>
            <a:ext cx="28575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4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4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Bình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143000" y="8382000"/>
            <a:ext cx="666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0" y="3143250"/>
            <a:ext cx="8229600" cy="5619750"/>
          </a:xfrm>
          <a:prstGeom prst="roundRect">
            <a:avLst>
              <a:gd name="adj" fmla="val 4746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9525000" y="3467100"/>
            <a:ext cx="7467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TRÀ, THEO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800" b="1" spc="21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3905250"/>
            <a:ext cx="7467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7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món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9525000" y="5048250"/>
            <a:ext cx="74676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endParaRPr lang="en-US" sz="2400" dirty="0"/>
          </a:p>
        </p:txBody>
      </p:sp>
      <p:sp>
        <p:nvSpPr>
          <p:cNvPr id="18" name="Text richtext-1792369833289-807005123"/>
          <p:cNvSpPr/>
          <p:nvPr/>
        </p:nvSpPr>
        <p:spPr>
          <a:xfrm>
            <a:off x="9525000" y="5905500"/>
            <a:ext cx="7467600" cy="2476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 thuộc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 giá: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075dd8b-cd49-49a3-956d-f0b2cfb63b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8862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048000"/>
            <a:ext cx="3886200" cy="762000"/>
          </a:xfrm>
          <a:prstGeom prst="roundRect">
            <a:avLst>
              <a:gd name="adj" fmla="val 3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00150" y="4000500"/>
            <a:ext cx="3314700" cy="2047875"/>
          </a:xfrm>
          <a:prstGeom prst="rect">
            <a:avLst/>
          </a:prstGeom>
          <a:noFill/>
          <a:ln/>
        </p:spPr>
        <p:txBody>
          <a:bodyPr wrap="square" lIns="0" tIns="-8668" rIns="0" bIns="8668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Huế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Vinh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105400" y="3048000"/>
            <a:ext cx="38862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05400" y="3048000"/>
            <a:ext cx="3886200" cy="762000"/>
          </a:xfrm>
          <a:prstGeom prst="roundRect">
            <a:avLst>
              <a:gd name="adj" fmla="val 3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391150" y="4000500"/>
            <a:ext cx="3314700" cy="2047875"/>
          </a:xfrm>
          <a:prstGeom prst="rect">
            <a:avLst/>
          </a:prstGeom>
          <a:noFill/>
          <a:ln/>
        </p:spPr>
        <p:txBody>
          <a:bodyPr wrap="square" lIns="0" tIns="-8668" rIns="0" bIns="8668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Ấm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Chén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Đèn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296400" y="3048000"/>
            <a:ext cx="38862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96400" y="3048000"/>
            <a:ext cx="3886200" cy="762000"/>
          </a:xfrm>
          <a:prstGeom prst="roundRect">
            <a:avLst>
              <a:gd name="adj" fmla="val 3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582150" y="4000500"/>
            <a:ext cx="3314700" cy="2047875"/>
          </a:xfrm>
          <a:prstGeom prst="rect">
            <a:avLst/>
          </a:prstGeom>
          <a:noFill/>
          <a:ln/>
        </p:spPr>
        <p:txBody>
          <a:bodyPr wrap="square" lIns="0" tIns="-8668" rIns="0" bIns="8668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3487400" y="3048000"/>
            <a:ext cx="38862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87400" y="3048000"/>
            <a:ext cx="3886200" cy="762000"/>
          </a:xfrm>
          <a:prstGeom prst="roundRect">
            <a:avLst>
              <a:gd name="adj" fmla="val 3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món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73150" y="4000500"/>
            <a:ext cx="3314700" cy="2047875"/>
          </a:xfrm>
          <a:prstGeom prst="rect">
            <a:avLst/>
          </a:prstGeom>
          <a:noFill/>
          <a:ln/>
        </p:spPr>
        <p:txBody>
          <a:bodyPr wrap="square" lIns="0" tIns="-8668" rIns="0" bIns="8668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 3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5722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8580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2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800" b="1" spc="22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1800" b="1" spc="20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95400" y="7334250"/>
            <a:ext cx="7239000" cy="1000125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 của An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dòng: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372600" y="65722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68580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 TRÀ?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753600" y="7334250"/>
            <a:ext cx="7239000" cy="1000125"/>
          </a:xfrm>
          <a:prstGeom prst="rect">
            <a:avLst/>
          </a:prstGeom>
          <a:noFill/>
          <a:ln/>
        </p:spPr>
        <p:txBody>
          <a:bodyPr wrap="square" lIns="0" tIns="10231" rIns="0" bIns="-10231" rtlCol="0" anchor="t"/>
          <a:lstStyle/>
          <a:p>
            <a:pPr algn="l" indent="0" marL="0">
              <a:lnSpc>
                <a:spcPts val="3635"/>
              </a:lnSpc>
              <a:buNone/>
            </a:pPr>
            <a:r>
              <a:rPr lang="en-US" sz="2692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692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692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692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692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 đường</a:t>
            </a:r>
            <a:r>
              <a:rPr lang="en-US" sz="2692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đi:</a:t>
            </a:r>
            <a:r>
              <a:rPr lang="en-US" sz="2692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692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nối.</a:t>
            </a:r>
            <a:endParaRPr lang="en-US" sz="2692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555894c-a7ae-47a8-841d-c35b27c306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BÔNG</a:t>
            </a: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Bán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giữa,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quanh nó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Đều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hệ,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OLAP.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4762500" y="33337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r>
              <a:rPr lang="en-US" sz="1800" b="1" spc="2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277600" y="33337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"GIA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DỤNG"</a:t>
            </a:r>
            <a:r>
              <a:rPr lang="en-US" sz="1800" b="1" spc="2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810000"/>
            <a:ext cx="3524250" cy="1905000"/>
          </a:xfrm>
          <a:prstGeom prst="roundRect">
            <a:avLst>
              <a:gd name="adj" fmla="val 12000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200150" y="40957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Sao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200150" y="4857750"/>
            <a:ext cx="30480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4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dirty="0" spc="-4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950" dirty="0" spc="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 danh</a:t>
            </a:r>
            <a:r>
              <a:rPr lang="en-US" sz="1950" dirty="0" spc="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1950" dirty="0" spc="-5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352425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00150" y="61912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Bông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tuyết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200150" y="6953250"/>
            <a:ext cx="30480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19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4762500" y="3810000"/>
            <a:ext cx="6096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1277600" y="3810000"/>
            <a:ext cx="6096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8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762500" y="5905500"/>
            <a:ext cx="6096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8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48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1277600" y="5905500"/>
            <a:ext cx="6096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14400" y="8096250"/>
            <a:ext cx="16459200" cy="7620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cùng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án: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2c63a7b0-498f-491e-995a-b70a2524d7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48050"/>
            <a:ext cx="1333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6000" dirty="0"/>
          </a:p>
        </p:txBody>
      </p:sp>
      <p:sp>
        <p:nvSpPr>
          <p:cNvPr id="6" name="Shape 4"/>
          <p:cNvSpPr/>
          <p:nvPr/>
        </p:nvSpPr>
        <p:spPr>
          <a:xfrm>
            <a:off x="914400" y="5048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353050"/>
            <a:ext cx="1333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258050"/>
            <a:ext cx="1333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2857500" y="365760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30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lặp, không</a:t>
            </a:r>
            <a:r>
              <a:rPr lang="en-US" sz="30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30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857500" y="556260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 lập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57500" y="746760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luôn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xấu: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30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30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12ba594-b36e-48ba-b22c-c30df73122e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50.000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phẩm,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752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ngắn,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200" dirty="0"/>
          </a:p>
        </p:txBody>
      </p:sp>
      <p:sp>
        <p:nvSpPr>
          <p:cNvPr id="7" name="Text richtext-1792369914758-33253201"/>
          <p:cNvSpPr/>
          <p:nvPr/>
        </p:nvSpPr>
        <p:spPr>
          <a:xfrm>
            <a:off x="1295400" y="5238750"/>
            <a:ext cx="7239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ngành: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dòng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29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752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BÔNG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53600" y="41910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4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4200" dirty="0"/>
          </a:p>
        </p:txBody>
      </p:sp>
      <p:sp>
        <p:nvSpPr>
          <p:cNvPr id="11" name="Text richtext-1792369914777-884773374"/>
          <p:cNvSpPr/>
          <p:nvPr/>
        </p:nvSpPr>
        <p:spPr>
          <a:xfrm>
            <a:off x="9753600" y="5238750"/>
            <a:ext cx="7239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 theo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f43833d-5d8b-4de7-bebf-27d6b83ed7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14300" cy="2857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811500" cy="31432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Đáp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78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nhau;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78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657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 TRÀ?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134100"/>
            <a:ext cx="7239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48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295400" y="7143750"/>
            <a:ext cx="723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cấp,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3726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5657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6134100"/>
            <a:ext cx="7239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</a:t>
            </a:r>
            <a:r>
              <a:rPr lang="en-US" sz="48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món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753600" y="7143750"/>
            <a:ext cx="723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bông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d423682-5158-46e2-bde5-27ea67622d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477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9715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2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4810125"/>
            <a:ext cx="9715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10477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28650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OLAP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295400" y="7239000"/>
            <a:ext cx="9715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OnLine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Analytical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95400" y="7762875"/>
            <a:ext cx="9715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phân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tuyến: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1849100" y="3048000"/>
            <a:ext cx="5524500" cy="57150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230100" y="339090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230100" y="40005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ByteByteGo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2230100" y="4762500"/>
            <a:ext cx="4762500" cy="523875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230100" y="6667500"/>
            <a:ext cx="4762500" cy="7239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3.13,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8c8de33-b8d9-417b-a8b7-0fb428ffce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2026-10-19T01:59:36Z</dcterms:created>
  <dcterms:modified xsi:type="dcterms:W3CDTF">2026-10-19T01:59:36Z</dcterms:modified>
</cp:coreProperties>
</file>