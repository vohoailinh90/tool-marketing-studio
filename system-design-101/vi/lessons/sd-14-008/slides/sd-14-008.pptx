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81100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session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session: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Connector line-1792307393564-696632549"/>
          <p:cNvSpPr/>
          <p:nvPr/>
        </p:nvSpPr>
        <p:spPr>
          <a:xfrm>
            <a:off x="914400" y="7429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15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314325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2000250"/>
                </a:moveTo>
                <a:cubicBezTo>
                  <a:pt x="828675" y="20002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447675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666750"/>
                </a:moveTo>
                <a:cubicBezTo>
                  <a:pt x="828675" y="6667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250" y="514350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0"/>
                </a:moveTo>
                <a:cubicBezTo>
                  <a:pt x="828675" y="0"/>
                  <a:pt x="828675" y="666750"/>
                  <a:pt x="1657350" y="66675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0"/>
                </a:moveTo>
                <a:cubicBezTo>
                  <a:pt x="828675" y="0"/>
                  <a:pt x="828675" y="2000250"/>
                  <a:pt x="1657350" y="2000250"/>
                </a:cubicBezTo>
              </a:path>
            </a:pathLst>
          </a:custGeom>
          <a:ln w="47625">
            <a:solidFill>
              <a:srgbClr val="FF6A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0" y="48768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906000" y="60579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1875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875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75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75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3373100" y="4114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Session:</a:t>
            </a:r>
            <a:r>
              <a:rPr lang="en-US" sz="1875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875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75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75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3373100" y="5448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75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session:</a:t>
            </a:r>
            <a:r>
              <a:rPr lang="en-US" sz="1875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chìa để tìm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5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75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1875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75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75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75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2612a9f9-553f-4488-8a7e-3d87240c9d1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nhớ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619500"/>
            <a:ext cx="7810500" cy="1619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4295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62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477000"/>
            <a:ext cx="6781800" cy="2095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session: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530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34500" y="12573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650" b="1" spc="2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34500" y="171450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334500" y="276225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334500" y="3810000"/>
            <a:ext cx="28575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3" name="Connector line-1792307394609-81115182"/>
          <p:cNvSpPr/>
          <p:nvPr/>
        </p:nvSpPr>
        <p:spPr>
          <a:xfrm>
            <a:off x="12287250" y="2095500"/>
            <a:ext cx="7810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07394609-697290029"/>
          <p:cNvSpPr/>
          <p:nvPr/>
        </p:nvSpPr>
        <p:spPr>
          <a:xfrm>
            <a:off x="12287250" y="3143250"/>
            <a:ext cx="7810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07394609-37364564"/>
          <p:cNvSpPr/>
          <p:nvPr/>
        </p:nvSpPr>
        <p:spPr>
          <a:xfrm>
            <a:off x="12287250" y="4191000"/>
            <a:ext cx="78105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144500" y="1714500"/>
            <a:ext cx="3848100" cy="28575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468350" y="1962150"/>
            <a:ext cx="3238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468350" y="2571750"/>
            <a:ext cx="3238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b="1" dirty="0" spc="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này?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34500" y="5219700"/>
            <a:ext cx="7658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650" b="1" spc="1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334500" y="5695950"/>
            <a:ext cx="371475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3277850" y="5695950"/>
            <a:ext cx="3714750" cy="9525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34500" y="7048500"/>
            <a:ext cx="76581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 nhau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nằm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250" dirty="0"/>
          </a:p>
        </p:txBody>
      </p:sp>
      <p:sp>
        <p:nvSpPr>
          <p:cNvPr id="23" name="Connector line-1792307394627-581214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bdf44178-8fcd-4945-a95d-ae51f6f1e2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Cookie: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000500" cy="2000250"/>
          </a:xfrm>
          <a:prstGeom prst="roundRect">
            <a:avLst>
              <a:gd name="adj" fmla="val 152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810000"/>
            <a:ext cx="335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5067300" y="300990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Set-Cookie:</a:t>
            </a:r>
            <a:r>
              <a:rPr lang="en-US" sz="21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b="1" dirty="0" spc="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 để</a:t>
            </a:r>
            <a:r>
              <a:rPr lang="en-US" sz="2100" b="1" dirty="0" spc="2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8" name="Connector line-1792307395451-600215277"/>
          <p:cNvSpPr/>
          <p:nvPr/>
        </p:nvSpPr>
        <p:spPr>
          <a:xfrm>
            <a:off x="5067300" y="3619500"/>
            <a:ext cx="81534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07395451-737980311"/>
          <p:cNvSpPr/>
          <p:nvPr/>
        </p:nvSpPr>
        <p:spPr>
          <a:xfrm flipH="1">
            <a:off x="5067300" y="4286250"/>
            <a:ext cx="81534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067300" y="4438650"/>
            <a:ext cx="815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</a:t>
            </a:r>
            <a:r>
              <a:rPr lang="en-US" sz="2100" b="1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3373100" y="2857500"/>
            <a:ext cx="4000500" cy="2000250"/>
          </a:xfrm>
          <a:prstGeom prst="roundRect">
            <a:avLst>
              <a:gd name="adj" fmla="val 15238"/>
            </a:avLst>
          </a:prstGeom>
          <a:solidFill>
            <a:srgbClr val="F3DFB8"/>
          </a:solidFill>
          <a:ln/>
        </p:spPr>
      </p:sp>
      <p:sp>
        <p:nvSpPr>
          <p:cNvPr id="12" name="Text 10"/>
          <p:cNvSpPr/>
          <p:nvPr/>
        </p:nvSpPr>
        <p:spPr>
          <a:xfrm>
            <a:off x="13696950" y="310515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b="1" spc="23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696950" y="3810000"/>
            <a:ext cx="3352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1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914400" y="5524500"/>
            <a:ext cx="8001000" cy="2095500"/>
          </a:xfrm>
          <a:prstGeom prst="roundRect">
            <a:avLst>
              <a:gd name="adj" fmla="val 16364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58102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DUNG</a:t>
            </a: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95400" y="6381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850" dirty="0"/>
          </a:p>
        </p:txBody>
      </p:sp>
      <p:sp>
        <p:nvSpPr>
          <p:cNvPr id="17" name="Shape 15"/>
          <p:cNvSpPr/>
          <p:nvPr/>
        </p:nvSpPr>
        <p:spPr>
          <a:xfrm>
            <a:off x="9372600" y="5524500"/>
            <a:ext cx="8001000" cy="2095500"/>
          </a:xfrm>
          <a:prstGeom prst="roundRect">
            <a:avLst>
              <a:gd name="adj" fmla="val 16364"/>
            </a:avLst>
          </a:prstGeom>
          <a:solidFill>
            <a:srgbClr val="F3DFB8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58102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753600" y="6381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850" dirty="0"/>
          </a:p>
        </p:txBody>
      </p:sp>
      <p:sp>
        <p:nvSpPr>
          <p:cNvPr id="20" name="Connector line-1792307395465-72983274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52501f55-2efd-432a-90ba-7fdbfe3942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1800" b="1" spc="25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2381250"/>
          </a:xfrm>
          <a:prstGeom prst="roundRect">
            <a:avLst>
              <a:gd name="adj" fmla="val 14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4305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810000"/>
            <a:ext cx="4305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5905500" y="3581400"/>
            <a:ext cx="133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endParaRPr lang="en-US" sz="1950" dirty="0"/>
          </a:p>
        </p:txBody>
      </p:sp>
      <p:sp>
        <p:nvSpPr>
          <p:cNvPr id="8" name="Connector line-1792307396241-222574319"/>
          <p:cNvSpPr/>
          <p:nvPr/>
        </p:nvSpPr>
        <p:spPr>
          <a:xfrm>
            <a:off x="5981700" y="4095750"/>
            <a:ext cx="11811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239000" y="2857500"/>
            <a:ext cx="10134600" cy="2381250"/>
          </a:xfrm>
          <a:prstGeom prst="roundRect">
            <a:avLst>
              <a:gd name="adj" fmla="val 14400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0" y="31051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20000" y="3810000"/>
            <a:ext cx="38100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endParaRPr lang="en-US" sz="2550" dirty="0"/>
          </a:p>
        </p:txBody>
      </p:sp>
      <p:sp>
        <p:nvSpPr>
          <p:cNvPr id="12" name="Connector line-1792307396244-912889699"/>
          <p:cNvSpPr/>
          <p:nvPr/>
        </p:nvSpPr>
        <p:spPr>
          <a:xfrm>
            <a:off x="11544300" y="4286250"/>
            <a:ext cx="647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2306300" y="3810000"/>
            <a:ext cx="4686300" cy="9525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của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581025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DDE3FA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6096000"/>
            <a:ext cx="1569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0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cookie.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95400" y="6819900"/>
            <a:ext cx="1569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400" dirty="0"/>
          </a:p>
        </p:txBody>
      </p:sp>
      <p:sp>
        <p:nvSpPr>
          <p:cNvPr id="17" name="Connector line-1792307396251-18288920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16e13898-368b-418c-8fc3-1f9f6e6dfc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" y="300037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000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52650" y="285750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7810500" y="2857500"/>
            <a:ext cx="9239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0957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423862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23862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52650" y="40957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bừa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7810500" y="4095750"/>
            <a:ext cx="9239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5334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" y="5476875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54768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52650" y="533400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7810500" y="5334000"/>
            <a:ext cx="9239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6953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CFE8E2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9532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Khi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thử: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phiên.</a:t>
            </a:r>
            <a:endParaRPr lang="en-US" sz="2550" dirty="0"/>
          </a:p>
        </p:txBody>
      </p:sp>
      <p:sp>
        <p:nvSpPr>
          <p:cNvPr id="21" name="Connector line-1792307397111-47400985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56943ca-2c2f-4935-b685-1f2eca504a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 liệu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572000"/>
          </a:xfrm>
          <a:prstGeom prst="roundRect">
            <a:avLst>
              <a:gd name="adj" fmla="val 7500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95400" y="508635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95400" y="607695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2857500"/>
            <a:ext cx="8001000" cy="4572000"/>
          </a:xfrm>
          <a:prstGeom prst="roundRect">
            <a:avLst>
              <a:gd name="adj" fmla="val 7500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14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r>
              <a:rPr lang="en-US" sz="39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39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9753600" y="409575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753600" y="508635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753600" y="6076950"/>
            <a:ext cx="72390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2250" dirty="0"/>
          </a:p>
        </p:txBody>
      </p:sp>
      <p:sp>
        <p:nvSpPr>
          <p:cNvPr id="14" name="Connector line-1792307437328-63077399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e05710e-2aec-45c6-be48-03285d38f3c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191000"/>
            <a:ext cx="7353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1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1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31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150" b="1" dirty="0" spc="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38250" y="561975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64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96450" y="4191000"/>
            <a:ext cx="7353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31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31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1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1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cờ</a:t>
            </a:r>
            <a:r>
              <a:rPr lang="en-US" sz="31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150" b="1" dirty="0" spc="-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696450" y="561975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HttpOnly,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Secure,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SameSite.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143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cờ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này.</a:t>
            </a:r>
            <a:endParaRPr lang="en-US" sz="2550" dirty="0"/>
          </a:p>
        </p:txBody>
      </p:sp>
      <p:sp>
        <p:nvSpPr>
          <p:cNvPr id="16" name="Connector line-1792307438177-39049606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7d670c3-6fbe-4102-ac90-a3616d8d4c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191000"/>
            <a:ext cx="7353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31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3150" b="1" dirty="0" spc="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31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1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b="1" dirty="0" spc="-2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1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238250" y="561975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9696450" y="318135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696450" y="4191000"/>
            <a:ext cx="73533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1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31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1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rơi</a:t>
            </a:r>
            <a:r>
              <a:rPr lang="en-US" sz="3150" b="1" dirty="0" spc="-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1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31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696450" y="5619750"/>
            <a:ext cx="73533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E8E0CF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7391400"/>
            <a:ext cx="1569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5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5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dọn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95400" y="8058150"/>
            <a:ext cx="156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 luận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soạn.</a:t>
            </a:r>
            <a:endParaRPr lang="en-US" sz="1950" dirty="0"/>
          </a:p>
        </p:txBody>
      </p:sp>
      <p:sp>
        <p:nvSpPr>
          <p:cNvPr id="17" name="Connector line-1792307439062-42113187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e8a7810b-6efa-482c-98f1-8d6a1b76d2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6672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giỏ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cookie,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session.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trang,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session nghĩa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r>
              <a:rPr lang="en-US" sz="465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465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được,</a:t>
            </a:r>
            <a:r>
              <a:rPr lang="en-US" sz="46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session</a:t>
            </a:r>
            <a:r>
              <a:rPr lang="en-US" sz="46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4650" dirty="0"/>
          </a:p>
        </p:txBody>
      </p:sp>
      <p:sp>
        <p:nvSpPr>
          <p:cNvPr id="10" name="Text richtext-1792307439955-407937000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Cookie: giỏ hàng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duyệt,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Session: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endParaRPr lang="en-US" sz="2700" dirty="0"/>
          </a:p>
          <a:p>
            <a:pPr algn="l" marL="342900" indent="-244981">
              <a:lnSpc>
                <a:spcPts val="3375"/>
              </a:lnSpc>
              <a:buSzPct val="100000"/>
              <a:buFont typeface="Arial"/>
              <a:buChar char="•"/>
            </a:pPr>
            <a:r>
              <a:rPr lang="en-US" sz="270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đúng: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11" name="Connector line-1792307439973-521934232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76067f2-b9c8-442f-9d3b-1f2c94223c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04900" y="301942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238500" y="283845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238500" y="321945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100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21005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467677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KB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238500" y="449580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KiloByte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238500" y="487680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 dung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867400"/>
            <a:ext cx="104775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6334125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238500" y="6153150"/>
            <a:ext cx="790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238500" y="6534150"/>
            <a:ext cx="790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Docs,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100" dirty="0"/>
          </a:p>
        </p:txBody>
      </p:sp>
      <p:sp>
        <p:nvSpPr>
          <p:cNvPr id="16" name="Connector line-1792307441112-162005090"/>
          <p:cNvSpPr/>
          <p:nvPr/>
        </p:nvSpPr>
        <p:spPr>
          <a:xfrm>
            <a:off x="11734800" y="2552700"/>
            <a:ext cx="0" cy="47434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077700" y="2552700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8" name="Text richtext-1792307441114-2949546"/>
          <p:cNvSpPr/>
          <p:nvPr/>
        </p:nvSpPr>
        <p:spPr>
          <a:xfrm>
            <a:off x="12077700" y="3028950"/>
            <a:ext cx="5295900" cy="1905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Using HTTP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077700" y="4762500"/>
            <a:ext cx="5295900" cy="257175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Flask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3.1.3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PyPI.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20" name="Connector line-1792307441121-27935938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08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e0482cee-fbb3-4e62-a2e5-7ad2873476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2026-10-19T18:10:19Z</dcterms:created>
  <dcterms:modified xsi:type="dcterms:W3CDTF">2026-10-19T18:10:19Z</dcterms:modified>
</cp:coreProperties>
</file>