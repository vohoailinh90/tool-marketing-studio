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906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9334500" cy="2990850"/>
          </a:xfrm>
          <a:prstGeom prst="rect">
            <a:avLst/>
          </a:prstGeom>
          <a:noFill/>
          <a:ln/>
        </p:spPr>
        <p:txBody>
          <a:bodyPr wrap="square" lIns="0" tIns="77152" rIns="0" bIns="-77152" rtlCol="0" anchor="t"/>
          <a:lstStyle/>
          <a:p>
            <a:pPr algn="l" indent="0" marL="0">
              <a:lnSpc>
                <a:spcPts val="8262"/>
              </a:lnSpc>
              <a:buNone/>
            </a:pP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Nhập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r>
              <a:rPr lang="en-US" sz="81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Gateway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095750"/>
            <a:ext cx="8572500" cy="11049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12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0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30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thực: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3000" dirty="0" spc="-4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3000" dirty="0"/>
          </a:p>
        </p:txBody>
      </p:sp>
      <p:sp>
        <p:nvSpPr>
          <p:cNvPr id="5" name="Connector line-1792369489237-548742713"/>
          <p:cNvSpPr/>
          <p:nvPr/>
        </p:nvSpPr>
        <p:spPr>
          <a:xfrm>
            <a:off x="914400" y="6096000"/>
            <a:ext cx="86106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40080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mọi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953750" y="4381500"/>
            <a:ext cx="1524000" cy="15240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9" name="Text 7"/>
          <p:cNvSpPr/>
          <p:nvPr/>
        </p:nvSpPr>
        <p:spPr>
          <a:xfrm>
            <a:off x="10953750" y="4838700"/>
            <a:ext cx="1524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Gateway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3525500" y="18097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2100" b="1" dirty="0" spc="-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vào,</a:t>
            </a:r>
            <a:r>
              <a:rPr lang="en-US" sz="2100" b="1" dirty="0" spc="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b="1" dirty="0" spc="-1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3525500" y="37147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21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21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1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10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10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3525500" y="58102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21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100" b="1" dirty="0" spc="-1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3525500" y="77152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endParaRPr lang="en-US" sz="2100" dirty="0"/>
          </a:p>
        </p:txBody>
      </p:sp>
      <p:sp>
        <p:nvSpPr>
          <p:cNvPr id="14" name="Connector line-1792369489271-827198613"/>
          <p:cNvSpPr/>
          <p:nvPr/>
        </p:nvSpPr>
        <p:spPr>
          <a:xfrm flipV="1">
            <a:off x="12477750" y="2171700"/>
            <a:ext cx="1047750" cy="2971800"/>
          </a:xfrm>
          <a:prstGeom prst="curvedConnector3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5" name="Connector line-1792369489272-853847717"/>
          <p:cNvSpPr/>
          <p:nvPr/>
        </p:nvSpPr>
        <p:spPr>
          <a:xfrm flipV="1">
            <a:off x="12477750" y="4076700"/>
            <a:ext cx="1047750" cy="1066800"/>
          </a:xfrm>
          <a:prstGeom prst="curvedConnector3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6" name="Connector line-1792369489273-396781733"/>
          <p:cNvSpPr/>
          <p:nvPr/>
        </p:nvSpPr>
        <p:spPr>
          <a:xfrm>
            <a:off x="12477750" y="5143500"/>
            <a:ext cx="1047750" cy="1028700"/>
          </a:xfrm>
          <a:prstGeom prst="curvedConnector3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7" name="Connector line-1792369489273-5927174"/>
          <p:cNvSpPr/>
          <p:nvPr/>
        </p:nvSpPr>
        <p:spPr>
          <a:xfrm>
            <a:off x="12477750" y="5143500"/>
            <a:ext cx="1047750" cy="2933700"/>
          </a:xfrm>
          <a:prstGeom prst="curvedConnector3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0bf2a0aa-ddbc-4e0a-9566-a8c4b3d990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619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5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cửa</a:t>
            </a:r>
            <a:r>
              <a:rPr lang="en-US" sz="7500" dirty="0" spc="-8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14287500" cy="5905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Sáu</a:t>
            </a:r>
            <a:r>
              <a:rPr lang="en-US" sz="2700" dirty="0" spc="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7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 nguồn</a:t>
            </a:r>
            <a:r>
              <a:rPr lang="en-US" sz="2700" dirty="0" spc="-5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liệt</a:t>
            </a:r>
            <a:r>
              <a:rPr lang="en-US" sz="2700" dirty="0" spc="-3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kê,</a:t>
            </a:r>
            <a:r>
              <a:rPr lang="en-US" sz="2700" dirty="0" spc="-1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7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810000"/>
            <a:ext cx="16459200" cy="4953000"/>
          </a:xfrm>
          <a:prstGeom prst="roundRect">
            <a:avLst>
              <a:gd name="adj" fmla="val 6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24000" y="5619750"/>
            <a:ext cx="2857500" cy="133350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72250" y="5334000"/>
            <a:ext cx="4000500" cy="1905000"/>
          </a:xfrm>
          <a:prstGeom prst="roundRect">
            <a:avLst>
              <a:gd name="adj" fmla="val 15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r>
              <a:rPr lang="en-US" sz="42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Gateway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3144500" y="428625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A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3144500" y="5762625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B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3144500" y="7239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700" dirty="0"/>
          </a:p>
        </p:txBody>
      </p:sp>
      <p:sp>
        <p:nvSpPr>
          <p:cNvPr id="11" name="Connector line-1792369503642-71260776"/>
          <p:cNvSpPr/>
          <p:nvPr/>
        </p:nvSpPr>
        <p:spPr>
          <a:xfrm>
            <a:off x="4381500" y="6286500"/>
            <a:ext cx="21907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Connector line-1792369503642-984987809"/>
          <p:cNvSpPr/>
          <p:nvPr/>
        </p:nvSpPr>
        <p:spPr>
          <a:xfrm flipV="1">
            <a:off x="10572750" y="4810125"/>
            <a:ext cx="2571750" cy="1476375"/>
          </a:xfrm>
          <a:prstGeom prst="curvedConnector3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3" name="Connector line-1792369503643-537497330"/>
          <p:cNvSpPr/>
          <p:nvPr/>
        </p:nvSpPr>
        <p:spPr>
          <a:xfrm>
            <a:off x="10572750" y="6286500"/>
            <a:ext cx="25717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69503643-703528971"/>
          <p:cNvSpPr/>
          <p:nvPr/>
        </p:nvSpPr>
        <p:spPr>
          <a:xfrm>
            <a:off x="10572750" y="6286500"/>
            <a:ext cx="2571750" cy="1476375"/>
          </a:xfrm>
          <a:prstGeom prst="curvedConnector3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524000" y="733425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72250" y="7524750"/>
            <a:ext cx="4000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nhận,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áp chính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sách,</a:t>
            </a:r>
            <a:r>
              <a:rPr lang="en-US" sz="18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6dca56b3-dc13-4669-b364-b85767b07ed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1800" b="1" spc="2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ĐỊNH</a:t>
            </a:r>
            <a:r>
              <a:rPr lang="en-US" sz="1800" b="1" spc="30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6667500" cy="7048500"/>
          </a:xfrm>
          <a:prstGeom prst="roundRect">
            <a:avLst>
              <a:gd name="adj" fmla="val 5714"/>
            </a:avLst>
          </a:prstGeom>
          <a:solidFill>
            <a:srgbClr val="CFE8E2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000250"/>
            <a:ext cx="6667500" cy="6800850"/>
          </a:xfrm>
          <a:prstGeom prst="rect">
            <a:avLst/>
          </a:prstGeom>
          <a:noFill/>
          <a:ln/>
        </p:spPr>
        <p:txBody>
          <a:bodyPr wrap="square" lIns="0" tIns="320040" rIns="0" bIns="-320040" rtlCol="0" anchor="t"/>
          <a:lstStyle/>
          <a:p>
            <a:pPr algn="ctr" indent="0" marL="0">
              <a:lnSpc>
                <a:spcPts val="31500"/>
              </a:lnSpc>
              <a:buNone/>
            </a:pPr>
            <a:r>
              <a:rPr lang="en-US" sz="315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1500" dirty="0"/>
          </a:p>
        </p:txBody>
      </p:sp>
      <p:sp>
        <p:nvSpPr>
          <p:cNvPr id="5" name="Text 3"/>
          <p:cNvSpPr/>
          <p:nvPr/>
        </p:nvSpPr>
        <p:spPr>
          <a:xfrm>
            <a:off x="1390650" y="6667500"/>
            <a:ext cx="5715000" cy="11049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ctr" indent="0" marL="0">
              <a:lnSpc>
                <a:spcPts val="3900"/>
              </a:lnSpc>
              <a:buNone/>
            </a:pPr>
            <a:r>
              <a:rPr lang="en-US" sz="3000" b="1" dirty="0" spc="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 biết:</a:t>
            </a:r>
            <a:r>
              <a:rPr lang="en-US" sz="3000" b="1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b="1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382000" y="1619250"/>
            <a:ext cx="8953500" cy="1990725"/>
          </a:xfrm>
          <a:prstGeom prst="rect">
            <a:avLst/>
          </a:prstGeom>
          <a:noFill/>
          <a:ln/>
        </p:spPr>
        <p:txBody>
          <a:bodyPr wrap="square" lIns="0" tIns="41148" rIns="0" bIns="-41148" rtlCol="0" anchor="t"/>
          <a:lstStyle/>
          <a:p>
            <a:pPr algn="l" indent="0" marL="0">
              <a:lnSpc>
                <a:spcPts val="5832"/>
              </a:lnSpc>
              <a:buNone/>
            </a:pPr>
            <a:r>
              <a:rPr lang="en-US" sz="5400" dirty="0" spc="-4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Gateway</a:t>
            </a:r>
            <a:r>
              <a:rPr lang="en-US" sz="54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đứng</a:t>
            </a:r>
            <a:r>
              <a:rPr lang="en-US" sz="54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</a:t>
            </a:r>
            <a:r>
              <a:rPr lang="en-US" sz="5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client</a:t>
            </a:r>
            <a:r>
              <a:rPr lang="en-US" sz="54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 chủ</a:t>
            </a:r>
            <a:endParaRPr lang="en-US" sz="5400" dirty="0"/>
          </a:p>
        </p:txBody>
      </p:sp>
      <p:sp>
        <p:nvSpPr>
          <p:cNvPr id="7" name="Shape 5"/>
          <p:cNvSpPr/>
          <p:nvPr/>
        </p:nvSpPr>
        <p:spPr>
          <a:xfrm>
            <a:off x="8382000" y="4000500"/>
            <a:ext cx="89535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82000" y="40005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9" name="Text 7"/>
          <p:cNvSpPr/>
          <p:nvPr/>
        </p:nvSpPr>
        <p:spPr>
          <a:xfrm>
            <a:off x="8801100" y="4191000"/>
            <a:ext cx="8191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 TUYẾN</a:t>
            </a:r>
            <a:r>
              <a:rPr lang="en-US" sz="195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b="1" spc="13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8801100" y="4629150"/>
            <a:ext cx="8191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8382000" y="5715000"/>
            <a:ext cx="89535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382000" y="5715000"/>
            <a:ext cx="114300" cy="14287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3" name="Text 11"/>
          <p:cNvSpPr/>
          <p:nvPr/>
        </p:nvSpPr>
        <p:spPr>
          <a:xfrm>
            <a:off x="8801100" y="5905500"/>
            <a:ext cx="8191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CÂN</a:t>
            </a:r>
            <a:r>
              <a:rPr lang="en-US" sz="1950" b="1" spc="14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950" b="1" spc="1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8801100" y="6343650"/>
            <a:ext cx="8191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8382000" y="7429500"/>
            <a:ext cx="89535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/>
        </p:spPr>
      </p:sp>
      <p:sp>
        <p:nvSpPr>
          <p:cNvPr id="16" name="Text 14"/>
          <p:cNvSpPr/>
          <p:nvPr/>
        </p:nvSpPr>
        <p:spPr>
          <a:xfrm>
            <a:off x="8801100" y="7620000"/>
            <a:ext cx="8191500" cy="523875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4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Nhu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400" dirty="0" spc="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vượt</a:t>
            </a: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400" dirty="0" spc="1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400" dirty="0" spc="-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-1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400" dirty="0" spc="-9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tải.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43a03b33-bacb-4bf0-863d-ff09c3c0132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1800" b="1" spc="25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495425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Chính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 áp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lần,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-6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cửa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9625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390900"/>
            <a:ext cx="7334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XÁC</a:t>
            </a:r>
            <a:r>
              <a:rPr lang="en-US" sz="210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33500" y="3905250"/>
            <a:ext cx="7334250" cy="847725"/>
          </a:xfrm>
          <a:prstGeom prst="rect">
            <a:avLst/>
          </a:prstGeom>
          <a:noFill/>
          <a:ln/>
        </p:spPr>
        <p:txBody>
          <a:bodyPr wrap="square" lIns="0" tIns="12382" rIns="0" bIns="-12382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Biết</a:t>
            </a:r>
            <a:r>
              <a:rPr lang="en-US" sz="39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39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 ai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9277350" y="3048000"/>
            <a:ext cx="809625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96450" y="3390900"/>
            <a:ext cx="7334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10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96450" y="3905250"/>
            <a:ext cx="7334250" cy="847725"/>
          </a:xfrm>
          <a:prstGeom prst="rect">
            <a:avLst/>
          </a:prstGeom>
          <a:noFill/>
          <a:ln/>
        </p:spPr>
        <p:txBody>
          <a:bodyPr wrap="square" lIns="0" tIns="12382" rIns="0" bIns="-12382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3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đó</a:t>
            </a:r>
            <a:r>
              <a:rPr lang="en-US" sz="39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3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39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809625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33500" y="6438900"/>
            <a:ext cx="7334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100" b="1" spc="1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333500" y="6953250"/>
            <a:ext cx="7334250" cy="847725"/>
          </a:xfrm>
          <a:prstGeom prst="rect">
            <a:avLst/>
          </a:prstGeom>
          <a:noFill/>
          <a:ln/>
        </p:spPr>
        <p:txBody>
          <a:bodyPr wrap="square" lIns="0" tIns="12382" rIns="0" bIns="-12382" rtlCol="0" anchor="t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 kín</a:t>
            </a:r>
            <a:r>
              <a:rPr lang="en-US" sz="3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3900" dirty="0"/>
          </a:p>
        </p:txBody>
      </p:sp>
      <p:sp>
        <p:nvSpPr>
          <p:cNvPr id="13" name="Shape 11"/>
          <p:cNvSpPr/>
          <p:nvPr/>
        </p:nvSpPr>
        <p:spPr>
          <a:xfrm>
            <a:off x="9277350" y="6096000"/>
            <a:ext cx="8096250" cy="2762250"/>
          </a:xfrm>
          <a:prstGeom prst="roundRect">
            <a:avLst>
              <a:gd name="adj" fmla="val 9655"/>
            </a:avLst>
          </a:prstGeom>
          <a:solidFill>
            <a:srgbClr val="FF6A4D"/>
          </a:solidFill>
          <a:ln/>
        </p:spPr>
      </p:sp>
      <p:sp>
        <p:nvSpPr>
          <p:cNvPr id="14" name="Text 12"/>
          <p:cNvSpPr/>
          <p:nvPr/>
        </p:nvSpPr>
        <p:spPr>
          <a:xfrm>
            <a:off x="9696450" y="6438900"/>
            <a:ext cx="7334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2100" b="1" spc="1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100" b="1" spc="1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100" b="1" spc="14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100" b="1" spc="1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CHẬM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696450" y="6953250"/>
            <a:ext cx="7334250" cy="1276350"/>
          </a:xfrm>
          <a:prstGeom prst="rect">
            <a:avLst/>
          </a:prstGeom>
          <a:noFill/>
          <a:ln/>
        </p:spPr>
        <p:txBody>
          <a:bodyPr wrap="square" lIns="0" tIns="10985" rIns="0" bIns="-10985" rtlCol="0" anchor="t"/>
          <a:lstStyle/>
          <a:p>
            <a:pPr algn="l" indent="0" marL="0">
              <a:lnSpc>
                <a:spcPts val="3967"/>
              </a:lnSpc>
              <a:buNone/>
            </a:pPr>
            <a:r>
              <a:rPr lang="en-US" sz="345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Số</a:t>
            </a:r>
            <a:r>
              <a:rPr lang="en-US" sz="34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34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client</a:t>
            </a:r>
            <a:r>
              <a:rPr lang="en-US" sz="345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345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345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khoảng</a:t>
            </a:r>
            <a:r>
              <a:rPr lang="en-US" sz="345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34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gian</a:t>
            </a:r>
            <a:endParaRPr lang="en-US" sz="34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280d6a38-3868-40ee-9f60-d13deeeaec4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180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800" b="1" spc="25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8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495425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Bớt</a:t>
            </a: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69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gọi,</a:t>
            </a:r>
            <a:r>
              <a:rPr lang="en-US" sz="69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bớt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lặp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96250" cy="5810250"/>
          </a:xfrm>
          <a:prstGeom prst="roundRect">
            <a:avLst>
              <a:gd name="adj" fmla="val 5246"/>
            </a:avLst>
          </a:prstGeom>
          <a:solidFill>
            <a:srgbClr val="DDE3FA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390900"/>
            <a:ext cx="7334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2100" b="1" spc="1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33500" y="3848100"/>
            <a:ext cx="7334250" cy="1000125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sau.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333500" y="6096000"/>
            <a:ext cx="1905000" cy="857250"/>
          </a:xfrm>
          <a:prstGeom prst="roundRect">
            <a:avLst>
              <a:gd name="adj" fmla="val 22222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191000" y="6096000"/>
            <a:ext cx="1905000" cy="857250"/>
          </a:xfrm>
          <a:prstGeom prst="roundRect">
            <a:avLst>
              <a:gd name="adj" fmla="val 22222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Gateway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7048500" y="5334000"/>
            <a:ext cx="1809750" cy="666750"/>
          </a:xfrm>
          <a:prstGeom prst="roundRect">
            <a:avLst>
              <a:gd name="adj" fmla="val 25714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7048500" y="6191250"/>
            <a:ext cx="1809750" cy="666750"/>
          </a:xfrm>
          <a:prstGeom prst="roundRect">
            <a:avLst>
              <a:gd name="adj" fmla="val 25714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048500" y="7048500"/>
            <a:ext cx="1809750" cy="666750"/>
          </a:xfrm>
          <a:prstGeom prst="roundRect">
            <a:avLst>
              <a:gd name="adj" fmla="val 25714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C</a:t>
            </a:r>
            <a:endParaRPr lang="en-US" sz="1950" dirty="0"/>
          </a:p>
        </p:txBody>
      </p:sp>
      <p:sp>
        <p:nvSpPr>
          <p:cNvPr id="12" name="Connector line-1792369550450-581387254"/>
          <p:cNvSpPr/>
          <p:nvPr/>
        </p:nvSpPr>
        <p:spPr>
          <a:xfrm>
            <a:off x="3238500" y="6524625"/>
            <a:ext cx="9525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3" name="Connector line-1792369550451-237811954"/>
          <p:cNvSpPr/>
          <p:nvPr/>
        </p:nvSpPr>
        <p:spPr>
          <a:xfrm flipV="1">
            <a:off x="6096000" y="5667375"/>
            <a:ext cx="952500" cy="857250"/>
          </a:xfrm>
          <a:prstGeom prst="curvedConnector3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4" name="Connector line-1792369550451-939184945"/>
          <p:cNvSpPr/>
          <p:nvPr/>
        </p:nvSpPr>
        <p:spPr>
          <a:xfrm>
            <a:off x="6096000" y="6524625"/>
            <a:ext cx="9525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5" name="Connector line-1792369550451-886940262"/>
          <p:cNvSpPr/>
          <p:nvPr/>
        </p:nvSpPr>
        <p:spPr>
          <a:xfrm>
            <a:off x="6096000" y="6524625"/>
            <a:ext cx="952500" cy="857250"/>
          </a:xfrm>
          <a:prstGeom prst="curvedConnector3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6" name="Text 14"/>
          <p:cNvSpPr/>
          <p:nvPr/>
        </p:nvSpPr>
        <p:spPr>
          <a:xfrm>
            <a:off x="1333500" y="7239000"/>
            <a:ext cx="190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dirty="0" spc="-1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8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277350" y="3048000"/>
            <a:ext cx="8096250" cy="5810250"/>
          </a:xfrm>
          <a:prstGeom prst="roundRect">
            <a:avLst>
              <a:gd name="adj" fmla="val 524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96450" y="3390900"/>
            <a:ext cx="7334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1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CACHE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696450" y="3848100"/>
            <a:ext cx="7334250" cy="5905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 lặp lại.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9696450" y="5715000"/>
            <a:ext cx="7258050" cy="857250"/>
          </a:xfrm>
          <a:prstGeom prst="roundRect">
            <a:avLst>
              <a:gd name="adj" fmla="val 22222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Lần</a:t>
            </a:r>
            <a:r>
              <a:rPr lang="en-US" sz="225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đầu: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hỏi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vụ,</a:t>
            </a:r>
            <a:r>
              <a:rPr lang="en-US" sz="2250" dirty="0" spc="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lưu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phản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hồi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9696450" y="6858000"/>
            <a:ext cx="7258050" cy="857250"/>
          </a:xfrm>
          <a:prstGeom prst="roundRect">
            <a:avLst>
              <a:gd name="adj" fmla="val 22222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sau:</a:t>
            </a:r>
            <a:r>
              <a:rPr lang="en-US" sz="22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cache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1e35dd98-0d42-4696-aa35-b8bca02ed3f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180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90500" cy="4953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4" name="Text 2"/>
          <p:cNvSpPr/>
          <p:nvPr/>
        </p:nvSpPr>
        <p:spPr>
          <a:xfrm>
            <a:off x="1619250" y="1809750"/>
            <a:ext cx="15240000" cy="4067175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r>
              <a:rPr lang="en-US" sz="7800" dirty="0" spc="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mạng;</a:t>
            </a:r>
            <a:r>
              <a:rPr lang="en-US" sz="78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7800" dirty="0" spc="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r>
              <a:rPr lang="en-US" sz="78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1619250" y="5334000"/>
            <a:ext cx="10477500" cy="104775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Khung</a:t>
            </a:r>
            <a:r>
              <a:rPr lang="en-US" sz="22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này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do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bổ</a:t>
            </a: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sung,</a:t>
            </a: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2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770be7ff-8a61-4987-b53c-97bcd8d59cb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495425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suy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luận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085850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48000"/>
            <a:ext cx="85725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500" dirty="0"/>
          </a:p>
        </p:txBody>
      </p:sp>
      <p:sp>
        <p:nvSpPr>
          <p:cNvPr id="6" name="Shape 4"/>
          <p:cNvSpPr/>
          <p:nvPr/>
        </p:nvSpPr>
        <p:spPr>
          <a:xfrm>
            <a:off x="914400" y="4133850"/>
            <a:ext cx="16459200" cy="1085850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4324350"/>
            <a:ext cx="85725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914400" y="5410200"/>
            <a:ext cx="16459200" cy="1085850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5600700"/>
            <a:ext cx="85725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500" dirty="0"/>
          </a:p>
        </p:txBody>
      </p:sp>
      <p:sp>
        <p:nvSpPr>
          <p:cNvPr id="10" name="Shape 8"/>
          <p:cNvSpPr/>
          <p:nvPr/>
        </p:nvSpPr>
        <p:spPr>
          <a:xfrm>
            <a:off x="914400" y="6686550"/>
            <a:ext cx="16459200" cy="1085850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6877050"/>
            <a:ext cx="85725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500" dirty="0"/>
          </a:p>
        </p:txBody>
      </p:sp>
      <p:sp>
        <p:nvSpPr>
          <p:cNvPr id="12" name="Shape 10"/>
          <p:cNvSpPr/>
          <p:nvPr/>
        </p:nvSpPr>
        <p:spPr>
          <a:xfrm>
            <a:off x="914400" y="7962900"/>
            <a:ext cx="16459200" cy="1085850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" y="8153400"/>
            <a:ext cx="85725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2381250" y="3143250"/>
            <a:ext cx="14668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Gateway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700" dirty="0" spc="-3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thúc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client.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2381250" y="4419600"/>
            <a:ext cx="14668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Vượt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70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độ: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70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429.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2381250" y="5695950"/>
            <a:ext cx="14668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7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381250" y="6972300"/>
            <a:ext cx="14668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70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logic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 vụ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gateway.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2381250" y="8248650"/>
            <a:ext cx="14668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nguyên.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81ceba81-28ab-4eb4-86b9-0c3c3bc48ff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459200" cy="2047875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12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 vụ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69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xác</a:t>
            </a:r>
            <a:r>
              <a:rPr lang="en-US" sz="69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thực,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hạn.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6900" dirty="0" spc="-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gateway?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810000"/>
            <a:ext cx="8096250" cy="5143500"/>
          </a:xfrm>
          <a:prstGeom prst="roundRect">
            <a:avLst>
              <a:gd name="adj" fmla="val 5926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4152900"/>
            <a:ext cx="7334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1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LỢI</a:t>
            </a:r>
            <a:endParaRPr lang="en-US" sz="2100" dirty="0"/>
          </a:p>
        </p:txBody>
      </p:sp>
      <p:sp>
        <p:nvSpPr>
          <p:cNvPr id="6" name="Text richtext-1792369602816-291108917"/>
          <p:cNvSpPr/>
          <p:nvPr/>
        </p:nvSpPr>
        <p:spPr>
          <a:xfrm>
            <a:off x="1333500" y="4667250"/>
            <a:ext cx="7334250" cy="4000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marL="361950" indent="-258592">
              <a:lnSpc>
                <a:spcPts val="3848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850" dirty="0"/>
          </a:p>
          <a:p>
            <a:pPr algn="l" marL="361950" indent="-258592">
              <a:lnSpc>
                <a:spcPts val="3848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nhẹ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850" dirty="0"/>
          </a:p>
          <a:p>
            <a:pPr algn="l" marL="361950" indent="-258592">
              <a:lnSpc>
                <a:spcPts val="3848"/>
              </a:lnSpc>
              <a:buSzPct val="100000"/>
              <a:buFont typeface="Arial"/>
              <a:buChar char="•"/>
            </a:pP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277350" y="3810000"/>
            <a:ext cx="8096250" cy="5143500"/>
          </a:xfrm>
          <a:prstGeom prst="roundRect">
            <a:avLst>
              <a:gd name="adj" fmla="val 5926"/>
            </a:avLst>
          </a:prstGeom>
          <a:solidFill>
            <a:srgbClr val="F3DFB8"/>
          </a:solidFill>
          <a:ln/>
        </p:spPr>
      </p:sp>
      <p:sp>
        <p:nvSpPr>
          <p:cNvPr id="8" name="Text 6"/>
          <p:cNvSpPr/>
          <p:nvPr/>
        </p:nvSpPr>
        <p:spPr>
          <a:xfrm>
            <a:off x="9696450" y="4152900"/>
            <a:ext cx="73342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3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2100" b="1" spc="1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2100" b="1" spc="9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spc="11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b="1" spc="14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100" b="1" spc="14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endParaRPr lang="en-US" sz="2100" dirty="0"/>
          </a:p>
        </p:txBody>
      </p:sp>
      <p:sp>
        <p:nvSpPr>
          <p:cNvPr id="9" name="Text richtext-1792369602848-297763138"/>
          <p:cNvSpPr/>
          <p:nvPr/>
        </p:nvSpPr>
        <p:spPr>
          <a:xfrm>
            <a:off x="9696450" y="4667250"/>
            <a:ext cx="7334250" cy="4000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marL="361950" indent="-258592">
              <a:lnSpc>
                <a:spcPts val="3848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 chặng,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8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8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endParaRPr lang="en-US" sz="2850" dirty="0"/>
          </a:p>
          <a:p>
            <a:pPr algn="l" marL="361950" indent="-258592">
              <a:lnSpc>
                <a:spcPts val="3848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lỗi: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850" dirty="0"/>
          </a:p>
          <a:p>
            <a:pPr algn="l" marL="361950" indent="-258592">
              <a:lnSpc>
                <a:spcPts val="3848"/>
              </a:lnSpc>
              <a:buSzPct val="100000"/>
              <a:buFont typeface="Arial"/>
              <a:buChar char="•"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8ec7968e-9fbb-4d8a-8de9-71354afe783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800" b="1" spc="28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495425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chức</a:t>
            </a:r>
            <a:r>
              <a:rPr lang="en-US" sz="6900" dirty="0" spc="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năng,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nhìn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kỹ</a:t>
            </a:r>
            <a:r>
              <a:rPr lang="en-US" sz="69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6096000"/>
          </a:xfrm>
          <a:prstGeom prst="roundRect">
            <a:avLst>
              <a:gd name="adj" fmla="val 437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Connector line-1792369631656-999766812"/>
          <p:cNvSpPr/>
          <p:nvPr/>
        </p:nvSpPr>
        <p:spPr>
          <a:xfrm>
            <a:off x="914400" y="4476750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6" name="Connector line-1792369631657-62013817"/>
          <p:cNvSpPr/>
          <p:nvPr/>
        </p:nvSpPr>
        <p:spPr>
          <a:xfrm>
            <a:off x="914400" y="6000750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7" name="Connector line-1792369631657-250173793"/>
          <p:cNvSpPr/>
          <p:nvPr/>
        </p:nvSpPr>
        <p:spPr>
          <a:xfrm>
            <a:off x="914400" y="7524750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3352800"/>
            <a:ext cx="3810000" cy="7239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22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25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250" b="1" dirty="0" spc="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5619750" y="3238500"/>
            <a:ext cx="11430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Nỗ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trần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tuyệt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đối.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5619750" y="3810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dùng:</a:t>
            </a:r>
            <a:r>
              <a:rPr lang="en-US" sz="19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9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bucket,</a:t>
            </a: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trượt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1295400" y="4876800"/>
            <a:ext cx="3810000" cy="7239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Cân</a:t>
            </a:r>
            <a:r>
              <a:rPr lang="en-US" sz="22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5619750" y="4762500"/>
            <a:ext cx="11430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chạy,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nhờ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tải.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5619750" y="5334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 cân bằng chia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bản</a:t>
            </a:r>
            <a:r>
              <a:rPr lang="en-US" sz="1950" dirty="0" spc="-2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95400" y="6400800"/>
            <a:ext cx="3810000" cy="7239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225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5619750" y="6286500"/>
            <a:ext cx="11430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Mẫu</a:t>
            </a:r>
            <a:r>
              <a:rPr lang="en-US" sz="255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Aggregation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Microsoft.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5619750" y="6858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 hình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295400" y="7924800"/>
            <a:ext cx="3810000" cy="7239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Cache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5619750" y="7810500"/>
            <a:ext cx="11430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 ở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RFC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9111.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5619750" y="838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riêng:</a:t>
            </a: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Cache-Control: private,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db3551a6-2dec-4378-89e8-5160e5a51e4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0477500" cy="1495425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3340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86100"/>
            <a:ext cx="4762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238250" y="3657600"/>
            <a:ext cx="476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16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38250" y="4000500"/>
            <a:ext cx="4762500" cy="428625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19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950" dirty="0" spc="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6438900" y="2857500"/>
            <a:ext cx="53340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762750" y="3086100"/>
            <a:ext cx="4762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762750" y="3657600"/>
            <a:ext cx="476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6762750" y="4000500"/>
            <a:ext cx="4762500" cy="428625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9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siêu</a:t>
            </a:r>
            <a:r>
              <a:rPr lang="en-US" sz="19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14400" y="4953000"/>
            <a:ext cx="53340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" y="5181600"/>
            <a:ext cx="4762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1238250" y="5753100"/>
            <a:ext cx="476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Transport</a:t>
            </a:r>
            <a:r>
              <a:rPr lang="en-US" sz="1650" dirty="0" spc="-2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Layer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238250" y="6096000"/>
            <a:ext cx="4762500" cy="428625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19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19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6438900" y="4953000"/>
            <a:ext cx="53340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6762750" y="5181600"/>
            <a:ext cx="4762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10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AWS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6762750" y="5753100"/>
            <a:ext cx="476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Amazon</a:t>
            </a:r>
            <a:r>
              <a:rPr lang="en-US" sz="16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Services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762750" y="6096000"/>
            <a:ext cx="4762500" cy="428625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Đám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Amazon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14400" y="7048500"/>
            <a:ext cx="108585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238250" y="7277100"/>
            <a:ext cx="9525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RFC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1238250" y="7848600"/>
            <a:ext cx="9525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Request</a:t>
            </a:r>
            <a:r>
              <a:rPr lang="en-US" sz="16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Comments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238250" y="8191500"/>
            <a:ext cx="10096500" cy="428625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"Đề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nghị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 luận":</a:t>
            </a:r>
            <a:r>
              <a:rPr lang="en-US" sz="19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9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1950" dirty="0"/>
          </a:p>
        </p:txBody>
      </p:sp>
      <p:sp>
        <p:nvSpPr>
          <p:cNvPr id="24" name="Connector line-1792369653116-636444417"/>
          <p:cNvSpPr/>
          <p:nvPr/>
        </p:nvSpPr>
        <p:spPr>
          <a:xfrm>
            <a:off x="12287250" y="2857500"/>
            <a:ext cx="0" cy="609600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12668250" y="2857500"/>
            <a:ext cx="476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6" name="Text richtext-1792369653120-756631857"/>
          <p:cNvSpPr/>
          <p:nvPr/>
        </p:nvSpPr>
        <p:spPr>
          <a:xfrm>
            <a:off x="12668250" y="3333750"/>
            <a:ext cx="4762500" cy="53340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marL="247650" indent="-176931">
              <a:lnSpc>
                <a:spcPts val="273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 snapshot cố</a:t>
            </a:r>
            <a:r>
              <a:rPr lang="en-US" sz="19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950" dirty="0"/>
          </a:p>
          <a:p>
            <a:pPr algn="l" marL="247650" indent="-176931">
              <a:lnSpc>
                <a:spcPts val="273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19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RFC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6585: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429</a:t>
            </a:r>
            <a:endParaRPr lang="en-US" sz="1950" dirty="0"/>
          </a:p>
          <a:p>
            <a:pPr algn="l" marL="247650" indent="-176931">
              <a:lnSpc>
                <a:spcPts val="273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19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RFC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9111: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caching</a:t>
            </a:r>
            <a:endParaRPr lang="en-US" sz="1950" dirty="0"/>
          </a:p>
          <a:p>
            <a:pPr algn="l" marL="247650" indent="-176931">
              <a:lnSpc>
                <a:spcPts val="273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Microsoft:</a:t>
            </a:r>
            <a:r>
              <a:rPr lang="en-US" sz="195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</a:t>
            </a:r>
            <a:r>
              <a:rPr lang="en-US" sz="19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Aggregation</a:t>
            </a:r>
            <a:endParaRPr lang="en-US" sz="1950" dirty="0"/>
          </a:p>
          <a:p>
            <a:pPr algn="l" marL="247650" indent="-176931">
              <a:lnSpc>
                <a:spcPts val="273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Microsoft:</a:t>
            </a:r>
            <a:r>
              <a:rPr lang="en-US" sz="195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</a:t>
            </a:r>
            <a:r>
              <a:rPr lang="en-US" sz="19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Routing</a:t>
            </a:r>
            <a:endParaRPr lang="en-US" sz="1950" dirty="0"/>
          </a:p>
          <a:p>
            <a:pPr algn="l" marL="247650" indent="-176931">
              <a:lnSpc>
                <a:spcPts val="2730"/>
              </a:lnSpc>
              <a:buSzPct val="100000"/>
              <a:buFont typeface="Arial"/>
              <a:buChar char="•"/>
            </a:pPr>
            <a:r>
              <a:rPr lang="en-US" sz="1950" dirty="0" spc="-4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AWS: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9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Gateway,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19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90accfa9-c11a-4e9c-b269-3a45d853a5f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2026-10-19T02:50:41Z</dcterms:created>
  <dcterms:modified xsi:type="dcterms:W3CDTF">2026-10-19T02:50:41Z</dcterms:modified>
</cp:coreProperties>
</file>