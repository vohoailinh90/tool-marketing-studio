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5334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Khôi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thảm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họa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mây: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92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Chịu</a:t>
            </a:r>
            <a:r>
              <a:rPr lang="en-US" sz="2792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7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92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lâu,</a:t>
            </a:r>
            <a:r>
              <a:rPr lang="en-US" sz="2792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92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92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liệu?</a:t>
            </a:r>
            <a:endParaRPr lang="en-US" sz="2792" dirty="0"/>
          </a:p>
        </p:txBody>
      </p:sp>
      <p:sp>
        <p:nvSpPr>
          <p:cNvPr id="5" name="Connector line-1792420697258-937131766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1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đựng,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3143250"/>
            <a:ext cx="1485900" cy="1809750"/>
          </a:xfrm>
          <a:custGeom>
            <a:avLst/>
            <a:gdLst/>
            <a:ahLst/>
            <a:cxnLst/>
            <a:rect l="l" t="t" r="r" b="b"/>
            <a:pathLst>
              <a:path w="1485900" h="1809750">
                <a:moveTo>
                  <a:pt x="0" y="1809750"/>
                </a:moveTo>
                <a:cubicBezTo>
                  <a:pt x="723900" y="180975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4476750"/>
            <a:ext cx="1485900" cy="476250"/>
          </a:xfrm>
          <a:custGeom>
            <a:avLst/>
            <a:gdLst/>
            <a:ahLst/>
            <a:cxnLst/>
            <a:rect l="l" t="t" r="r" b="b"/>
            <a:pathLst>
              <a:path w="1485900" h="476250">
                <a:moveTo>
                  <a:pt x="0" y="476250"/>
                </a:moveTo>
                <a:cubicBezTo>
                  <a:pt x="723900" y="47625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485900" cy="857250"/>
          </a:xfrm>
          <a:custGeom>
            <a:avLst/>
            <a:gdLst/>
            <a:ahLst/>
            <a:cxnLst/>
            <a:rect l="l" t="t" r="r" b="b"/>
            <a:pathLst>
              <a:path w="1485900" h="857250">
                <a:moveTo>
                  <a:pt x="0" y="0"/>
                </a:moveTo>
                <a:cubicBezTo>
                  <a:pt x="723900" y="0"/>
                  <a:pt x="723900" y="857250"/>
                  <a:pt x="1485900" y="85725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0" y="4953000"/>
            <a:ext cx="1485900" cy="2190750"/>
          </a:xfrm>
          <a:custGeom>
            <a:avLst/>
            <a:gdLst/>
            <a:ahLst/>
            <a:cxnLst/>
            <a:rect l="l" t="t" r="r" b="b"/>
            <a:pathLst>
              <a:path w="1485900" h="2190750">
                <a:moveTo>
                  <a:pt x="0" y="0"/>
                </a:moveTo>
                <a:cubicBezTo>
                  <a:pt x="723900" y="0"/>
                  <a:pt x="723900" y="2190750"/>
                  <a:pt x="1485900" y="219075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24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763500" y="2781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2100" b="1" dirty="0" spc="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-1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khôi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763500" y="4114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Đèn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mồi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63500" y="5448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763500" y="6781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cùng</a:t>
            </a:r>
            <a:r>
              <a:rPr lang="en-US" sz="21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170feb6-5e8a-4417-93b6-71e47778be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Càng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càng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hơn,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đắt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ff05593e-4ffc-49f6-8cb4-5c33ed89ab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3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1800" b="1" spc="2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62500" y="28575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NGHĨA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0" y="285750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16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1800" dirty="0"/>
          </a:p>
        </p:txBody>
      </p:sp>
      <p:sp>
        <p:nvSpPr>
          <p:cNvPr id="7" name="Connector line-1792420701096-605901661"/>
          <p:cNvSpPr/>
          <p:nvPr/>
        </p:nvSpPr>
        <p:spPr>
          <a:xfrm>
            <a:off x="914400" y="3295650"/>
            <a:ext cx="164592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3543300"/>
            <a:ext cx="164592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35433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7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RTO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4762500" y="3543300"/>
            <a:ext cx="6286500" cy="20955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Chịu</a:t>
            </a:r>
            <a:r>
              <a:rPr lang="en-US" sz="285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1430000" y="3543300"/>
            <a:ext cx="5619750" cy="2095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 kinh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doanh,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chọn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905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RPO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4762500" y="5905500"/>
            <a:ext cx="6286500" cy="20955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Chịu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bao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11430000" y="5905500"/>
            <a:ext cx="5619750" cy="2095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 kinh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doanh,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chọn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a4596fe-73e4-4bb8-b408-fea0184eae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BACKUP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800" b="1" spc="2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RESTORE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endParaRPr lang="en-US" sz="6900" dirty="0"/>
          </a:p>
        </p:txBody>
      </p:sp>
      <p:sp>
        <p:nvSpPr>
          <p:cNvPr id="4" name="Connector line-1792420702006-876258646"/>
          <p:cNvSpPr/>
          <p:nvPr/>
        </p:nvSpPr>
        <p:spPr>
          <a:xfrm>
            <a:off x="4457700" y="4286250"/>
            <a:ext cx="762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420702006-551885357"/>
          <p:cNvSpPr/>
          <p:nvPr/>
        </p:nvSpPr>
        <p:spPr>
          <a:xfrm>
            <a:off x="8763000" y="4286250"/>
            <a:ext cx="762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420702006-951660945"/>
          <p:cNvSpPr/>
          <p:nvPr/>
        </p:nvSpPr>
        <p:spPr>
          <a:xfrm>
            <a:off x="13068300" y="4286250"/>
            <a:ext cx="762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914400" y="3143250"/>
            <a:ext cx="3505200" cy="22860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ở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257800" y="3143250"/>
            <a:ext cx="3467100" cy="2286000"/>
          </a:xfrm>
          <a:prstGeom prst="roundRect">
            <a:avLst>
              <a:gd name="adj" fmla="val 1333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Thảm</a:t>
            </a:r>
            <a:r>
              <a:rPr lang="en-US" sz="25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550" b="1" dirty="0" spc="-3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b="1" dirty="0" spc="-2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563100" y="3143250"/>
            <a:ext cx="3467100" cy="228600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5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868400" y="3143250"/>
            <a:ext cx="3505200" cy="228600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 dữ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6286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12" name="Text richtext-1792420702016-308267227"/>
          <p:cNvSpPr/>
          <p:nvPr/>
        </p:nvSpPr>
        <p:spPr>
          <a:xfrm>
            <a:off x="1295400" y="6286500"/>
            <a:ext cx="156972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61950" indent="-258592"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b="1" dirty="0" spc="-7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Rẻ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0e1744d-670b-4642-a71b-58c3616fa1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PILOT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LIGHT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Đèn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mồi: chỉ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lõi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4572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861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1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1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295400" y="3810000"/>
            <a:ext cx="4762500" cy="2857500"/>
          </a:xfrm>
          <a:prstGeom prst="roundRect">
            <a:avLst>
              <a:gd name="adj" fmla="val 8000"/>
            </a:avLst>
          </a:prstGeom>
          <a:solidFill>
            <a:srgbClr val="2A2410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5900" y="3810000"/>
            <a:ext cx="43815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Lõi:</a:t>
            </a:r>
            <a:r>
              <a:rPr lang="en-US" sz="30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300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30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cơ</a:t>
            </a:r>
            <a:r>
              <a:rPr lang="en-US" sz="30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sở</a:t>
            </a:r>
            <a:r>
              <a:rPr lang="en-US" sz="30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30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30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luôn</a:t>
            </a:r>
            <a:r>
              <a:rPr lang="en-US" sz="3000" dirty="0" spc="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381750" y="3810000"/>
            <a:ext cx="4762500" cy="28575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 w="28575">
            <a:solidFill>
              <a:srgbClr val="3A3F52"/>
            </a:solidFill>
            <a:prstDash val="lgDash"/>
          </a:ln>
        </p:spPr>
      </p:sp>
      <p:sp>
        <p:nvSpPr>
          <p:cNvPr id="9" name="Text 7"/>
          <p:cNvSpPr/>
          <p:nvPr/>
        </p:nvSpPr>
        <p:spPr>
          <a:xfrm>
            <a:off x="6572250" y="3810000"/>
            <a:ext cx="43815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 còn</a:t>
            </a:r>
            <a:r>
              <a:rPr lang="en-US" sz="2850" dirty="0" spc="2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850" dirty="0" spc="-30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1468100" y="3810000"/>
            <a:ext cx="5524500" cy="28575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 w="28575">
            <a:solidFill>
              <a:srgbClr val="3A3F52"/>
            </a:solidFill>
            <a:prstDash val="lgDash"/>
          </a:ln>
        </p:spPr>
      </p:sp>
      <p:sp>
        <p:nvSpPr>
          <p:cNvPr id="11" name="Text 9"/>
          <p:cNvSpPr/>
          <p:nvPr/>
        </p:nvSpPr>
        <p:spPr>
          <a:xfrm>
            <a:off x="11658600" y="3810000"/>
            <a:ext cx="51435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Thảm</a:t>
            </a:r>
            <a:r>
              <a:rPr lang="en-US" sz="2850" dirty="0" spc="-2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850" dirty="0" spc="-19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850" dirty="0" spc="-16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dirty="0" spc="-23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0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850" dirty="0" spc="1" kern="0">
                <a:solidFill>
                  <a:srgbClr val="6B708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914400" y="800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55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ấm,</a:t>
            </a:r>
            <a:r>
              <a:rPr lang="en-US" sz="2550" b="1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 như</a:t>
            </a:r>
            <a:r>
              <a:rPr lang="en-US" sz="255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8c3c8196-b86c-43c2-b46f-bb8e38bc37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WARM</a:t>
            </a:r>
            <a:r>
              <a:rPr lang="en-US" sz="1800" b="1" spc="2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STANDBY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Dự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phòng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ấm: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ĐÈN MỒI</a:t>
            </a:r>
            <a:endParaRPr lang="en-US" sz="2250" dirty="0"/>
          </a:p>
        </p:txBody>
      </p:sp>
      <p:sp>
        <p:nvSpPr>
          <p:cNvPr id="6" name="Text richtext-1792420734276-330031609"/>
          <p:cNvSpPr/>
          <p:nvPr/>
        </p:nvSpPr>
        <p:spPr>
          <a:xfrm>
            <a:off x="1295400" y="409575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850" dirty="0"/>
          </a:p>
          <a:p>
            <a:pPr algn="l" marL="361950" indent="-258592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còn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7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Rẻ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3337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2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2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</a:t>
            </a:r>
            <a:endParaRPr lang="en-US" sz="2250" dirty="0"/>
          </a:p>
        </p:txBody>
      </p:sp>
      <p:sp>
        <p:nvSpPr>
          <p:cNvPr id="9" name="Text richtext-1792420734309-485011825"/>
          <p:cNvSpPr/>
          <p:nvPr/>
        </p:nvSpPr>
        <p:spPr>
          <a:xfrm>
            <a:off x="9753600" y="409575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850" dirty="0"/>
          </a:p>
          <a:p>
            <a:pPr algn="l" marL="361950" indent="-258592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42e9674-9185-4f26-bc73-3e0ee40a85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SITE /</a:t>
            </a: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MULTI-SITE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 cùng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4953000" cy="495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499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2499" dirty="0"/>
          </a:p>
        </p:txBody>
      </p:sp>
      <p:sp>
        <p:nvSpPr>
          <p:cNvPr id="5" name="Text 3"/>
          <p:cNvSpPr/>
          <p:nvPr/>
        </p:nvSpPr>
        <p:spPr>
          <a:xfrm>
            <a:off x="6667500" y="3238500"/>
            <a:ext cx="107061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vùng,</a:t>
            </a:r>
            <a:r>
              <a:rPr lang="en-US" sz="42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42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42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42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42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</a:t>
            </a:r>
            <a:r>
              <a:rPr lang="en-US" sz="42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42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42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42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667500" y="5715000"/>
            <a:ext cx="107061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7048500" y="5715000"/>
            <a:ext cx="99441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ngừng;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ít,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Đắt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nhất;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khớp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407005d-cf1d-4b3d-8da0-ce7546471f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Ngừng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nửa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29908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29908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441960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4196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E8E0CF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58483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58483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95400" y="727710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2771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2381250" y="276225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Ngừng</a:t>
            </a:r>
            <a:r>
              <a:rPr lang="en-US" sz="28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r>
              <a:rPr lang="en-US" sz="28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vùng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2381250" y="419100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RPO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chặt,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2381250" y="561975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Đèn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mồi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hợp;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381250" y="704850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8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dượt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khôi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668d610-cc6d-4234-9293-f9a13b228b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69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429000"/>
            <a:ext cx="44958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thuộc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 tự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96100" y="3429000"/>
            <a:ext cx="44958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3000" b="1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2496800" y="3429000"/>
            <a:ext cx="44958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9809679-1ea7-4cf2-a2fd-82348cc3df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4762500"/>
            <a:ext cx="1645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2762250"/>
            <a:ext cx="2476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RTO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152900" y="2762250"/>
            <a:ext cx="12763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Recovery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Objective: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4762500"/>
            <a:ext cx="2476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RPO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152900" y="4762500"/>
            <a:ext cx="12763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Recovery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Point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Objective: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14400" y="7048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ac5256f-7731-4bb4-bb50-b6cfde1155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2026-10-19T15:32:15Z</dcterms:created>
  <dcterms:modified xsi:type="dcterms:W3CDTF">2026-10-19T15:32:15Z</dcterms:modified>
</cp:coreProperties>
</file>