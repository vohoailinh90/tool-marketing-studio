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4000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Netflix: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905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cả?</a:t>
            </a:r>
            <a:endParaRPr lang="en-US" sz="3000" dirty="0"/>
          </a:p>
        </p:txBody>
      </p:sp>
      <p:sp>
        <p:nvSpPr>
          <p:cNvPr id="5" name="Connector line-1792377985825-279619983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428750"/>
            <a:ext cx="3333750" cy="209550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63250" y="2381250"/>
            <a:ext cx="2762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30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4039850" y="1428750"/>
            <a:ext cx="3333750" cy="209550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325600" y="2381250"/>
            <a:ext cx="2762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Cột</a:t>
            </a:r>
            <a:r>
              <a:rPr lang="en-US" sz="30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10477500" y="3752850"/>
            <a:ext cx="3333750" cy="209550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63250" y="4705350"/>
            <a:ext cx="2762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Khóa–giá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4039850" y="3752850"/>
            <a:ext cx="3333750" cy="209550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325600" y="4705350"/>
            <a:ext cx="2762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Cột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10477500" y="6076950"/>
            <a:ext cx="3333750" cy="209550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63250" y="7029450"/>
            <a:ext cx="276225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r>
              <a:rPr lang="en-US" sz="30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14039850" y="6076950"/>
            <a:ext cx="3333750" cy="209550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325600" y="7029450"/>
            <a:ext cx="2762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83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2783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2783" dirty="0" spc="-2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2783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288f495d-615a-4dfa-8272-69d4d846cc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có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 sở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7986990-584040483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Tiền, phim,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tích,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21a737fa-71f4-44bd-9bd3-fc2935ef44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MySQL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2190750"/>
          </a:xfrm>
          <a:prstGeom prst="roundRect">
            <a:avLst>
              <a:gd name="adj" fmla="val 1217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MYSQL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Thanh</a:t>
            </a:r>
            <a:r>
              <a:rPr lang="en-US" sz="4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3200" y="2857500"/>
            <a:ext cx="5334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6934200" y="314325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MYSQL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34200" y="371475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Gói</a:t>
            </a:r>
            <a:r>
              <a:rPr lang="en-US" sz="4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14400" y="5314950"/>
            <a:ext cx="5334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6007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MYSQL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5400" y="6172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Thuế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6553200" y="5314950"/>
            <a:ext cx="5334000" cy="2190750"/>
          </a:xfrm>
          <a:prstGeom prst="roundRect">
            <a:avLst>
              <a:gd name="adj" fmla="val 12174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6934200" y="56007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MYSQL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934200" y="6172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Doanh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endParaRPr lang="en-US" sz="4200" dirty="0"/>
          </a:p>
        </p:txBody>
      </p:sp>
      <p:sp>
        <p:nvSpPr>
          <p:cNvPr id="16" name="Shape 14"/>
          <p:cNvSpPr/>
          <p:nvPr/>
        </p:nvSpPr>
        <p:spPr>
          <a:xfrm>
            <a:off x="12382500" y="2857500"/>
            <a:ext cx="4991100" cy="4648200"/>
          </a:xfrm>
          <a:prstGeom prst="roundRect">
            <a:avLst>
              <a:gd name="adj" fmla="val 57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763500" y="3200400"/>
            <a:ext cx="4286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180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COCKROACHDB</a:t>
            </a:r>
            <a:endParaRPr lang="en-US" sz="1800" dirty="0"/>
          </a:p>
        </p:txBody>
      </p:sp>
      <p:sp>
        <p:nvSpPr>
          <p:cNvPr id="18" name="Text richtext-1792377987964-870798677"/>
          <p:cNvSpPr/>
          <p:nvPr/>
        </p:nvSpPr>
        <p:spPr>
          <a:xfrm>
            <a:off x="12763500" y="3714750"/>
            <a:ext cx="4286250" cy="3619500"/>
          </a:xfrm>
          <a:prstGeom prst="rect">
            <a:avLst/>
          </a:prstGeom>
          <a:noFill/>
          <a:ln/>
        </p:spPr>
        <p:txBody>
          <a:bodyPr wrap="square" lIns="0" tIns="1603" rIns="0" bIns="-1603" rtlCol="0" anchor="t"/>
          <a:lstStyle/>
          <a:p>
            <a:pPr algn="l" marL="323850" indent="-231371">
              <a:lnSpc>
                <a:spcPts val="3698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550" dirty="0"/>
          </a:p>
          <a:p>
            <a:pPr algn="l" marL="323850" indent="-231371">
              <a:lnSpc>
                <a:spcPts val="3698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550" dirty="0"/>
          </a:p>
          <a:p>
            <a:pPr algn="l" marL="323850" indent="-231371">
              <a:lnSpc>
                <a:spcPts val="3698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0010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MySQL,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957f236-5e5d-4d93-87ce-3dcae07109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950" b="1" spc="28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Cassandra:</a:t>
            </a:r>
            <a:r>
              <a:rPr lang="en-US" sz="66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66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8862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90900"/>
            <a:ext cx="31432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Phim</a:t>
            </a:r>
            <a:r>
              <a:rPr lang="en-US" sz="3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diễn viên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105400" y="3048000"/>
            <a:ext cx="38862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3390900"/>
            <a:ext cx="31432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0" y="4476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3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296400" y="3048000"/>
            <a:ext cx="38862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77400" y="3390900"/>
            <a:ext cx="31432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677400" y="4476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thiết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13487400" y="3048000"/>
            <a:ext cx="3886200" cy="3810000"/>
          </a:xfrm>
          <a:prstGeom prst="roundRect">
            <a:avLst>
              <a:gd name="adj" fmla="val 7000"/>
            </a:avLst>
          </a:prstGeom>
          <a:solidFill>
            <a:srgbClr val="7C93FF"/>
          </a:solidFill>
          <a:ln/>
        </p:spPr>
      </p:sp>
      <p:sp>
        <p:nvSpPr>
          <p:cNvPr id="14" name="Text 12"/>
          <p:cNvSpPr/>
          <p:nvPr/>
        </p:nvSpPr>
        <p:spPr>
          <a:xfrm>
            <a:off x="13868400" y="3390900"/>
            <a:ext cx="31432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3868400" y="4476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33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14400" y="75247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1b8a2ad4-98ba-4428-ba28-e440b12667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KHÓA–GIÁ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9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10+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5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EVCache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144000" y="1905000"/>
            <a:ext cx="82296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25000" y="2247900"/>
            <a:ext cx="742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EVCACHE</a:t>
            </a:r>
            <a:endParaRPr lang="en-US" sz="1800" dirty="0"/>
          </a:p>
        </p:txBody>
      </p:sp>
      <p:sp>
        <p:nvSpPr>
          <p:cNvPr id="7" name="Text richtext-1792377991209-654124743"/>
          <p:cNvSpPr/>
          <p:nvPr/>
        </p:nvSpPr>
        <p:spPr>
          <a:xfrm>
            <a:off x="9525000" y="2762250"/>
            <a:ext cx="7429500" cy="4191000"/>
          </a:xfrm>
          <a:prstGeom prst="rect">
            <a:avLst/>
          </a:prstGeom>
          <a:noFill/>
          <a:ln/>
        </p:spPr>
        <p:txBody>
          <a:bodyPr wrap="square" lIns="0" tIns="-2715" rIns="0" bIns="2715" rtlCol="0" anchor="t"/>
          <a:lstStyle/>
          <a:p>
            <a:pPr algn="l" marL="361950" indent="-258592">
              <a:lnSpc>
                <a:spcPts val="4275"/>
              </a:lnSpc>
              <a:buSzPct val="100000"/>
              <a:buFont typeface="Arial"/>
              <a:buChar char="•"/>
            </a:pPr>
            <a:r>
              <a:rPr lang="en-US" sz="28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Memcached.</a:t>
            </a:r>
            <a:endParaRPr lang="en-US" sz="2850" dirty="0"/>
          </a:p>
          <a:p>
            <a:pPr algn="l" marL="361950" indent="-258592">
              <a:lnSpc>
                <a:spcPts val="4275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hầu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850" dirty="0"/>
          </a:p>
          <a:p>
            <a:pPr algn="l" marL="361950" indent="-258592">
              <a:lnSpc>
                <a:spcPts val="4275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Đệm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1c4b6389-8d01-4404-a1d4-74c4259574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4–6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TÍCH,</a:t>
            </a:r>
            <a:r>
              <a:rPr lang="en-US" sz="1950" b="1" spc="30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8135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PHÂN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15621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Redshift,</a:t>
            </a:r>
            <a:r>
              <a:rPr lang="en-US" sz="36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Druid;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Spark,</a:t>
            </a:r>
            <a:r>
              <a:rPr lang="en-US" sz="36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vẽ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36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Tableau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14400" y="476250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99110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33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5429250"/>
            <a:ext cx="15621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Atlas,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 tự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làm,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914400" y="6572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80085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5400" y="7239000"/>
            <a:ext cx="15621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ảnh,</a:t>
            </a:r>
            <a:r>
              <a:rPr lang="en-US" sz="36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video,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36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ký;</a:t>
            </a:r>
            <a:r>
              <a:rPr lang="en-US" sz="36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kèm</a:t>
            </a:r>
            <a:r>
              <a:rPr lang="en-US" sz="3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Apache</a:t>
            </a:r>
            <a:r>
              <a:rPr lang="en-US" sz="3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Iceberg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0b9042fb-d0d2-4d6e-ab61-896b89dd70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6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kiến</a:t>
            </a:r>
            <a:r>
              <a:rPr lang="en-US" sz="6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33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7244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53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chảy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436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72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Spark,</a:t>
            </a:r>
            <a:r>
              <a:rPr lang="en-US" sz="27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Tableau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công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58e70c2f-ad69-423c-9f8a-b28ccdf35b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Tiền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4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tháng,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45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4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đôi.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667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MySQL,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9" name="Text richtext-1792378046361-226637391"/>
          <p:cNvSpPr/>
          <p:nvPr/>
        </p:nvSpPr>
        <p:spPr>
          <a:xfrm>
            <a:off x="9829800" y="4191000"/>
            <a:ext cx="7086600" cy="2667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(transaction).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thuế,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MySQL.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7338fc5-cc37-41e2-9184-25d91f1873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 tốt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0515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58140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đúng,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857500"/>
            <a:ext cx="52197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10515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1800" b="1" spc="21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15150" y="358140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nhiều,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857500"/>
            <a:ext cx="52197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34900" y="310515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KHÓA–GIÁ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34900" y="358140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9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khi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334000"/>
            <a:ext cx="52197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558165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95400" y="605790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Cộng,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6534150" y="5334000"/>
            <a:ext cx="52197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15150" y="558165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915150" y="605790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2153900" y="5334000"/>
            <a:ext cx="52197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34900" y="558165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534900" y="605790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 dài.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64c68bb-1a76-4507-b8fc-dcd0836720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40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400" b="1" dirty="0" spc="-1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Structured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r>
                        <a:rPr lang="en-US" sz="240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vấn;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chữ</a:t>
                      </a:r>
                      <a:r>
                        <a:rPr lang="en-US" sz="24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SQL</a:t>
                      </a:r>
                      <a:r>
                        <a:rPr lang="en-US" sz="240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MySQL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5715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61531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6724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0cae31f0-4e55-4ed9-90a3-29cf3517b4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2026-10-19T02:48:19Z</dcterms:created>
  <dcterms:modified xsi:type="dcterms:W3CDTF">2026-10-19T02:48:19Z</dcterms:modified>
</cp:coreProperties>
</file>