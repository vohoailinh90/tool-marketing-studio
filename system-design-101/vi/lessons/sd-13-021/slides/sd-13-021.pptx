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81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8100" dirty="0" spc="-10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 nối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4770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nhỏ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 bị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44100" y="16192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72700" y="18288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182350" y="19812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944100" y="304800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72700" y="325755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2" name="Text 10"/>
          <p:cNvSpPr/>
          <p:nvPr/>
        </p:nvSpPr>
        <p:spPr>
          <a:xfrm>
            <a:off x="11182350" y="340995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44100" y="44767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72700" y="46863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1182350" y="48387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944100" y="590550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72700" y="611505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8" name="Text 16"/>
          <p:cNvSpPr/>
          <p:nvPr/>
        </p:nvSpPr>
        <p:spPr>
          <a:xfrm>
            <a:off x="11182350" y="626745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944100" y="73342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72700" y="7543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21" name="Text 19"/>
          <p:cNvSpPr/>
          <p:nvPr/>
        </p:nvSpPr>
        <p:spPr>
          <a:xfrm>
            <a:off x="11182350" y="76962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4caa8fe-322b-4ba7-a25b-3690a81874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78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 tới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ab266b29-255d-495d-9e4b-98ba8f8cdf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VẾT</a:t>
            </a:r>
            <a:r>
              <a:rPr lang="en-US" sz="1950" b="1" spc="29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endParaRPr lang="en-US" sz="6900" dirty="0"/>
          </a:p>
        </p:txBody>
      </p:sp>
      <p:sp>
        <p:nvSpPr>
          <p:cNvPr id="4" name="Connector line-1792373078417-419031014"/>
          <p:cNvSpPr/>
          <p:nvPr/>
        </p:nvSpPr>
        <p:spPr>
          <a:xfrm>
            <a:off x="1333500" y="3714750"/>
            <a:ext cx="156210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6098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525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6103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9530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trace-id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6108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89535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89535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parent-id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46113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6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9540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55245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90650" y="5905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65722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Vết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48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đứt.</a:t>
            </a:r>
            <a:endParaRPr lang="en-US" sz="4800" dirty="0"/>
          </a:p>
        </p:txBody>
      </p:sp>
      <p:sp>
        <p:nvSpPr>
          <p:cNvPr id="20" name="Shape 18"/>
          <p:cNvSpPr/>
          <p:nvPr/>
        </p:nvSpPr>
        <p:spPr>
          <a:xfrm>
            <a:off x="9372600" y="55245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48850" y="5905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spc="14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48850" y="65722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trace_id: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nhật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8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56e772d-aa4a-4b58-aa2e-30514c87e2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Histogram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4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đuôi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4500" dirty="0"/>
          </a:p>
        </p:txBody>
      </p:sp>
      <p:sp>
        <p:nvSpPr>
          <p:cNvPr id="7" name="Text richtext-1792373105767-287835907"/>
          <p:cNvSpPr/>
          <p:nvPr/>
        </p:nvSpPr>
        <p:spPr>
          <a:xfrm>
            <a:off x="13906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biến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HISTOGRAM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endParaRPr lang="en-US" sz="4500" dirty="0"/>
          </a:p>
        </p:txBody>
      </p:sp>
      <p:sp>
        <p:nvSpPr>
          <p:cNvPr id="11" name="Text richtext-1792373105793-463903599"/>
          <p:cNvSpPr/>
          <p:nvPr/>
        </p:nvSpPr>
        <p:spPr>
          <a:xfrm>
            <a:off x="98488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p95,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p99.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02ea49d-903e-4b0b-bc8a-eb08cb50ff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3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4953000" cy="1524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33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5" name="Connector line-1792373129826-533547381"/>
          <p:cNvSpPr/>
          <p:nvPr/>
        </p:nvSpPr>
        <p:spPr>
          <a:xfrm flipV="1">
            <a:off x="5962650" y="3429000"/>
            <a:ext cx="441960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129827-53263778"/>
          <p:cNvSpPr/>
          <p:nvPr/>
        </p:nvSpPr>
        <p:spPr>
          <a:xfrm>
            <a:off x="5962650" y="5048250"/>
            <a:ext cx="4419600" cy="10477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477500" y="2762250"/>
            <a:ext cx="68961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29527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100" b="1" spc="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b="1" spc="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858500" y="3429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477500" y="5429250"/>
            <a:ext cx="68961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56197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858500" y="6096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Vết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334250"/>
            <a:ext cx="16459200" cy="1428750"/>
          </a:xfrm>
          <a:prstGeom prst="roundRect">
            <a:avLst>
              <a:gd name="adj" fmla="val 21333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90650" y="7572375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riêng.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90650" y="81153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giá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trị: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40215af-a38c-4dee-819b-5e42f99681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191000" cy="19050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3300" dirty="0"/>
          </a:p>
        </p:txBody>
      </p:sp>
      <p:sp>
        <p:nvSpPr>
          <p:cNvPr id="5" name="Connector line-1792373153730-359149723"/>
          <p:cNvSpPr/>
          <p:nvPr/>
        </p:nvSpPr>
        <p:spPr>
          <a:xfrm>
            <a:off x="5200650" y="4000500"/>
            <a:ext cx="1276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572250" y="3048000"/>
            <a:ext cx="4762500" cy="1905000"/>
          </a:xfrm>
          <a:prstGeom prst="roundRect">
            <a:avLst>
              <a:gd name="adj" fmla="val 16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1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đích</a:t>
            </a:r>
            <a:endParaRPr lang="en-US" sz="3150" dirty="0"/>
          </a:p>
        </p:txBody>
      </p:sp>
      <p:sp>
        <p:nvSpPr>
          <p:cNvPr id="7" name="Connector line-1792373153733-941864098"/>
          <p:cNvSpPr/>
          <p:nvPr/>
        </p:nvSpPr>
        <p:spPr>
          <a:xfrm>
            <a:off x="11430000" y="4000500"/>
            <a:ext cx="1276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801600" y="3048000"/>
            <a:ext cx="45720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182600" y="3286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195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182600" y="3762375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8001000" cy="2952750"/>
          </a:xfrm>
          <a:prstGeom prst="roundRect">
            <a:avLst>
              <a:gd name="adj" fmla="val 90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3500" y="6000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3" name="Text richtext-1792373153742-761595052"/>
          <p:cNvSpPr/>
          <p:nvPr/>
        </p:nvSpPr>
        <p:spPr>
          <a:xfrm>
            <a:off x="1333500" y="66675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giản,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lỡ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72600" y="5715000"/>
            <a:ext cx="8001000" cy="2952750"/>
          </a:xfrm>
          <a:prstGeom prst="roundRect">
            <a:avLst>
              <a:gd name="adj" fmla="val 90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6000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đuôi</a:t>
            </a:r>
            <a:r>
              <a:rPr lang="en-US" sz="25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6" name="Text richtext-1792373153760-247607457"/>
          <p:cNvSpPr/>
          <p:nvPr/>
        </p:nvSpPr>
        <p:spPr>
          <a:xfrm>
            <a:off x="9791700" y="66675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chậm;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5a34c01-8e78-43b3-9ecd-0f56d32bbc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8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7334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0650" y="7867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0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a421a43-6929-417d-b1a6-5f577e9af0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619500"/>
          </a:xfrm>
          <a:prstGeom prst="rect">
            <a:avLst/>
          </a:prstGeom>
          <a:noFill/>
          <a:ln/>
        </p:spPr>
        <p:txBody>
          <a:bodyPr wrap="square" lIns="0" tIns="225511" rIns="0" bIns="-225511" rtlCol="0" anchor="t"/>
          <a:lstStyle/>
          <a:p>
            <a:pPr algn="l" indent="0" marL="0">
              <a:lnSpc>
                <a:spcPts val="22196"/>
              </a:lnSpc>
              <a:buNone/>
            </a:pPr>
            <a:r>
              <a:rPr lang="en-US" sz="22196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120</a:t>
            </a:r>
            <a:r>
              <a:rPr lang="en-US" sz="221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22196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30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30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8191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Vậy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42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</a:t>
            </a:r>
            <a:r>
              <a:rPr lang="en-US" sz="4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9944100" y="1905000"/>
            <a:ext cx="7429500" cy="6762750"/>
          </a:xfrm>
          <a:prstGeom prst="roundRect">
            <a:avLst>
              <a:gd name="adj" fmla="val 450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20350" y="2286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8" name="Text richtext-1792373177218-919363385"/>
          <p:cNvSpPr/>
          <p:nvPr/>
        </p:nvSpPr>
        <p:spPr>
          <a:xfrm>
            <a:off x="10420350" y="2952750"/>
            <a:ext cx="64770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0420350" y="6286500"/>
            <a:ext cx="6477000" cy="19050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0801350" y="6524625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4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801350" y="7048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p95,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p99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91dbefa-b1b1-4782-9aee-5b2d5ce155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257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2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Trace</a:t>
            </a:r>
            <a:r>
              <a:rPr lang="en-US" sz="315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Context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6667500" y="3276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traceparent: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00-trace-id-parent-id-cờ.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381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428750" y="4781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315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1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1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15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6667500" y="4800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905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428750" y="6305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Histogram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6667500" y="6324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khoảng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429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428750" y="7829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6667500" y="7848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giá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bf004c2-a272-4832-bd4a-495a4ae092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W3C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World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Wide</a:t>
                      </a:r>
                      <a:r>
                        <a:rPr lang="en-US" sz="2100" dirty="0" spc="-2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Consortium: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tổ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chức</a:t>
                      </a:r>
                      <a:r>
                        <a:rPr lang="en-US" sz="2100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xây</a:t>
                      </a:r>
                      <a:r>
                        <a:rPr lang="en-US" sz="2100" dirty="0" spc="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chuẩn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JavaScript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Notation: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JavaScript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203274-51105015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W3C:</a:t>
            </a:r>
            <a:r>
              <a:rPr lang="en-US" sz="2025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</a:t>
            </a: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Context,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025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OpenTelemetry:</a:t>
            </a:r>
            <a:r>
              <a:rPr lang="en-US" sz="2025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context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propagation,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sampling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Prometheus: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histograms và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summaries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f9e76ed-0f05-4a89-b88a-0460fd192d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2026-10-19T02:36:19Z</dcterms:created>
  <dcterms:modified xsi:type="dcterms:W3CDTF">2026-10-19T02:36:19Z</dcterms:modified>
</cp:coreProperties>
</file>