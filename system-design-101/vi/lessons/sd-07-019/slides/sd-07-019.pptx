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ACH: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lương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lô,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hôm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3000" dirty="0"/>
          </a:p>
        </p:txBody>
      </p:sp>
      <p:sp>
        <p:nvSpPr>
          <p:cNvPr id="5" name="Connector line-1792382554257-806450012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Connector line-1792382554263-879785895"/>
          <p:cNvSpPr/>
          <p:nvPr/>
        </p:nvSpPr>
        <p:spPr>
          <a:xfrm>
            <a:off x="12287250" y="3143250"/>
            <a:ext cx="0" cy="4000500"/>
          </a:xfrm>
          <a:prstGeom prst="line">
            <a:avLst/>
          </a:prstGeom>
          <a:noFill/>
          <a:ln w="28575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134850" y="2990850"/>
            <a:ext cx="304800" cy="3048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0" name="Shape 8"/>
          <p:cNvSpPr/>
          <p:nvPr/>
        </p:nvSpPr>
        <p:spPr>
          <a:xfrm>
            <a:off x="12134850" y="4991100"/>
            <a:ext cx="304800" cy="3048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1" name="Shape 9"/>
          <p:cNvSpPr/>
          <p:nvPr/>
        </p:nvSpPr>
        <p:spPr>
          <a:xfrm>
            <a:off x="12134850" y="6991350"/>
            <a:ext cx="304800" cy="3048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0" y="27813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</a:t>
            </a:r>
            <a:r>
              <a:rPr lang="en-US" sz="19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 giờ</a:t>
            </a:r>
            <a:r>
              <a:rPr lang="en-US" sz="19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1950" b="1" dirty="0" spc="3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954000" y="478155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Nửa</a:t>
            </a: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đêm: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0" y="6781800"/>
            <a:ext cx="44767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19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sáng: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9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d227efcb-6a0c-4612-9cb9-ca7033962c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lương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59080" rIns="0" bIns="-259080" rtlCol="0" anchor="ctr"/>
          <a:lstStyle/>
          <a:p>
            <a:pPr algn="l" indent="0" marL="0">
              <a:lnSpc>
                <a:spcPts val="25500"/>
              </a:lnSpc>
              <a:buNone/>
            </a:pPr>
            <a:r>
              <a:rPr lang="en-US" sz="25500" dirty="0" spc="1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endParaRPr lang="en-US" sz="25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66675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19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76225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06000" y="276225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525000" y="419100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419100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lô.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525000" y="5619750"/>
            <a:ext cx="78486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5619750"/>
            <a:ext cx="70866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giờ,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hôm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524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tạo,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3eb2846-1793-4f89-912a-7422956ec8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47625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5" name="Connector line-1792382556104-541798332"/>
          <p:cNvSpPr/>
          <p:nvPr/>
        </p:nvSpPr>
        <p:spPr>
          <a:xfrm>
            <a:off x="47625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47625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76500" y="4191000"/>
            <a:ext cx="22860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2571750" y="4762500"/>
            <a:ext cx="2095500" cy="85725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2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tạo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0" y="2571750"/>
            <a:ext cx="10477500" cy="1143000"/>
          </a:xfrm>
          <a:prstGeom prst="roundRect">
            <a:avLst>
              <a:gd name="adj" fmla="val 33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ngân</a:t>
            </a: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mại: ODFI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5943600" y="4572000"/>
            <a:ext cx="10477500" cy="1143000"/>
          </a:xfrm>
          <a:prstGeom prst="roundRect">
            <a:avLst>
              <a:gd name="adj" fmla="val 33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25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943600" y="6572250"/>
            <a:ext cx="10477500" cy="1143000"/>
          </a:xfrm>
          <a:prstGeom prst="roundRect">
            <a:avLst>
              <a:gd name="adj" fmla="val 3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phải</a:t>
            </a:r>
            <a:r>
              <a:rPr lang="en-US" sz="22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bên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 03/10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3697895-47c6-41d2-b283-0a64de59ff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180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69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1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</a:t>
            </a:r>
            <a:r>
              <a:rPr lang="en-US" sz="210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ODFI</a:t>
            </a:r>
            <a:endParaRPr lang="en-US" sz="2100" dirty="0"/>
          </a:p>
        </p:txBody>
      </p:sp>
      <p:sp>
        <p:nvSpPr>
          <p:cNvPr id="7" name="Connector line-1792382556967-153327454"/>
          <p:cNvSpPr/>
          <p:nvPr/>
        </p:nvSpPr>
        <p:spPr>
          <a:xfrm>
            <a:off x="32004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8" name="Connector line-1792382556968-126261437"/>
          <p:cNvSpPr/>
          <p:nvPr/>
        </p:nvSpPr>
        <p:spPr>
          <a:xfrm>
            <a:off x="91440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9" name="Connector line-1792382556968-99734320"/>
          <p:cNvSpPr/>
          <p:nvPr/>
        </p:nvSpPr>
        <p:spPr>
          <a:xfrm>
            <a:off x="15087600" y="3429000"/>
            <a:ext cx="0" cy="4000500"/>
          </a:xfrm>
          <a:prstGeom prst="line">
            <a:avLst/>
          </a:prstGeom>
          <a:noFill/>
          <a:ln w="28575">
            <a:solidFill>
              <a:srgbClr val="C9C2AE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4152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lương</a:t>
            </a:r>
            <a:endParaRPr lang="en-US" sz="1950" dirty="0"/>
          </a:p>
        </p:txBody>
      </p:sp>
      <p:sp>
        <p:nvSpPr>
          <p:cNvPr id="11" name="Connector line-1792382556970-43990232"/>
          <p:cNvSpPr/>
          <p:nvPr/>
        </p:nvSpPr>
        <p:spPr>
          <a:xfrm>
            <a:off x="3200400" y="4572000"/>
            <a:ext cx="57531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457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5676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19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ACH,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SFTP</a:t>
            </a:r>
            <a:endParaRPr lang="en-US" sz="1950" dirty="0"/>
          </a:p>
        </p:txBody>
      </p:sp>
      <p:sp>
        <p:nvSpPr>
          <p:cNvPr id="14" name="Connector line-1792382556973-141999493"/>
          <p:cNvSpPr/>
          <p:nvPr/>
        </p:nvSpPr>
        <p:spPr>
          <a:xfrm>
            <a:off x="9144000" y="6096000"/>
            <a:ext cx="57531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5981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1F3FD1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715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715250"/>
            <a:ext cx="15697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(ví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Gusto)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 công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ty;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fa6ebed-06f7-4bf5-900c-211374ecf3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Connector line-1792382557778-384200023"/>
          <p:cNvSpPr/>
          <p:nvPr/>
        </p:nvSpPr>
        <p:spPr>
          <a:xfrm>
            <a:off x="2628900" y="3810000"/>
            <a:ext cx="13030200" cy="0"/>
          </a:xfrm>
          <a:prstGeom prst="line">
            <a:avLst/>
          </a:prstGeom>
          <a:noFill/>
          <a:ln w="762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43150" y="3524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0" y="3524250"/>
            <a:ext cx="571500" cy="571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15373350" y="3524250"/>
            <a:ext cx="571500" cy="5715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Buổi</a:t>
            </a:r>
            <a:r>
              <a:rPr lang="en-US" sz="30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23900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Quanh</a:t>
            </a:r>
            <a:r>
              <a:rPr lang="en-US" sz="30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nửa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54100" y="276225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000" dirty="0" spc="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23900" y="44767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ODFI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239000" y="44767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754100" y="44767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7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RDFI,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477000"/>
            <a:ext cx="156972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 Cục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 Liên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bang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b8ba171-c340-4da8-804f-6e57086ce9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HÔM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15697200" cy="3048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ctr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sáng: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RDFI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4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45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cộng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45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5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nhận.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ACH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hôm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7143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2018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a8ce745-cddc-4233-a914-b4c41cbbe9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lương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Phí;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lỗi;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ACH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ngày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ODFI.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9ce7b9b-f69a-4a3a-a140-5b311c4d14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9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753600" y="30480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524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nói; có thể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190750"/>
          </a:xfrm>
          <a:prstGeom prst="roundRect">
            <a:avLst>
              <a:gd name="adj" fmla="val 13913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5524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000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SFTP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ODFI.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đợt"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luận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0bfa043-801c-4c57-afff-11cc9f6a85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561081-478624113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(0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5),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ACH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tiếng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b7684af-8187-4611-8909-060dfed91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00965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2905125"/>
            <a:ext cx="2381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ACH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810000" y="2667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lô.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3771900"/>
            <a:ext cx="100965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010025"/>
            <a:ext cx="2381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ODFI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810000" y="37719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 khởi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4876800"/>
            <a:ext cx="100965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114925"/>
            <a:ext cx="2381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RDFI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810000" y="48768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5981700"/>
            <a:ext cx="100965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6219825"/>
            <a:ext cx="2381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SFTP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810000" y="59817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086600"/>
            <a:ext cx="100965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81100" y="7324725"/>
            <a:ext cx="2381250" cy="476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EPN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3810000" y="70866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1950" dirty="0"/>
          </a:p>
        </p:txBody>
      </p:sp>
      <p:sp>
        <p:nvSpPr>
          <p:cNvPr id="19" name="Connector line-1792382561869-94883173"/>
          <p:cNvSpPr/>
          <p:nvPr/>
        </p:nvSpPr>
        <p:spPr>
          <a:xfrm>
            <a:off x="11772900" y="2667000"/>
            <a:ext cx="0" cy="590550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richtext-1792382561872-946265014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c3f0fc98-1d1a-4dd3-b924-b83aacf1f0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2026-10-19T04:03:14Z</dcterms:created>
  <dcterms:modified xsi:type="dcterms:W3CDTF">2026-10-19T04:03:14Z</dcterms:modified>
</cp:coreProperties>
</file>