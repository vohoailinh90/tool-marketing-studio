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95250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Figma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81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Postgres: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Chậm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vì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3150" dirty="0" spc="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lượt</a:t>
            </a:r>
            <a:r>
              <a:rPr lang="en-US" sz="3150" dirty="0" spc="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đọc:</a:t>
            </a:r>
            <a:endParaRPr lang="en-US" sz="3150" dirty="0"/>
          </a:p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thử</a:t>
            </a:r>
            <a:r>
              <a:rPr lang="en-US" sz="31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bậc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3150" dirty="0" spc="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trước?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7152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nháp,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800" dirty="0" spc="-1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80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858500" y="1809750"/>
            <a:ext cx="65151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0858500" y="1809750"/>
            <a:ext cx="114300" cy="1905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1277600" y="21526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345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1277600" y="28194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858500" y="4095750"/>
            <a:ext cx="65151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58500" y="4095750"/>
            <a:ext cx="114300" cy="1905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1277600" y="44386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34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1277600" y="51054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bảng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858500" y="6381750"/>
            <a:ext cx="65151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58500" y="6381750"/>
            <a:ext cx="114300" cy="1905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1277600" y="67246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34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1277600" y="73914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f3846bb-c7a6-4f01-9580-ba2f42c844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7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78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leo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Figma,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 một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cấp</a:t>
            </a:r>
            <a:r>
              <a:rPr lang="en-US" sz="2700" dirty="0" spc="-3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kể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ngắn,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hầu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Bài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tách</a:t>
            </a:r>
            <a:r>
              <a:rPr lang="en-US" sz="270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70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051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bậc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thang</a:t>
            </a:r>
            <a:endParaRPr lang="en-US" sz="1950" dirty="0"/>
          </a:p>
        </p:txBody>
      </p:sp>
      <p:sp>
        <p:nvSpPr>
          <p:cNvPr id="15" name="Connector line-1792287440057-109756432"/>
          <p:cNvSpPr/>
          <p:nvPr/>
        </p:nvSpPr>
        <p:spPr>
          <a:xfrm flipV="1">
            <a:off x="8382000" y="3543300"/>
            <a:ext cx="8096250" cy="15049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01000" y="5905500"/>
            <a:ext cx="2857500" cy="1714500"/>
          </a:xfrm>
          <a:prstGeom prst="roundRect">
            <a:avLst>
              <a:gd name="adj" fmla="val 8889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6057900"/>
            <a:ext cx="247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345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8229600" y="66294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6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 máy,</a:t>
            </a:r>
            <a:r>
              <a:rPr lang="en-US" sz="2100" dirty="0" spc="-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100" dirty="0" spc="-2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100" dirty="0" spc="-6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953750" y="5143500"/>
            <a:ext cx="2857500" cy="2476500"/>
          </a:xfrm>
          <a:prstGeom prst="roundRect">
            <a:avLst>
              <a:gd name="adj" fmla="val 6154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1182350" y="5295900"/>
            <a:ext cx="247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345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1182350" y="58674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Chia</a:t>
            </a:r>
            <a:r>
              <a:rPr lang="en-US" sz="2100" dirty="0" spc="-4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100" dirty="0" spc="-3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906500" y="4381500"/>
            <a:ext cx="2857500" cy="3238500"/>
          </a:xfrm>
          <a:prstGeom prst="roundRect">
            <a:avLst>
              <a:gd name="adj" fmla="val 5333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14135100" y="4533900"/>
            <a:ext cx="247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345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14135100" y="51054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Chia</a:t>
            </a:r>
            <a:r>
              <a:rPr lang="en-US" sz="2100" dirty="0" spc="-4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100" dirty="0" spc="-2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001000" y="80581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Rẻ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trước,</a:t>
            </a:r>
            <a:r>
              <a:rPr lang="en-US" sz="22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leo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tiếp khi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bậc</a:t>
            </a:r>
            <a:r>
              <a:rPr lang="en-US" sz="22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</a:t>
            </a:r>
            <a:r>
              <a:rPr lang="en-US" sz="22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hết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2" name="Shape 3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5" name="Shape 3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6" name="Text 3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f7335b72-c261-4f14-8ed4-9ef8c5fc99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0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1950" spc="22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99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spc="189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MÁY,</a:t>
            </a:r>
            <a:r>
              <a:rPr lang="en-US" sz="1950" spc="225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1950" spc="221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1950" spc="198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Nâng</a:t>
            </a:r>
            <a:r>
              <a:rPr lang="en-US" sz="78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nguồn: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RDS cấu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r>
              <a:rPr lang="en-US" sz="270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 bản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7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đọc: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chia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bớt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70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PgBouncer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r>
              <a:rPr lang="en-US" sz="27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gom</a:t>
            </a:r>
            <a:r>
              <a:rPr lang="en-US" sz="2700" dirty="0" spc="-3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1051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Hình minh</a:t>
            </a:r>
            <a:r>
              <a:rPr lang="en-US" sz="1950" dirty="0" spc="-6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họa</a:t>
            </a:r>
            <a:r>
              <a:rPr lang="en-US" sz="1950" dirty="0" spc="2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1950" dirty="0" spc="-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1950" dirty="0" spc="-4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1950" dirty="0" spc="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 bậc</a:t>
            </a:r>
            <a:r>
              <a:rPr lang="en-US" sz="1950" dirty="0" spc="-2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4953000"/>
            <a:ext cx="1714500" cy="952500"/>
          </a:xfrm>
          <a:prstGeom prst="roundRect">
            <a:avLst>
              <a:gd name="adj" fmla="val 12000"/>
            </a:avLst>
          </a:prstGeom>
          <a:solidFill>
            <a:srgbClr val="2C303D"/>
          </a:solidFill>
          <a:ln w="19050">
            <a:solidFill>
              <a:srgbClr val="A3A09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382250" y="4476750"/>
            <a:ext cx="1905000" cy="1905000"/>
          </a:xfrm>
          <a:prstGeom prst="roundRect">
            <a:avLst>
              <a:gd name="adj" fmla="val 6000"/>
            </a:avLst>
          </a:prstGeom>
          <a:solidFill>
            <a:srgbClr val="2C303D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82250" y="4476750"/>
            <a:ext cx="190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PgBouncer</a:t>
            </a:r>
            <a:endParaRPr lang="en-US" sz="2250" dirty="0"/>
          </a:p>
          <a:p>
            <a:pPr algn="ctr" indent="0" marL="0">
              <a:buNone/>
            </a:pPr>
            <a:r>
              <a:rPr lang="en-US" sz="1800" dirty="0" spc="-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1800" dirty="0" spc="-2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3716000" y="3429000"/>
            <a:ext cx="2952750" cy="1238250"/>
          </a:xfrm>
          <a:prstGeom prst="roundRect">
            <a:avLst>
              <a:gd name="adj" fmla="val 9231"/>
            </a:avLst>
          </a:prstGeom>
          <a:solidFill>
            <a:srgbClr val="7C9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0" y="3429000"/>
            <a:ext cx="2952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400" dirty="0"/>
          </a:p>
          <a:p>
            <a:pPr algn="ctr" indent="0" marL="0">
              <a:buNone/>
            </a:pPr>
            <a:r>
              <a:rPr lang="en-US" sz="18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nhận</a:t>
            </a:r>
            <a:r>
              <a:rPr lang="en-US" sz="18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mọi</a:t>
            </a:r>
            <a:r>
              <a:rPr lang="en-US" sz="18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lệnh</a:t>
            </a:r>
            <a:r>
              <a:rPr lang="en-US" sz="18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ghi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0" y="5048250"/>
            <a:ext cx="2952750" cy="857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716000" y="6191250"/>
            <a:ext cx="2952750" cy="857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endParaRPr lang="en-US" sz="2250" dirty="0"/>
          </a:p>
        </p:txBody>
      </p:sp>
      <p:sp>
        <p:nvSpPr>
          <p:cNvPr id="22" name="Connector line-1792287488475-177370133"/>
          <p:cNvSpPr/>
          <p:nvPr/>
        </p:nvSpPr>
        <p:spPr>
          <a:xfrm>
            <a:off x="9715500" y="5429250"/>
            <a:ext cx="6477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287488476-203566144"/>
          <p:cNvSpPr/>
          <p:nvPr/>
        </p:nvSpPr>
        <p:spPr>
          <a:xfrm flipV="1">
            <a:off x="12287250" y="4191000"/>
            <a:ext cx="1409700" cy="6667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24" name="Connector line-1792287488476-869815919"/>
          <p:cNvSpPr/>
          <p:nvPr/>
        </p:nvSpPr>
        <p:spPr>
          <a:xfrm>
            <a:off x="12287250" y="5476875"/>
            <a:ext cx="14097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5" name="Connector line-1792287488476-451361727"/>
          <p:cNvSpPr/>
          <p:nvPr/>
        </p:nvSpPr>
        <p:spPr>
          <a:xfrm>
            <a:off x="12287250" y="6096000"/>
            <a:ext cx="1409700" cy="4762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2534900" y="4191000"/>
            <a:ext cx="76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668250" y="5048250"/>
            <a:ext cx="857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001000" y="7391400"/>
            <a:ext cx="899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-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1950" dirty="0" spc="-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19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7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19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dirty="0" spc="-1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dirty="0" spc="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001000" y="7962900"/>
            <a:ext cx="8991600" cy="609600"/>
          </a:xfrm>
          <a:prstGeom prst="roundRect">
            <a:avLst>
              <a:gd name="adj" fmla="val 2187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hạn:</a:t>
            </a: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0" name="Text 38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2b811234-bd27-469e-bcc2-a20d3c006a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0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10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VERTICAL</a:t>
            </a:r>
            <a:r>
              <a:rPr lang="en-US" sz="1950" spc="208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PARTITIONING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Bảng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nơi có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chính,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gom</a:t>
            </a:r>
            <a:r>
              <a:rPr lang="en-US" sz="2700" dirty="0" spc="-3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051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nặng</a:t>
            </a:r>
            <a:r>
              <a:rPr lang="en-US" sz="1950" dirty="0" spc="-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 sở</a:t>
            </a:r>
            <a:r>
              <a:rPr lang="en-US" sz="19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5200650"/>
            <a:ext cx="1619250" cy="9525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0" y="3638550"/>
            <a:ext cx="6286500" cy="1524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77500" y="3638550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700" dirty="0"/>
          </a:p>
          <a:p>
            <a:pPr algn="ctr" indent="0" marL="0">
              <a:buNone/>
            </a:pPr>
            <a:r>
              <a:rPr lang="en-US" sz="19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19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0477500" y="6191250"/>
            <a:ext cx="6286500" cy="1524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77500" y="6191250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bảng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2700" dirty="0"/>
          </a:p>
          <a:p>
            <a:pPr algn="ctr" indent="0" marL="0">
              <a:buNone/>
            </a:pPr>
            <a:r>
              <a:rPr lang="en-US" sz="19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19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700" dirty="0"/>
          </a:p>
        </p:txBody>
      </p:sp>
      <p:sp>
        <p:nvSpPr>
          <p:cNvPr id="20" name="Connector line-1792287518042-621856584"/>
          <p:cNvSpPr/>
          <p:nvPr/>
        </p:nvSpPr>
        <p:spPr>
          <a:xfrm flipV="1">
            <a:off x="9620250" y="4400550"/>
            <a:ext cx="838200" cy="11239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287518042-555208723"/>
          <p:cNvSpPr/>
          <p:nvPr/>
        </p:nvSpPr>
        <p:spPr>
          <a:xfrm>
            <a:off x="9620250" y="5829300"/>
            <a:ext cx="838200" cy="11239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287518043-483847172"/>
          <p:cNvSpPr/>
          <p:nvPr/>
        </p:nvSpPr>
        <p:spPr>
          <a:xfrm>
            <a:off x="11049000" y="5257800"/>
            <a:ext cx="0" cy="8382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1430000" y="55054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JOIN</a:t>
            </a:r>
            <a:r>
              <a:rPr lang="en-US" sz="21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bên:</a:t>
            </a:r>
            <a:r>
              <a:rPr lang="en-US" sz="21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b="1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8001000" y="7962900"/>
            <a:ext cx="8991600" cy="609600"/>
          </a:xfrm>
          <a:prstGeom prst="roundRect">
            <a:avLst>
              <a:gd name="adj" fmla="val 21875"/>
            </a:avLst>
          </a:prstGeom>
          <a:solidFill>
            <a:srgbClr val="F8D9D0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1000" y="7962900"/>
            <a:ext cx="9525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8305800" y="7962900"/>
            <a:ext cx="857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1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phải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7" name="Text 3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99807eae-e262-4eaf-9d96-75ebb822a9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0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09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HORIZONTAL</a:t>
            </a:r>
            <a:r>
              <a:rPr lang="en-US" sz="1950" spc="208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PARTITIONING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nguồn: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 hàng</a:t>
            </a:r>
            <a:r>
              <a:rPr lang="en-US" sz="270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terabyte,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27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tỷ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Hàng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r>
              <a:rPr lang="en-US" sz="270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rải</a:t>
            </a:r>
            <a:r>
              <a:rPr lang="en-US" sz="2700" dirty="0" spc="-3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Lớp</a:t>
            </a:r>
            <a:r>
              <a:rPr lang="en-US" sz="270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tuyến,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7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70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DBProxy,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 đúng mảnh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10515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1950" dirty="0" spc="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8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-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bảng,</a:t>
            </a: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1950" dirty="0" spc="-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mảnh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4953000"/>
            <a:ext cx="1619250" cy="952500"/>
          </a:xfrm>
          <a:prstGeom prst="roundRect">
            <a:avLst>
              <a:gd name="adj" fmla="val 12000"/>
            </a:avLst>
          </a:prstGeom>
          <a:solidFill>
            <a:srgbClr val="2C303D"/>
          </a:solidFill>
          <a:ln w="19050">
            <a:solidFill>
              <a:srgbClr val="A3A09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191750" y="4191000"/>
            <a:ext cx="2190750" cy="2476500"/>
          </a:xfrm>
          <a:prstGeom prst="roundRect">
            <a:avLst>
              <a:gd name="adj" fmla="val 5217"/>
            </a:avLst>
          </a:prstGeom>
          <a:solidFill>
            <a:srgbClr val="2C303D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91750" y="4191000"/>
            <a:ext cx="21907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1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100" dirty="0"/>
          </a:p>
          <a:p>
            <a:pPr algn="ctr" indent="0" marL="0">
              <a:buNone/>
            </a:pPr>
            <a:r>
              <a:rPr lang="en-US" sz="1950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DBProxy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716000" y="3429000"/>
            <a:ext cx="2952750" cy="123825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25550" y="35433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3925550" y="4076700"/>
            <a:ext cx="723900" cy="323850"/>
          </a:xfrm>
          <a:prstGeom prst="roundRect">
            <a:avLst>
              <a:gd name="adj" fmla="val 17647"/>
            </a:avLst>
          </a:prstGeom>
          <a:solidFill>
            <a:srgbClr val="3DD6A0"/>
          </a:solidFill>
          <a:ln/>
        </p:spPr>
      </p:sp>
      <p:sp>
        <p:nvSpPr>
          <p:cNvPr id="21" name="Shape 19"/>
          <p:cNvSpPr/>
          <p:nvPr/>
        </p:nvSpPr>
        <p:spPr>
          <a:xfrm>
            <a:off x="14744700" y="4076700"/>
            <a:ext cx="723900" cy="323850"/>
          </a:xfrm>
          <a:prstGeom prst="roundRect">
            <a:avLst>
              <a:gd name="adj" fmla="val 17647"/>
            </a:avLst>
          </a:prstGeom>
          <a:solidFill>
            <a:srgbClr val="3DD6A0"/>
          </a:solidFill>
          <a:ln/>
        </p:spPr>
      </p:sp>
      <p:sp>
        <p:nvSpPr>
          <p:cNvPr id="22" name="Shape 20"/>
          <p:cNvSpPr/>
          <p:nvPr/>
        </p:nvSpPr>
        <p:spPr>
          <a:xfrm>
            <a:off x="15563850" y="4076700"/>
            <a:ext cx="723900" cy="323850"/>
          </a:xfrm>
          <a:prstGeom prst="roundRect">
            <a:avLst>
              <a:gd name="adj" fmla="val 17647"/>
            </a:avLst>
          </a:prstGeom>
          <a:solidFill>
            <a:srgbClr val="3DD6A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0" y="4953000"/>
            <a:ext cx="2952750" cy="123825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925550" y="50673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3925550" y="5600700"/>
            <a:ext cx="723900" cy="323850"/>
          </a:xfrm>
          <a:prstGeom prst="roundRect">
            <a:avLst>
              <a:gd name="adj" fmla="val 17647"/>
            </a:avLst>
          </a:prstGeom>
          <a:solidFill>
            <a:srgbClr val="3DD6A0"/>
          </a:solidFill>
          <a:ln/>
        </p:spPr>
      </p:sp>
      <p:sp>
        <p:nvSpPr>
          <p:cNvPr id="26" name="Shape 24"/>
          <p:cNvSpPr/>
          <p:nvPr/>
        </p:nvSpPr>
        <p:spPr>
          <a:xfrm>
            <a:off x="14744700" y="5600700"/>
            <a:ext cx="723900" cy="323850"/>
          </a:xfrm>
          <a:prstGeom prst="roundRect">
            <a:avLst>
              <a:gd name="adj" fmla="val 17647"/>
            </a:avLst>
          </a:prstGeom>
          <a:solidFill>
            <a:srgbClr val="3DD6A0"/>
          </a:solidFill>
          <a:ln/>
        </p:spPr>
      </p:sp>
      <p:sp>
        <p:nvSpPr>
          <p:cNvPr id="27" name="Shape 25"/>
          <p:cNvSpPr/>
          <p:nvPr/>
        </p:nvSpPr>
        <p:spPr>
          <a:xfrm>
            <a:off x="15563850" y="5600700"/>
            <a:ext cx="723900" cy="323850"/>
          </a:xfrm>
          <a:prstGeom prst="roundRect">
            <a:avLst>
              <a:gd name="adj" fmla="val 17647"/>
            </a:avLst>
          </a:prstGeom>
          <a:solidFill>
            <a:srgbClr val="3DD6A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16000" y="6477000"/>
            <a:ext cx="2952750" cy="123825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925550" y="65913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3925550" y="7124700"/>
            <a:ext cx="723900" cy="323850"/>
          </a:xfrm>
          <a:prstGeom prst="roundRect">
            <a:avLst>
              <a:gd name="adj" fmla="val 17647"/>
            </a:avLst>
          </a:prstGeom>
          <a:solidFill>
            <a:srgbClr val="3DD6A0"/>
          </a:solidFill>
          <a:ln/>
        </p:spPr>
      </p:sp>
      <p:sp>
        <p:nvSpPr>
          <p:cNvPr id="31" name="Shape 29"/>
          <p:cNvSpPr/>
          <p:nvPr/>
        </p:nvSpPr>
        <p:spPr>
          <a:xfrm>
            <a:off x="14744700" y="7124700"/>
            <a:ext cx="723900" cy="323850"/>
          </a:xfrm>
          <a:prstGeom prst="roundRect">
            <a:avLst>
              <a:gd name="adj" fmla="val 17647"/>
            </a:avLst>
          </a:prstGeom>
          <a:solidFill>
            <a:srgbClr val="3DD6A0"/>
          </a:solidFill>
          <a:ln/>
        </p:spPr>
      </p:sp>
      <p:sp>
        <p:nvSpPr>
          <p:cNvPr id="32" name="Shape 30"/>
          <p:cNvSpPr/>
          <p:nvPr/>
        </p:nvSpPr>
        <p:spPr>
          <a:xfrm>
            <a:off x="15563850" y="7124700"/>
            <a:ext cx="723900" cy="323850"/>
          </a:xfrm>
          <a:prstGeom prst="roundRect">
            <a:avLst>
              <a:gd name="adj" fmla="val 17647"/>
            </a:avLst>
          </a:prstGeom>
          <a:solidFill>
            <a:srgbClr val="3DD6A0"/>
          </a:solidFill>
          <a:ln/>
        </p:spPr>
      </p:sp>
      <p:sp>
        <p:nvSpPr>
          <p:cNvPr id="33" name="Connector line-1792287542270-947514683"/>
          <p:cNvSpPr/>
          <p:nvPr/>
        </p:nvSpPr>
        <p:spPr>
          <a:xfrm>
            <a:off x="9620250" y="5429250"/>
            <a:ext cx="5524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34" name="Connector line-1792287542271-591270924"/>
          <p:cNvSpPr/>
          <p:nvPr/>
        </p:nvSpPr>
        <p:spPr>
          <a:xfrm flipV="1">
            <a:off x="12382500" y="4095750"/>
            <a:ext cx="1314450" cy="6667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35" name="Connector line-1792287542271-650100322"/>
          <p:cNvSpPr/>
          <p:nvPr/>
        </p:nvSpPr>
        <p:spPr>
          <a:xfrm>
            <a:off x="12382500" y="5429250"/>
            <a:ext cx="1314450" cy="142875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36" name="Connector line-1792287542271-74099557"/>
          <p:cNvSpPr/>
          <p:nvPr/>
        </p:nvSpPr>
        <p:spPr>
          <a:xfrm>
            <a:off x="12382500" y="6096000"/>
            <a:ext cx="1314450" cy="1000125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8001000" y="7962900"/>
            <a:ext cx="8991600" cy="609600"/>
          </a:xfrm>
          <a:prstGeom prst="roundRect">
            <a:avLst>
              <a:gd name="adj" fmla="val 2187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 truy</a:t>
            </a:r>
            <a:r>
              <a:rPr lang="en-US" sz="21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9" name="Shape 3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0" name="Shape 3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1" name="Shape 3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2" name="Shape 4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Shape 4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4" name="Shape 4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5" name="Shape 4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6" name="Shape 4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7" name="Shape 4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8" name="Text 4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11c60a6b-8f2c-4cc7-958c-6345273155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TÓM</a:t>
            </a:r>
            <a:r>
              <a:rPr lang="en-US" sz="1950" spc="13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bậc,</a:t>
            </a: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3048000" y="2400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9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0" y="2400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8194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3105150"/>
            <a:ext cx="1524000" cy="762000"/>
          </a:xfrm>
          <a:prstGeom prst="roundRect">
            <a:avLst>
              <a:gd name="adj" fmla="val 175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27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048000" y="281940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Nâng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máy,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 bản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7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đọc,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gom</a:t>
            </a:r>
            <a:endParaRPr lang="en-US" sz="2700" dirty="0"/>
          </a:p>
        </p:txBody>
      </p:sp>
      <p:sp>
        <p:nvSpPr>
          <p:cNvPr id="9" name="Connector line-1792287563503-871122562"/>
          <p:cNvSpPr/>
          <p:nvPr/>
        </p:nvSpPr>
        <p:spPr>
          <a:xfrm>
            <a:off x="10096500" y="3067050"/>
            <a:ext cx="0" cy="8382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477500" y="281940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Mọi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lệnh ghi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3434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4629150"/>
            <a:ext cx="1524000" cy="762000"/>
          </a:xfrm>
          <a:prstGeom prst="roundRect">
            <a:avLst>
              <a:gd name="adj" fmla="val 17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27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048000" y="434340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Đưa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nặng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endParaRPr lang="en-US" sz="2700" dirty="0"/>
          </a:p>
        </p:txBody>
      </p:sp>
      <p:sp>
        <p:nvSpPr>
          <p:cNvPr id="14" name="Connector line-1792287563510-360307624"/>
          <p:cNvSpPr/>
          <p:nvPr/>
        </p:nvSpPr>
        <p:spPr>
          <a:xfrm>
            <a:off x="10096500" y="4591050"/>
            <a:ext cx="0" cy="8382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477500" y="434340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Ghép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 bên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700" dirty="0" spc="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58674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6153150"/>
            <a:ext cx="1524000" cy="762000"/>
          </a:xfrm>
          <a:prstGeom prst="roundRect">
            <a:avLst>
              <a:gd name="adj" fmla="val 175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27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3048000" y="586740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Rải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r>
              <a:rPr lang="en-US" sz="270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endParaRPr lang="en-US" sz="2700" dirty="0"/>
          </a:p>
        </p:txBody>
      </p:sp>
      <p:sp>
        <p:nvSpPr>
          <p:cNvPr id="19" name="Connector line-1792287563516-514098023"/>
          <p:cNvSpPr/>
          <p:nvPr/>
        </p:nvSpPr>
        <p:spPr>
          <a:xfrm>
            <a:off x="10096500" y="6115050"/>
            <a:ext cx="0" cy="8382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0477500" y="586740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Truy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xuyên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mảnh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 hơn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14400" y="762000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7620000"/>
            <a:ext cx="114300" cy="1047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1333500" y="7620000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Bậc</a:t>
            </a:r>
            <a:r>
              <a:rPr lang="en-US" sz="31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31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1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leo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</a:t>
            </a:r>
            <a:r>
              <a:rPr lang="en-US" sz="31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1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1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4" name="Text 3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055205a8-ad18-4bd4-afa2-ac59e43969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950" spc="17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PHẠM</a:t>
            </a: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29225" cy="5905500"/>
          </a:xfrm>
          <a:prstGeom prst="roundRect">
            <a:avLst>
              <a:gd name="adj" fmla="val 3643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5229225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43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3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 mỏng</a:t>
            </a:r>
            <a:endParaRPr lang="en-US" sz="3300" dirty="0"/>
          </a:p>
        </p:txBody>
      </p:sp>
      <p:sp>
        <p:nvSpPr>
          <p:cNvPr id="7" name="Text richtext-1792287591183-739639440"/>
          <p:cNvSpPr/>
          <p:nvPr/>
        </p:nvSpPr>
        <p:spPr>
          <a:xfrm>
            <a:off x="1238250" y="4000500"/>
            <a:ext cx="4572000" cy="4381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5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ngắn,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hầu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Figma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Figma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24625" y="2762250"/>
            <a:ext cx="5229225" cy="5905500"/>
          </a:xfrm>
          <a:prstGeom prst="roundRect">
            <a:avLst>
              <a:gd name="adj" fmla="val 3643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24625" y="2762250"/>
            <a:ext cx="5229225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6848475" y="3143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</a:t>
            </a:r>
            <a:endParaRPr lang="en-US" sz="3300" dirty="0"/>
          </a:p>
        </p:txBody>
      </p:sp>
      <p:sp>
        <p:nvSpPr>
          <p:cNvPr id="11" name="Text richtext-1792287591209-864575401"/>
          <p:cNvSpPr/>
          <p:nvPr/>
        </p:nvSpPr>
        <p:spPr>
          <a:xfrm>
            <a:off x="6848475" y="4000500"/>
            <a:ext cx="4572000" cy="4381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 1,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34850" y="2762250"/>
            <a:ext cx="5229225" cy="5905500"/>
          </a:xfrm>
          <a:prstGeom prst="roundRect">
            <a:avLst>
              <a:gd name="adj" fmla="val 3643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34850" y="2762250"/>
            <a:ext cx="5229225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458700" y="3143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Dễ</a:t>
            </a: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r>
              <a:rPr lang="en-US" sz="3300" dirty="0" spc="-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3300" dirty="0"/>
          </a:p>
        </p:txBody>
      </p:sp>
      <p:sp>
        <p:nvSpPr>
          <p:cNvPr id="15" name="Text richtext-1792287591220-927113973"/>
          <p:cNvSpPr/>
          <p:nvPr/>
        </p:nvSpPr>
        <p:spPr>
          <a:xfrm>
            <a:off x="12458700" y="4000500"/>
            <a:ext cx="4572000" cy="4381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horizontal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partitioning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sharding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Postgres: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khác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609ee05-af30-4fbd-8a73-3805750e51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r>
              <a:rPr lang="en-US" sz="78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6667500" cy="2762250"/>
          </a:xfrm>
          <a:prstGeom prst="roundRect">
            <a:avLst>
              <a:gd name="adj" fmla="val 6897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7180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486150"/>
            <a:ext cx="5905500" cy="1619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Chậm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31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nhiều,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ít.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bậc nào</a:t>
            </a:r>
            <a:r>
              <a:rPr lang="en-US" sz="31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5810250"/>
            <a:ext cx="6667500" cy="2762250"/>
          </a:xfrm>
          <a:prstGeom prst="roundRect">
            <a:avLst>
              <a:gd name="adj" fmla="val 689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1150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6629400"/>
            <a:ext cx="5905500" cy="1619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31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xong</a:t>
            </a:r>
            <a:r>
              <a:rPr lang="en-US" sz="31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lại,</a:t>
            </a:r>
            <a:r>
              <a:rPr lang="en-US" sz="31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sao:</a:t>
            </a:r>
            <a:r>
              <a:rPr lang="en-US" sz="31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7962900" y="2667000"/>
            <a:ext cx="94107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62900" y="2667000"/>
            <a:ext cx="114300" cy="5905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8420100" y="29718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420100" y="342900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1: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gom</a:t>
            </a:r>
            <a:r>
              <a:rPr lang="en-US" sz="285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endParaRPr lang="en-US" sz="2850" dirty="0"/>
          </a:p>
        </p:txBody>
      </p:sp>
      <p:sp>
        <p:nvSpPr>
          <p:cNvPr id="14" name="Connector line-1792287614526-53985441"/>
          <p:cNvSpPr/>
          <p:nvPr/>
        </p:nvSpPr>
        <p:spPr>
          <a:xfrm>
            <a:off x="8420100" y="4248150"/>
            <a:ext cx="8572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420100" y="45339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6" name="Text richtext-1792287614528-830999432"/>
          <p:cNvSpPr/>
          <p:nvPr/>
        </p:nvSpPr>
        <p:spPr>
          <a:xfrm>
            <a:off x="8420100" y="4991100"/>
            <a:ext cx="8572500" cy="3333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Bản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 chậm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hơn: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cũ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Ngay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ghi,</a:t>
            </a:r>
            <a:r>
              <a:rPr lang="en-US" sz="27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lúc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Hoặc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700" dirty="0" spc="4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chịu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cũ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7" name="Text 2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689f8eb-fde7-459f-a068-477716d1ca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8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195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 CỤC</a:t>
            </a:r>
            <a:r>
              <a:rPr lang="en-US" sz="1950" spc="21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7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Postgres</a:t>
            </a:r>
            <a:r>
              <a:rPr lang="en-US" sz="21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16.15</a:t>
            </a:r>
            <a:r>
              <a:rPr lang="en-US" sz="2100" dirty="0" spc="-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cục</a:t>
            </a:r>
            <a:r>
              <a:rPr lang="en-US" sz="21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r>
              <a:rPr lang="en-US" sz="2100" dirty="0" spc="-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ngày</a:t>
            </a:r>
            <a:r>
              <a:rPr lang="en-US" sz="21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2026-10-16.</a:t>
            </a:r>
            <a:r>
              <a:rPr lang="en-US" sz="21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Amazon</a:t>
            </a:r>
            <a:r>
              <a:rPr lang="en-US" sz="21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RDS,</a:t>
            </a:r>
            <a:r>
              <a:rPr lang="en-US" sz="210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PgBouncer,</a:t>
            </a:r>
            <a:r>
              <a:rPr lang="en-US" sz="2100" dirty="0" spc="-1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DBProxy</a:t>
            </a:r>
            <a:r>
              <a:rPr lang="en-US" sz="210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1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100" dirty="0" spc="-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1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08610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8610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956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3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3000" dirty="0" spc="-1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gom</a:t>
            </a:r>
            <a:endParaRPr lang="en-US" sz="3000" dirty="0"/>
          </a:p>
        </p:txBody>
      </p:sp>
      <p:sp>
        <p:nvSpPr>
          <p:cNvPr id="8" name="Text richtext-1792287679511-18145412"/>
          <p:cNvSpPr/>
          <p:nvPr/>
        </p:nvSpPr>
        <p:spPr>
          <a:xfrm>
            <a:off x="1295400" y="39624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20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phiên cùng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lúc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đúng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20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tiến</a:t>
            </a:r>
            <a:r>
              <a:rPr lang="en-US" sz="22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phục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Bộ</a:t>
            </a: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gom: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25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ít</a:t>
            </a:r>
            <a:r>
              <a:rPr lang="en-US" sz="225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15450" y="308610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9315450" y="308610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32956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3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3000" dirty="0" spc="-3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000" dirty="0" spc="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3000" dirty="0" spc="-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endParaRPr lang="en-US" sz="3000" dirty="0"/>
          </a:p>
        </p:txBody>
      </p:sp>
      <p:sp>
        <p:nvSpPr>
          <p:cNvPr id="12" name="Text richtext-1792287679521-67157595"/>
          <p:cNvSpPr/>
          <p:nvPr/>
        </p:nvSpPr>
        <p:spPr>
          <a:xfrm>
            <a:off x="9696450" y="39624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Ghi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chối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Dựng</a:t>
            </a:r>
            <a:r>
              <a:rPr lang="en-US" sz="22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trễ: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hàng, bản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Tình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huống</a:t>
            </a:r>
            <a:r>
              <a:rPr lang="en-US" sz="22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dựng,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25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r>
              <a:rPr lang="en-US" sz="22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2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trễ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84835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84835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0579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3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xuyên</a:t>
            </a:r>
            <a:r>
              <a:rPr lang="en-US" sz="30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 sở</a:t>
            </a:r>
            <a:r>
              <a:rPr lang="en-US" sz="3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0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000" dirty="0"/>
          </a:p>
        </p:txBody>
      </p:sp>
      <p:sp>
        <p:nvSpPr>
          <p:cNvPr id="16" name="Text richtext-1792287679529-151052141"/>
          <p:cNvSpPr/>
          <p:nvPr/>
        </p:nvSpPr>
        <p:spPr>
          <a:xfrm>
            <a:off x="1295400" y="67246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Gọi</a:t>
            </a:r>
            <a:r>
              <a:rPr lang="en-US" sz="22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khác:</a:t>
            </a:r>
            <a:r>
              <a:rPr lang="en-US" sz="22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chối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Đường</a:t>
            </a:r>
            <a:r>
              <a:rPr lang="en-US" sz="22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vòng:</a:t>
            </a:r>
            <a:r>
              <a:rPr lang="en-US" sz="22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postgres_fdw,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25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Foreign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Scan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Suy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bài: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chặng,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chỗ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15450" y="584835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9315450" y="584835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9696450" y="60579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Dọn dẹp</a:t>
            </a:r>
            <a:r>
              <a:rPr lang="en-US" sz="30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3000" dirty="0" spc="-1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3000" dirty="0"/>
          </a:p>
        </p:txBody>
      </p:sp>
      <p:sp>
        <p:nvSpPr>
          <p:cNvPr id="20" name="Text richtext-1792287679537-875747273"/>
          <p:cNvSpPr/>
          <p:nvPr/>
        </p:nvSpPr>
        <p:spPr>
          <a:xfrm>
            <a:off x="9696450" y="67246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Cập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nhật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200.000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hàng: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200.000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phiên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7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Tệp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gấp</a:t>
            </a:r>
            <a:r>
              <a:rPr lang="en-US" sz="22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đôi: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7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14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megabyte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Sau</a:t>
            </a:r>
            <a:r>
              <a:rPr lang="en-US" sz="2250" dirty="0" spc="-3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VACUUM: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phiên bản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chết,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14400" y="85915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Con</a:t>
            </a:r>
            <a:r>
              <a:rPr lang="en-US" sz="1950" dirty="0" spc="-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19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họa;</a:t>
            </a:r>
            <a:r>
              <a:rPr lang="en-US" sz="19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</a:t>
            </a:r>
            <a:r>
              <a:rPr lang="en-US" sz="19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19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phụ thuộc</a:t>
            </a:r>
            <a:r>
              <a:rPr lang="en-US" sz="19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1950" dirty="0" spc="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cứng,</a:t>
            </a:r>
            <a:r>
              <a:rPr lang="en-US" sz="19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cấu</a:t>
            </a:r>
            <a:r>
              <a:rPr lang="en-US" sz="19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1950" dirty="0" spc="-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19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tải.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f8ce5dc-33f5-45a9-8581-305f88a115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7620000" cy="2190750"/>
          </a:xfrm>
          <a:prstGeom prst="roundRect">
            <a:avLst>
              <a:gd name="adj" fmla="val 869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67000"/>
            <a:ext cx="95250" cy="2190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83845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RDS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3143250" y="30289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Relational</a:t>
            </a:r>
            <a:r>
              <a:rPr lang="en-US" sz="1950" dirty="0" spc="-9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Database</a:t>
            </a:r>
            <a:r>
              <a:rPr lang="en-US" sz="1950" dirty="0" spc="1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Service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95400" y="371475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Amazon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hộ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143500"/>
            <a:ext cx="7620000" cy="2190750"/>
          </a:xfrm>
          <a:prstGeom prst="roundRect">
            <a:avLst>
              <a:gd name="adj" fmla="val 8696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5143500"/>
            <a:ext cx="95250" cy="2190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31495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DB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2476500" y="55054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DataBase</a:t>
            </a:r>
            <a:endParaRPr lang="en-US" sz="1950" dirty="0"/>
          </a:p>
        </p:txBody>
      </p:sp>
      <p:sp>
        <p:nvSpPr>
          <p:cNvPr id="13" name="Text richtext-1792287704490-448899943"/>
          <p:cNvSpPr/>
          <p:nvPr/>
        </p:nvSpPr>
        <p:spPr>
          <a:xfrm>
            <a:off x="1295400" y="619125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Cơ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liệu: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r>
              <a:rPr lang="en-US" sz="2550" dirty="0" spc="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 liệu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chức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DBProxy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8915400" y="2667000"/>
            <a:ext cx="8458200" cy="4667250"/>
          </a:xfrm>
          <a:prstGeom prst="roundRect">
            <a:avLst>
              <a:gd name="adj" fmla="val 4082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296400" y="28956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27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2700" dirty="0"/>
          </a:p>
        </p:txBody>
      </p:sp>
      <p:sp>
        <p:nvSpPr>
          <p:cNvPr id="16" name="Text richtext-1792287704498-7402399"/>
          <p:cNvSpPr/>
          <p:nvPr/>
        </p:nvSpPr>
        <p:spPr>
          <a:xfrm>
            <a:off x="9296400" y="3505200"/>
            <a:ext cx="771525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Figma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partition,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dẹp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PgBouncer: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cho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</a:t>
            </a:r>
            <a:endParaRPr lang="en-US" sz="2250" dirty="0"/>
          </a:p>
        </p:txBody>
      </p:sp>
      <p:sp>
        <p:nvSpPr>
          <p:cNvPr id="17" name="Connector line-1792287704506-336312220"/>
          <p:cNvSpPr/>
          <p:nvPr/>
        </p:nvSpPr>
        <p:spPr>
          <a:xfrm>
            <a:off x="9296400" y="5448300"/>
            <a:ext cx="76962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296400" y="56197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27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27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27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2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2700" dirty="0"/>
          </a:p>
        </p:txBody>
      </p:sp>
      <p:sp>
        <p:nvSpPr>
          <p:cNvPr id="19" name="Text richtext-1792287704508-681304134"/>
          <p:cNvSpPr/>
          <p:nvPr/>
        </p:nvSpPr>
        <p:spPr>
          <a:xfrm>
            <a:off x="9296400" y="6191250"/>
            <a:ext cx="77152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Figma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PgBouncer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77152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5400" y="7715250"/>
            <a:ext cx="1571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nháp, chờ</a:t>
            </a:r>
            <a:r>
              <a:rPr lang="en-US" sz="24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kỹ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thuật.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8f3cc7a-191e-42d6-b70a-2e16978444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2026-10-18T06:24:54Z</dcterms:created>
  <dcterms:modified xsi:type="dcterms:W3CDTF">2026-10-18T06:24:54Z</dcterms:modified>
</cp:coreProperties>
</file>