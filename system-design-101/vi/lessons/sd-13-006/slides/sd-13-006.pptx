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53816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19137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8334375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4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40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 thì bằng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port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nhà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cloud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7657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2427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9144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8863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534025"/>
            <a:ext cx="83820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810375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2026-10-19T02:29:37Z</dcterms:created>
  <dcterms:modified xsi:type="dcterms:W3CDTF">2026-10-19T02:29:37Z</dcterms:modified>
</cp:coreProperties>
</file>