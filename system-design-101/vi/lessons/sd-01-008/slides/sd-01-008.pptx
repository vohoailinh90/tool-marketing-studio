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191500" cy="3238500"/>
          </a:xfrm>
          <a:prstGeom prst="rect">
            <a:avLst/>
          </a:prstGeom>
          <a:noFill/>
          <a:ln/>
        </p:spPr>
        <p:txBody>
          <a:bodyPr wrap="square" lIns="0" tIns="60613" rIns="0" bIns="-60613" rtlCol="0" anchor="t"/>
          <a:lstStyle/>
          <a:p>
            <a:pPr algn="l" indent="0" marL="0">
              <a:lnSpc>
                <a:spcPts val="7422"/>
              </a:lnSpc>
              <a:buNone/>
            </a:pPr>
            <a:r>
              <a:rPr lang="en-US" sz="7069" dirty="0" spc="-4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Trình</a:t>
            </a:r>
            <a:r>
              <a:rPr lang="en-US" sz="7069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duyệt</a:t>
            </a:r>
            <a:r>
              <a:rPr lang="en-US" sz="7069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dựng</a:t>
            </a:r>
            <a:r>
              <a:rPr lang="en-US" sz="7069" dirty="0" spc="-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trang</a:t>
            </a:r>
            <a:r>
              <a:rPr lang="en-US" sz="7069" dirty="0" spc="-3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web</a:t>
            </a:r>
            <a:r>
              <a:rPr lang="en-US" sz="7069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thế</a:t>
            </a:r>
            <a:r>
              <a:rPr lang="en-US" sz="7069" dirty="0" spc="-4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nào?</a:t>
            </a:r>
            <a:endParaRPr lang="en-US" sz="7069" dirty="0"/>
          </a:p>
        </p:txBody>
      </p:sp>
      <p:sp>
        <p:nvSpPr>
          <p:cNvPr id="4" name="Text 2"/>
          <p:cNvSpPr/>
          <p:nvPr/>
        </p:nvSpPr>
        <p:spPr>
          <a:xfrm>
            <a:off x="914400" y="5334000"/>
            <a:ext cx="7810500" cy="12382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3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HTML</a:t>
            </a:r>
            <a:r>
              <a:rPr lang="en-US" sz="25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dirty="0" spc="2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2550" dirty="0" spc="-2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màn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25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bước.</a:t>
            </a:r>
            <a:endParaRPr lang="en-US" sz="2550" dirty="0"/>
          </a:p>
        </p:txBody>
      </p:sp>
      <p:sp>
        <p:nvSpPr>
          <p:cNvPr id="5" name="Connector line-1792293232495-367031303"/>
          <p:cNvSpPr/>
          <p:nvPr/>
        </p:nvSpPr>
        <p:spPr>
          <a:xfrm>
            <a:off x="914400" y="7239000"/>
            <a:ext cx="78105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467600"/>
            <a:ext cx="7810500" cy="76200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Hiểu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19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giúp</a:t>
            </a:r>
            <a:r>
              <a:rPr lang="en-US" sz="19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19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19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 CSS</a:t>
            </a:r>
            <a:r>
              <a:rPr lang="en-US" sz="19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19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script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 làm</a:t>
            </a:r>
            <a:r>
              <a:rPr lang="en-US" sz="19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chậm.</a:t>
            </a:r>
            <a:endParaRPr lang="en-US" sz="1950" dirty="0"/>
          </a:p>
        </p:txBody>
      </p:sp>
      <p:sp>
        <p:nvSpPr>
          <p:cNvPr id="7" name="Connector line-1792293232498-338694039"/>
          <p:cNvSpPr/>
          <p:nvPr/>
        </p:nvSpPr>
        <p:spPr>
          <a:xfrm flipH="1">
            <a:off x="10096500" y="1809750"/>
            <a:ext cx="666750" cy="114300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8" name="Connector line-1792293232499-325455372"/>
          <p:cNvSpPr/>
          <p:nvPr/>
        </p:nvSpPr>
        <p:spPr>
          <a:xfrm>
            <a:off x="10763250" y="1809750"/>
            <a:ext cx="666750" cy="114300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9" name="Connector line-1792293232499-350005908"/>
          <p:cNvSpPr/>
          <p:nvPr/>
        </p:nvSpPr>
        <p:spPr>
          <a:xfrm>
            <a:off x="11430000" y="2952750"/>
            <a:ext cx="0" cy="114300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562100"/>
            <a:ext cx="495300" cy="4953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11" name="Shape 9"/>
          <p:cNvSpPr/>
          <p:nvPr/>
        </p:nvSpPr>
        <p:spPr>
          <a:xfrm>
            <a:off x="9848850" y="2705100"/>
            <a:ext cx="495300" cy="4953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82350" y="2705100"/>
            <a:ext cx="495300" cy="4953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182350" y="3848100"/>
            <a:ext cx="495300" cy="4953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14" name="Text 12"/>
          <p:cNvSpPr/>
          <p:nvPr/>
        </p:nvSpPr>
        <p:spPr>
          <a:xfrm>
            <a:off x="9525000" y="4533900"/>
            <a:ext cx="2476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DOM</a:t>
            </a:r>
            <a:endParaRPr lang="en-US" sz="2250" dirty="0"/>
          </a:p>
        </p:txBody>
      </p:sp>
      <p:sp>
        <p:nvSpPr>
          <p:cNvPr id="15" name="Connector line-1792293232510-354947278"/>
          <p:cNvSpPr/>
          <p:nvPr/>
        </p:nvSpPr>
        <p:spPr>
          <a:xfrm flipH="1">
            <a:off x="10096500" y="5715000"/>
            <a:ext cx="666750" cy="114300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16" name="Connector line-1792293232511-20663134"/>
          <p:cNvSpPr/>
          <p:nvPr/>
        </p:nvSpPr>
        <p:spPr>
          <a:xfrm>
            <a:off x="10763250" y="5715000"/>
            <a:ext cx="666750" cy="114300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17" name="Connector line-1792293232511-208190729"/>
          <p:cNvSpPr/>
          <p:nvPr/>
        </p:nvSpPr>
        <p:spPr>
          <a:xfrm>
            <a:off x="10096500" y="6858000"/>
            <a:ext cx="0" cy="114300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10515600" y="5467350"/>
            <a:ext cx="495300" cy="4953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19" name="Shape 17"/>
          <p:cNvSpPr/>
          <p:nvPr/>
        </p:nvSpPr>
        <p:spPr>
          <a:xfrm>
            <a:off x="9848850" y="6610350"/>
            <a:ext cx="495300" cy="4953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20" name="Shape 18"/>
          <p:cNvSpPr/>
          <p:nvPr/>
        </p:nvSpPr>
        <p:spPr>
          <a:xfrm>
            <a:off x="11182350" y="6610350"/>
            <a:ext cx="495300" cy="4953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21" name="Shape 19"/>
          <p:cNvSpPr/>
          <p:nvPr/>
        </p:nvSpPr>
        <p:spPr>
          <a:xfrm>
            <a:off x="9848850" y="7753350"/>
            <a:ext cx="495300" cy="4953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22" name="Text 20"/>
          <p:cNvSpPr/>
          <p:nvPr/>
        </p:nvSpPr>
        <p:spPr>
          <a:xfrm>
            <a:off x="9525000" y="8382000"/>
            <a:ext cx="2476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1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CSSOM</a:t>
            </a:r>
            <a:endParaRPr lang="en-US" sz="2250" dirty="0"/>
          </a:p>
        </p:txBody>
      </p:sp>
      <p:sp>
        <p:nvSpPr>
          <p:cNvPr id="23" name="Connector line-1792293232514-273466150"/>
          <p:cNvSpPr/>
          <p:nvPr/>
        </p:nvSpPr>
        <p:spPr>
          <a:xfrm>
            <a:off x="12382500" y="3143250"/>
            <a:ext cx="1714500" cy="104775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24" name="Connector line-1792293232514-372518056"/>
          <p:cNvSpPr/>
          <p:nvPr/>
        </p:nvSpPr>
        <p:spPr>
          <a:xfrm flipV="1">
            <a:off x="12382500" y="5524500"/>
            <a:ext cx="1714500" cy="104775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25" name="Connector line-1792293232515-485820817"/>
          <p:cNvSpPr/>
          <p:nvPr/>
        </p:nvSpPr>
        <p:spPr>
          <a:xfrm flipH="1">
            <a:off x="15049500" y="4191000"/>
            <a:ext cx="666750" cy="114300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26" name="Connector line-1792293232515-506539539"/>
          <p:cNvSpPr/>
          <p:nvPr/>
        </p:nvSpPr>
        <p:spPr>
          <a:xfrm>
            <a:off x="15716250" y="4191000"/>
            <a:ext cx="666750" cy="114300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27" name="Connector line-1792293232515-758491784"/>
          <p:cNvSpPr/>
          <p:nvPr/>
        </p:nvSpPr>
        <p:spPr>
          <a:xfrm>
            <a:off x="16383000" y="5334000"/>
            <a:ext cx="0" cy="114300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28" name="Shape 26"/>
          <p:cNvSpPr/>
          <p:nvPr/>
        </p:nvSpPr>
        <p:spPr>
          <a:xfrm>
            <a:off x="15468600" y="3943350"/>
            <a:ext cx="495300" cy="4953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29" name="Shape 27"/>
          <p:cNvSpPr/>
          <p:nvPr/>
        </p:nvSpPr>
        <p:spPr>
          <a:xfrm>
            <a:off x="14801850" y="5086350"/>
            <a:ext cx="495300" cy="4953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30" name="Shape 28"/>
          <p:cNvSpPr/>
          <p:nvPr/>
        </p:nvSpPr>
        <p:spPr>
          <a:xfrm>
            <a:off x="16135350" y="5086350"/>
            <a:ext cx="495300" cy="4953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31" name="Shape 29"/>
          <p:cNvSpPr/>
          <p:nvPr/>
        </p:nvSpPr>
        <p:spPr>
          <a:xfrm>
            <a:off x="16135350" y="6229350"/>
            <a:ext cx="495300" cy="4953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32" name="Shape 30"/>
          <p:cNvSpPr/>
          <p:nvPr/>
        </p:nvSpPr>
        <p:spPr>
          <a:xfrm>
            <a:off x="14801850" y="6229350"/>
            <a:ext cx="495300" cy="495300"/>
          </a:xfrm>
          <a:prstGeom prst="ellipse">
            <a:avLst/>
          </a:prstGeom>
          <a:noFill/>
          <a:ln w="28575">
            <a:solidFill>
              <a:srgbClr val="5B607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4287500" y="7048500"/>
            <a:ext cx="285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2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Render</a:t>
            </a:r>
            <a:r>
              <a:rPr lang="en-US" sz="2250" b="1" dirty="0" spc="-1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tree</a:t>
            </a:r>
            <a:endParaRPr lang="en-US" sz="2250" dirty="0"/>
          </a:p>
        </p:txBody>
      </p:sp>
      <p:sp>
        <p:nvSpPr>
          <p:cNvPr id="34" name="Text 32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165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c8f7ebee-4374-4265-90a6-8eb22cf5382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800" b="1" spc="25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PHÂN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2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DOM</a:t>
            </a:r>
            <a:pPr algn="l" indent="0" marL="0">
              <a:lnSpc>
                <a:spcPts val="7245"/>
              </a:lnSpc>
              <a:buNone/>
            </a:pPr>
            <a:r>
              <a:rPr lang="en-US" sz="6900" dirty="0" spc="-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7245"/>
              </a:lnSpc>
              <a:buNone/>
            </a:pPr>
            <a:r>
              <a:rPr lang="en-US" sz="6900" dirty="0" spc="1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CSSOM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8001000" cy="4476750"/>
          </a:xfrm>
          <a:prstGeom prst="roundRect">
            <a:avLst>
              <a:gd name="adj" fmla="val 5957"/>
            </a:avLst>
          </a:prstGeom>
          <a:solidFill>
            <a:srgbClr val="DDE3FA"/>
          </a:solidFill>
          <a:ln/>
        </p:spPr>
      </p:sp>
      <p:sp>
        <p:nvSpPr>
          <p:cNvPr id="5" name="Shape 3"/>
          <p:cNvSpPr/>
          <p:nvPr/>
        </p:nvSpPr>
        <p:spPr>
          <a:xfrm>
            <a:off x="9372600" y="2762250"/>
            <a:ext cx="8001000" cy="4476750"/>
          </a:xfrm>
          <a:prstGeom prst="roundRect">
            <a:avLst>
              <a:gd name="adj" fmla="val 5957"/>
            </a:avLst>
          </a:prstGeom>
          <a:solidFill>
            <a:srgbClr val="F3DFB8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3105150"/>
            <a:ext cx="7239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 · HTML → CÂY DOM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9753600" y="3105150"/>
            <a:ext cx="7239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 · CSS → CÂY CSSOM</a:t>
            </a:r>
            <a:endParaRPr lang="en-US" sz="1650" dirty="0"/>
          </a:p>
        </p:txBody>
      </p:sp>
      <p:sp>
        <p:nvSpPr>
          <p:cNvPr id="8" name="Connector line-1792293251737-248614278"/>
          <p:cNvSpPr/>
          <p:nvPr/>
        </p:nvSpPr>
        <p:spPr>
          <a:xfrm flipH="1">
            <a:off x="1619250" y="4572000"/>
            <a:ext cx="571500" cy="95250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9" name="Connector line-1792293251738-978004137"/>
          <p:cNvSpPr/>
          <p:nvPr/>
        </p:nvSpPr>
        <p:spPr>
          <a:xfrm>
            <a:off x="2190750" y="4572000"/>
            <a:ext cx="571500" cy="95250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10" name="Connector line-1792293251738-258448664"/>
          <p:cNvSpPr/>
          <p:nvPr/>
        </p:nvSpPr>
        <p:spPr>
          <a:xfrm>
            <a:off x="2762250" y="5524500"/>
            <a:ext cx="0" cy="95250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943100" y="4324350"/>
            <a:ext cx="495300" cy="4953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2" name="Shape 10"/>
          <p:cNvSpPr/>
          <p:nvPr/>
        </p:nvSpPr>
        <p:spPr>
          <a:xfrm>
            <a:off x="1371600" y="5276850"/>
            <a:ext cx="495300" cy="4953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3" name="Shape 11"/>
          <p:cNvSpPr/>
          <p:nvPr/>
        </p:nvSpPr>
        <p:spPr>
          <a:xfrm>
            <a:off x="2514600" y="5276850"/>
            <a:ext cx="495300" cy="4953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4" name="Shape 12"/>
          <p:cNvSpPr/>
          <p:nvPr/>
        </p:nvSpPr>
        <p:spPr>
          <a:xfrm>
            <a:off x="2514600" y="6229350"/>
            <a:ext cx="495300" cy="4953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5" name="Connector line-1792293251739-898503619"/>
          <p:cNvSpPr/>
          <p:nvPr/>
        </p:nvSpPr>
        <p:spPr>
          <a:xfrm flipH="1">
            <a:off x="10077450" y="4572000"/>
            <a:ext cx="571500" cy="95250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16" name="Connector line-1792293251739-100307906"/>
          <p:cNvSpPr/>
          <p:nvPr/>
        </p:nvSpPr>
        <p:spPr>
          <a:xfrm>
            <a:off x="10648950" y="4572000"/>
            <a:ext cx="571500" cy="95250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17" name="Connector line-1792293251739-922432789"/>
          <p:cNvSpPr/>
          <p:nvPr/>
        </p:nvSpPr>
        <p:spPr>
          <a:xfrm>
            <a:off x="10077450" y="5524500"/>
            <a:ext cx="0" cy="95250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10401300" y="4324350"/>
            <a:ext cx="495300" cy="4953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9" name="Shape 17"/>
          <p:cNvSpPr/>
          <p:nvPr/>
        </p:nvSpPr>
        <p:spPr>
          <a:xfrm>
            <a:off x="9829800" y="5276850"/>
            <a:ext cx="495300" cy="4953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20" name="Shape 18"/>
          <p:cNvSpPr/>
          <p:nvPr/>
        </p:nvSpPr>
        <p:spPr>
          <a:xfrm>
            <a:off x="10972800" y="5276850"/>
            <a:ext cx="495300" cy="4953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21" name="Shape 19"/>
          <p:cNvSpPr/>
          <p:nvPr/>
        </p:nvSpPr>
        <p:spPr>
          <a:xfrm>
            <a:off x="9829800" y="6229350"/>
            <a:ext cx="495300" cy="4953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22" name="Text 20"/>
          <p:cNvSpPr/>
          <p:nvPr/>
        </p:nvSpPr>
        <p:spPr>
          <a:xfrm>
            <a:off x="4000500" y="4191000"/>
            <a:ext cx="4572000" cy="3143250"/>
          </a:xfrm>
          <a:prstGeom prst="rect">
            <a:avLst/>
          </a:prstGeom>
          <a:noFill/>
          <a:ln/>
        </p:spPr>
        <p:txBody>
          <a:bodyPr wrap="square" lIns="0" tIns="-2286" rIns="0" bIns="2286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•</a:t>
            </a:r>
            <a:r>
              <a:rPr lang="en-US" sz="24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Cây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 của</a:t>
            </a:r>
            <a:r>
              <a:rPr lang="en-US" sz="24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endParaRPr lang="en-US" sz="2400" dirty="0"/>
          </a:p>
          <a:p>
            <a:pPr algn="l" indent="0" marL="0">
              <a:lnSpc>
                <a:spcPts val="3600"/>
              </a:lnSpc>
              <a:buNone/>
            </a:pP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•</a:t>
            </a:r>
            <a:r>
              <a:rPr lang="en-US" sz="2400" b="1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Dựng</a:t>
            </a: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HTML</a:t>
            </a:r>
            <a:endParaRPr lang="en-US" sz="2400" dirty="0"/>
          </a:p>
          <a:p>
            <a:pPr algn="l" indent="0" marL="0">
              <a:lnSpc>
                <a:spcPts val="3600"/>
              </a:lnSpc>
              <a:buNone/>
            </a:pP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•</a:t>
            </a:r>
            <a:r>
              <a:rPr lang="en-US" sz="24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r>
              <a:rPr lang="en-US" sz="2400" b="1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40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4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cây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12458700" y="4191000"/>
            <a:ext cx="4572000" cy="3143250"/>
          </a:xfrm>
          <a:prstGeom prst="rect">
            <a:avLst/>
          </a:prstGeom>
          <a:noFill/>
          <a:ln/>
        </p:spPr>
        <p:txBody>
          <a:bodyPr wrap="square" lIns="0" tIns="-2286" rIns="0" bIns="2286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•</a:t>
            </a:r>
            <a:r>
              <a:rPr lang="en-US" sz="24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Cây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luật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dáng</a:t>
            </a:r>
            <a:endParaRPr lang="en-US" sz="2400" dirty="0"/>
          </a:p>
          <a:p>
            <a:pPr algn="l" indent="0" marL="0">
              <a:lnSpc>
                <a:spcPts val="3600"/>
              </a:lnSpc>
              <a:buNone/>
            </a:pP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•</a:t>
            </a:r>
            <a:r>
              <a:rPr lang="en-US" sz="2400" b="1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Dựng</a:t>
            </a: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40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CSS</a:t>
            </a:r>
            <a:endParaRPr lang="en-US" sz="2400" dirty="0"/>
          </a:p>
          <a:p>
            <a:pPr algn="l" indent="0" marL="0">
              <a:lnSpc>
                <a:spcPts val="3600"/>
              </a:lnSpc>
              <a:buNone/>
            </a:pP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•</a:t>
            </a:r>
            <a:r>
              <a:rPr lang="en-US" sz="2400" b="1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40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4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400" b="1" dirty="0" spc="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endParaRPr lang="en-US" sz="2400" dirty="0"/>
          </a:p>
        </p:txBody>
      </p:sp>
      <p:sp>
        <p:nvSpPr>
          <p:cNvPr id="24" name="Connector line-1792293251756-360750964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25" name="Shape 2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6" name="Text 3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08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914400" y="7620000"/>
            <a:ext cx="16459200" cy="10477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</p:sp>
      <p:sp>
        <p:nvSpPr>
          <p:cNvPr id="38" name="Text 36"/>
          <p:cNvSpPr/>
          <p:nvPr/>
        </p:nvSpPr>
        <p:spPr>
          <a:xfrm>
            <a:off x="1428750" y="7620000"/>
            <a:ext cx="15430500" cy="10477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ctr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DOM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liệu;</a:t>
            </a:r>
            <a:r>
              <a:rPr lang="en-US" sz="240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CSSOM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luật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dáng.</a:t>
            </a:r>
            <a:endParaRPr lang="en-US" sz="240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1fad0c54-8c67-4d50-a048-25f4b117e01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RENDER</a:t>
            </a:r>
            <a:r>
              <a:rPr lang="en-US" sz="180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TREE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Gộp</a:t>
            </a:r>
            <a:r>
              <a:rPr lang="en-US" sz="6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3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cây,</a:t>
            </a:r>
            <a:r>
              <a:rPr lang="en-US" sz="6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6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</a:t>
            </a:r>
            <a:r>
              <a:rPr lang="en-US" sz="6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nút</a:t>
            </a:r>
            <a:r>
              <a:rPr lang="en-US" sz="63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hiển</a:t>
            </a:r>
            <a:r>
              <a:rPr lang="en-US" sz="63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thị</a:t>
            </a:r>
            <a:endParaRPr lang="en-US" sz="6300" dirty="0"/>
          </a:p>
        </p:txBody>
      </p:sp>
      <p:sp>
        <p:nvSpPr>
          <p:cNvPr id="4" name="Shape 2"/>
          <p:cNvSpPr/>
          <p:nvPr/>
        </p:nvSpPr>
        <p:spPr>
          <a:xfrm>
            <a:off x="5143500" y="2705100"/>
            <a:ext cx="5810250" cy="7239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5" name="Text 3"/>
          <p:cNvSpPr/>
          <p:nvPr/>
        </p:nvSpPr>
        <p:spPr>
          <a:xfrm>
            <a:off x="5143500" y="2705100"/>
            <a:ext cx="5810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4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Vào</a:t>
            </a:r>
            <a:r>
              <a:rPr lang="en-US" sz="2400" b="1" dirty="0" spc="-1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render</a:t>
            </a:r>
            <a:r>
              <a:rPr lang="en-US" sz="2400" b="1" dirty="0" spc="-1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tree?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11182350" y="2705100"/>
            <a:ext cx="6191250" cy="7239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7" name="Text 5"/>
          <p:cNvSpPr/>
          <p:nvPr/>
        </p:nvSpPr>
        <p:spPr>
          <a:xfrm>
            <a:off x="11182350" y="2705100"/>
            <a:ext cx="6191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Chiếm</a:t>
            </a:r>
            <a:r>
              <a:rPr lang="en-US" sz="2400" b="1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chỗ?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14400" y="3657600"/>
            <a:ext cx="4000500" cy="1809750"/>
          </a:xfrm>
          <a:prstGeom prst="roundRect">
            <a:avLst>
              <a:gd name="adj" fmla="val 1473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657600"/>
            <a:ext cx="40005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display:</a:t>
            </a: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none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5695950"/>
            <a:ext cx="4000500" cy="1809750"/>
          </a:xfrm>
          <a:prstGeom prst="roundRect">
            <a:avLst>
              <a:gd name="adj" fmla="val 1473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5695950"/>
            <a:ext cx="40005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visibility: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hidden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5143500" y="3657600"/>
            <a:ext cx="5810250" cy="1809750"/>
          </a:xfrm>
          <a:prstGeom prst="roundRect">
            <a:avLst>
              <a:gd name="adj" fmla="val 14737"/>
            </a:avLst>
          </a:prstGeom>
          <a:solidFill>
            <a:srgbClr val="E8E0C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182350" y="3657600"/>
            <a:ext cx="6191250" cy="1809750"/>
          </a:xfrm>
          <a:prstGeom prst="roundRect">
            <a:avLst>
              <a:gd name="adj" fmla="val 14737"/>
            </a:avLst>
          </a:prstGeom>
          <a:solidFill>
            <a:srgbClr val="E8E0CF"/>
          </a:solidFill>
          <a:ln/>
        </p:spPr>
      </p:sp>
      <p:sp>
        <p:nvSpPr>
          <p:cNvPr id="14" name="Shape 12"/>
          <p:cNvSpPr/>
          <p:nvPr/>
        </p:nvSpPr>
        <p:spPr>
          <a:xfrm>
            <a:off x="5143500" y="5695950"/>
            <a:ext cx="5810250" cy="1809750"/>
          </a:xfrm>
          <a:prstGeom prst="roundRect">
            <a:avLst>
              <a:gd name="adj" fmla="val 14737"/>
            </a:avLst>
          </a:prstGeom>
          <a:solidFill>
            <a:srgbClr val="0F766E"/>
          </a:solidFill>
          <a:ln/>
        </p:spPr>
      </p:sp>
      <p:sp>
        <p:nvSpPr>
          <p:cNvPr id="15" name="Shape 13"/>
          <p:cNvSpPr/>
          <p:nvPr/>
        </p:nvSpPr>
        <p:spPr>
          <a:xfrm>
            <a:off x="11182350" y="5695950"/>
            <a:ext cx="6191250" cy="1809750"/>
          </a:xfrm>
          <a:prstGeom prst="roundRect">
            <a:avLst>
              <a:gd name="adj" fmla="val 14737"/>
            </a:avLst>
          </a:prstGeom>
          <a:solidFill>
            <a:srgbClr val="0F766E"/>
          </a:solidFill>
          <a:ln/>
        </p:spPr>
      </p:sp>
      <p:sp>
        <p:nvSpPr>
          <p:cNvPr id="16" name="Text 14"/>
          <p:cNvSpPr/>
          <p:nvPr/>
        </p:nvSpPr>
        <p:spPr>
          <a:xfrm>
            <a:off x="5524500" y="3905250"/>
            <a:ext cx="5143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1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endParaRPr lang="en-US" sz="5100" dirty="0"/>
          </a:p>
        </p:txBody>
      </p:sp>
      <p:sp>
        <p:nvSpPr>
          <p:cNvPr id="17" name="Text 15"/>
          <p:cNvSpPr/>
          <p:nvPr/>
        </p:nvSpPr>
        <p:spPr>
          <a:xfrm>
            <a:off x="5524500" y="4762500"/>
            <a:ext cx="5143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Bị</a:t>
            </a:r>
            <a:r>
              <a:rPr lang="en-US" sz="2400" dirty="0" spc="-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400" dirty="0" spc="-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khỏi</a:t>
            </a:r>
            <a:r>
              <a:rPr lang="en-US" sz="2400" dirty="0" spc="-1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render</a:t>
            </a:r>
            <a:r>
              <a:rPr lang="en-US" sz="2400" dirty="0" spc="-2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tree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1563350" y="3905250"/>
            <a:ext cx="54292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1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endParaRPr lang="en-US" sz="5100" dirty="0"/>
          </a:p>
        </p:txBody>
      </p:sp>
      <p:sp>
        <p:nvSpPr>
          <p:cNvPr id="19" name="Text 17"/>
          <p:cNvSpPr/>
          <p:nvPr/>
        </p:nvSpPr>
        <p:spPr>
          <a:xfrm>
            <a:off x="11563350" y="4762500"/>
            <a:ext cx="5429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4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Đo</a:t>
            </a:r>
            <a:r>
              <a:rPr lang="en-US" sz="2400" dirty="0" spc="-18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400" dirty="0" spc="-1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Chromium</a:t>
            </a:r>
            <a:r>
              <a:rPr lang="en-US" sz="24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141:</a:t>
            </a:r>
            <a:r>
              <a:rPr lang="en-US" sz="2400" dirty="0" spc="-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chiều</a:t>
            </a:r>
            <a:r>
              <a:rPr lang="en-US" sz="24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 0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5524500" y="5943600"/>
            <a:ext cx="5143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100" dirty="0" spc="5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Có</a:t>
            </a:r>
            <a:endParaRPr lang="en-US" sz="5100" dirty="0"/>
          </a:p>
        </p:txBody>
      </p:sp>
      <p:sp>
        <p:nvSpPr>
          <p:cNvPr id="21" name="Text 19"/>
          <p:cNvSpPr/>
          <p:nvPr/>
        </p:nvSpPr>
        <p:spPr>
          <a:xfrm>
            <a:off x="5524500" y="6800850"/>
            <a:ext cx="5143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3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Vẫn</a:t>
            </a:r>
            <a:r>
              <a:rPr lang="en-US" sz="240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-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mặt</a:t>
            </a:r>
            <a:r>
              <a:rPr lang="en-US" sz="2400" dirty="0" spc="-1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 render</a:t>
            </a:r>
            <a:r>
              <a:rPr lang="en-US" sz="2400" dirty="0" spc="-1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tree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1563350" y="5943600"/>
            <a:ext cx="54292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100" dirty="0" spc="5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Có</a:t>
            </a:r>
            <a:endParaRPr lang="en-US" sz="5100" dirty="0"/>
          </a:p>
        </p:txBody>
      </p:sp>
      <p:sp>
        <p:nvSpPr>
          <p:cNvPr id="23" name="Text 21"/>
          <p:cNvSpPr/>
          <p:nvPr/>
        </p:nvSpPr>
        <p:spPr>
          <a:xfrm>
            <a:off x="11563350" y="6800850"/>
            <a:ext cx="5429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25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nhìn</a:t>
            </a:r>
            <a:r>
              <a:rPr lang="en-US" sz="2325" dirty="0" spc="-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325" dirty="0" spc="1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325" dirty="0" spc="-1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325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chiếm</a:t>
            </a:r>
            <a:r>
              <a:rPr lang="en-US" sz="2325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endParaRPr lang="en-US" sz="2325" dirty="0"/>
          </a:p>
        </p:txBody>
      </p:sp>
      <p:sp>
        <p:nvSpPr>
          <p:cNvPr id="24" name="Shape 22"/>
          <p:cNvSpPr/>
          <p:nvPr/>
        </p:nvSpPr>
        <p:spPr>
          <a:xfrm>
            <a:off x="914400" y="7848600"/>
            <a:ext cx="16459200" cy="8572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</p:sp>
      <p:sp>
        <p:nvSpPr>
          <p:cNvPr id="25" name="Text 23"/>
          <p:cNvSpPr/>
          <p:nvPr/>
        </p:nvSpPr>
        <p:spPr>
          <a:xfrm>
            <a:off x="1428750" y="7848600"/>
            <a:ext cx="15430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&lt;head&gt;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khỏi</a:t>
            </a:r>
            <a:r>
              <a:rPr lang="en-US" sz="24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render</a:t>
            </a:r>
            <a:r>
              <a:rPr lang="en-US" sz="24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tree.</a:t>
            </a:r>
            <a:endParaRPr lang="en-US" sz="2400" dirty="0"/>
          </a:p>
        </p:txBody>
      </p:sp>
      <p:sp>
        <p:nvSpPr>
          <p:cNvPr id="26" name="Connector line-1792293286223-292418186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8" name="Text 36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08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84b82090-c1a5-4996-a0d0-203ec0d1ca6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7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LAYOUT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Tính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kích</a:t>
            </a:r>
            <a:r>
              <a:rPr lang="en-US" sz="5700" dirty="0" spc="-6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thước</a:t>
            </a:r>
            <a:r>
              <a:rPr lang="en-US" sz="5700" dirty="0" spc="-6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vị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trí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57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nút</a:t>
            </a:r>
            <a:endParaRPr lang="en-US" sz="57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8001000" cy="4762500"/>
          </a:xfrm>
          <a:prstGeom prst="roundRect">
            <a:avLst>
              <a:gd name="adj" fmla="val 5600"/>
            </a:avLst>
          </a:prstGeom>
          <a:solidFill>
            <a:srgbClr val="F8D9D0"/>
          </a:solidFill>
          <a:ln/>
        </p:spPr>
      </p:sp>
      <p:sp>
        <p:nvSpPr>
          <p:cNvPr id="5" name="Shape 3"/>
          <p:cNvSpPr/>
          <p:nvPr/>
        </p:nvSpPr>
        <p:spPr>
          <a:xfrm>
            <a:off x="9372600" y="2762250"/>
            <a:ext cx="8001000" cy="4762500"/>
          </a:xfrm>
          <a:prstGeom prst="roundRect">
            <a:avLst>
              <a:gd name="adj" fmla="val 5600"/>
            </a:avLst>
          </a:prstGeom>
          <a:solidFill>
            <a:srgbClr val="FBF8F2"/>
          </a:solidFill>
          <a:ln w="38100">
            <a:solidFill>
              <a:srgbClr val="E8472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31051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visibility:</a:t>
            </a:r>
            <a:r>
              <a:rPr lang="en-US" sz="2400" b="1" dirty="0" spc="-6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hidden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295400" y="3619500"/>
            <a:ext cx="409575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0" dirty="0" spc="-46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40</a:t>
            </a:r>
            <a:endParaRPr lang="en-US" sz="22500" dirty="0"/>
          </a:p>
        </p:txBody>
      </p:sp>
      <p:sp>
        <p:nvSpPr>
          <p:cNvPr id="8" name="Text 6"/>
          <p:cNvSpPr/>
          <p:nvPr/>
        </p:nvSpPr>
        <p:spPr>
          <a:xfrm>
            <a:off x="4876800" y="5619750"/>
            <a:ext cx="1905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dirty="0" spc="-10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px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1295400" y="68580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5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Vẫn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chiếm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9753600" y="31051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display:</a:t>
            </a:r>
            <a:r>
              <a:rPr lang="en-US" sz="2400" b="1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none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9753600" y="3619500"/>
            <a:ext cx="24765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</a:t>
            </a:r>
            <a:endParaRPr lang="en-US" sz="22500" dirty="0"/>
          </a:p>
        </p:txBody>
      </p:sp>
      <p:sp>
        <p:nvSpPr>
          <p:cNvPr id="12" name="Text 10"/>
          <p:cNvSpPr/>
          <p:nvPr/>
        </p:nvSpPr>
        <p:spPr>
          <a:xfrm>
            <a:off x="11677650" y="5619750"/>
            <a:ext cx="1905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dirty="0" spc="-10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px</a:t>
            </a:r>
            <a:endParaRPr lang="en-US" sz="5400" dirty="0"/>
          </a:p>
        </p:txBody>
      </p:sp>
      <p:sp>
        <p:nvSpPr>
          <p:cNvPr id="13" name="Text 11"/>
          <p:cNvSpPr/>
          <p:nvPr/>
        </p:nvSpPr>
        <p:spPr>
          <a:xfrm>
            <a:off x="9753600" y="68580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chiếm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914400" y="7848600"/>
            <a:ext cx="16459200" cy="8572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</p:sp>
      <p:sp>
        <p:nvSpPr>
          <p:cNvPr id="15" name="Text 13"/>
          <p:cNvSpPr/>
          <p:nvPr/>
        </p:nvSpPr>
        <p:spPr>
          <a:xfrm>
            <a:off x="1428750" y="7848600"/>
            <a:ext cx="15430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Đo</a:t>
            </a:r>
            <a:r>
              <a:rPr lang="en-US" sz="24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Chromium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141:</a:t>
            </a: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div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40</a:t>
            </a:r>
            <a:r>
              <a:rPr lang="en-US" sz="24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px.</a:t>
            </a:r>
            <a:endParaRPr lang="en-US" sz="2400" dirty="0"/>
          </a:p>
        </p:txBody>
      </p:sp>
      <p:sp>
        <p:nvSpPr>
          <p:cNvPr id="16" name="Connector line-1792293299594-738221699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8" name="Text 26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08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01f90f5d-c16d-4933-9ea2-020456f4e1a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 5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7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PAINT</a:t>
            </a:r>
            <a:r>
              <a:rPr lang="en-US" sz="1800" b="1" spc="25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8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RASTER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0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Paint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ghi</a:t>
            </a: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lệnh</a:t>
            </a:r>
            <a:r>
              <a:rPr lang="en-US" sz="5700" dirty="0" spc="-5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vẽ,</a:t>
            </a:r>
            <a:r>
              <a:rPr lang="en-US" sz="57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raster</a:t>
            </a:r>
            <a:r>
              <a:rPr lang="en-US" sz="57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tạo</a:t>
            </a:r>
            <a:r>
              <a:rPr lang="en-US" sz="5700" dirty="0" spc="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điểm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ảnh</a:t>
            </a:r>
            <a:endParaRPr lang="en-US" sz="57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4762500" cy="3048000"/>
          </a:xfrm>
          <a:prstGeom prst="roundRect">
            <a:avLst>
              <a:gd name="adj" fmla="val 8750"/>
            </a:avLst>
          </a:prstGeom>
          <a:solidFill>
            <a:srgbClr val="DDE3FA"/>
          </a:solidFill>
          <a:ln/>
        </p:spPr>
      </p:sp>
      <p:sp>
        <p:nvSpPr>
          <p:cNvPr id="5" name="Shape 3"/>
          <p:cNvSpPr/>
          <p:nvPr/>
        </p:nvSpPr>
        <p:spPr>
          <a:xfrm>
            <a:off x="6819900" y="3048000"/>
            <a:ext cx="4762500" cy="3048000"/>
          </a:xfrm>
          <a:prstGeom prst="roundRect">
            <a:avLst>
              <a:gd name="adj" fmla="val 8750"/>
            </a:avLst>
          </a:prstGeom>
          <a:solidFill>
            <a:srgbClr val="F3DFB8"/>
          </a:solidFill>
          <a:ln/>
        </p:spPr>
      </p:sp>
      <p:sp>
        <p:nvSpPr>
          <p:cNvPr id="6" name="Shape 4"/>
          <p:cNvSpPr/>
          <p:nvPr/>
        </p:nvSpPr>
        <p:spPr>
          <a:xfrm>
            <a:off x="12725400" y="3048000"/>
            <a:ext cx="4648200" cy="3048000"/>
          </a:xfrm>
          <a:prstGeom prst="roundRect">
            <a:avLst>
              <a:gd name="adj" fmla="val 8750"/>
            </a:avLst>
          </a:prstGeom>
          <a:solidFill>
            <a:srgbClr val="14161C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3390900"/>
            <a:ext cx="4000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PAINT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295400" y="3848100"/>
            <a:ext cx="4000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Lệnh</a:t>
            </a:r>
            <a:r>
              <a:rPr lang="en-US" sz="4800" dirty="0" spc="-4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vẽ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1295400" y="4762500"/>
            <a:ext cx="4000500" cy="1143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24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400" dirty="0" spc="-5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400" dirty="0" spc="-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4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400" dirty="0" spc="-17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vẽ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7200900" y="3390900"/>
            <a:ext cx="4000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1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RASTER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7200900" y="3848100"/>
            <a:ext cx="4000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Điểm</a:t>
            </a:r>
            <a:r>
              <a:rPr lang="en-US" sz="4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ảnh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7200900" y="4762500"/>
            <a:ext cx="4000500" cy="1143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Biến lệnh</a:t>
            </a:r>
            <a:r>
              <a:rPr lang="en-US" sz="2400" dirty="0" spc="-17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vẽ</a:t>
            </a:r>
            <a:endParaRPr lang="en-US" sz="240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thành</a:t>
            </a:r>
            <a:r>
              <a:rPr lang="en-US" sz="2400" dirty="0" spc="2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2400" dirty="0" spc="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3106400" y="3390900"/>
            <a:ext cx="4000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1650" b="1" spc="21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3106400" y="3848100"/>
            <a:ext cx="4000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Màn</a:t>
            </a:r>
            <a:r>
              <a:rPr lang="en-US" sz="48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13106400" y="4762500"/>
            <a:ext cx="4000500" cy="1143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Điểm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endParaRPr lang="en-US" sz="240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4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ra</a:t>
            </a:r>
            <a:r>
              <a:rPr lang="en-US" sz="24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4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màn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2400" dirty="0"/>
          </a:p>
        </p:txBody>
      </p:sp>
      <p:sp>
        <p:nvSpPr>
          <p:cNvPr id="16" name="Connector line-1792293314641-306869311"/>
          <p:cNvSpPr/>
          <p:nvPr/>
        </p:nvSpPr>
        <p:spPr>
          <a:xfrm>
            <a:off x="5772150" y="4572000"/>
            <a:ext cx="952500" cy="0"/>
          </a:xfrm>
          <a:prstGeom prst="line">
            <a:avLst/>
          </a:prstGeom>
          <a:noFill/>
          <a:ln w="6667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7" name="Connector line-1792293314641-431227108"/>
          <p:cNvSpPr/>
          <p:nvPr/>
        </p:nvSpPr>
        <p:spPr>
          <a:xfrm>
            <a:off x="11677650" y="4572000"/>
            <a:ext cx="952500" cy="0"/>
          </a:xfrm>
          <a:prstGeom prst="line">
            <a:avLst/>
          </a:prstGeom>
          <a:noFill/>
          <a:ln w="6667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14400" y="6667500"/>
            <a:ext cx="16459200" cy="1238250"/>
          </a:xfrm>
          <a:prstGeom prst="roundRect">
            <a:avLst>
              <a:gd name="adj" fmla="val 36923"/>
            </a:avLst>
          </a:prstGeom>
          <a:solidFill>
            <a:srgbClr val="E8E0CF"/>
          </a:solidFill>
          <a:ln/>
        </p:spPr>
      </p:sp>
      <p:sp>
        <p:nvSpPr>
          <p:cNvPr id="19" name="Text 17"/>
          <p:cNvSpPr/>
          <p:nvPr/>
        </p:nvSpPr>
        <p:spPr>
          <a:xfrm>
            <a:off x="1333500" y="6667500"/>
            <a:ext cx="15621000" cy="12382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ctr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gộp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cuối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hiển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thị.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tách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paint,</a:t>
            </a:r>
            <a:r>
              <a:rPr lang="en-US" sz="22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raster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ghép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lớp.</a:t>
            </a:r>
            <a:endParaRPr lang="en-US" sz="2250" dirty="0"/>
          </a:p>
        </p:txBody>
      </p:sp>
      <p:sp>
        <p:nvSpPr>
          <p:cNvPr id="20" name="Connector line-1792293314645-281608739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2" name="Text 3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08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141448a0-a940-47a0-8e34-7a328fed9eb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333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 · GHÉP</a:t>
            </a:r>
            <a:r>
              <a:rPr lang="en-US" sz="1800" b="1" spc="27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ĐÔI</a:t>
            </a:r>
            <a:r>
              <a:rPr lang="en-US" sz="180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nội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dung</a:t>
            </a: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lên</a:t>
            </a:r>
            <a:r>
              <a:rPr lang="en-US" sz="57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lớp</a:t>
            </a:r>
            <a:r>
              <a:rPr lang="en-US" sz="57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riêng</a:t>
            </a:r>
            <a:endParaRPr lang="en-US" sz="5700" dirty="0"/>
          </a:p>
        </p:txBody>
      </p:sp>
      <p:sp>
        <p:nvSpPr>
          <p:cNvPr id="4" name="Shape 2"/>
          <p:cNvSpPr/>
          <p:nvPr/>
        </p:nvSpPr>
        <p:spPr>
          <a:xfrm>
            <a:off x="914400" y="4191000"/>
            <a:ext cx="5334000" cy="3238500"/>
          </a:xfrm>
          <a:prstGeom prst="roundRect">
            <a:avLst>
              <a:gd name="adj" fmla="val 7059"/>
            </a:avLst>
          </a:prstGeom>
          <a:solidFill>
            <a:srgbClr val="FBF8F2"/>
          </a:solidFill>
          <a:ln w="38100">
            <a:solidFill>
              <a:srgbClr val="1416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38250" y="6762750"/>
            <a:ext cx="4572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</a:t>
            </a: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22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1676400" y="3238500"/>
            <a:ext cx="5334000" cy="3238500"/>
          </a:xfrm>
          <a:prstGeom prst="roundRect">
            <a:avLst>
              <a:gd name="adj" fmla="val 7059"/>
            </a:avLst>
          </a:prstGeom>
          <a:solidFill>
            <a:srgbClr val="0F766E"/>
          </a:solidFill>
          <a:ln/>
        </p:spPr>
      </p:sp>
      <p:sp>
        <p:nvSpPr>
          <p:cNvPr id="7" name="Text 5"/>
          <p:cNvSpPr/>
          <p:nvPr/>
        </p:nvSpPr>
        <p:spPr>
          <a:xfrm>
            <a:off x="2000250" y="35052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1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2250" b="1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2250" dirty="0"/>
          </a:p>
        </p:txBody>
      </p:sp>
      <p:sp>
        <p:nvSpPr>
          <p:cNvPr id="8" name="Connector line-1792293337412-635479804"/>
          <p:cNvSpPr/>
          <p:nvPr/>
        </p:nvSpPr>
        <p:spPr>
          <a:xfrm>
            <a:off x="7334250" y="5143500"/>
            <a:ext cx="1047750" cy="0"/>
          </a:xfrm>
          <a:prstGeom prst="line">
            <a:avLst/>
          </a:prstGeom>
          <a:noFill/>
          <a:ln w="6667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8572500" y="4191000"/>
            <a:ext cx="3619500" cy="1905000"/>
          </a:xfrm>
          <a:prstGeom prst="roundRect">
            <a:avLst>
              <a:gd name="adj" fmla="val 14000"/>
            </a:avLst>
          </a:prstGeom>
          <a:solidFill>
            <a:srgbClr val="CFE8E2"/>
          </a:solidFill>
          <a:ln w="38100">
            <a:solidFill>
              <a:srgbClr val="0F76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572500" y="4191000"/>
            <a:ext cx="36195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0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GPU</a:t>
            </a:r>
            <a:r>
              <a:rPr lang="en-US" sz="3000" dirty="0" spc="-11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ghép</a:t>
            </a:r>
            <a:r>
              <a:rPr lang="en-US" sz="3000" dirty="0" spc="-6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lớp</a:t>
            </a:r>
            <a:endParaRPr lang="en-US" sz="3000" dirty="0"/>
          </a:p>
        </p:txBody>
      </p:sp>
      <p:sp>
        <p:nvSpPr>
          <p:cNvPr id="11" name="Connector line-1792293337416-4917185"/>
          <p:cNvSpPr/>
          <p:nvPr/>
        </p:nvSpPr>
        <p:spPr>
          <a:xfrm>
            <a:off x="12306300" y="5143500"/>
            <a:ext cx="1047750" cy="0"/>
          </a:xfrm>
          <a:prstGeom prst="line">
            <a:avLst/>
          </a:prstGeom>
          <a:noFill/>
          <a:ln w="6667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13525500" y="4191000"/>
            <a:ext cx="3848100" cy="1905000"/>
          </a:xfrm>
          <a:prstGeom prst="roundRect">
            <a:avLst>
              <a:gd name="adj" fmla="val 14000"/>
            </a:avLst>
          </a:prstGeom>
          <a:solidFill>
            <a:srgbClr val="14161C"/>
          </a:solidFill>
          <a:ln/>
        </p:spPr>
      </p:sp>
      <p:sp>
        <p:nvSpPr>
          <p:cNvPr id="13" name="Text 11"/>
          <p:cNvSpPr/>
          <p:nvPr/>
        </p:nvSpPr>
        <p:spPr>
          <a:xfrm>
            <a:off x="13525500" y="4191000"/>
            <a:ext cx="38481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Màn</a:t>
            </a:r>
            <a:r>
              <a:rPr lang="en-US" sz="3000" dirty="0" spc="-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hình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8572500" y="6667500"/>
            <a:ext cx="8801100" cy="9525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</p:sp>
      <p:sp>
        <p:nvSpPr>
          <p:cNvPr id="15" name="Text 13"/>
          <p:cNvSpPr/>
          <p:nvPr/>
        </p:nvSpPr>
        <p:spPr>
          <a:xfrm>
            <a:off x="9048750" y="6667500"/>
            <a:ext cx="78486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Nhờ</a:t>
            </a:r>
            <a:r>
              <a:rPr lang="en-US" sz="2550" b="1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vậy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5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nhẹ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bớt.</a:t>
            </a:r>
            <a:endParaRPr lang="en-US" sz="2550" dirty="0"/>
          </a:p>
        </p:txBody>
      </p:sp>
      <p:sp>
        <p:nvSpPr>
          <p:cNvPr id="16" name="Connector line-1792293337420-986502703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8" name="Text 26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08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951823a5-6036-4ebb-8605-c45d8887a0a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333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8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SAU</a:t>
            </a: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800" b="1" spc="31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DỰNG</a:t>
            </a:r>
            <a:r>
              <a:rPr lang="en-US" sz="1800" b="1" spc="28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180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8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REFLOW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Đổi</a:t>
            </a:r>
            <a:r>
              <a:rPr lang="en-US" sz="60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r>
              <a:rPr lang="en-US" sz="6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học</a:t>
            </a:r>
            <a:r>
              <a:rPr lang="en-US" sz="60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6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layout</a:t>
            </a:r>
            <a:r>
              <a:rPr lang="en-US" sz="6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tính</a:t>
            </a:r>
            <a:r>
              <a:rPr lang="en-US" sz="60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1295400" y="2590800"/>
            <a:ext cx="3619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8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THAY</a:t>
            </a:r>
            <a:r>
              <a:rPr lang="en-US" sz="1650" b="1" spc="22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5334000" y="2590800"/>
            <a:ext cx="5334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9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LAYOUT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1430000" y="2590800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3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ĐO</a:t>
            </a:r>
            <a:r>
              <a:rPr lang="en-US" sz="16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650" b="1" spc="22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CHROMIUM</a:t>
            </a:r>
            <a:r>
              <a:rPr lang="en-US" sz="16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141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914400" y="2971800"/>
            <a:ext cx="16459200" cy="104775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47750" y="3105150"/>
            <a:ext cx="3619500" cy="7810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9" name="Text 7"/>
          <p:cNvSpPr/>
          <p:nvPr/>
        </p:nvSpPr>
        <p:spPr>
          <a:xfrm>
            <a:off x="1047750" y="3105150"/>
            <a:ext cx="36195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width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5334000" y="2971800"/>
            <a:ext cx="5715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Tính lại</a:t>
            </a:r>
            <a:r>
              <a:rPr lang="en-US" sz="255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(reflow)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11430000" y="2971800"/>
            <a:ext cx="5524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400" dirty="0" spc="-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400" dirty="0" spc="-16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layout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14400" y="4248150"/>
            <a:ext cx="16459200" cy="104775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47750" y="4381500"/>
            <a:ext cx="3619500" cy="7810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4" name="Text 12"/>
          <p:cNvSpPr/>
          <p:nvPr/>
        </p:nvSpPr>
        <p:spPr>
          <a:xfrm>
            <a:off x="1047750" y="4381500"/>
            <a:ext cx="36195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1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left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5334000" y="4248150"/>
            <a:ext cx="5715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Tính lại</a:t>
            </a:r>
            <a:r>
              <a:rPr lang="en-US" sz="255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(reflow)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11430000" y="4248150"/>
            <a:ext cx="5524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400" dirty="0" spc="-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400" dirty="0" spc="-16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layout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914400" y="5524500"/>
            <a:ext cx="16459200" cy="104775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47750" y="5657850"/>
            <a:ext cx="3619500" cy="7810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</p:sp>
      <p:sp>
        <p:nvSpPr>
          <p:cNvPr id="19" name="Text 17"/>
          <p:cNvSpPr/>
          <p:nvPr/>
        </p:nvSpPr>
        <p:spPr>
          <a:xfrm>
            <a:off x="1047750" y="5657850"/>
            <a:ext cx="36195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transform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5334000" y="5524500"/>
            <a:ext cx="5715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Thường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1430000" y="5524500"/>
            <a:ext cx="5524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thêm lần nào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914400" y="7048500"/>
            <a:ext cx="16459200" cy="1047750"/>
          </a:xfrm>
          <a:prstGeom prst="roundRect">
            <a:avLst>
              <a:gd name="adj" fmla="val 43636"/>
            </a:avLst>
          </a:prstGeom>
          <a:solidFill>
            <a:srgbClr val="14161C"/>
          </a:solidFill>
          <a:ln/>
        </p:spPr>
      </p:sp>
      <p:sp>
        <p:nvSpPr>
          <p:cNvPr id="23" name="Text 21"/>
          <p:cNvSpPr/>
          <p:nvPr/>
        </p:nvSpPr>
        <p:spPr>
          <a:xfrm>
            <a:off x="1428750" y="7048500"/>
            <a:ext cx="15430500" cy="10477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ctr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b="1" dirty="0" spc="-3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Với</a:t>
            </a:r>
            <a:r>
              <a:rPr lang="en-US" sz="22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transform</a:t>
            </a: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scale()</a:t>
            </a:r>
            <a:r>
              <a:rPr lang="en-US" sz="22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2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translate().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2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r>
              <a:rPr lang="en-US" sz="22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transform.</a:t>
            </a:r>
            <a:endParaRPr lang="en-US" sz="2250" dirty="0"/>
          </a:p>
        </p:txBody>
      </p:sp>
      <p:sp>
        <p:nvSpPr>
          <p:cNvPr id="24" name="Connector line-1792293354999-135205772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25" name="Shape 2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6" name="Text 3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08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e492d210-0e8e-4d69-b530-6eaafe41a1a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6579" rIns="0" bIns="-56579" rtlCol="0" anchor="ctr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6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66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6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6930"/>
              </a:lnSpc>
              <a:buNone/>
            </a:pPr>
            <a:r>
              <a:rPr lang="en-US" sz="6600" dirty="0" spc="-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dây</a:t>
            </a:r>
            <a:r>
              <a:rPr lang="en-US" sz="66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chuyền</a:t>
            </a:r>
            <a:r>
              <a:rPr lang="en-US" sz="6600" dirty="0" spc="6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cứng</a:t>
            </a:r>
            <a:endParaRPr lang="en-US" sz="6600" dirty="0"/>
          </a:p>
        </p:txBody>
      </p:sp>
      <p:sp>
        <p:nvSpPr>
          <p:cNvPr id="4" name="Connector line-1792293371130-566419191"/>
          <p:cNvSpPr/>
          <p:nvPr/>
        </p:nvSpPr>
        <p:spPr>
          <a:xfrm>
            <a:off x="1428750" y="4191000"/>
            <a:ext cx="15430500" cy="0"/>
          </a:xfrm>
          <a:prstGeom prst="line">
            <a:avLst/>
          </a:prstGeom>
          <a:noFill/>
          <a:ln w="571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2743200" y="3981450"/>
            <a:ext cx="419100" cy="4191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6" name="Shape 4"/>
          <p:cNvSpPr/>
          <p:nvPr/>
        </p:nvSpPr>
        <p:spPr>
          <a:xfrm>
            <a:off x="8934450" y="3981450"/>
            <a:ext cx="419100" cy="4191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7" name="Shape 5"/>
          <p:cNvSpPr/>
          <p:nvPr/>
        </p:nvSpPr>
        <p:spPr>
          <a:xfrm>
            <a:off x="14935200" y="3981450"/>
            <a:ext cx="419100" cy="4191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8" name="Text 6"/>
          <p:cNvSpPr/>
          <p:nvPr/>
        </p:nvSpPr>
        <p:spPr>
          <a:xfrm>
            <a:off x="2743200" y="3981450"/>
            <a:ext cx="4191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8934450" y="3981450"/>
            <a:ext cx="4191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14935200" y="3981450"/>
            <a:ext cx="4191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666750" y="4762500"/>
            <a:ext cx="457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HTML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script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666750" y="5905500"/>
            <a:ext cx="457200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ctr" indent="0" marL="0">
              <a:lnSpc>
                <a:spcPts val="2730"/>
              </a:lnSpc>
              <a:buNone/>
            </a:pP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async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1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defer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6858000" y="4762500"/>
            <a:ext cx="457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Stylesheet</a:t>
            </a:r>
            <a:r>
              <a:rPr lang="en-US" sz="25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script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6858000" y="5905500"/>
            <a:ext cx="457200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ctr" indent="0" marL="0">
              <a:lnSpc>
                <a:spcPts val="2730"/>
              </a:lnSpc>
              <a:buNone/>
            </a:pPr>
            <a:r>
              <a:rPr lang="en-US" sz="21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Script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2858750" y="4762500"/>
            <a:ext cx="457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Script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chờ, phân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HTML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550" b="1" dirty="0" spc="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12858750" y="5905500"/>
            <a:ext cx="457200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ctr" indent="0" marL="0">
              <a:lnSpc>
                <a:spcPts val="2730"/>
              </a:lnSpc>
              <a:buNone/>
            </a:pPr>
            <a:r>
              <a:rPr lang="en-US" sz="2100" dirty="0" spc="-4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Trong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914400" y="7429500"/>
            <a:ext cx="95250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19050">
            <a:solidFill>
              <a:srgbClr val="5B607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33500" y="7429500"/>
            <a:ext cx="8763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CSS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HTML.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10668000" y="7429500"/>
            <a:ext cx="6705600" cy="9525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20" name="Text 18"/>
          <p:cNvSpPr/>
          <p:nvPr/>
        </p:nvSpPr>
        <p:spPr>
          <a:xfrm>
            <a:off x="11049000" y="7429500"/>
            <a:ext cx="6096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áp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 cho mọi</a:t>
            </a:r>
            <a:r>
              <a:rPr lang="en-US" sz="24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JavaScript.</a:t>
            </a:r>
            <a:endParaRPr lang="en-US" sz="2400" dirty="0"/>
          </a:p>
        </p:txBody>
      </p:sp>
      <p:sp>
        <p:nvSpPr>
          <p:cNvPr id="21" name="Connector line-1792293371155-122391721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B607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B607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B607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3" name="Text 3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08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bf3dbcc6-93a4-45f1-ad2d-5b21610a14a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8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SÁU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BƯỚC,</a:t>
            </a:r>
            <a:r>
              <a:rPr lang="en-US" sz="1800" b="1" spc="28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TÓM</a:t>
            </a:r>
            <a:r>
              <a:rPr lang="en-US" sz="180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00" dirty="0" spc="-4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HTML</a:t>
            </a:r>
            <a:r>
              <a:rPr lang="en-US" sz="5700" dirty="0" spc="-5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5700" dirty="0" spc="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điểm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ảnh</a:t>
            </a:r>
            <a:r>
              <a:rPr lang="en-US" sz="57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57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chuỗi</a:t>
            </a:r>
            <a:r>
              <a:rPr lang="en-US" sz="5700" dirty="0" spc="-7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bước</a:t>
            </a:r>
            <a:endParaRPr lang="en-US" sz="57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2571750" cy="4000500"/>
          </a:xfrm>
          <a:prstGeom prst="roundRect">
            <a:avLst>
              <a:gd name="adj" fmla="val 10370"/>
            </a:avLst>
          </a:prstGeom>
          <a:solidFill>
            <a:srgbClr val="DDE3FA"/>
          </a:solidFill>
          <a:ln/>
        </p:spPr>
      </p:sp>
      <p:sp>
        <p:nvSpPr>
          <p:cNvPr id="5" name="Shape 3"/>
          <p:cNvSpPr/>
          <p:nvPr/>
        </p:nvSpPr>
        <p:spPr>
          <a:xfrm>
            <a:off x="3695700" y="2857500"/>
            <a:ext cx="2571750" cy="4000500"/>
          </a:xfrm>
          <a:prstGeom prst="roundRect">
            <a:avLst>
              <a:gd name="adj" fmla="val 10370"/>
            </a:avLst>
          </a:prstGeom>
          <a:solidFill>
            <a:srgbClr val="F3DFB8"/>
          </a:solidFill>
          <a:ln/>
        </p:spPr>
      </p:sp>
      <p:sp>
        <p:nvSpPr>
          <p:cNvPr id="6" name="Shape 4"/>
          <p:cNvSpPr/>
          <p:nvPr/>
        </p:nvSpPr>
        <p:spPr>
          <a:xfrm>
            <a:off x="6477000" y="2857500"/>
            <a:ext cx="2571750" cy="4000500"/>
          </a:xfrm>
          <a:prstGeom prst="roundRect">
            <a:avLst>
              <a:gd name="adj" fmla="val 10370"/>
            </a:avLst>
          </a:prstGeom>
          <a:solidFill>
            <a:srgbClr val="CFE8E2"/>
          </a:solidFill>
          <a:ln/>
        </p:spPr>
      </p:sp>
      <p:sp>
        <p:nvSpPr>
          <p:cNvPr id="7" name="Shape 5"/>
          <p:cNvSpPr/>
          <p:nvPr/>
        </p:nvSpPr>
        <p:spPr>
          <a:xfrm>
            <a:off x="9258300" y="2857500"/>
            <a:ext cx="2571750" cy="4000500"/>
          </a:xfrm>
          <a:prstGeom prst="roundRect">
            <a:avLst>
              <a:gd name="adj" fmla="val 10370"/>
            </a:avLst>
          </a:prstGeom>
          <a:solidFill>
            <a:srgbClr val="F8D9D0"/>
          </a:solidFill>
          <a:ln/>
        </p:spPr>
      </p:sp>
      <p:sp>
        <p:nvSpPr>
          <p:cNvPr id="8" name="Shape 6"/>
          <p:cNvSpPr/>
          <p:nvPr/>
        </p:nvSpPr>
        <p:spPr>
          <a:xfrm>
            <a:off x="12039600" y="2857500"/>
            <a:ext cx="2571750" cy="4000500"/>
          </a:xfrm>
          <a:prstGeom prst="roundRect">
            <a:avLst>
              <a:gd name="adj" fmla="val 10370"/>
            </a:avLst>
          </a:prstGeom>
          <a:solidFill>
            <a:srgbClr val="DDE3FA"/>
          </a:solidFill>
          <a:ln/>
        </p:spPr>
      </p:sp>
      <p:sp>
        <p:nvSpPr>
          <p:cNvPr id="9" name="Shape 7"/>
          <p:cNvSpPr/>
          <p:nvPr/>
        </p:nvSpPr>
        <p:spPr>
          <a:xfrm>
            <a:off x="14820900" y="2857500"/>
            <a:ext cx="2552700" cy="4000500"/>
          </a:xfrm>
          <a:prstGeom prst="roundRect">
            <a:avLst>
              <a:gd name="adj" fmla="val 10448"/>
            </a:avLst>
          </a:prstGeom>
          <a:solidFill>
            <a:srgbClr val="CFE8E2"/>
          </a:solidFill>
          <a:ln/>
        </p:spPr>
      </p:sp>
      <p:sp>
        <p:nvSpPr>
          <p:cNvPr id="10" name="Text 8"/>
          <p:cNvSpPr/>
          <p:nvPr/>
        </p:nvSpPr>
        <p:spPr>
          <a:xfrm>
            <a:off x="1181100" y="3086100"/>
            <a:ext cx="1905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0" dirty="0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7500" dirty="0"/>
          </a:p>
        </p:txBody>
      </p:sp>
      <p:sp>
        <p:nvSpPr>
          <p:cNvPr id="11" name="Text 9"/>
          <p:cNvSpPr/>
          <p:nvPr/>
        </p:nvSpPr>
        <p:spPr>
          <a:xfrm>
            <a:off x="3962400" y="3086100"/>
            <a:ext cx="1905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0" dirty="0" spc="-5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7500" dirty="0"/>
          </a:p>
        </p:txBody>
      </p:sp>
      <p:sp>
        <p:nvSpPr>
          <p:cNvPr id="12" name="Text 10"/>
          <p:cNvSpPr/>
          <p:nvPr/>
        </p:nvSpPr>
        <p:spPr>
          <a:xfrm>
            <a:off x="6743700" y="3086100"/>
            <a:ext cx="1905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0" dirty="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7500" dirty="0"/>
          </a:p>
        </p:txBody>
      </p:sp>
      <p:sp>
        <p:nvSpPr>
          <p:cNvPr id="13" name="Text 11"/>
          <p:cNvSpPr/>
          <p:nvPr/>
        </p:nvSpPr>
        <p:spPr>
          <a:xfrm>
            <a:off x="9525000" y="3086100"/>
            <a:ext cx="1905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0" dirty="0" spc="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7500" dirty="0"/>
          </a:p>
        </p:txBody>
      </p:sp>
      <p:sp>
        <p:nvSpPr>
          <p:cNvPr id="14" name="Text 12"/>
          <p:cNvSpPr/>
          <p:nvPr/>
        </p:nvSpPr>
        <p:spPr>
          <a:xfrm>
            <a:off x="12306300" y="3086100"/>
            <a:ext cx="1905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0" dirty="0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7500" dirty="0"/>
          </a:p>
        </p:txBody>
      </p:sp>
      <p:sp>
        <p:nvSpPr>
          <p:cNvPr id="15" name="Text 13"/>
          <p:cNvSpPr/>
          <p:nvPr/>
        </p:nvSpPr>
        <p:spPr>
          <a:xfrm>
            <a:off x="15087600" y="3086100"/>
            <a:ext cx="1905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0" dirty="0" spc="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6</a:t>
            </a:r>
            <a:endParaRPr lang="en-US" sz="7500" dirty="0"/>
          </a:p>
        </p:txBody>
      </p:sp>
      <p:sp>
        <p:nvSpPr>
          <p:cNvPr id="16" name="Text 14"/>
          <p:cNvSpPr/>
          <p:nvPr/>
        </p:nvSpPr>
        <p:spPr>
          <a:xfrm>
            <a:off x="1181100" y="4572000"/>
            <a:ext cx="21145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HTML → DOM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181100" y="5619750"/>
            <a:ext cx="2114550" cy="104775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1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Cây</a:t>
            </a:r>
            <a:r>
              <a:rPr lang="en-US" sz="1950" dirty="0" spc="-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DOM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3962400" y="4572000"/>
            <a:ext cx="21145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CSS → CSSOM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3962400" y="5619750"/>
            <a:ext cx="2114550" cy="104775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1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Cây</a:t>
            </a:r>
            <a:r>
              <a:rPr lang="en-US" sz="1950" dirty="0" spc="5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CSSOM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6743700" y="4572000"/>
            <a:ext cx="21145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Render</a:t>
            </a:r>
            <a:r>
              <a:rPr lang="en-US" sz="24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tree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743700" y="5619750"/>
            <a:ext cx="2114550" cy="104775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Gộp</a:t>
            </a:r>
            <a:r>
              <a:rPr lang="en-US" sz="195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950" dirty="0" spc="-1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cây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9525000" y="4572000"/>
            <a:ext cx="21145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Layout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9525000" y="5619750"/>
            <a:ext cx="2114550" cy="104775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Kích</a:t>
            </a:r>
            <a:r>
              <a:rPr lang="en-US" sz="1950" dirty="0" spc="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thước,</a:t>
            </a:r>
            <a:r>
              <a:rPr lang="en-US" sz="195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1950" dirty="0" spc="9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12306300" y="4572000"/>
            <a:ext cx="21145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Paint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2400" b="1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Raster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12306300" y="5619750"/>
            <a:ext cx="2114550" cy="104775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Lệnh vẽ → điểm ảnh</a:t>
            </a:r>
            <a:endParaRPr lang="en-US" sz="1950" dirty="0"/>
          </a:p>
        </p:txBody>
      </p:sp>
      <p:sp>
        <p:nvSpPr>
          <p:cNvPr id="26" name="Text 24"/>
          <p:cNvSpPr/>
          <p:nvPr/>
        </p:nvSpPr>
        <p:spPr>
          <a:xfrm>
            <a:off x="15087600" y="4572000"/>
            <a:ext cx="21145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Ghép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15087600" y="5619750"/>
            <a:ext cx="2114550" cy="104775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Đôi</a:t>
            </a:r>
            <a:r>
              <a:rPr lang="en-US" sz="195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khi,</a:t>
            </a:r>
            <a:r>
              <a:rPr lang="en-US" sz="1950" dirty="0" spc="-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950" dirty="0" spc="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GPU</a:t>
            </a:r>
            <a:endParaRPr lang="en-US" sz="1950" dirty="0"/>
          </a:p>
        </p:txBody>
      </p:sp>
      <p:sp>
        <p:nvSpPr>
          <p:cNvPr id="28" name="Shape 26"/>
          <p:cNvSpPr/>
          <p:nvPr/>
        </p:nvSpPr>
        <p:spPr>
          <a:xfrm>
            <a:off x="914400" y="7334250"/>
            <a:ext cx="16459200" cy="1143000"/>
          </a:xfrm>
          <a:prstGeom prst="roundRect">
            <a:avLst>
              <a:gd name="adj" fmla="val 41667"/>
            </a:avLst>
          </a:prstGeom>
          <a:solidFill>
            <a:srgbClr val="14161C"/>
          </a:solidFill>
          <a:ln/>
        </p:spPr>
      </p:sp>
      <p:sp>
        <p:nvSpPr>
          <p:cNvPr id="29" name="Text 27"/>
          <p:cNvSpPr/>
          <p:nvPr/>
        </p:nvSpPr>
        <p:spPr>
          <a:xfrm>
            <a:off x="1428750" y="7334250"/>
            <a:ext cx="15430500" cy="1143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ctr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Hiểu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24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giúp</a:t>
            </a:r>
            <a:r>
              <a:rPr lang="en-US" sz="24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4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40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CSS</a:t>
            </a:r>
            <a:r>
              <a:rPr lang="en-US" sz="24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script</a:t>
            </a: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4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chậm.</a:t>
            </a:r>
            <a:endParaRPr lang="en-US" sz="2400" dirty="0"/>
          </a:p>
        </p:txBody>
      </p:sp>
      <p:sp>
        <p:nvSpPr>
          <p:cNvPr id="30" name="Connector line-1792293391222-114847299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31" name="Shape 2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2" name="Text 4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08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43" name="Shape 4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4" name="Moda image moda-export-watermark-618d1695-1770-44a6-9a3b-0b61890b3ad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20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80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 ĐỐI</a:t>
            </a:r>
            <a:r>
              <a:rPr lang="en-US" sz="1800" b="1" spc="30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00" dirty="0" spc="-4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57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5700" dirty="0" spc="-6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5700" dirty="0"/>
          </a:p>
        </p:txBody>
      </p:sp>
      <p:sp>
        <p:nvSpPr>
          <p:cNvPr id="4" name="Shape 2"/>
          <p:cNvSpPr/>
          <p:nvPr/>
        </p:nvSpPr>
        <p:spPr>
          <a:xfrm>
            <a:off x="914400" y="2495550"/>
            <a:ext cx="3333750" cy="2762250"/>
          </a:xfrm>
          <a:prstGeom prst="roundRect">
            <a:avLst>
              <a:gd name="adj" fmla="val 8276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4381500" y="2495550"/>
            <a:ext cx="3333750" cy="2762250"/>
          </a:xfrm>
          <a:prstGeom prst="roundRect">
            <a:avLst>
              <a:gd name="adj" fmla="val 8276"/>
            </a:avLst>
          </a:prstGeom>
          <a:solidFill>
            <a:srgbClr val="1E212B"/>
          </a:solidFill>
          <a:ln/>
        </p:spPr>
      </p:sp>
      <p:sp>
        <p:nvSpPr>
          <p:cNvPr id="6" name="Shape 4"/>
          <p:cNvSpPr/>
          <p:nvPr/>
        </p:nvSpPr>
        <p:spPr>
          <a:xfrm>
            <a:off x="7848600" y="2495550"/>
            <a:ext cx="3333750" cy="2762250"/>
          </a:xfrm>
          <a:prstGeom prst="roundRect">
            <a:avLst>
              <a:gd name="adj" fmla="val 8276"/>
            </a:avLst>
          </a:prstGeom>
          <a:solidFill>
            <a:srgbClr val="1E212B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5391150"/>
            <a:ext cx="3333750" cy="2762250"/>
          </a:xfrm>
          <a:prstGeom prst="roundRect">
            <a:avLst>
              <a:gd name="adj" fmla="val 8276"/>
            </a:avLst>
          </a:prstGeom>
          <a:solidFill>
            <a:srgbClr val="1E212B"/>
          </a:solidFill>
          <a:ln/>
        </p:spPr>
      </p:sp>
      <p:sp>
        <p:nvSpPr>
          <p:cNvPr id="8" name="Shape 6"/>
          <p:cNvSpPr/>
          <p:nvPr/>
        </p:nvSpPr>
        <p:spPr>
          <a:xfrm>
            <a:off x="4381500" y="5391150"/>
            <a:ext cx="3333750" cy="2762250"/>
          </a:xfrm>
          <a:prstGeom prst="roundRect">
            <a:avLst>
              <a:gd name="adj" fmla="val 8276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7848600" y="5391150"/>
            <a:ext cx="3333750" cy="2762250"/>
          </a:xfrm>
          <a:prstGeom prst="roundRect">
            <a:avLst>
              <a:gd name="adj" fmla="val 8276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181100" y="2705100"/>
            <a:ext cx="28003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HTML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1181100" y="3486150"/>
            <a:ext cx="2800350" cy="5715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HyperText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Markup</a:t>
            </a: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Language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181100" y="4191000"/>
            <a:ext cx="2800350" cy="9525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b="1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Văn</a:t>
            </a:r>
            <a:r>
              <a:rPr lang="en-US" sz="19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9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 thẻ</a:t>
            </a:r>
            <a:endParaRPr lang="en-US" sz="1950" dirty="0"/>
          </a:p>
          <a:p>
            <a:pPr algn="l" indent="0" marL="0">
              <a:lnSpc>
                <a:spcPts val="2535"/>
              </a:lnSpc>
              <a:buNone/>
            </a:pPr>
            <a:r>
              <a:rPr lang="en-US" sz="19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19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19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19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19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4648200" y="2705100"/>
            <a:ext cx="28003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DOM</a:t>
            </a:r>
            <a:endParaRPr lang="en-US" sz="4200" dirty="0"/>
          </a:p>
        </p:txBody>
      </p:sp>
      <p:sp>
        <p:nvSpPr>
          <p:cNvPr id="14" name="Text 12"/>
          <p:cNvSpPr/>
          <p:nvPr/>
        </p:nvSpPr>
        <p:spPr>
          <a:xfrm>
            <a:off x="4648200" y="3486150"/>
            <a:ext cx="2800350" cy="5715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Document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Object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Model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4648200" y="4191000"/>
            <a:ext cx="2800350" cy="9525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Cây</a:t>
            </a:r>
            <a:r>
              <a:rPr lang="en-US" sz="19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9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r>
              <a:rPr lang="en-US" sz="19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trang;</a:t>
            </a:r>
            <a:endParaRPr lang="en-US" sz="1950" dirty="0"/>
          </a:p>
          <a:p>
            <a:pPr algn="l" indent="0" marL="0">
              <a:lnSpc>
                <a:spcPts val="2535"/>
              </a:lnSpc>
              <a:buNone/>
            </a:pPr>
            <a:r>
              <a:rPr lang="en-US" sz="19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JavaScript</a:t>
            </a:r>
            <a:r>
              <a:rPr lang="en-US" sz="195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 được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8115300" y="2705100"/>
            <a:ext cx="28003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1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CSS</a:t>
            </a:r>
            <a:endParaRPr lang="en-US" sz="4200" dirty="0"/>
          </a:p>
        </p:txBody>
      </p:sp>
      <p:sp>
        <p:nvSpPr>
          <p:cNvPr id="17" name="Text 15"/>
          <p:cNvSpPr/>
          <p:nvPr/>
        </p:nvSpPr>
        <p:spPr>
          <a:xfrm>
            <a:off x="8115300" y="3486150"/>
            <a:ext cx="2800350" cy="5715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Cascading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Style Sheets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8115300" y="4191000"/>
            <a:ext cx="2800350" cy="9525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Luật mô</a:t>
            </a:r>
            <a:r>
              <a:rPr lang="en-US" sz="19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19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màu</a:t>
            </a:r>
            <a:r>
              <a:rPr lang="en-US" sz="19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sắc,</a:t>
            </a:r>
            <a:endParaRPr lang="en-US" sz="1950" dirty="0"/>
          </a:p>
          <a:p>
            <a:pPr algn="l" indent="0" marL="0">
              <a:lnSpc>
                <a:spcPts val="2535"/>
              </a:lnSpc>
              <a:buNone/>
            </a:pPr>
            <a:r>
              <a:rPr lang="en-US" sz="19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cỡ</a:t>
            </a:r>
            <a:r>
              <a:rPr lang="en-US" sz="19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19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r>
              <a:rPr lang="en-US" sz="195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1181100" y="5600700"/>
            <a:ext cx="28003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7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CSSOM</a:t>
            </a:r>
            <a:endParaRPr lang="en-US" sz="4200" dirty="0"/>
          </a:p>
        </p:txBody>
      </p:sp>
      <p:sp>
        <p:nvSpPr>
          <p:cNvPr id="20" name="Text 18"/>
          <p:cNvSpPr/>
          <p:nvPr/>
        </p:nvSpPr>
        <p:spPr>
          <a:xfrm>
            <a:off x="1181100" y="6381750"/>
            <a:ext cx="2800350" cy="5715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CSS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Object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Model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181100" y="7086600"/>
            <a:ext cx="2800350" cy="9525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Luật</a:t>
            </a:r>
            <a:r>
              <a:rPr lang="en-US" sz="19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CSS</a:t>
            </a:r>
            <a:r>
              <a:rPr lang="en-US" sz="19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9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đọc,</a:t>
            </a:r>
            <a:endParaRPr lang="en-US" sz="1950" dirty="0"/>
          </a:p>
          <a:p>
            <a:pPr algn="l" indent="0" marL="0">
              <a:lnSpc>
                <a:spcPts val="2535"/>
              </a:lnSpc>
              <a:buNone/>
            </a:pPr>
            <a:r>
              <a:rPr lang="en-US" sz="1950" b="1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xếp</a:t>
            </a:r>
            <a:r>
              <a:rPr lang="en-US" sz="19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19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950" b="1" dirty="0" spc="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4648200" y="5600700"/>
            <a:ext cx="28003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GPU</a:t>
            </a:r>
            <a:endParaRPr lang="en-US" sz="4200" dirty="0"/>
          </a:p>
        </p:txBody>
      </p:sp>
      <p:sp>
        <p:nvSpPr>
          <p:cNvPr id="23" name="Text 21"/>
          <p:cNvSpPr/>
          <p:nvPr/>
        </p:nvSpPr>
        <p:spPr>
          <a:xfrm>
            <a:off x="4648200" y="6381750"/>
            <a:ext cx="2800350" cy="5715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Graphics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Processing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Unit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4648200" y="7086600"/>
            <a:ext cx="2800350" cy="9525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Chip</a:t>
            </a:r>
            <a:r>
              <a:rPr lang="en-US" sz="19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chuyên</a:t>
            </a:r>
            <a:r>
              <a:rPr lang="en-US" sz="19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vẽ</a:t>
            </a:r>
            <a:r>
              <a:rPr lang="en-US" sz="19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hình,</a:t>
            </a:r>
            <a:endParaRPr lang="en-US" sz="1950" dirty="0"/>
          </a:p>
          <a:p>
            <a:pPr algn="l" indent="0" marL="0">
              <a:lnSpc>
                <a:spcPts val="2535"/>
              </a:lnSpc>
              <a:buNone/>
            </a:pPr>
            <a:r>
              <a:rPr lang="en-US" sz="19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giúp</a:t>
            </a:r>
            <a:r>
              <a:rPr lang="en-US" sz="19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ghép</a:t>
            </a:r>
            <a:r>
              <a:rPr lang="en-US" sz="19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19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endParaRPr lang="en-US" sz="1950" dirty="0"/>
          </a:p>
        </p:txBody>
      </p:sp>
      <p:sp>
        <p:nvSpPr>
          <p:cNvPr id="25" name="Text 23"/>
          <p:cNvSpPr/>
          <p:nvPr/>
        </p:nvSpPr>
        <p:spPr>
          <a:xfrm>
            <a:off x="8115300" y="5600700"/>
            <a:ext cx="28003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MDN</a:t>
            </a:r>
            <a:endParaRPr lang="en-US" sz="4200" dirty="0"/>
          </a:p>
        </p:txBody>
      </p:sp>
      <p:sp>
        <p:nvSpPr>
          <p:cNvPr id="26" name="Text 24"/>
          <p:cNvSpPr/>
          <p:nvPr/>
        </p:nvSpPr>
        <p:spPr>
          <a:xfrm>
            <a:off x="8115300" y="6381750"/>
            <a:ext cx="2800350" cy="5715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Mozilla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Developer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Network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8115300" y="7086600"/>
            <a:ext cx="2800350" cy="9525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b="1" dirty="0" spc="-6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9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9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950" b="1" dirty="0" spc="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endParaRPr lang="en-US" sz="1950" dirty="0"/>
          </a:p>
          <a:p>
            <a:pPr algn="l" indent="0" marL="0">
              <a:lnSpc>
                <a:spcPts val="2535"/>
              </a:lnSpc>
              <a:buNone/>
            </a:pPr>
            <a:r>
              <a:rPr lang="en-US" sz="19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công</a:t>
            </a:r>
            <a:r>
              <a:rPr lang="en-US" sz="19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nghệ</a:t>
            </a:r>
            <a:r>
              <a:rPr lang="en-US" sz="195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1950" dirty="0"/>
          </a:p>
        </p:txBody>
      </p:sp>
      <p:sp>
        <p:nvSpPr>
          <p:cNvPr id="28" name="Shape 26"/>
          <p:cNvSpPr/>
          <p:nvPr/>
        </p:nvSpPr>
        <p:spPr>
          <a:xfrm>
            <a:off x="11430000" y="2495550"/>
            <a:ext cx="5943600" cy="5657850"/>
          </a:xfrm>
          <a:prstGeom prst="roundRect">
            <a:avLst>
              <a:gd name="adj" fmla="val 4040"/>
            </a:avLst>
          </a:prstGeom>
          <a:solidFill>
            <a:srgbClr val="F3EEE3"/>
          </a:solidFill>
          <a:ln/>
        </p:spPr>
      </p:sp>
      <p:sp>
        <p:nvSpPr>
          <p:cNvPr id="29" name="Text 27"/>
          <p:cNvSpPr/>
          <p:nvPr/>
        </p:nvSpPr>
        <p:spPr>
          <a:xfrm>
            <a:off x="11811000" y="2781300"/>
            <a:ext cx="5143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650" b="1" spc="22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6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11811000" y="3276600"/>
            <a:ext cx="5143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endParaRPr lang="en-US" sz="2250" dirty="0"/>
          </a:p>
        </p:txBody>
      </p:sp>
      <p:sp>
        <p:nvSpPr>
          <p:cNvPr id="31" name="Text 29"/>
          <p:cNvSpPr/>
          <p:nvPr/>
        </p:nvSpPr>
        <p:spPr>
          <a:xfrm>
            <a:off x="11811000" y="3638550"/>
            <a:ext cx="5143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4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950" dirty="0" spc="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-1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195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1950" dirty="0" spc="-4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1950" dirty="0" spc="17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1950" dirty="0"/>
          </a:p>
        </p:txBody>
      </p:sp>
      <p:sp>
        <p:nvSpPr>
          <p:cNvPr id="32" name="Text 30"/>
          <p:cNvSpPr/>
          <p:nvPr/>
        </p:nvSpPr>
        <p:spPr>
          <a:xfrm>
            <a:off x="11811000" y="4248150"/>
            <a:ext cx="5143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MDN</a:t>
            </a:r>
            <a:endParaRPr lang="en-US" sz="2250" dirty="0"/>
          </a:p>
        </p:txBody>
      </p:sp>
      <p:sp>
        <p:nvSpPr>
          <p:cNvPr id="33" name="Text 31"/>
          <p:cNvSpPr/>
          <p:nvPr/>
        </p:nvSpPr>
        <p:spPr>
          <a:xfrm>
            <a:off x="11811000" y="4610100"/>
            <a:ext cx="5143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5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How</a:t>
            </a:r>
            <a:r>
              <a:rPr lang="en-US" sz="1950" dirty="0" spc="-16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browsers</a:t>
            </a:r>
            <a:r>
              <a:rPr lang="en-US" sz="1950" dirty="0" spc="-1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work</a:t>
            </a:r>
            <a:endParaRPr lang="en-US" sz="1950" dirty="0"/>
          </a:p>
        </p:txBody>
      </p:sp>
      <p:sp>
        <p:nvSpPr>
          <p:cNvPr id="34" name="Text 32"/>
          <p:cNvSpPr/>
          <p:nvPr/>
        </p:nvSpPr>
        <p:spPr>
          <a:xfrm>
            <a:off x="11811000" y="4933950"/>
            <a:ext cx="5143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4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Critical</a:t>
            </a:r>
            <a:r>
              <a:rPr lang="en-US" sz="1950" dirty="0" spc="-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rendering</a:t>
            </a:r>
            <a:r>
              <a:rPr lang="en-US" sz="1950" dirty="0" spc="-1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path</a:t>
            </a:r>
            <a:endParaRPr lang="en-US" sz="1950" dirty="0"/>
          </a:p>
        </p:txBody>
      </p:sp>
      <p:sp>
        <p:nvSpPr>
          <p:cNvPr id="35" name="Text 33"/>
          <p:cNvSpPr/>
          <p:nvPr/>
        </p:nvSpPr>
        <p:spPr>
          <a:xfrm>
            <a:off x="11811000" y="5543550"/>
            <a:ext cx="5143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Chrome</a:t>
            </a:r>
            <a:endParaRPr lang="en-US" sz="2250" dirty="0"/>
          </a:p>
        </p:txBody>
      </p:sp>
      <p:sp>
        <p:nvSpPr>
          <p:cNvPr id="36" name="Text 34"/>
          <p:cNvSpPr/>
          <p:nvPr/>
        </p:nvSpPr>
        <p:spPr>
          <a:xfrm>
            <a:off x="11811000" y="5905500"/>
            <a:ext cx="5143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RenderingNG</a:t>
            </a:r>
            <a:r>
              <a:rPr lang="en-US" sz="1950" dirty="0" spc="-16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architecture</a:t>
            </a:r>
            <a:endParaRPr lang="en-US" sz="1950" dirty="0"/>
          </a:p>
        </p:txBody>
      </p:sp>
      <p:sp>
        <p:nvSpPr>
          <p:cNvPr id="37" name="Text 35"/>
          <p:cNvSpPr/>
          <p:nvPr/>
        </p:nvSpPr>
        <p:spPr>
          <a:xfrm>
            <a:off x="11811000" y="6515100"/>
            <a:ext cx="5143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HTML</a:t>
            </a:r>
            <a:r>
              <a:rPr lang="en-US" sz="22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Standard</a:t>
            </a:r>
            <a:endParaRPr lang="en-US" sz="2250" dirty="0"/>
          </a:p>
        </p:txBody>
      </p:sp>
      <p:sp>
        <p:nvSpPr>
          <p:cNvPr id="38" name="Text 36"/>
          <p:cNvSpPr/>
          <p:nvPr/>
        </p:nvSpPr>
        <p:spPr>
          <a:xfrm>
            <a:off x="11811000" y="6877050"/>
            <a:ext cx="5143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script</a:t>
            </a:r>
            <a:r>
              <a:rPr lang="en-US" sz="1950" dirty="0" spc="-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element</a:t>
            </a:r>
            <a:endParaRPr lang="en-US" sz="1950" dirty="0"/>
          </a:p>
        </p:txBody>
      </p:sp>
      <p:sp>
        <p:nvSpPr>
          <p:cNvPr id="39" name="Text 37"/>
          <p:cNvSpPr/>
          <p:nvPr/>
        </p:nvSpPr>
        <p:spPr>
          <a:xfrm>
            <a:off x="11811000" y="7429500"/>
            <a:ext cx="5143500" cy="6096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2026-10-13;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</a:t>
            </a:r>
            <a:r>
              <a:rPr lang="en-US" sz="180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clone.</a:t>
            </a:r>
            <a:endParaRPr lang="en-US" sz="1800" dirty="0"/>
          </a:p>
        </p:txBody>
      </p:sp>
      <p:sp>
        <p:nvSpPr>
          <p:cNvPr id="40" name="Connector line-1792293416693-739636007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41" name="Shape 3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B607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52" name="Text 5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08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53" name="Shape 5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4" name="Moda image moda-export-watermark-f7d1e3d4-a715-4322-a29c-65f8ecd36e9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2026-10-18T05:34:11Z</dcterms:created>
  <dcterms:modified xsi:type="dcterms:W3CDTF">2026-10-18T05:34:11Z</dcterms:modified>
</cp:coreProperties>
</file>