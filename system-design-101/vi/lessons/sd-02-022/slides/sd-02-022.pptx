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Airbnb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gì,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30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80198966-564207188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macro.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Khối</a:t>
            </a:r>
            <a:r>
              <a:rPr lang="en-US" sz="31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25600" y="2762250"/>
            <a:ext cx="2971800" cy="1619250"/>
          </a:xfrm>
          <a:prstGeom prst="rect">
            <a:avLst/>
          </a:prstGeom>
          <a:noFill/>
          <a:ln/>
        </p:spPr>
        <p:txBody>
          <a:bodyPr wrap="square" lIns="0" tIns="18491" rIns="0" bIns="-18491" rtlCol="0" anchor="t"/>
          <a:lstStyle/>
          <a:p>
            <a:pPr algn="l" indent="0" marL="0">
              <a:lnSpc>
                <a:spcPts val="3202"/>
              </a:lnSpc>
              <a:buNone/>
            </a:pPr>
            <a:r>
              <a:rPr lang="en-US" sz="2911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Microservice</a:t>
            </a:r>
            <a:endParaRPr lang="en-US" sz="2911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</a:t>
            </a:r>
            <a:r>
              <a:rPr lang="en-US" sz="315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315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macro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6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Vấn</a:t>
            </a:r>
            <a:r>
              <a:rPr lang="en-US" sz="3150" dirty="0" spc="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15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4e326ef-5ca7-40e6-a937-8676216b8c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Airbnb</a:t>
            </a:r>
            <a:endParaRPr lang="en-US" sz="6900" dirty="0"/>
          </a:p>
        </p:txBody>
      </p:sp>
      <p:sp>
        <p:nvSpPr>
          <p:cNvPr id="4" name="Connector line-1792380201716-718304892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2500" y="381000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2008–2017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Khối nguyên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8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2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3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250" dirty="0" spc="-1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Rails.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38900" y="381000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2017–2020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Microservice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4008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1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925300" y="381000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33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2020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8872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macro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18872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8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9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Jessica</a:t>
            </a:r>
            <a:r>
              <a:rPr lang="en-US" sz="2100" dirty="0" spc="-4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29f9812-1bb7-493f-8b87-4a9467e13e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950" b="1" spc="28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95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2008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đến</a:t>
            </a:r>
            <a:r>
              <a:rPr lang="en-US" sz="48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2017:</a:t>
            </a:r>
            <a:r>
              <a:rPr lang="en-US" sz="4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Ruby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on</a:t>
            </a:r>
            <a:r>
              <a:rPr lang="en-US" sz="4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Rails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25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đề:</a:t>
            </a:r>
            <a:r>
              <a:rPr lang="en-US" sz="25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rối,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hữu,</a:t>
            </a:r>
            <a:r>
              <a:rPr lang="en-US" sz="25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57d4756-4d46-4b4f-9655-2ae4b5b158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9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MICROSERVICE,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2017–2020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dịch vụ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hữu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10000" cy="4191000"/>
          </a:xfrm>
          <a:prstGeom prst="roundRect">
            <a:avLst>
              <a:gd name="adj" fmla="val 7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3048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F8D9D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9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4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0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24450" y="3048000"/>
            <a:ext cx="3810000" cy="4191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5450" y="3352800"/>
            <a:ext cx="3048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5505450" y="4286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Logic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nghiệp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5505450" y="571500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0" y="3048000"/>
            <a:ext cx="3810000" cy="4191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5500" y="3352800"/>
            <a:ext cx="3048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9715500" y="4286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34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715500" y="571500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544550" y="3048000"/>
            <a:ext cx="3810000" cy="4191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25550" y="3352800"/>
            <a:ext cx="3048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13925550" y="4286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Gộp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UI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3925550" y="571500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9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2ccac23-7557-4aec-8702-db126d759a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950" b="1" spc="28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95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MACRO,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Hướng</a:t>
            </a:r>
            <a:r>
              <a:rPr lang="en-US" sz="66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mới: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trăm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vụ,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macroservice, API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“Hiện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nay”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diễn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hôm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57b2249-fcd4-475d-892a-1b5c4b3bd8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7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2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Giải</a:t>
            </a: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pháp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66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66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6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Sở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hữu</a:t>
            </a:r>
            <a:r>
              <a:rPr lang="en-US" sz="3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rối,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 khai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3300" dirty="0"/>
          </a:p>
        </p:txBody>
      </p:sp>
      <p:sp>
        <p:nvSpPr>
          <p:cNvPr id="7" name="Connector line-1792380252152-317677247"/>
          <p:cNvSpPr/>
          <p:nvPr/>
        </p:nvSpPr>
        <p:spPr>
          <a:xfrm>
            <a:off x="6029325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2775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MICROSERVICE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2775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trăm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 quản lý</a:t>
            </a:r>
            <a:endParaRPr lang="en-US" sz="3300" dirty="0"/>
          </a:p>
        </p:txBody>
      </p:sp>
      <p:sp>
        <p:nvSpPr>
          <p:cNvPr id="11" name="Connector line-1792380252157-209063377"/>
          <p:cNvSpPr/>
          <p:nvPr/>
        </p:nvSpPr>
        <p:spPr>
          <a:xfrm>
            <a:off x="11734800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2535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</a:t>
            </a:r>
            <a:r>
              <a:rPr lang="en-US" sz="180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800" b="1" spc="20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825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33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3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3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86ac686-a406-4b23-8209-0e74ff43c2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ngỏ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macroservice.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là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df97aa4-f250-4c0a-b7eb-f283e02913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66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 lâu:</a:t>
            </a:r>
            <a:r>
              <a:rPr lang="en-US" sz="66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1950" b="1" spc="228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3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3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sửa;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36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3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MICROSERVICE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6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hữu;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 riêng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nguyên: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1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f8d77a0-3989-44d8-953f-b7d6565f4d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Macroservice có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spc="21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 ít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 nhỏ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liên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mỗi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nắm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9723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040462c-71db-462d-b41d-6d98593978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225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User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9245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63436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68770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Jessica</a:t>
            </a:r>
            <a:r>
              <a:rPr lang="en-US" sz="1800" dirty="0" spc="-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361e3955-8ef2-4287-8658-5f8a7179dd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2026-10-19T03:25:02Z</dcterms:created>
  <dcterms:modified xsi:type="dcterms:W3CDTF">2026-10-19T03:25:02Z</dcterms:modified>
</cp:coreProperties>
</file>