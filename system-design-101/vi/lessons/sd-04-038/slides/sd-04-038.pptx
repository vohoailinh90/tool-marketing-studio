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8953500" cy="13335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Định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81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CAP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17812" rIns="0" bIns="-17812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33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33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33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33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3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3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953000"/>
            <a:ext cx="8382000" cy="952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ba: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mạng</a:t>
            </a:r>
            <a:r>
              <a:rPr lang="en-US" sz="2250" dirty="0" spc="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đứt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14400" y="95250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sd-04-038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477500" y="1295400"/>
            <a:ext cx="68961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58500" y="1524000"/>
            <a:ext cx="11430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12192000" y="1676400"/>
            <a:ext cx="495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Nhất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2192000" y="2190750"/>
            <a:ext cx="4857750" cy="1143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1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1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477500" y="3905250"/>
            <a:ext cx="68961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58500" y="4133850"/>
            <a:ext cx="11430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12192000" y="4286250"/>
            <a:ext cx="495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Sẵn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2192000" y="4800600"/>
            <a:ext cx="4857750" cy="1143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1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0477500" y="6515100"/>
            <a:ext cx="68961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58500" y="6743700"/>
            <a:ext cx="11430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12192000" y="6896100"/>
            <a:ext cx="495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Chịu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2192000" y="7410450"/>
            <a:ext cx="4857750" cy="1143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3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1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48341ec2-3ca9-4b22-a630-d9f72940f27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524000"/>
            <a:ext cx="114300" cy="23812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428750"/>
            <a:ext cx="15716250" cy="257175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Mạng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75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cắt:</a:t>
            </a:r>
            <a:r>
              <a:rPr lang="en-US" sz="75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5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75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ngay,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 cho</a:t>
            </a:r>
            <a:r>
              <a:rPr lang="en-US" sz="75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đúng?</a:t>
            </a:r>
            <a:endParaRPr lang="en-US" sz="7500" dirty="0"/>
          </a:p>
        </p:txBody>
      </p:sp>
      <p:sp>
        <p:nvSpPr>
          <p:cNvPr id="5" name="Shape 3"/>
          <p:cNvSpPr/>
          <p:nvPr/>
        </p:nvSpPr>
        <p:spPr>
          <a:xfrm>
            <a:off x="914400" y="4476750"/>
            <a:ext cx="7810500" cy="2190750"/>
          </a:xfrm>
          <a:prstGeom prst="roundRect">
            <a:avLst>
              <a:gd name="adj" fmla="val 12174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476250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800" b="1" spc="24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5238750"/>
            <a:ext cx="7048500" cy="1143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"Hai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ba"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lầm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105900" y="4476750"/>
            <a:ext cx="7810500" cy="2190750"/>
          </a:xfrm>
          <a:prstGeom prst="roundRect">
            <a:avLst>
              <a:gd name="adj" fmla="val 12174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9486900" y="476250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86900" y="5238750"/>
            <a:ext cx="7048500" cy="1143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2850" b="1" dirty="0" spc="-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(PACELC)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14400" y="7048500"/>
            <a:ext cx="16002000" cy="1714500"/>
          </a:xfrm>
          <a:prstGeom prst="roundRect">
            <a:avLst>
              <a:gd name="adj" fmla="val 1555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5400" y="731520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95400" y="7734300"/>
            <a:ext cx="15240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16.15: bản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295400" y="8248650"/>
            <a:ext cx="1524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Cắt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mạng: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10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927ce6fc-9633-472e-a1b1-5d02b90792c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8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SAO</a:t>
            </a: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950" b="1" spc="21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b="1" spc="22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950" b="1" spc="15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bộ: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7810500" cy="4000500"/>
          </a:xfrm>
          <a:prstGeom prst="roundRect">
            <a:avLst>
              <a:gd name="adj" fmla="val 6667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8135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800" b="1" spc="227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71475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30480" rIns="0" bIns="-3048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Lệnh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48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xong</a:t>
            </a:r>
            <a:r>
              <a:rPr lang="en-US" sz="48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295400" y="5524500"/>
            <a:ext cx="7048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dirty="0" spc="2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400" dirty="0" spc="11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400" dirty="0" spc="1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563100" y="2857500"/>
            <a:ext cx="7810500" cy="40005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4100" y="318135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800" b="1" spc="1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944100" y="371475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30480" rIns="0" bIns="-3048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 spc="-10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Vẫn</a:t>
            </a:r>
            <a:r>
              <a:rPr lang="en-US" sz="48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48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48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9944100" y="5524500"/>
            <a:ext cx="7048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Nhưng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4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400" dirty="0"/>
          </a:p>
        </p:txBody>
      </p:sp>
      <p:sp>
        <p:nvSpPr>
          <p:cNvPr id="12" name="Connector line-1792374679271-305393415"/>
          <p:cNvSpPr/>
          <p:nvPr/>
        </p:nvSpPr>
        <p:spPr>
          <a:xfrm>
            <a:off x="8763000" y="4857750"/>
            <a:ext cx="762000" cy="0"/>
          </a:xfrm>
          <a:prstGeom prst="line">
            <a:avLst/>
          </a:prstGeom>
          <a:noFill/>
          <a:ln w="57150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8991600" y="4305300"/>
            <a:ext cx="571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✕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14400" y="7143750"/>
            <a:ext cx="7810500" cy="1619250"/>
          </a:xfrm>
          <a:prstGeom prst="roundRect">
            <a:avLst>
              <a:gd name="adj" fmla="val 14118"/>
            </a:avLst>
          </a:prstGeom>
          <a:solidFill>
            <a:srgbClr val="CFE8E2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739140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180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MẠNG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95400" y="7829550"/>
            <a:ext cx="7048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563100" y="7143750"/>
            <a:ext cx="7810500" cy="1619250"/>
          </a:xfrm>
          <a:prstGeom prst="roundRect">
            <a:avLst>
              <a:gd name="adj" fmla="val 14118"/>
            </a:avLst>
          </a:prstGeom>
          <a:solidFill>
            <a:srgbClr val="E8E0CF"/>
          </a:solidFill>
          <a:ln/>
        </p:spPr>
      </p:sp>
      <p:sp>
        <p:nvSpPr>
          <p:cNvPr id="18" name="Text 16"/>
          <p:cNvSpPr/>
          <p:nvPr/>
        </p:nvSpPr>
        <p:spPr>
          <a:xfrm>
            <a:off x="9944100" y="739140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18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944100" y="7829550"/>
            <a:ext cx="7048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sàng,</a:t>
            </a:r>
            <a:r>
              <a:rPr lang="en-US" sz="2550" b="1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9705540a-23b3-4f01-a7d1-4105cee3766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8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SAO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950" b="1" spc="21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 BỊ</a:t>
            </a:r>
            <a:r>
              <a:rPr lang="en-US" sz="1950" b="1" spc="1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Đồng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bộ: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6900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chờ,</a:t>
            </a:r>
            <a:r>
              <a:rPr lang="en-US" sz="6900" dirty="0" spc="-5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69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 quán</a:t>
            </a:r>
            <a:endParaRPr lang="en-US" sz="6900" dirty="0"/>
          </a:p>
        </p:txBody>
      </p:sp>
      <p:sp>
        <p:nvSpPr>
          <p:cNvPr id="4" name="Connector line-1792374712243-396675836"/>
          <p:cNvSpPr/>
          <p:nvPr/>
        </p:nvSpPr>
        <p:spPr>
          <a:xfrm>
            <a:off x="1085850" y="3524250"/>
            <a:ext cx="15963900" cy="0"/>
          </a:xfrm>
          <a:prstGeom prst="line">
            <a:avLst/>
          </a:prstGeom>
          <a:noFill/>
          <a:ln w="57150">
            <a:solidFill>
              <a:srgbClr val="3A3F4D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14400" y="3352800"/>
            <a:ext cx="342900" cy="342900"/>
          </a:xfrm>
          <a:prstGeom prst="ellipse">
            <a:avLst/>
          </a:prstGeom>
          <a:solidFill>
            <a:srgbClr val="9AA0B5"/>
          </a:solidFill>
          <a:ln/>
        </p:spPr>
      </p:sp>
      <p:sp>
        <p:nvSpPr>
          <p:cNvPr id="6" name="Shape 4"/>
          <p:cNvSpPr/>
          <p:nvPr/>
        </p:nvSpPr>
        <p:spPr>
          <a:xfrm>
            <a:off x="5153025" y="3352800"/>
            <a:ext cx="342900" cy="3429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7" name="Shape 5"/>
          <p:cNvSpPr/>
          <p:nvPr/>
        </p:nvSpPr>
        <p:spPr>
          <a:xfrm>
            <a:off x="9391650" y="3352800"/>
            <a:ext cx="342900" cy="3429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8" name="Shape 6"/>
          <p:cNvSpPr/>
          <p:nvPr/>
        </p:nvSpPr>
        <p:spPr>
          <a:xfrm>
            <a:off x="13630275" y="3352800"/>
            <a:ext cx="342900" cy="3429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62250"/>
            <a:ext cx="4000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3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800" b="1" spc="21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153025" y="2762250"/>
            <a:ext cx="4000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3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CẮT</a:t>
            </a:r>
            <a:r>
              <a:rPr lang="en-US" sz="18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91650" y="2762250"/>
            <a:ext cx="4000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18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630275" y="2762250"/>
            <a:ext cx="381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</a:t>
            </a:r>
            <a:r>
              <a:rPr lang="en-US" sz="1800" b="1" spc="18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3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1800" b="1" spc="13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000500"/>
            <a:ext cx="4000500" cy="85725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synchronous_standby_names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='*'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14400" y="4953000"/>
            <a:ext cx="4000500" cy="85725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sao</a:t>
            </a:r>
            <a:r>
              <a:rPr lang="en-US" sz="19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153025" y="4000500"/>
            <a:ext cx="4000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treo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5153025" y="4572000"/>
            <a:ext cx="400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Chờ ở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19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SyncRep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391650" y="4000500"/>
            <a:ext cx="4000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statement_timeout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5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391650" y="5048250"/>
            <a:ext cx="4000500" cy="7620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khác,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sao:</a:t>
            </a:r>
            <a:r>
              <a:rPr lang="en-US" sz="19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630275" y="4000500"/>
            <a:ext cx="38100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Cảnh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báo,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3630275" y="5048250"/>
            <a:ext cx="3810000" cy="7620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14400" y="6286500"/>
            <a:ext cx="100965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5400" y="6572250"/>
            <a:ext cx="9334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800" b="1" spc="23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95400" y="7029450"/>
            <a:ext cx="9334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dòng,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1295400" y="7696200"/>
            <a:ext cx="9334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 hai</a:t>
            </a:r>
            <a:r>
              <a:rPr lang="en-US" sz="24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câu: hai</a:t>
            </a:r>
            <a:r>
              <a:rPr lang="en-US" sz="2400" dirty="0" spc="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4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1391900" y="6286500"/>
            <a:ext cx="59817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26" name="Text 24"/>
          <p:cNvSpPr/>
          <p:nvPr/>
        </p:nvSpPr>
        <p:spPr>
          <a:xfrm>
            <a:off x="11772900" y="6572250"/>
            <a:ext cx="5334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772900" y="7029450"/>
            <a:ext cx="5334000" cy="1524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thôi</a:t>
            </a: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8a3a636b-4c32-4116-9054-5b88243dae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vùng: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r>
              <a:rPr lang="en-US" sz="69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trễ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8572500" cy="421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0" dirty="0" spc="-10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0,88</a:t>
            </a:r>
            <a:endParaRPr lang="en-US" sz="19500" dirty="0"/>
          </a:p>
        </p:txBody>
      </p:sp>
      <p:sp>
        <p:nvSpPr>
          <p:cNvPr id="5" name="Text 3"/>
          <p:cNvSpPr/>
          <p:nvPr/>
        </p:nvSpPr>
        <p:spPr>
          <a:xfrm>
            <a:off x="914400" y="5715000"/>
            <a:ext cx="8191500" cy="6477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mili</a:t>
            </a:r>
            <a:r>
              <a:rPr lang="en-US" sz="30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0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6667500"/>
            <a:ext cx="8191500" cy="952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Chờ bản</a:t>
            </a:r>
            <a:r>
              <a:rPr lang="en-US" sz="22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2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(remote_apply),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200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906000" y="3048000"/>
            <a:ext cx="7467600" cy="5715000"/>
          </a:xfrm>
          <a:prstGeom prst="roundRect">
            <a:avLst>
              <a:gd name="adj" fmla="val 4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87000" y="3352800"/>
            <a:ext cx="67056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1800" b="1" spc="21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800" b="1" spc="21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87000" y="3905250"/>
            <a:ext cx="670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287000" y="4381500"/>
            <a:ext cx="3048000" cy="533400"/>
          </a:xfrm>
          <a:prstGeom prst="roundRect">
            <a:avLst>
              <a:gd name="adj" fmla="val 21429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13525500" y="4438650"/>
            <a:ext cx="3429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0,40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287000" y="5238750"/>
            <a:ext cx="670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287000" y="5715000"/>
            <a:ext cx="6286500" cy="533400"/>
          </a:xfrm>
          <a:prstGeom prst="roundRect">
            <a:avLst>
              <a:gd name="adj" fmla="val 21429"/>
            </a:avLst>
          </a:prstGeom>
          <a:solidFill>
            <a:srgbClr val="1F3FD1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0" y="5772150"/>
            <a:ext cx="3810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0,88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287000" y="6667500"/>
            <a:ext cx="6705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</a:t>
            </a:r>
            <a:r>
              <a:rPr lang="en-US" sz="22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0287000" y="7334250"/>
            <a:ext cx="6705600" cy="104775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khác: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330439f7-2042-4550-a345-e58964fdc99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69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thử,</a:t>
            </a:r>
            <a:r>
              <a:rPr lang="en-US" sz="69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051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762250" y="314325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 tiến</a:t>
            </a:r>
            <a:r>
              <a:rPr lang="en-US" sz="28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2762250" y="3667125"/>
            <a:ext cx="14097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43815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6291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2762250" y="466725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còn: phân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chiều,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2762250" y="5191125"/>
            <a:ext cx="14097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chọn</a:t>
            </a: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59055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61531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2762250" y="619125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CAP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ACID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762250" y="6715125"/>
            <a:ext cx="14097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đúng</a:t>
            </a:r>
            <a:r>
              <a:rPr lang="en-US" sz="19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ràng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74295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5400" y="76771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2762250" y="771525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850" b="1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CAP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2762250" y="8239125"/>
            <a:ext cx="14097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vùng:</a:t>
            </a:r>
            <a:r>
              <a:rPr lang="en-US" sz="195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19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195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042782c7-5ebd-44e7-a635-97427de5e3d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Hủy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69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treo:</a:t>
            </a: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49555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2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2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14400" y="3048000"/>
            <a:ext cx="16459200" cy="1066800"/>
          </a:xfrm>
          <a:prstGeom prst="roundRect">
            <a:avLst>
              <a:gd name="adj" fmla="val 17857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3909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715000" y="3295650"/>
            <a:ext cx="11239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Có,</a:t>
            </a:r>
            <a:r>
              <a:rPr lang="en-US" sz="285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chính;</a:t>
            </a:r>
            <a:r>
              <a:rPr lang="en-US" sz="2850" b="1" dirty="0" spc="1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8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8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14400" y="4229100"/>
            <a:ext cx="16459200" cy="1066800"/>
          </a:xfrm>
          <a:prstGeom prst="roundRect">
            <a:avLst>
              <a:gd name="adj" fmla="val 1785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45720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8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9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9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715000" y="4476750"/>
            <a:ext cx="11239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Cảnh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báo,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410200"/>
            <a:ext cx="16459200" cy="1066800"/>
          </a:xfrm>
          <a:prstGeom prst="roundRect">
            <a:avLst>
              <a:gd name="adj" fmla="val 17857"/>
            </a:avLst>
          </a:prstGeom>
          <a:solidFill>
            <a:srgbClr val="F8D9D0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57531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BẪY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715000" y="5657850"/>
            <a:ext cx="11239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Coi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bại: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14400" y="6591300"/>
            <a:ext cx="16459200" cy="1066800"/>
          </a:xfrm>
          <a:prstGeom prst="roundRect">
            <a:avLst>
              <a:gd name="adj" fmla="val 1785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5400" y="69342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19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5715000" y="6838950"/>
            <a:ext cx="11239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thái;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14400" y="7772400"/>
            <a:ext cx="16459200" cy="1066800"/>
          </a:xfrm>
          <a:prstGeom prst="roundRect">
            <a:avLst>
              <a:gd name="adj" fmla="val 17857"/>
            </a:avLst>
          </a:prstGeom>
          <a:solidFill>
            <a:srgbClr val="E8E0CF"/>
          </a:solidFill>
          <a:ln/>
        </p:spPr>
      </p:sp>
      <p:sp>
        <p:nvSpPr>
          <p:cNvPr id="18" name="Text 16"/>
          <p:cNvSpPr/>
          <p:nvPr/>
        </p:nvSpPr>
        <p:spPr>
          <a:xfrm>
            <a:off x="1295400" y="81153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b="1" spc="13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19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5715000" y="8020050"/>
            <a:ext cx="11239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 bộ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b1f3e9e5-5420-4b86-bb9b-993548ef932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1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19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b="1" spc="21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</a:t>
            </a:r>
            <a:r>
              <a:rPr lang="en-US" sz="69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độ,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6900" dirty="0" spc="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4762500" y="2705100"/>
            <a:ext cx="6096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GIÂY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800" b="1" spc="16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239500" y="2705100"/>
            <a:ext cx="6096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714750"/>
            <a:ext cx="352425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('')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6096000"/>
            <a:ext cx="352425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24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('*')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0" y="3143250"/>
            <a:ext cx="6286500" cy="2190750"/>
          </a:xfrm>
          <a:prstGeom prst="roundRect">
            <a:avLst>
              <a:gd name="adj" fmla="val 10435"/>
            </a:avLst>
          </a:prstGeom>
          <a:solidFill>
            <a:srgbClr val="CFE8E2"/>
          </a:solidFill>
          <a:ln/>
        </p:spPr>
      </p:sp>
      <p:sp>
        <p:nvSpPr>
          <p:cNvPr id="9" name="Text 7"/>
          <p:cNvSpPr/>
          <p:nvPr/>
        </p:nvSpPr>
        <p:spPr>
          <a:xfrm>
            <a:off x="4953000" y="3448050"/>
            <a:ext cx="55245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Chính</a:t>
            </a: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0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4953000" y="4381500"/>
            <a:ext cx="552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1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 ngay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1087100" y="3143250"/>
            <a:ext cx="6286500" cy="2190750"/>
          </a:xfrm>
          <a:prstGeom prst="roundRect">
            <a:avLst>
              <a:gd name="adj" fmla="val 1043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68100" y="3448050"/>
            <a:ext cx="55245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Nối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lại:</a:t>
            </a: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11468100" y="4381500"/>
            <a:ext cx="552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4572000" y="5524500"/>
            <a:ext cx="6286500" cy="2190750"/>
          </a:xfrm>
          <a:prstGeom prst="roundRect">
            <a:avLst>
              <a:gd name="adj" fmla="val 10435"/>
            </a:avLst>
          </a:prstGeom>
          <a:solidFill>
            <a:srgbClr val="F8D9D0"/>
          </a:solidFill>
          <a:ln/>
        </p:spPr>
      </p:sp>
      <p:sp>
        <p:nvSpPr>
          <p:cNvPr id="15" name="Text 13"/>
          <p:cNvSpPr/>
          <p:nvPr/>
        </p:nvSpPr>
        <p:spPr>
          <a:xfrm>
            <a:off x="4953000" y="5829300"/>
            <a:ext cx="55245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Phiên</a:t>
            </a: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3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0</a:t>
            </a: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0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4953000" y="6762750"/>
            <a:ext cx="552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1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1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treo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1087100" y="5524500"/>
            <a:ext cx="6286500" cy="2190750"/>
          </a:xfrm>
          <a:prstGeom prst="roundRect">
            <a:avLst>
              <a:gd name="adj" fmla="val 1043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68100" y="5829300"/>
            <a:ext cx="55245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Sau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</a:t>
            </a: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giây:</a:t>
            </a:r>
            <a:r>
              <a:rPr lang="en-US" sz="3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cảnh</a:t>
            </a:r>
            <a:r>
              <a:rPr lang="en-US" sz="3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11468100" y="6762750"/>
            <a:ext cx="552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Chính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 lại: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14400" y="81153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Chính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5433,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5434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14400" y="8572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 nhau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ea0c7353-2607-4153-8c35-594aeec1d11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17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0477500" cy="1104900"/>
          </a:xfrm>
          <a:prstGeom prst="roundRect">
            <a:avLst>
              <a:gd name="adj" fmla="val 17241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105150"/>
            <a:ext cx="1905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CAP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3333750" y="3028950"/>
            <a:ext cx="7810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Consistency,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Availability,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33750" y="3409950"/>
            <a:ext cx="781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Nhất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quán,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sàng,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4076700"/>
            <a:ext cx="10477500" cy="1104900"/>
          </a:xfrm>
          <a:prstGeom prst="roundRect">
            <a:avLst>
              <a:gd name="adj" fmla="val 17241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4324350"/>
            <a:ext cx="1905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ACID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333750" y="4248150"/>
            <a:ext cx="7810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Atomicity,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Consistency,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Isolation,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Durability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33750" y="4629150"/>
            <a:ext cx="781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 tính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giao dịch</a:t>
            </a:r>
            <a:r>
              <a:rPr lang="en-US" sz="21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5295900"/>
            <a:ext cx="10477500" cy="1104900"/>
          </a:xfrm>
          <a:prstGeom prst="roundRect">
            <a:avLst>
              <a:gd name="adj" fmla="val 17241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5543550"/>
            <a:ext cx="20002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6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PACELC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33750" y="5467350"/>
            <a:ext cx="7810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Partition,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Availability,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Consistency,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Else,</a:t>
            </a:r>
            <a:r>
              <a:rPr lang="en-US" sz="180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Latency,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Consistency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33750" y="5848350"/>
            <a:ext cx="781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CAP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6515100"/>
            <a:ext cx="10477500" cy="1104900"/>
          </a:xfrm>
          <a:prstGeom prst="roundRect">
            <a:avLst>
              <a:gd name="adj" fmla="val 17241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38250" y="6762750"/>
            <a:ext cx="1905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3333750" y="6686550"/>
            <a:ext cx="7810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Structured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33750" y="7067550"/>
            <a:ext cx="781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7734300"/>
            <a:ext cx="10477500" cy="1104900"/>
          </a:xfrm>
          <a:prstGeom prst="roundRect">
            <a:avLst>
              <a:gd name="adj" fmla="val 17241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238250" y="7981950"/>
            <a:ext cx="1905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8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WAL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3333750" y="7905750"/>
            <a:ext cx="7810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Write-Ahead</a:t>
            </a:r>
            <a:r>
              <a:rPr lang="en-US" sz="18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333750" y="8286750"/>
            <a:ext cx="781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1772900" y="2857500"/>
            <a:ext cx="5600700" cy="5981700"/>
          </a:xfrm>
          <a:prstGeom prst="roundRect">
            <a:avLst>
              <a:gd name="adj" fmla="val 4762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2115800" y="3162300"/>
            <a:ext cx="4953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115800" y="3714750"/>
            <a:ext cx="4953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2115800" y="4152900"/>
            <a:ext cx="4953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95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2115800" y="4857750"/>
            <a:ext cx="4953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2115800" y="5295900"/>
            <a:ext cx="4953000" cy="142875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High</a:t>
            </a:r>
            <a:r>
              <a:rPr lang="en-US" sz="19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Availability,</a:t>
            </a:r>
            <a:r>
              <a:rPr lang="en-US" sz="19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Load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Balancing, and</a:t>
            </a: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Replication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2115800" y="6858000"/>
            <a:ext cx="4953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2115800" y="7296150"/>
            <a:ext cx="4953000" cy="9525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syncrep.c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fd03ac30-612e-4f2a-b7bc-fa97f2f652c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2026-10-19T04:27:04Z</dcterms:created>
  <dcterms:modified xsi:type="dcterms:W3CDTF">2026-10-19T04:27:04Z</dcterms:modified>
</cp:coreProperties>
</file>