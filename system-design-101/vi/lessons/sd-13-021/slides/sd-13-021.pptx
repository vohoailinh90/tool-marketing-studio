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191500" cy="3429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request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81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81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vết</a:t>
            </a:r>
            <a:r>
              <a:rPr lang="en-US" sz="8100" dirty="0" spc="-10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334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 nối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4770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nhỏ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 bị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944100" y="1619250"/>
            <a:ext cx="7429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72700" y="1828800"/>
            <a:ext cx="762000" cy="762000"/>
          </a:xfrm>
          <a:prstGeom prst="ellipse">
            <a:avLst/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6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496" dirty="0"/>
          </a:p>
        </p:txBody>
      </p:sp>
      <p:sp>
        <p:nvSpPr>
          <p:cNvPr id="9" name="Text 7"/>
          <p:cNvSpPr/>
          <p:nvPr/>
        </p:nvSpPr>
        <p:spPr>
          <a:xfrm>
            <a:off x="11182350" y="1981200"/>
            <a:ext cx="6000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Truyền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944100" y="3048000"/>
            <a:ext cx="7429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72700" y="3257550"/>
            <a:ext cx="762000" cy="762000"/>
          </a:xfrm>
          <a:prstGeom prst="ellipse">
            <a:avLst/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6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496" dirty="0"/>
          </a:p>
        </p:txBody>
      </p:sp>
      <p:sp>
        <p:nvSpPr>
          <p:cNvPr id="12" name="Text 10"/>
          <p:cNvSpPr/>
          <p:nvPr/>
        </p:nvSpPr>
        <p:spPr>
          <a:xfrm>
            <a:off x="11182350" y="3409950"/>
            <a:ext cx="6000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trace_id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944100" y="4476750"/>
            <a:ext cx="7429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72700" y="4686300"/>
            <a:ext cx="762000" cy="762000"/>
          </a:xfrm>
          <a:prstGeom prst="ellipse">
            <a:avLst/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6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496" dirty="0"/>
          </a:p>
        </p:txBody>
      </p:sp>
      <p:sp>
        <p:nvSpPr>
          <p:cNvPr id="15" name="Text 13"/>
          <p:cNvSpPr/>
          <p:nvPr/>
        </p:nvSpPr>
        <p:spPr>
          <a:xfrm>
            <a:off x="11182350" y="4838700"/>
            <a:ext cx="6000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histogram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944100" y="5905500"/>
            <a:ext cx="7429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72700" y="6115050"/>
            <a:ext cx="762000" cy="7620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6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496" dirty="0"/>
          </a:p>
        </p:txBody>
      </p:sp>
      <p:sp>
        <p:nvSpPr>
          <p:cNvPr id="18" name="Text 16"/>
          <p:cNvSpPr/>
          <p:nvPr/>
        </p:nvSpPr>
        <p:spPr>
          <a:xfrm>
            <a:off x="11182350" y="6267450"/>
            <a:ext cx="6000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944100" y="7334250"/>
            <a:ext cx="7429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72700" y="7543800"/>
            <a:ext cx="762000" cy="7620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6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2496" dirty="0"/>
          </a:p>
        </p:txBody>
      </p:sp>
      <p:sp>
        <p:nvSpPr>
          <p:cNvPr id="21" name="Text 19"/>
          <p:cNvSpPr/>
          <p:nvPr/>
        </p:nvSpPr>
        <p:spPr>
          <a:xfrm>
            <a:off x="11182350" y="7696200"/>
            <a:ext cx="6000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4caa8fe-322b-4ba7-a25b-3690a81874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152400" cy="2381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190750"/>
            <a:ext cx="15621000" cy="2857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bất</a:t>
            </a:r>
            <a:r>
              <a:rPr lang="en-US" sz="78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 tới</a:t>
            </a:r>
            <a:r>
              <a:rPr lang="en-US" sz="78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request.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524000" y="57150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30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30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24000" y="657225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</a:t>
            </a:r>
            <a:r>
              <a:rPr lang="en-US" sz="30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ab266b29-255d-495d-9e4b-98ba8f8cdf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4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VẾT</a:t>
            </a:r>
            <a:r>
              <a:rPr lang="en-US" sz="1950" b="1" spc="29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b="1" spc="26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95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vết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endParaRPr lang="en-US" sz="6900" dirty="0"/>
          </a:p>
        </p:txBody>
      </p:sp>
      <p:sp>
        <p:nvSpPr>
          <p:cNvPr id="4" name="Connector line-1792373078417-419031014"/>
          <p:cNvSpPr/>
          <p:nvPr/>
        </p:nvSpPr>
        <p:spPr>
          <a:xfrm>
            <a:off x="1333500" y="3714750"/>
            <a:ext cx="156210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609850" y="34671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7622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419100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r>
              <a:rPr lang="en-US" sz="25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traceparent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610350" y="34671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4953000" y="27622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4953000" y="419100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trace-id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0610850" y="34671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8953500" y="27622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5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8953500" y="419100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parent-id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4611350" y="34671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0" y="27622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6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550" b="1" dirty="0" spc="2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954000" y="419100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5524500"/>
            <a:ext cx="8001000" cy="3048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0650" y="59055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b="1" spc="14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90650" y="6572250"/>
            <a:ext cx="7048500" cy="15240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Vết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48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đứt.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9372600" y="5524500"/>
            <a:ext cx="8001000" cy="3048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48850" y="59055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100" b="1" spc="14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b="1" spc="1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spc="1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b="1" spc="14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848850" y="6572250"/>
            <a:ext cx="7048500" cy="1714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Kèm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trace_id: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nhảy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 nhật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ký.</a:t>
            </a:r>
            <a:endParaRPr lang="en-US" sz="2850" dirty="0"/>
          </a:p>
        </p:txBody>
      </p:sp>
      <p:sp>
        <p:nvSpPr>
          <p:cNvPr id="23" name="Shape 21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756e772d-aa4a-4b58-aa2e-30514c87e2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Histogram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2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trung</a:t>
            </a: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bình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5619750"/>
          </a:xfrm>
          <a:prstGeom prst="roundRect">
            <a:avLst>
              <a:gd name="adj" fmla="val 54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4290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3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</a:t>
            </a:r>
            <a:r>
              <a:rPr lang="en-US" sz="21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90650" y="4095750"/>
            <a:ext cx="7048500" cy="152400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Che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45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đuôi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endParaRPr lang="en-US" sz="4500" dirty="0"/>
          </a:p>
        </p:txBody>
      </p:sp>
      <p:sp>
        <p:nvSpPr>
          <p:cNvPr id="7" name="Text richtext-1792373105767-287835907"/>
          <p:cNvSpPr/>
          <p:nvPr/>
        </p:nvSpPr>
        <p:spPr>
          <a:xfrm>
            <a:off x="1390650" y="5905500"/>
            <a:ext cx="7048500" cy="2381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đông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5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 biến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5619750"/>
          </a:xfrm>
          <a:prstGeom prst="roundRect">
            <a:avLst>
              <a:gd name="adj" fmla="val 5424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48850" y="34290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3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HISTOGRAM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848850" y="4095750"/>
            <a:ext cx="7048500" cy="152400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4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khoảng</a:t>
            </a:r>
            <a:endParaRPr lang="en-US" sz="4500" dirty="0"/>
          </a:p>
        </p:txBody>
      </p:sp>
      <p:sp>
        <p:nvSpPr>
          <p:cNvPr id="11" name="Text richtext-1792373105793-463903599"/>
          <p:cNvSpPr/>
          <p:nvPr/>
        </p:nvSpPr>
        <p:spPr>
          <a:xfrm>
            <a:off x="9848850" y="5905500"/>
            <a:ext cx="7048500" cy="2381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xấp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p95,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p99.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02ea49d-903e-4b0b-bc8a-eb08cb50ff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1950" b="1" spc="3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nhãn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2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4953000" cy="1524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ID</a:t>
            </a:r>
            <a:r>
              <a:rPr lang="en-US" sz="33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3300" dirty="0"/>
          </a:p>
        </p:txBody>
      </p:sp>
      <p:sp>
        <p:nvSpPr>
          <p:cNvPr id="5" name="Connector line-1792373129826-533547381"/>
          <p:cNvSpPr/>
          <p:nvPr/>
        </p:nvSpPr>
        <p:spPr>
          <a:xfrm flipV="1">
            <a:off x="5962650" y="3429000"/>
            <a:ext cx="4419600" cy="104775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6" name="Connector line-1792373129827-53263778"/>
          <p:cNvSpPr/>
          <p:nvPr/>
        </p:nvSpPr>
        <p:spPr>
          <a:xfrm>
            <a:off x="5962650" y="5048250"/>
            <a:ext cx="4419600" cy="10477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477500" y="2762250"/>
            <a:ext cx="68961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58500" y="2952750"/>
            <a:ext cx="619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7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100" b="1" spc="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100" b="1" spc="9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858500" y="342900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477500" y="5429250"/>
            <a:ext cx="68961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58500" y="5619750"/>
            <a:ext cx="619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10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spc="7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858500" y="609600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Vết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7334250"/>
            <a:ext cx="16459200" cy="1428750"/>
          </a:xfrm>
          <a:prstGeom prst="roundRect">
            <a:avLst>
              <a:gd name="adj" fmla="val 21333"/>
            </a:avLst>
          </a:prstGeom>
          <a:solidFill>
            <a:srgbClr val="2A2E3A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0650" y="7572375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 riêng.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90650" y="8115300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giá</a:t>
            </a:r>
            <a:r>
              <a:rPr lang="en-US" sz="25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trị: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nổ.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140215af-a38c-4dee-819b-5e42f99681a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5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72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vết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4191000" cy="19050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33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vết</a:t>
            </a:r>
            <a:endParaRPr lang="en-US" sz="3300" dirty="0"/>
          </a:p>
        </p:txBody>
      </p:sp>
      <p:sp>
        <p:nvSpPr>
          <p:cNvPr id="5" name="Connector line-1792373153730-359149723"/>
          <p:cNvSpPr/>
          <p:nvPr/>
        </p:nvSpPr>
        <p:spPr>
          <a:xfrm>
            <a:off x="5200650" y="4000500"/>
            <a:ext cx="12763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6572250" y="3048000"/>
            <a:ext cx="4762500" cy="1905000"/>
          </a:xfrm>
          <a:prstGeom prst="roundRect">
            <a:avLst>
              <a:gd name="adj" fmla="val 16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Lấy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31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đích</a:t>
            </a:r>
            <a:endParaRPr lang="en-US" sz="3150" dirty="0"/>
          </a:p>
        </p:txBody>
      </p:sp>
      <p:sp>
        <p:nvSpPr>
          <p:cNvPr id="7" name="Connector line-1792373153733-941864098"/>
          <p:cNvSpPr/>
          <p:nvPr/>
        </p:nvSpPr>
        <p:spPr>
          <a:xfrm>
            <a:off x="11430000" y="4000500"/>
            <a:ext cx="12763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2801600" y="3048000"/>
            <a:ext cx="4572000" cy="1905000"/>
          </a:xfrm>
          <a:prstGeom prst="roundRect">
            <a:avLst>
              <a:gd name="adj" fmla="val 16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82600" y="3286125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ƯU</a:t>
            </a:r>
            <a:r>
              <a:rPr lang="en-US" sz="1950" b="1" spc="1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1950" b="1" spc="15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182600" y="3762375"/>
            <a:ext cx="38100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Vết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14400" y="5715000"/>
            <a:ext cx="8001000" cy="2952750"/>
          </a:xfrm>
          <a:prstGeom prst="roundRect">
            <a:avLst>
              <a:gd name="adj" fmla="val 90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3500" y="60007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b="1" dirty="0" spc="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b="1" dirty="0" spc="-2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endParaRPr lang="en-US" sz="2550" dirty="0"/>
          </a:p>
        </p:txBody>
      </p:sp>
      <p:sp>
        <p:nvSpPr>
          <p:cNvPr id="13" name="Text richtext-1792373153742-761595052"/>
          <p:cNvSpPr/>
          <p:nvPr/>
        </p:nvSpPr>
        <p:spPr>
          <a:xfrm>
            <a:off x="1333500" y="666750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giản,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lỡ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372600" y="5715000"/>
            <a:ext cx="8001000" cy="2952750"/>
          </a:xfrm>
          <a:prstGeom prst="roundRect">
            <a:avLst>
              <a:gd name="adj" fmla="val 90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91700" y="60007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đuôi</a:t>
            </a:r>
            <a:r>
              <a:rPr lang="en-US" sz="2550" b="1" dirty="0" spc="-2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endParaRPr lang="en-US" sz="2550" dirty="0"/>
          </a:p>
        </p:txBody>
      </p:sp>
      <p:sp>
        <p:nvSpPr>
          <p:cNvPr id="16" name="Text richtext-1792373153760-247607457"/>
          <p:cNvSpPr/>
          <p:nvPr/>
        </p:nvSpPr>
        <p:spPr>
          <a:xfrm>
            <a:off x="9791700" y="666750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chậm;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nguyên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5a34c01-8e78-43b3-9ecd-0f56d32bbce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334000" cy="3619500"/>
          </a:xfrm>
          <a:prstGeom prst="roundRect">
            <a:avLst>
              <a:gd name="adj" fmla="val 8421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Truyền</a:t>
            </a:r>
            <a:r>
              <a:rPr lang="en-US" sz="36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vết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dirty="0" spc="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477000" y="3048000"/>
            <a:ext cx="5334000" cy="3619500"/>
          </a:xfrm>
          <a:prstGeom prst="roundRect">
            <a:avLst>
              <a:gd name="adj" fmla="val 8421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4290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Lấy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58000" y="42862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8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8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039600" y="3048000"/>
            <a:ext cx="5334000" cy="3619500"/>
          </a:xfrm>
          <a:prstGeom prst="roundRect">
            <a:avLst>
              <a:gd name="adj" fmla="val 8421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20600" y="34290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Nhật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420600" y="42862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8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Tốn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85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3EEE3"/>
          </a:solidFill>
          <a:ln/>
        </p:spPr>
      </p:sp>
      <p:sp>
        <p:nvSpPr>
          <p:cNvPr id="14" name="Text 12"/>
          <p:cNvSpPr/>
          <p:nvPr/>
        </p:nvSpPr>
        <p:spPr>
          <a:xfrm>
            <a:off x="1390650" y="7334250"/>
            <a:ext cx="1562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1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90650" y="7867650"/>
            <a:ext cx="156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30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00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a421a43-6929-417d-b1a6-5f577e9af0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3619500"/>
          </a:xfrm>
          <a:prstGeom prst="rect">
            <a:avLst/>
          </a:prstGeom>
          <a:noFill/>
          <a:ln/>
        </p:spPr>
        <p:txBody>
          <a:bodyPr wrap="square" lIns="0" tIns="225511" rIns="0" bIns="-225511" rtlCol="0" anchor="t"/>
          <a:lstStyle/>
          <a:p>
            <a:pPr algn="l" indent="0" marL="0">
              <a:lnSpc>
                <a:spcPts val="22196"/>
              </a:lnSpc>
              <a:buNone/>
            </a:pPr>
            <a:r>
              <a:rPr lang="en-US" sz="22196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120</a:t>
            </a:r>
            <a:r>
              <a:rPr lang="en-US" sz="22196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22196" dirty="0"/>
          </a:p>
        </p:txBody>
      </p:sp>
      <p:sp>
        <p:nvSpPr>
          <p:cNvPr id="4" name="Text 2"/>
          <p:cNvSpPr/>
          <p:nvPr/>
        </p:nvSpPr>
        <p:spPr>
          <a:xfrm>
            <a:off x="914400" y="4762500"/>
            <a:ext cx="819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3000" b="1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000" b="1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30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30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524500"/>
            <a:ext cx="8191500" cy="1333500"/>
          </a:xfrm>
          <a:prstGeom prst="rect">
            <a:avLst/>
          </a:prstGeom>
          <a:noFill/>
          <a:ln/>
        </p:spPr>
        <p:txBody>
          <a:bodyPr wrap="square" lIns="0" tIns="13335" rIns="0" bIns="-13335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Vậy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42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42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than</a:t>
            </a:r>
            <a:r>
              <a:rPr lang="en-US" sz="42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chậm?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44100" y="1905000"/>
            <a:ext cx="7429500" cy="6762750"/>
          </a:xfrm>
          <a:prstGeom prst="roundRect">
            <a:avLst>
              <a:gd name="adj" fmla="val 450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0350" y="2286000"/>
            <a:ext cx="647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10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100" dirty="0"/>
          </a:p>
        </p:txBody>
      </p:sp>
      <p:sp>
        <p:nvSpPr>
          <p:cNvPr id="8" name="Text richtext-1792373177218-919363385"/>
          <p:cNvSpPr/>
          <p:nvPr/>
        </p:nvSpPr>
        <p:spPr>
          <a:xfrm>
            <a:off x="10420350" y="2952750"/>
            <a:ext cx="6477000" cy="2857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đông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7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xuống.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70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10420350" y="6286500"/>
            <a:ext cx="6477000" cy="19050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0801350" y="6524625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7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100" b="1" spc="149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801350" y="7048500"/>
            <a:ext cx="571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p95,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p99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histogram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391dbefa-b1b1-4782-9aee-5b2d5ce155a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95400"/>
          </a:xfrm>
          <a:prstGeom prst="roundRect">
            <a:avLst>
              <a:gd name="adj" fmla="val 2058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857500"/>
            <a:ext cx="152400" cy="1295400"/>
          </a:xfrm>
          <a:prstGeom prst="roundRect">
            <a:avLst>
              <a:gd name="adj" fmla="val 175000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32575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2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Trace</a:t>
            </a:r>
            <a:r>
              <a:rPr lang="en-US" sz="3150" dirty="0" spc="-2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Context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6667500" y="3276600"/>
            <a:ext cx="10382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traceparent: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00-trace-id-parent-id-cờ.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381500"/>
            <a:ext cx="16459200" cy="1295400"/>
          </a:xfrm>
          <a:prstGeom prst="roundRect">
            <a:avLst>
              <a:gd name="adj" fmla="val 2058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381500"/>
            <a:ext cx="152400" cy="1295400"/>
          </a:xfrm>
          <a:prstGeom prst="roundRect">
            <a:avLst>
              <a:gd name="adj" fmla="val 175000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1428750" y="47815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Nhật</a:t>
            </a:r>
            <a:r>
              <a:rPr lang="en-US" sz="315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315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15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315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6667500" y="4800600"/>
            <a:ext cx="10382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trace_id.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5905500"/>
            <a:ext cx="16459200" cy="1295400"/>
          </a:xfrm>
          <a:prstGeom prst="roundRect">
            <a:avLst>
              <a:gd name="adj" fmla="val 2058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905500"/>
            <a:ext cx="152400" cy="1295400"/>
          </a:xfrm>
          <a:prstGeom prst="roundRect">
            <a:avLst>
              <a:gd name="adj" fmla="val 175000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0" y="63055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Histogram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6667500" y="6324600"/>
            <a:ext cx="10382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khoảng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429500"/>
            <a:ext cx="16459200" cy="1295400"/>
          </a:xfrm>
          <a:prstGeom prst="roundRect">
            <a:avLst>
              <a:gd name="adj" fmla="val 2058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7429500"/>
            <a:ext cx="152400" cy="1295400"/>
          </a:xfrm>
          <a:prstGeom prst="roundRect">
            <a:avLst>
              <a:gd name="adj" fmla="val 175000"/>
            </a:avLst>
          </a:prstGeom>
          <a:solidFill>
            <a:srgbClr val="E8472B"/>
          </a:solidFill>
          <a:ln/>
        </p:spPr>
      </p:sp>
      <p:sp>
        <p:nvSpPr>
          <p:cNvPr id="18" name="Text 16"/>
          <p:cNvSpPr/>
          <p:nvPr/>
        </p:nvSpPr>
        <p:spPr>
          <a:xfrm>
            <a:off x="1428750" y="78295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Nhãn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6667500" y="7848600"/>
            <a:ext cx="10382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giá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4bf004c2-a272-4832-bd4a-495a4ae092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6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2116455"/>
                <a:gridCol w="7503795"/>
              </a:tblGrid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2100" b="1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Đầy</a:t>
                      </a:r>
                      <a:r>
                        <a:rPr lang="en-US" sz="210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r>
                        <a:rPr lang="en-US" sz="2100" b="1" dirty="0" spc="-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1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nghĩa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W3C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World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Wide</a:t>
                      </a:r>
                      <a:r>
                        <a:rPr lang="en-US" sz="2100" dirty="0" spc="-2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Web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Consortium:</a:t>
                      </a:r>
                      <a:r>
                        <a:rPr lang="en-US" sz="2100" dirty="0" spc="-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tổ</a:t>
                      </a:r>
                      <a:r>
                        <a:rPr lang="en-US" sz="210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chức</a:t>
                      </a:r>
                      <a:r>
                        <a:rPr lang="en-US" sz="2100" dirty="0" spc="-2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xây</a:t>
                      </a:r>
                      <a:r>
                        <a:rPr lang="en-US" sz="2100" dirty="0" spc="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dựng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chuẩn</a:t>
                      </a:r>
                      <a:r>
                        <a:rPr lang="en-US" sz="21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web</a:t>
                      </a:r>
                      <a:endParaRPr lang="en-US" sz="1200" dirty="0"/>
                    </a:p>
                  </a:txBody>
                  <a:tcPr marL="228600" marR="228600" marT="203835" marB="203835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JSON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JavaScript</a:t>
                      </a:r>
                      <a:r>
                        <a:rPr lang="en-US" sz="210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Object</a:t>
                      </a: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Notation: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ký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hiệu</a:t>
                      </a:r>
                      <a:r>
                        <a:rPr lang="en-US" sz="2100" dirty="0" spc="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đối</a:t>
                      </a:r>
                      <a:r>
                        <a:rPr lang="en-US" sz="21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tượng</a:t>
                      </a:r>
                      <a:r>
                        <a:rPr lang="en-US" sz="210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JavaScript</a:t>
                      </a:r>
                      <a:endParaRPr lang="en-US" sz="1200" dirty="0"/>
                    </a:p>
                  </a:txBody>
                  <a:tcPr marL="228600" marR="228600" marT="203835" marB="203835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ID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IDentifier: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r>
                        <a:rPr lang="en-US" sz="2100" dirty="0" spc="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danh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915650" y="2762250"/>
            <a:ext cx="6457950" cy="5715000"/>
          </a:xfrm>
          <a:prstGeom prst="roundRect">
            <a:avLst>
              <a:gd name="adj" fmla="val 4000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96650" y="30480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7" name="Text richtext-1792373203274-51105015"/>
          <p:cNvSpPr/>
          <p:nvPr/>
        </p:nvSpPr>
        <p:spPr>
          <a:xfrm>
            <a:off x="11296650" y="3619500"/>
            <a:ext cx="5810250" cy="4667250"/>
          </a:xfrm>
          <a:prstGeom prst="rect">
            <a:avLst/>
          </a:prstGeom>
          <a:noFill/>
          <a:ln/>
        </p:spPr>
        <p:txBody>
          <a:bodyPr wrap="square" lIns="0" tIns="4501" rIns="0" bIns="-4501" rtlCol="0" anchor="t"/>
          <a:lstStyle/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025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025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W3C:</a:t>
            </a:r>
            <a:r>
              <a:rPr lang="en-US" sz="2025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</a:t>
            </a:r>
            <a:r>
              <a:rPr lang="en-US" sz="2025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Context,</a:t>
            </a:r>
            <a:r>
              <a:rPr lang="en-US" sz="2025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025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025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traceparent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OpenTelemetry:</a:t>
            </a:r>
            <a:r>
              <a:rPr lang="en-US" sz="2025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context</a:t>
            </a:r>
            <a:r>
              <a:rPr lang="en-US" sz="2025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propagation,</a:t>
            </a: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sampling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Prometheus:</a:t>
            </a:r>
            <a:r>
              <a:rPr lang="en-US" sz="2025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histograms và</a:t>
            </a:r>
            <a:r>
              <a:rPr lang="en-US" sz="2025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summaries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buSzPct val="100000"/>
              <a:buFont typeface="Arial"/>
              <a:buChar char="•"/>
            </a:pPr>
            <a:r>
              <a:rPr lang="en-US" sz="2025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Prometheus:</a:t>
            </a:r>
            <a:r>
              <a:rPr lang="en-US" sz="20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025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025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0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8f9e76ed-0f05-4a89-b88a-0460fd192d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2026-10-19T02:21:27Z</dcterms:created>
  <dcterms:modified xsi:type="dcterms:W3CDTF">2026-10-19T02:21:27Z</dcterms:modified>
</cp:coreProperties>
</file>