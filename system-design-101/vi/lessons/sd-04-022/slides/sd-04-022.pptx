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3238500"/>
          </a:xfrm>
          <a:prstGeom prst="rect">
            <a:avLst/>
          </a:prstGeom>
          <a:noFill/>
          <a:ln/>
        </p:spPr>
        <p:txBody>
          <a:bodyPr wrap="square" lIns="0" tIns="44882" rIns="0" bIns="-44882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069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7069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069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069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069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069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069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7069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mây:</a:t>
            </a:r>
            <a:r>
              <a:rPr lang="en-US" sz="7069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069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069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069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069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069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069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7069" dirty="0"/>
          </a:p>
        </p:txBody>
      </p:sp>
      <p:sp>
        <p:nvSpPr>
          <p:cNvPr id="4" name="Text 2"/>
          <p:cNvSpPr/>
          <p:nvPr/>
        </p:nvSpPr>
        <p:spPr>
          <a:xfrm>
            <a:off x="952500" y="45339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6572250"/>
            <a:ext cx="2095500" cy="20955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Bảng</a:t>
            </a:r>
            <a:r>
              <a:rPr lang="en-US" sz="24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53000" y="5810250"/>
            <a:ext cx="9525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10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953000" y="6724650"/>
            <a:ext cx="9525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không</a:t>
            </a:r>
            <a:r>
              <a:rPr lang="en-US" sz="21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đương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53000" y="7639050"/>
            <a:ext cx="9525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"đồ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thị",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53000" y="8553450"/>
            <a:ext cx="9525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100" dirty="0"/>
          </a:p>
        </p:txBody>
      </p:sp>
      <p:sp>
        <p:nvSpPr>
          <p:cNvPr id="10" name="Connector line-1792458283581-590369218"/>
          <p:cNvSpPr/>
          <p:nvPr/>
        </p:nvSpPr>
        <p:spPr>
          <a:xfrm flipV="1">
            <a:off x="3048000" y="6172200"/>
            <a:ext cx="1905000" cy="14478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1" name="Connector line-1792458283582-973007151"/>
          <p:cNvSpPr/>
          <p:nvPr/>
        </p:nvSpPr>
        <p:spPr>
          <a:xfrm flipV="1">
            <a:off x="3048000" y="7086600"/>
            <a:ext cx="1905000" cy="5334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Connector line-1792458283582-440868749"/>
          <p:cNvSpPr/>
          <p:nvPr/>
        </p:nvSpPr>
        <p:spPr>
          <a:xfrm>
            <a:off x="3048000" y="7620000"/>
            <a:ext cx="1905000" cy="3810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Connector line-1792458283583-266365981"/>
          <p:cNvSpPr/>
          <p:nvPr/>
        </p:nvSpPr>
        <p:spPr>
          <a:xfrm>
            <a:off x="3048000" y="7620000"/>
            <a:ext cx="1905000" cy="12954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a5adcbc8-f94f-42fa-a727-0d8b86360c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7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52500" y="19050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 không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hai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52500" y="3810000"/>
            <a:ext cx="47625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2750" y="3810000"/>
            <a:ext cx="47625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573000" y="3810000"/>
            <a:ext cx="4762500" cy="2857500"/>
          </a:xfrm>
          <a:prstGeom prst="roundRect">
            <a:avLst>
              <a:gd name="adj" fmla="val 8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8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dặn:</a:t>
            </a:r>
            <a:r>
              <a:rPr lang="en-US" sz="2850" b="1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850" dirty="0"/>
          </a:p>
        </p:txBody>
      </p:sp>
      <p:sp>
        <p:nvSpPr>
          <p:cNvPr id="7" name="Connector line-1792458298685-884832475"/>
          <p:cNvSpPr/>
          <p:nvPr/>
        </p:nvSpPr>
        <p:spPr>
          <a:xfrm>
            <a:off x="5715000" y="523875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8298685-313479724"/>
          <p:cNvSpPr/>
          <p:nvPr/>
        </p:nvSpPr>
        <p:spPr>
          <a:xfrm>
            <a:off x="11525250" y="523875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f4ba329-ba9d-4ac2-b83b-a619891cb9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8750"/>
            <a:ext cx="15240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0477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1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1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1619250"/>
            <a:ext cx="15716250" cy="5143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78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7800" dirty="0" spc="-8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tương</a:t>
            </a:r>
            <a:r>
              <a:rPr lang="en-US" sz="7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7800" dirty="0" spc="-5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8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8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r>
              <a:rPr lang="en-US" sz="7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7429500"/>
            <a:ext cx="163830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chuyển,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phân vùng, tính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287bd55-f15a-4806-aca5-edcd38fe3a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75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5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7500" dirty="0" spc="-7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tương</a:t>
            </a:r>
            <a:r>
              <a:rPr lang="en-US" sz="7500" dirty="0" spc="-6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đương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Amazon</a:t>
            </a:r>
            <a:r>
              <a:rPr lang="en-US" sz="30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MemoryDB</a:t>
            </a:r>
            <a:endParaRPr lang="en-US" sz="3000" dirty="0"/>
          </a:p>
        </p:txBody>
      </p:sp>
      <p:sp>
        <p:nvSpPr>
          <p:cNvPr id="5" name="Text richtext-1792458320690-451369920"/>
          <p:cNvSpPr/>
          <p:nvPr/>
        </p:nvSpPr>
        <p:spPr>
          <a:xfrm>
            <a:off x="1333500" y="371475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Bền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E4E1D8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Azure</a:t>
            </a:r>
            <a:r>
              <a:rPr lang="en-US" sz="3000" dirty="0" spc="-6" kern="0">
                <a:solidFill>
                  <a:srgbClr val="E4E1D8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Managed</a:t>
            </a:r>
            <a:r>
              <a:rPr lang="en-US" sz="3000" dirty="0" spc="-28" kern="0">
                <a:solidFill>
                  <a:srgbClr val="E4E1D8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Redis</a:t>
            </a:r>
            <a:endParaRPr lang="en-US" sz="3000" dirty="0"/>
          </a:p>
        </p:txBody>
      </p:sp>
      <p:sp>
        <p:nvSpPr>
          <p:cNvPr id="8" name="Text richtext-1792458320716-75395237"/>
          <p:cNvSpPr/>
          <p:nvPr/>
        </p:nvSpPr>
        <p:spPr>
          <a:xfrm>
            <a:off x="9906000" y="371475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7620000"/>
            <a:ext cx="16383000" cy="1047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Phía</a:t>
            </a: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Azure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ghi:</a:t>
            </a:r>
            <a:r>
              <a:rPr lang="en-US" sz="28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28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tương</a:t>
            </a:r>
            <a:r>
              <a:rPr lang="en-US" sz="28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đương</a:t>
            </a:r>
            <a:r>
              <a:rPr lang="en-US" sz="2850" dirty="0" spc="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trực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5f64cc8-01b1-40d5-9b9c-a36b9266b0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5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-3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"đồ</a:t>
            </a:r>
            <a:r>
              <a:rPr lang="en-US" sz="7500" dirty="0" spc="-9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thị",</a:t>
            </a:r>
            <a:r>
              <a:rPr lang="en-US" sz="75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75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 khác</a:t>
            </a:r>
            <a:r>
              <a:rPr lang="en-US" sz="7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4914900"/>
                <a:gridCol w="5734050"/>
                <a:gridCol w="5734050"/>
              </a:tblGrid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3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Neptune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Cosmos DB</a:t>
                      </a:r>
                      <a:r>
                        <a:rPr lang="en-US" sz="2700" dirty="0" spc="-9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for Gremlin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Property</a:t>
                      </a:r>
                      <a:r>
                        <a:rPr lang="en-US" sz="2700" dirty="0" spc="-8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graph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RDF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Ngôn</a:t>
                      </a:r>
                      <a:r>
                        <a:rPr lang="en-US" sz="2700" dirty="0" spc="-8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ngữ</a:t>
                      </a:r>
                      <a:r>
                        <a:rPr lang="en-US" sz="2700" dirty="0" spc="-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Gremlin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nói</a:t>
                      </a:r>
                      <a:r>
                        <a:rPr lang="en-US" sz="27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7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7810500"/>
            <a:ext cx="16383000" cy="952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Ứng</a:t>
            </a:r>
            <a:r>
              <a:rPr lang="en-US" sz="285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r>
              <a:rPr lang="en-US" sz="28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 RDF</a:t>
            </a:r>
            <a:r>
              <a:rPr lang="en-US" sz="28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phải</a:t>
            </a:r>
            <a:r>
              <a:rPr lang="en-US" sz="285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thiết</a:t>
            </a:r>
            <a:r>
              <a:rPr lang="en-US" sz="2850" dirty="0" spc="-3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r>
              <a:rPr lang="en-US" sz="28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khác.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461d93f-879a-4081-aec1-7892028cd7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8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500" dirty="0" spc="-8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5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nhau,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5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3143250"/>
            <a:ext cx="60960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Cloud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Spanner:</a:t>
            </a: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r>
              <a:rPr lang="en-US" sz="28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"quan</a:t>
            </a: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mở</a:t>
            </a:r>
            <a:r>
              <a:rPr lang="en-US" sz="285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ngang"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0096500" y="2476500"/>
            <a:ext cx="7239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Cosmos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DB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NoSQL,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096500" y="4857750"/>
            <a:ext cx="7239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 Database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PostgreSQL,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6" name="Connector line-1792458356448-42424876"/>
          <p:cNvSpPr/>
          <p:nvPr/>
        </p:nvSpPr>
        <p:spPr>
          <a:xfrm flipV="1">
            <a:off x="7048500" y="3381375"/>
            <a:ext cx="3048000" cy="1190625"/>
          </a:xfrm>
          <a:prstGeom prst="curvedConnector3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58356448-615552678"/>
          <p:cNvSpPr/>
          <p:nvPr/>
        </p:nvSpPr>
        <p:spPr>
          <a:xfrm>
            <a:off x="7048500" y="4572000"/>
            <a:ext cx="3048000" cy="1190625"/>
          </a:xfrm>
          <a:prstGeom prst="curvedConnector3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52500" y="7620000"/>
            <a:ext cx="16383000" cy="1047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285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850" dirty="0" spc="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ý</a:t>
            </a: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kiến</a:t>
            </a:r>
            <a:r>
              <a:rPr lang="en-US" sz="28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850" dirty="0" spc="1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28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lập</a:t>
            </a:r>
            <a:r>
              <a:rPr lang="en-US" sz="28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bảng.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54de561-9f47-4a1c-931c-3e7f76ba28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90850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1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181" dirty="0"/>
          </a:p>
        </p:txBody>
      </p:sp>
      <p:sp>
        <p:nvSpPr>
          <p:cNvPr id="5" name="Text 3"/>
          <p:cNvSpPr/>
          <p:nvPr/>
        </p:nvSpPr>
        <p:spPr>
          <a:xfrm>
            <a:off x="2381250" y="25717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457200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5181600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1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181" dirty="0"/>
          </a:p>
        </p:txBody>
      </p:sp>
      <p:sp>
        <p:nvSpPr>
          <p:cNvPr id="8" name="Text 6"/>
          <p:cNvSpPr/>
          <p:nvPr/>
        </p:nvSpPr>
        <p:spPr>
          <a:xfrm>
            <a:off x="2381250" y="47625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 nhìn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" y="67627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7372350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1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181" dirty="0"/>
          </a:p>
        </p:txBody>
      </p:sp>
      <p:sp>
        <p:nvSpPr>
          <p:cNvPr id="11" name="Text 9"/>
          <p:cNvSpPr/>
          <p:nvPr/>
        </p:nvSpPr>
        <p:spPr>
          <a:xfrm>
            <a:off x="2381250" y="69532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ít: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32615bc-110a-4376-bdf6-1afdf4e91d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4: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7810500" cy="6096000"/>
          </a:xfrm>
          <a:prstGeom prst="roundRect">
            <a:avLst>
              <a:gd name="adj" fmla="val 3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714625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5" name="Text richtext-1792458358323-669837250"/>
          <p:cNvSpPr/>
          <p:nvPr/>
        </p:nvSpPr>
        <p:spPr>
          <a:xfrm>
            <a:off x="1333500" y="3333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MemoryDB làm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giỏ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Managed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"Redis"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381250"/>
            <a:ext cx="7810500" cy="6096000"/>
          </a:xfrm>
          <a:prstGeom prst="roundRect">
            <a:avLst>
              <a:gd name="adj" fmla="val 375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14625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8" name="Text richtext-1792458358335-451760004"/>
          <p:cNvSpPr/>
          <p:nvPr/>
        </p:nvSpPr>
        <p:spPr>
          <a:xfrm>
            <a:off x="9906000" y="3333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MemoryDB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chính,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endParaRPr lang="en-US" sz="2700" dirty="0"/>
          </a:p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Managed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giỏ hàng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306f4a4-35e4-4551-adc5-f9fca6614e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52500" y="4381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từ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6286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30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chính:</a:t>
            </a:r>
            <a:r>
              <a:rPr lang="en-US" sz="30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lời</a:t>
            </a: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dặn</a:t>
            </a:r>
            <a:r>
              <a:rPr lang="en-US" sz="3000" dirty="0" spc="2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3000" dirty="0" spc="-3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kèm</a:t>
            </a: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mỗi</a:t>
            </a:r>
            <a:r>
              <a:rPr lang="en-US" sz="3000" dirty="0" spc="-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a33cbd4-3f0d-4178-9870-86019d8133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04787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524625" y="190500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0375" y="204787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RDS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096750" y="190500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0" y="204787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09575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23862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524625" y="409575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0375" y="423862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NoSQL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96750" y="409575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0" y="423862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RDF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" y="64770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16" name="Text richtext-1792458360129-690510751"/>
          <p:cNvSpPr/>
          <p:nvPr/>
        </p:nvSpPr>
        <p:spPr>
          <a:xfrm>
            <a:off x="952500" y="695325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400" dirty="0" spc="-5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 Azure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comparison,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Text 25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be1989c-11f0-42be-a214-d359e98222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2026-10-20T01:06:49Z</dcterms:created>
  <dcterms:modified xsi:type="dcterms:W3CDTF">2026-10-20T01:06:49Z</dcterms:modified>
</cp:coreProperties>
</file>