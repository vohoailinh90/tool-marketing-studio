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619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Levels.fyi: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81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backend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riêng?</a:t>
            </a:r>
            <a:endParaRPr lang="en-US" sz="3000" dirty="0"/>
          </a:p>
        </p:txBody>
      </p:sp>
      <p:sp>
        <p:nvSpPr>
          <p:cNvPr id="5" name="Connector line-1792374188058-242139089"/>
          <p:cNvSpPr/>
          <p:nvPr/>
        </p:nvSpPr>
        <p:spPr>
          <a:xfrm>
            <a:off x="914400" y="6858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143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 đơn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giản,</a:t>
            </a:r>
            <a:r>
              <a:rPr lang="en-US" sz="21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858500" y="1714500"/>
            <a:ext cx="64770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239500" y="19621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39500" y="2381250"/>
            <a:ext cx="5715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Google</a:t>
            </a:r>
            <a:r>
              <a:rPr lang="en-US" sz="3900" dirty="0" spc="-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Forms</a:t>
            </a:r>
            <a:endParaRPr lang="en-US" sz="3900" dirty="0"/>
          </a:p>
        </p:txBody>
      </p:sp>
      <p:sp>
        <p:nvSpPr>
          <p:cNvPr id="11" name="Shape 9"/>
          <p:cNvSpPr/>
          <p:nvPr/>
        </p:nvSpPr>
        <p:spPr>
          <a:xfrm>
            <a:off x="10858500" y="3619500"/>
            <a:ext cx="6477000" cy="1619250"/>
          </a:xfrm>
          <a:prstGeom prst="roundRect">
            <a:avLst>
              <a:gd name="adj" fmla="val 16471"/>
            </a:avLst>
          </a:prstGeom>
          <a:solidFill>
            <a:srgbClr val="3DD6A0"/>
          </a:solidFill>
          <a:ln/>
        </p:spPr>
      </p:sp>
      <p:sp>
        <p:nvSpPr>
          <p:cNvPr id="12" name="Text 10"/>
          <p:cNvSpPr/>
          <p:nvPr/>
        </p:nvSpPr>
        <p:spPr>
          <a:xfrm>
            <a:off x="11239500" y="38671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239500" y="4286250"/>
            <a:ext cx="5715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Google</a:t>
            </a:r>
            <a:r>
              <a:rPr lang="en-US" sz="3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Sheets</a:t>
            </a:r>
            <a:endParaRPr lang="en-US" sz="3900" dirty="0"/>
          </a:p>
        </p:txBody>
      </p:sp>
      <p:sp>
        <p:nvSpPr>
          <p:cNvPr id="14" name="Shape 12"/>
          <p:cNvSpPr/>
          <p:nvPr/>
        </p:nvSpPr>
        <p:spPr>
          <a:xfrm>
            <a:off x="10858500" y="5524500"/>
            <a:ext cx="64770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239500" y="57721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DÙNG,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KHÔNG</a:t>
            </a:r>
            <a:r>
              <a:rPr lang="en-US" sz="1800" b="1" spc="16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239500" y="6191250"/>
            <a:ext cx="5715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r>
              <a:rPr lang="en-US" sz="39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serverless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10858500" y="7429500"/>
            <a:ext cx="6477000" cy="1047750"/>
          </a:xfrm>
          <a:prstGeom prst="roundRect">
            <a:avLst>
              <a:gd name="adj" fmla="val 25455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550" b="1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cda090f0-ab94-4348-bcbf-09566d120e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61913" rIns="0" bIns="-61913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 tính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chở</a:t>
            </a:r>
            <a:r>
              <a:rPr lang="en-US" sz="7500" dirty="0" spc="-9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75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dùng.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114300" cy="1809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richtext-1792374209827-884928579"/>
          <p:cNvSpPr/>
          <p:nvPr/>
        </p:nvSpPr>
        <p:spPr>
          <a:xfrm>
            <a:off x="1333500" y="5334000"/>
            <a:ext cx="14287500" cy="1905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 sánh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lương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ngành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có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gì,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8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đổi?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931ca630-80d5-4a61-be61-5f0edcab2f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LÚC</a:t>
            </a:r>
            <a:r>
              <a:rPr lang="en-US" sz="1950" b="1" spc="28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mảnh, không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05150"/>
            <a:ext cx="1143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2667000" y="3143250"/>
            <a:ext cx="1428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Google</a:t>
            </a:r>
            <a:r>
              <a:rPr lang="en-US" sz="30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Forms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667000" y="3714750"/>
            <a:ext cx="14287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45720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4819650"/>
            <a:ext cx="1143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2667000" y="4857750"/>
            <a:ext cx="1428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Google Sheets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667000" y="5429250"/>
            <a:ext cx="14287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4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4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62865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6534150"/>
            <a:ext cx="1143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2667000" y="6572250"/>
            <a:ext cx="1428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serverless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667000" y="7143750"/>
            <a:ext cx="14287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dùng;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không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 làm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4400" y="8191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mỗi tháng</a:t>
            </a:r>
            <a:r>
              <a:rPr lang="en-US" sz="21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da6140c8-0453-44c7-8cd4-4f82af814e7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b="1" spc="2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64389" rIns="0" bIns="-64389" rtlCol="0" anchor="t"/>
          <a:lstStyle/>
          <a:p>
            <a:pPr algn="l" indent="0" marL="0">
              <a:lnSpc>
                <a:spcPts val="8268"/>
              </a:lnSpc>
              <a:buNone/>
            </a:pPr>
            <a:r>
              <a:rPr lang="en-US" sz="78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Bắt</a:t>
            </a:r>
            <a:r>
              <a:rPr lang="en-US" sz="7800" dirty="0" spc="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7800" dirty="0" spc="-3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78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giản,</a:t>
            </a:r>
            <a:r>
              <a:rPr lang="en-US" sz="7800" dirty="0" spc="-2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8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cải</a:t>
            </a:r>
            <a:r>
              <a:rPr lang="en-US" sz="7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tiến</a:t>
            </a:r>
            <a:r>
              <a:rPr lang="en-US" sz="78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dần.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114300" cy="2190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5" name="Text richtext-1792374239148-664760566"/>
          <p:cNvSpPr/>
          <p:nvPr/>
        </p:nvSpPr>
        <p:spPr>
          <a:xfrm>
            <a:off x="1333500" y="5334000"/>
            <a:ext cx="14287500" cy="228600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Nghe</a:t>
            </a:r>
            <a:r>
              <a:rPr lang="en-US" sz="27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27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7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 cập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backend,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7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700" dirty="0" spc="3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7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7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333500" y="809625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phẩm,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9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trích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59c5dff1-bbdb-40e9-a35a-ce0cd608857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2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381500"/>
          </a:xfrm>
          <a:prstGeom prst="roundRect">
            <a:avLst>
              <a:gd name="adj" fmla="val 6087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4" kern="0">
                <a:solidFill>
                  <a:srgbClr val="DDE3FA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4381500"/>
            <a:ext cx="4476750" cy="1428750"/>
          </a:xfrm>
          <a:prstGeom prst="rect">
            <a:avLst/>
          </a:prstGeom>
          <a:noFill/>
          <a:ln/>
        </p:spPr>
        <p:txBody>
          <a:bodyPr wrap="square" lIns="0" tIns="10477" rIns="0" bIns="-1047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3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3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 chủ</a:t>
            </a:r>
            <a:r>
              <a:rPr lang="en-US" sz="3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476750" cy="1143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16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dựng,</a:t>
            </a:r>
            <a:r>
              <a:rPr lang="en-US" sz="2250" dirty="0" spc="-6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250" dirty="0" spc="17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dirty="0" spc="-9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250" dirty="0" spc="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381500"/>
          </a:xfrm>
          <a:prstGeom prst="roundRect">
            <a:avLst>
              <a:gd name="adj" fmla="val 608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6915150" y="4381500"/>
            <a:ext cx="4476750" cy="1428750"/>
          </a:xfrm>
          <a:prstGeom prst="rect">
            <a:avLst/>
          </a:prstGeom>
          <a:noFill/>
          <a:ln/>
        </p:spPr>
        <p:txBody>
          <a:bodyPr wrap="square" lIns="0" tIns="10477" rIns="0" bIns="-1047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33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33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sửa</a:t>
            </a:r>
            <a:r>
              <a:rPr lang="en-US" sz="33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6915150" y="6000750"/>
            <a:ext cx="4476750" cy="1143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Kể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381500"/>
          </a:xfrm>
          <a:prstGeom prst="roundRect">
            <a:avLst>
              <a:gd name="adj" fmla="val 608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9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12534900" y="4381500"/>
            <a:ext cx="4476750" cy="1428750"/>
          </a:xfrm>
          <a:prstGeom prst="rect">
            <a:avLst/>
          </a:prstGeom>
          <a:noFill/>
          <a:ln/>
        </p:spPr>
        <p:txBody>
          <a:bodyPr wrap="square" lIns="0" tIns="10477" rIns="0" bIns="-1047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 ý</a:t>
            </a:r>
            <a:r>
              <a:rPr lang="en-US" sz="33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tưởng</a:t>
            </a:r>
            <a:r>
              <a:rPr lang="en-US" sz="33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2534900" y="6000750"/>
            <a:ext cx="4476750" cy="1143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0a83ae24-7fd8-45d9-9d26-7e0e3cc364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thiếu</a:t>
            </a:r>
            <a:r>
              <a:rPr lang="en-US" sz="66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7242048"/>
                <a:gridCol w="4608576"/>
                <a:gridCol w="4608576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Thứ cần</a:t>
                      </a:r>
                      <a:r>
                        <a:rPr lang="en-US" sz="2400" b="1" dirty="0" spc="-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Cơ</a:t>
                      </a:r>
                      <a:r>
                        <a:rPr lang="en-US" sz="24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40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b="1" dirty="0" spc="0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Bảng</a:t>
                      </a:r>
                      <a:r>
                        <a:rPr lang="en-US" sz="2400" b="1" dirty="0" spc="0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tính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Ràng</a:t>
                      </a:r>
                      <a:r>
                        <a:rPr lang="en-US" sz="24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buộc</a:t>
                      </a:r>
                      <a:r>
                        <a:rPr lang="en-US" sz="240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kiểu</a:t>
                      </a:r>
                      <a:r>
                        <a:rPr lang="en-US" sz="240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400" dirty="0" spc="-6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sẵn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thiếu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Giao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24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 nhiều</a:t>
                      </a:r>
                      <a:r>
                        <a:rPr lang="en-US" sz="2400" dirty="0" spc="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người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400" dirty="0" spc="-6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sẵn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thiếu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Chỉ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mục</a:t>
                      </a: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cho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4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</a:t>
                      </a:r>
                      <a:r>
                        <a:rPr lang="en-US" sz="2400" dirty="0" spc="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phức</a:t>
                      </a:r>
                      <a:r>
                        <a:rPr lang="en-US" sz="240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400" dirty="0" spc="-6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sẵn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thiếu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Hạn</a:t>
                      </a:r>
                      <a:r>
                        <a:rPr lang="en-US" sz="2400" dirty="0" spc="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mức</a:t>
                      </a:r>
                      <a:r>
                        <a:rPr lang="en-US" sz="240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lần</a:t>
                      </a:r>
                      <a:r>
                        <a:rPr lang="en-US" sz="240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gọi,</a:t>
                      </a:r>
                      <a:r>
                        <a:rPr lang="en-US" sz="24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kích</a:t>
                      </a:r>
                      <a:r>
                        <a:rPr lang="en-US" sz="2400" dirty="0" spc="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thước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tùy</a:t>
                      </a: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hệ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thống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400" dirty="0" spc="2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hạn</a:t>
                      </a:r>
                      <a:r>
                        <a:rPr lang="en-US" sz="2400" dirty="0" spc="11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mức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8382000"/>
            <a:ext cx="16459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19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soạn;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19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 nào.</a:t>
            </a:r>
            <a:endParaRPr lang="en-US" sz="195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d65e1d70-da95-48b0-b61e-5142b9146c7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15240" rIns="0" bIns="-1524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48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đặt</a:t>
            </a:r>
            <a:r>
              <a:rPr lang="en-US" sz="4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chỗ: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48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4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bấm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48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ghế.</a:t>
            </a:r>
            <a:r>
              <a:rPr lang="en-US" sz="4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4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r>
              <a:rPr lang="en-US" sz="48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tính?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8001000" cy="4476750"/>
          </a:xfrm>
          <a:prstGeom prst="roundRect">
            <a:avLst>
              <a:gd name="adj" fmla="val 6809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4000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1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950" b="1" spc="226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b="1" spc="156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b="1" spc="225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476750"/>
            <a:ext cx="7239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54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endParaRPr lang="en-US" sz="5400" dirty="0"/>
          </a:p>
        </p:txBody>
      </p:sp>
      <p:sp>
        <p:nvSpPr>
          <p:cNvPr id="7" name="Text richtext-1792374289895-64286138"/>
          <p:cNvSpPr/>
          <p:nvPr/>
        </p:nvSpPr>
        <p:spPr>
          <a:xfrm>
            <a:off x="1371600" y="5619750"/>
            <a:ext cx="70866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dịch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ghế.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5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619500"/>
            <a:ext cx="8001000" cy="4476750"/>
          </a:xfrm>
          <a:prstGeom prst="roundRect">
            <a:avLst>
              <a:gd name="adj" fmla="val 68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29800" y="4000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LEVELS.FYI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829800" y="4476750"/>
            <a:ext cx="7239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Chịu</a:t>
            </a:r>
            <a:r>
              <a:rPr lang="en-US" sz="5400" dirty="0" spc="-7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54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lâu</a:t>
            </a:r>
            <a:endParaRPr lang="en-US" sz="5400" dirty="0"/>
          </a:p>
        </p:txBody>
      </p:sp>
      <p:sp>
        <p:nvSpPr>
          <p:cNvPr id="11" name="Text richtext-1792374289918-642861615"/>
          <p:cNvSpPr/>
          <p:nvPr/>
        </p:nvSpPr>
        <p:spPr>
          <a:xfrm>
            <a:off x="9829800" y="5619750"/>
            <a:ext cx="70866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 cập chỉ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5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suy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e4621a2-5e23-4c60-a110-2203475f6a3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Đơn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giản,</a:t>
            </a:r>
            <a:r>
              <a:rPr lang="en-US" sz="6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6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66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rút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4953000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19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295400" y="4381500"/>
            <a:ext cx="419100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667500" y="3238500"/>
            <a:ext cx="4953000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8500" y="3524250"/>
            <a:ext cx="419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7048500" y="4381500"/>
            <a:ext cx="419100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420600" y="3238500"/>
            <a:ext cx="4953000" cy="3048000"/>
          </a:xfrm>
          <a:prstGeom prst="roundRect">
            <a:avLst>
              <a:gd name="adj" fmla="val 8750"/>
            </a:avLst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0" y="3524250"/>
            <a:ext cx="419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2801600" y="4381500"/>
            <a:ext cx="419100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hàm</a:t>
            </a:r>
            <a:endParaRPr lang="en-US" sz="2550" dirty="0"/>
          </a:p>
        </p:txBody>
      </p:sp>
      <p:sp>
        <p:nvSpPr>
          <p:cNvPr id="13" name="Connector line-1792374307172-234435337"/>
          <p:cNvSpPr/>
          <p:nvPr/>
        </p:nvSpPr>
        <p:spPr>
          <a:xfrm>
            <a:off x="5924550" y="4762500"/>
            <a:ext cx="666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74307172-329161281"/>
          <p:cNvSpPr/>
          <p:nvPr/>
        </p:nvSpPr>
        <p:spPr>
          <a:xfrm>
            <a:off x="11677650" y="4762500"/>
            <a:ext cx="666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14400" y="69532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 có giới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8096250"/>
            <a:ext cx="16459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Gợi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soạn;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chuyển.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8157525b-67d2-4cee-ba6d-07e45a68cc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1153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2385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524250"/>
            <a:ext cx="7429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Serverless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295400" y="4476750"/>
            <a:ext cx="7429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quản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95400" y="495300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4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nhà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258300" y="2857500"/>
            <a:ext cx="81153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9639300" y="32385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9639300" y="3524250"/>
            <a:ext cx="7429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Backend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639300" y="4476750"/>
            <a:ext cx="7429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639300" y="495300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24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14400" y="69532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14400" y="739140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79438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Levels.fyi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45fe83a-b081-4ec1-9779-4dcf2b17fe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2026-10-19T05:13:32Z</dcterms:created>
  <dcterms:modified xsi:type="dcterms:W3CDTF">2026-10-19T05:13:32Z</dcterms:modified>
</cp:coreProperties>
</file>