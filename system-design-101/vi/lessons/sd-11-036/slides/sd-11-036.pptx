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8953500" cy="31432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thập kỷ</a:t>
            </a:r>
            <a:r>
              <a:rPr lang="en-US" sz="78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đám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mây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4953000"/>
            <a:ext cx="895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Rời</a:t>
            </a:r>
            <a:r>
              <a:rPr lang="en-US" sz="3000" b="1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3000" b="1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tảng,</a:t>
            </a:r>
            <a:r>
              <a:rPr lang="en-US" sz="3000" b="1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quản</a:t>
            </a:r>
            <a:r>
              <a:rPr lang="en-US" sz="3000" b="1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container:</a:t>
            </a:r>
            <a:r>
              <a:rPr lang="en-US" sz="3000" b="1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000" b="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b="1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b="1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628650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1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801350" y="4229100"/>
            <a:ext cx="1828800" cy="18288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01350" y="4762500"/>
            <a:ext cx="1828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2001</a:t>
            </a:r>
            <a:r>
              <a:rPr lang="en-US" sz="24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-</a:t>
            </a:r>
            <a:r>
              <a:rPr lang="en-US" sz="24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2015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0" y="1428750"/>
            <a:ext cx="365760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2001</a:t>
            </a:r>
            <a:r>
              <a:rPr lang="en-US" sz="2100" b="1" dirty="0" spc="-1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VMware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716000" y="2381250"/>
            <a:ext cx="365760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2006</a:t>
            </a:r>
            <a:r>
              <a:rPr lang="en-US" sz="2100" b="1" dirty="0" spc="-4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716000" y="3333750"/>
            <a:ext cx="365760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2009</a:t>
            </a:r>
            <a:r>
              <a:rPr lang="en-US" sz="2100" b="1" dirty="0" spc="-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Heroku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716000" y="4286250"/>
            <a:ext cx="365760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2010</a:t>
            </a:r>
            <a:r>
              <a:rPr lang="en-US" sz="21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OpenStack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716000" y="5238750"/>
            <a:ext cx="365760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2011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</a:t>
            </a:r>
            <a:r>
              <a:rPr lang="en-US" sz="2100" b="1" dirty="0" spc="-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Foundry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0" y="6191250"/>
            <a:ext cx="365760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2013</a:t>
            </a:r>
            <a:r>
              <a:rPr lang="en-US" sz="2100" b="1" dirty="0" spc="-1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Docker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716000" y="7143750"/>
            <a:ext cx="365760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2015</a:t>
            </a:r>
            <a:r>
              <a:rPr lang="en-US" sz="21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CNCF</a:t>
            </a:r>
            <a:endParaRPr lang="en-US" sz="2100" dirty="0"/>
          </a:p>
        </p:txBody>
      </p:sp>
      <p:sp>
        <p:nvSpPr>
          <p:cNvPr id="16" name="Connector line-1792420907243-83586399"/>
          <p:cNvSpPr/>
          <p:nvPr/>
        </p:nvSpPr>
        <p:spPr>
          <a:xfrm flipV="1">
            <a:off x="12630150" y="1771650"/>
            <a:ext cx="1085850" cy="337185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7" name="Connector line-1792420907244-866129475"/>
          <p:cNvSpPr/>
          <p:nvPr/>
        </p:nvSpPr>
        <p:spPr>
          <a:xfrm flipV="1">
            <a:off x="12630150" y="2724150"/>
            <a:ext cx="1085850" cy="241935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8" name="Connector line-1792420907244-308960739"/>
          <p:cNvSpPr/>
          <p:nvPr/>
        </p:nvSpPr>
        <p:spPr>
          <a:xfrm flipV="1">
            <a:off x="12630150" y="3676650"/>
            <a:ext cx="1085850" cy="146685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9" name="Connector line-1792420907245-991568617"/>
          <p:cNvSpPr/>
          <p:nvPr/>
        </p:nvSpPr>
        <p:spPr>
          <a:xfrm flipV="1">
            <a:off x="12630150" y="4629150"/>
            <a:ext cx="1085850" cy="51435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20" name="Connector line-1792420907245-627336391"/>
          <p:cNvSpPr/>
          <p:nvPr/>
        </p:nvSpPr>
        <p:spPr>
          <a:xfrm>
            <a:off x="12630150" y="5143500"/>
            <a:ext cx="1085850" cy="43815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1" name="Connector line-1792420907245-592595671"/>
          <p:cNvSpPr/>
          <p:nvPr/>
        </p:nvSpPr>
        <p:spPr>
          <a:xfrm>
            <a:off x="12630150" y="5143500"/>
            <a:ext cx="1085850" cy="139065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2" name="Connector line-1792420907245-292365371"/>
          <p:cNvSpPr/>
          <p:nvPr/>
        </p:nvSpPr>
        <p:spPr>
          <a:xfrm>
            <a:off x="12630150" y="5143500"/>
            <a:ext cx="1085850" cy="234315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f8d80f92-6f98-4cf9-bd52-8bd2d47f3d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905000"/>
            <a:ext cx="152400" cy="3810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809750"/>
            <a:ext cx="15906750" cy="4191000"/>
          </a:xfrm>
          <a:prstGeom prst="rect">
            <a:avLst/>
          </a:prstGeom>
          <a:noFill/>
          <a:ln/>
        </p:spPr>
        <p:txBody>
          <a:bodyPr wrap="square" lIns="0" tIns="77153" rIns="0" bIns="-77153" rtlCol="0" anchor="t"/>
          <a:lstStyle/>
          <a:p>
            <a:pPr algn="l" indent="0" marL="0">
              <a:lnSpc>
                <a:spcPts val="9450"/>
              </a:lnSpc>
              <a:buNone/>
            </a:pPr>
            <a:r>
              <a:rPr lang="en-US" sz="9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 mốc</a:t>
            </a:r>
            <a:r>
              <a:rPr lang="en-US" sz="90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9000" dirty="0" spc="-8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90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ranh</a:t>
            </a:r>
            <a:r>
              <a:rPr lang="en-US" sz="9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90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lo.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858000"/>
            <a:ext cx="156972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33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33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3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33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3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36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738d9fb6-d537-4bbd-8594-3d19f4c8b5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2001</a:t>
            </a:r>
            <a:r>
              <a:rPr lang="en-US" sz="1800" b="1" spc="28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VMWARE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2006</a:t>
            </a:r>
            <a:r>
              <a:rPr lang="en-US" sz="1800" b="1" spc="26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sang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thuê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2476500" y="2857500"/>
            <a:ext cx="3810000" cy="857250"/>
          </a:xfrm>
          <a:prstGeom prst="roundRect">
            <a:avLst>
              <a:gd name="adj" fmla="val 2666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8572500" y="2857500"/>
            <a:ext cx="4381500" cy="857250"/>
          </a:xfrm>
          <a:prstGeom prst="roundRect">
            <a:avLst>
              <a:gd name="adj" fmla="val 2666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endParaRPr lang="en-US" sz="2550" dirty="0"/>
          </a:p>
        </p:txBody>
      </p:sp>
      <p:sp>
        <p:nvSpPr>
          <p:cNvPr id="6" name="Connector line-1792420911772-375589241"/>
          <p:cNvSpPr/>
          <p:nvPr/>
        </p:nvSpPr>
        <p:spPr>
          <a:xfrm>
            <a:off x="4381500" y="3714750"/>
            <a:ext cx="0" cy="4857750"/>
          </a:xfrm>
          <a:prstGeom prst="line">
            <a:avLst/>
          </a:prstGeom>
          <a:noFill/>
          <a:ln w="38100">
            <a:solidFill>
              <a:srgbClr val="8A867C"/>
            </a:solidFill>
            <a:prstDash val="lgDash"/>
            <a:headEnd type="none"/>
            <a:tailEnd type="none"/>
          </a:ln>
        </p:spPr>
      </p:sp>
      <p:sp>
        <p:nvSpPr>
          <p:cNvPr id="7" name="Connector line-1792420911772-98632077"/>
          <p:cNvSpPr/>
          <p:nvPr/>
        </p:nvSpPr>
        <p:spPr>
          <a:xfrm>
            <a:off x="10763250" y="3714750"/>
            <a:ext cx="0" cy="4857750"/>
          </a:xfrm>
          <a:prstGeom prst="line">
            <a:avLst/>
          </a:prstGeom>
          <a:noFill/>
          <a:ln w="38100">
            <a:solidFill>
              <a:srgbClr val="8A867C"/>
            </a:solidFill>
            <a:prstDash val="lgDash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4762500" y="43815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Thuê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250" dirty="0"/>
          </a:p>
        </p:txBody>
      </p:sp>
      <p:sp>
        <p:nvSpPr>
          <p:cNvPr id="9" name="Connector line-1792420911780-422012670"/>
          <p:cNvSpPr/>
          <p:nvPr/>
        </p:nvSpPr>
        <p:spPr>
          <a:xfrm>
            <a:off x="4381500" y="4953000"/>
            <a:ext cx="638175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762500" y="59055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ảo,</a:t>
            </a:r>
            <a:r>
              <a:rPr lang="en-US" sz="22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250" dirty="0"/>
          </a:p>
        </p:txBody>
      </p:sp>
      <p:sp>
        <p:nvSpPr>
          <p:cNvPr id="11" name="Connector line-1792420911783-673656477"/>
          <p:cNvSpPr/>
          <p:nvPr/>
        </p:nvSpPr>
        <p:spPr>
          <a:xfrm flipH="1">
            <a:off x="4381500" y="6477000"/>
            <a:ext cx="63817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lgDash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3525500" y="2857500"/>
            <a:ext cx="384810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11250" y="3105150"/>
            <a:ext cx="3276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2001</a:t>
            </a:r>
            <a:r>
              <a:rPr lang="en-US" sz="1650" b="1" spc="20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VMWARE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811250" y="3543300"/>
            <a:ext cx="32766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36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9da4cc89-902a-499d-b49d-40d7c556e35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2009</a:t>
            </a:r>
            <a:r>
              <a:rPr lang="en-US" sz="1800" b="1" spc="29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HEROKU</a:t>
            </a:r>
            <a:r>
              <a:rPr lang="en-US" sz="1800" b="1" spc="25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2010</a:t>
            </a:r>
            <a:r>
              <a:rPr lang="en-US" sz="1800" b="1" spc="27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OPENSTACK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Đưa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lên,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295400" y="28575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MỐC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239000" y="2857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165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16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DỜI</a:t>
            </a:r>
            <a:r>
              <a:rPr lang="en-US" sz="1650" b="1" spc="23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650" b="1" spc="21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333375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333750"/>
            <a:ext cx="5524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2009</a:t>
            </a:r>
            <a:r>
              <a:rPr lang="en-US" sz="3450" b="1" dirty="0" spc="-1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Heroku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7239000" y="3333750"/>
            <a:ext cx="95250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1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lên,</a:t>
            </a: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31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lo.</a:t>
            </a:r>
            <a:endParaRPr lang="en-US" sz="3150" dirty="0"/>
          </a:p>
        </p:txBody>
      </p:sp>
      <p:sp>
        <p:nvSpPr>
          <p:cNvPr id="9" name="Shape 7"/>
          <p:cNvSpPr/>
          <p:nvPr/>
        </p:nvSpPr>
        <p:spPr>
          <a:xfrm>
            <a:off x="914400" y="590550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5400" y="5905500"/>
            <a:ext cx="5524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2010</a:t>
            </a:r>
            <a:r>
              <a:rPr lang="en-US" sz="34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OpenStack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7239000" y="5905500"/>
            <a:ext cx="95250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</a:t>
            </a:r>
            <a:r>
              <a:rPr lang="en-US" sz="31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mở.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36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ce5d859c-3f70-41bf-9671-242f5ef66e7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2011</a:t>
            </a:r>
            <a:r>
              <a:rPr lang="en-US" sz="1800" b="1" spc="28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</a:t>
            </a:r>
            <a:r>
              <a:rPr lang="en-US" sz="1800" b="1" spc="28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FOUNDRY</a:t>
            </a:r>
            <a:r>
              <a:rPr lang="en-US" sz="1800" b="1" spc="25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2013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DOCKER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Nền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container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810500" cy="4762500"/>
          </a:xfrm>
          <a:prstGeom prst="roundRect">
            <a:avLst>
              <a:gd name="adj" fmla="val 64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4671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2011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90650" y="4000500"/>
            <a:ext cx="685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Cloud</a:t>
            </a:r>
            <a:r>
              <a:rPr lang="en-US" sz="48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Foundry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390650" y="5334000"/>
            <a:ext cx="6858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33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33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3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33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mở.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9563100" y="3048000"/>
            <a:ext cx="7810500" cy="4762500"/>
          </a:xfrm>
          <a:prstGeom prst="roundRect">
            <a:avLst>
              <a:gd name="adj" fmla="val 64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39350" y="34671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2013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039350" y="4000500"/>
            <a:ext cx="685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Docker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0039350" y="5334000"/>
            <a:ext cx="6858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</a:t>
            </a:r>
            <a:r>
              <a:rPr lang="en-US" sz="33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33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3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container.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36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ad2f7331-424f-4514-9399-8b7fb663dd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2015 CNCF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572500" cy="4953000"/>
          </a:xfrm>
          <a:prstGeom prst="rect">
            <a:avLst/>
          </a:prstGeom>
          <a:noFill/>
          <a:ln/>
        </p:spPr>
        <p:txBody>
          <a:bodyPr wrap="square" lIns="0" tIns="304800" rIns="0" bIns="-304800" rtlCol="0" anchor="t"/>
          <a:lstStyle/>
          <a:p>
            <a:pPr algn="l" indent="0" marL="0">
              <a:lnSpc>
                <a:spcPts val="30000"/>
              </a:lnSpc>
              <a:buNone/>
            </a:pPr>
            <a:r>
              <a:rPr lang="en-US" sz="30000" dirty="0" spc="-6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2015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914400" y="6667500"/>
            <a:ext cx="952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6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33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</a:t>
            </a:r>
            <a:r>
              <a:rPr lang="en-US" sz="33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native.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10763250" y="2476500"/>
            <a:ext cx="6610350" cy="2857500"/>
          </a:xfrm>
          <a:prstGeom prst="roundRect">
            <a:avLst>
              <a:gd name="adj" fmla="val 10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39500" y="2819400"/>
            <a:ext cx="5657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3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16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CNCF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239500" y="3333750"/>
            <a:ext cx="56578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Hiệu</a:t>
            </a:r>
            <a:r>
              <a:rPr lang="en-US" sz="330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33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33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2015-11-06.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36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a0a5c060-af9e-4a9a-ab70-965414556e0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Dòng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 dễ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gây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95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2476500" y="304800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Dễ</a:t>
            </a:r>
            <a:r>
              <a:rPr lang="en-US" sz="31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31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31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31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857750"/>
            <a:ext cx="95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300" dirty="0"/>
          </a:p>
        </p:txBody>
      </p:sp>
      <p:sp>
        <p:nvSpPr>
          <p:cNvPr id="9" name="Text 7"/>
          <p:cNvSpPr/>
          <p:nvPr/>
        </p:nvSpPr>
        <p:spPr>
          <a:xfrm>
            <a:off x="2476500" y="485775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31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1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31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tại:</a:t>
            </a:r>
            <a:r>
              <a:rPr lang="en-US" sz="31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1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r>
              <a:rPr lang="en-US" sz="31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1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667500"/>
            <a:ext cx="95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2476500" y="666750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Bảy</a:t>
            </a:r>
            <a:r>
              <a:rPr lang="en-US" sz="31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31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toàn</a:t>
            </a:r>
            <a:r>
              <a:rPr lang="en-US" sz="31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1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31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sử.</a:t>
            </a:r>
            <a:endParaRPr lang="en-US" sz="31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36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f1b8490e-866b-4253-b418-6f66534292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t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-8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Rời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nền</a:t>
            </a:r>
            <a:r>
              <a:rPr lang="en-US" sz="63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tảng,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quản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container: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3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810000"/>
            <a:ext cx="4762500" cy="2857500"/>
          </a:xfrm>
          <a:prstGeom prst="roundRect">
            <a:avLst>
              <a:gd name="adj" fmla="val 10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4152900"/>
            <a:ext cx="400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16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4667250"/>
            <a:ext cx="4000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Dời</a:t>
            </a:r>
            <a:r>
              <a:rPr lang="en-US" sz="31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6762750" y="3810000"/>
            <a:ext cx="4762500" cy="2857500"/>
          </a:xfrm>
          <a:prstGeom prst="roundRect">
            <a:avLst>
              <a:gd name="adj" fmla="val 10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43750" y="4152900"/>
            <a:ext cx="400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16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143750" y="4667250"/>
            <a:ext cx="4000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1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ảo,</a:t>
            </a:r>
            <a:r>
              <a:rPr lang="en-US" sz="31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1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hành,</a:t>
            </a:r>
            <a:r>
              <a:rPr lang="en-US" sz="3150" b="1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31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lịch.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12611100" y="3810000"/>
            <a:ext cx="4762500" cy="2857500"/>
          </a:xfrm>
          <a:prstGeom prst="roundRect">
            <a:avLst>
              <a:gd name="adj" fmla="val 10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92100" y="4152900"/>
            <a:ext cx="400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16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992100" y="4667250"/>
            <a:ext cx="4000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31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soát;</a:t>
            </a:r>
            <a:r>
              <a:rPr lang="en-US" sz="31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1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31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31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1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1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1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31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thích.</a:t>
            </a:r>
            <a:endParaRPr lang="en-US" sz="3150" dirty="0"/>
          </a:p>
        </p:txBody>
      </p:sp>
      <p:sp>
        <p:nvSpPr>
          <p:cNvPr id="13" name="Connector line-1792420961596-873429908"/>
          <p:cNvSpPr/>
          <p:nvPr/>
        </p:nvSpPr>
        <p:spPr>
          <a:xfrm>
            <a:off x="5676900" y="5238750"/>
            <a:ext cx="108585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420961596-541766795"/>
          <p:cNvSpPr/>
          <p:nvPr/>
        </p:nvSpPr>
        <p:spPr>
          <a:xfrm>
            <a:off x="11525250" y="5238750"/>
            <a:ext cx="108585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742950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b="1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3000" b="1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b="1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3000" b="1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3000" b="1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36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3047e123-79a0-49d6-aba5-383f1a4b42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9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SÂU:</a:t>
            </a:r>
            <a:r>
              <a:rPr lang="en-US" sz="1800" b="1" spc="30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9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2571750"/>
          </a:xfrm>
          <a:prstGeom prst="roundRect">
            <a:avLst>
              <a:gd name="adj" fmla="val 11852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90650" y="3238500"/>
            <a:ext cx="704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90650" y="3714750"/>
            <a:ext cx="7048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31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31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31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31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2571750"/>
          </a:xfrm>
          <a:prstGeom prst="roundRect">
            <a:avLst>
              <a:gd name="adj" fmla="val 11852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848850" y="3238500"/>
            <a:ext cx="704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650" b="1" spc="18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848850" y="3714750"/>
            <a:ext cx="7048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31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1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1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31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31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1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lo.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8001000" cy="2571750"/>
          </a:xfrm>
          <a:prstGeom prst="roundRect">
            <a:avLst>
              <a:gd name="adj" fmla="val 11852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90650" y="6191250"/>
            <a:ext cx="704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6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90650" y="6667500"/>
            <a:ext cx="7048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31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31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15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1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lệ.</a:t>
            </a:r>
            <a:endParaRPr lang="en-US" sz="3150" dirty="0"/>
          </a:p>
        </p:txBody>
      </p:sp>
      <p:sp>
        <p:nvSpPr>
          <p:cNvPr id="13" name="Shape 11"/>
          <p:cNvSpPr/>
          <p:nvPr/>
        </p:nvSpPr>
        <p:spPr>
          <a:xfrm>
            <a:off x="9372600" y="5905500"/>
            <a:ext cx="8001000" cy="2571750"/>
          </a:xfrm>
          <a:prstGeom prst="roundRect">
            <a:avLst>
              <a:gd name="adj" fmla="val 11852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48850" y="6191250"/>
            <a:ext cx="704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848850" y="6667500"/>
            <a:ext cx="7048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31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1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31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31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31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36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5800508f-0b12-4869-ae4e-065d37e5385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9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AWS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2857500" y="1695450"/>
            <a:ext cx="74295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Amazon.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14400" y="31432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IaaS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857500" y="321945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14400" y="42862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PaaS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857500" y="436245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14400" y="54292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CNCF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857500" y="5505450"/>
            <a:ext cx="74295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native,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Kubernetes.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1049000" y="1619250"/>
            <a:ext cx="6324600" cy="6096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0" y="1962150"/>
            <a:ext cx="552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13" name="Text richtext-1792420973361-635495924"/>
          <p:cNvSpPr/>
          <p:nvPr/>
        </p:nvSpPr>
        <p:spPr>
          <a:xfrm>
            <a:off x="11430000" y="2533650"/>
            <a:ext cx="5524500" cy="4762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OpenStack,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Cloud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Foundry,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vcap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Docker,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moby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CNCF,</a:t>
            </a:r>
            <a:r>
              <a:rPr lang="en-US" sz="24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36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82cb1b3e-3bc3-4ba6-b5c8-555b2895d39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2026-10-19T16:48:08Z</dcterms:created>
  <dcterms:modified xsi:type="dcterms:W3CDTF">2026-10-19T16:48:08Z</dcterms:modified>
</cp:coreProperties>
</file>