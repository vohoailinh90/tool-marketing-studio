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9720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Đối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soát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thanh</a:t>
            </a:r>
            <a:r>
              <a:rPr lang="en-US" sz="81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toán: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nỗi</a:t>
            </a:r>
            <a:r>
              <a:rPr lang="en-US" sz="81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đau</a:t>
            </a:r>
            <a:r>
              <a:rPr lang="en-US" sz="8100" dirty="0" spc="-8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81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gỡ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30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lệch: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thật?</a:t>
            </a:r>
            <a:endParaRPr lang="en-US" sz="3000" dirty="0"/>
          </a:p>
        </p:txBody>
      </p:sp>
      <p:sp>
        <p:nvSpPr>
          <p:cNvPr id="5" name="Connector line-1792380394564-227189234"/>
          <p:cNvSpPr/>
          <p:nvPr/>
        </p:nvSpPr>
        <p:spPr>
          <a:xfrm>
            <a:off x="914400" y="8286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572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cho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thanh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650" dirty="0"/>
          </a:p>
        </p:txBody>
      </p:sp>
      <p:sp>
        <p:nvSpPr>
          <p:cNvPr id="8" name="Connector line-1792380394570-126510638"/>
          <p:cNvSpPr/>
          <p:nvPr/>
        </p:nvSpPr>
        <p:spPr>
          <a:xfrm>
            <a:off x="12287250" y="3143250"/>
            <a:ext cx="0" cy="4000500"/>
          </a:xfrm>
          <a:prstGeom prst="line">
            <a:avLst/>
          </a:prstGeom>
          <a:noFill/>
          <a:ln w="28575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2134850" y="2990850"/>
            <a:ext cx="304800" cy="3048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0" name="Shape 8"/>
          <p:cNvSpPr/>
          <p:nvPr/>
        </p:nvSpPr>
        <p:spPr>
          <a:xfrm>
            <a:off x="12134850" y="4324350"/>
            <a:ext cx="304800" cy="3048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1" name="Shape 9"/>
          <p:cNvSpPr/>
          <p:nvPr/>
        </p:nvSpPr>
        <p:spPr>
          <a:xfrm>
            <a:off x="12134850" y="5657850"/>
            <a:ext cx="304800" cy="3048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2" name="Shape 10"/>
          <p:cNvSpPr/>
          <p:nvPr/>
        </p:nvSpPr>
        <p:spPr>
          <a:xfrm>
            <a:off x="12134850" y="6991350"/>
            <a:ext cx="304800" cy="3048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0" y="2781300"/>
            <a:ext cx="44767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ghi,</a:t>
            </a:r>
            <a:r>
              <a:rPr lang="en-US" sz="19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50" b="1" dirty="0" spc="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954000" y="4114800"/>
            <a:ext cx="44767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b="1" dirty="0" spc="-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954000" y="5448300"/>
            <a:ext cx="44767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Lệch</a:t>
            </a: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100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954000" y="6781800"/>
            <a:ext cx="44767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9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950" b="1" dirty="0" spc="-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9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1251bc8f-e98d-48e4-973d-4bd745760a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tiền,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381250"/>
            <a:ext cx="8572500" cy="3810000"/>
          </a:xfrm>
          <a:prstGeom prst="rect">
            <a:avLst/>
          </a:prstGeom>
          <a:noFill/>
          <a:ln/>
        </p:spPr>
        <p:txBody>
          <a:bodyPr wrap="square" lIns="0" tIns="259080" rIns="0" bIns="-259080" rtlCol="0" anchor="ctr"/>
          <a:lstStyle/>
          <a:p>
            <a:pPr algn="l" indent="0" marL="0">
              <a:lnSpc>
                <a:spcPts val="25500"/>
              </a:lnSpc>
              <a:buNone/>
            </a:pPr>
            <a:r>
              <a:rPr lang="en-US" sz="25500" dirty="0" spc="-1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200</a:t>
            </a:r>
            <a:endParaRPr lang="en-US" sz="255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đô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chiếc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0" y="2762250"/>
            <a:ext cx="7848600" cy="1047750"/>
          </a:xfrm>
          <a:prstGeom prst="roundRect">
            <a:avLst>
              <a:gd name="adj" fmla="val 25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762250"/>
            <a:ext cx="70866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Website: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525000" y="4000500"/>
            <a:ext cx="7848600" cy="1047750"/>
          </a:xfrm>
          <a:prstGeom prst="roundRect">
            <a:avLst>
              <a:gd name="adj" fmla="val 25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06000" y="4000500"/>
            <a:ext cx="70866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PayPal: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525000" y="5238750"/>
            <a:ext cx="7848600" cy="1047750"/>
          </a:xfrm>
          <a:prstGeom prst="roundRect">
            <a:avLst>
              <a:gd name="adj" fmla="val 25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6000" y="5238750"/>
            <a:ext cx="70866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cái: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nợ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200, ghi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7524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75247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soát: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0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382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56c52966-412b-43b0-ac23-634270af28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NỖI</a:t>
            </a:r>
            <a:r>
              <a:rPr lang="en-US" sz="1800" b="1" spc="28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1800" b="1" spc="28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00" b="1" spc="28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dạng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hóa: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5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485900" y="4095750"/>
            <a:ext cx="15316200" cy="1047750"/>
          </a:xfrm>
          <a:prstGeom prst="roundRect">
            <a:avLst>
              <a:gd name="adj" fmla="val 25455"/>
            </a:avLst>
          </a:prstGeom>
          <a:solidFill>
            <a:srgbClr val="DDE3FA"/>
          </a:solidFill>
          <a:ln/>
        </p:spPr>
      </p:sp>
      <p:sp>
        <p:nvSpPr>
          <p:cNvPr id="7" name="Text 5"/>
          <p:cNvSpPr/>
          <p:nvPr/>
        </p:nvSpPr>
        <p:spPr>
          <a:xfrm>
            <a:off x="1866900" y="4095750"/>
            <a:ext cx="14554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website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485900" y="5334000"/>
            <a:ext cx="15316200" cy="1047750"/>
          </a:xfrm>
          <a:prstGeom prst="roundRect">
            <a:avLst>
              <a:gd name="adj" fmla="val 25455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1866900" y="5334000"/>
            <a:ext cx="14554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PayPal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485900" y="6572250"/>
            <a:ext cx="15316200" cy="1047750"/>
          </a:xfrm>
          <a:prstGeom prst="roundRect">
            <a:avLst>
              <a:gd name="adj" fmla="val 25455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866900" y="6572250"/>
            <a:ext cx="14554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cái: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nợ</a:t>
            </a:r>
            <a:r>
              <a:rPr lang="en-US" sz="24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mua,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8001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Ngày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"2022/01/01"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1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"Jan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2022"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e94a79e6-d0d6-4022-979d-e549de9dce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25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180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Luồng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lô,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tùy</a:t>
            </a:r>
            <a:r>
              <a:rPr lang="en-US" sz="69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gấp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1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1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1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2100" dirty="0"/>
          </a:p>
        </p:txBody>
      </p:sp>
      <p:sp>
        <p:nvSpPr>
          <p:cNvPr id="6" name="Text richtext-1792380399370-709410761"/>
          <p:cNvSpPr/>
          <p:nvPr/>
        </p:nvSpPr>
        <p:spPr>
          <a:xfrm>
            <a:off x="1295400" y="375285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luồng.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Flink.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b="1" spc="20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endParaRPr lang="en-US" sz="2100" dirty="0"/>
          </a:p>
        </p:txBody>
      </p:sp>
      <p:sp>
        <p:nvSpPr>
          <p:cNvPr id="9" name="Text richtext-1792380399391-754401468"/>
          <p:cNvSpPr/>
          <p:nvPr/>
        </p:nvSpPr>
        <p:spPr>
          <a:xfrm>
            <a:off x="9753600" y="375285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lô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Hadoop.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75247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524750"/>
            <a:ext cx="15697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 thuật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 hơn.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f3e8c88-954b-4285-a851-16e69cbab80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1800" b="1" spc="28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ngày</a:t>
            </a:r>
            <a:endParaRPr lang="en-US" sz="6900" dirty="0"/>
          </a:p>
        </p:txBody>
      </p:sp>
      <p:sp>
        <p:nvSpPr>
          <p:cNvPr id="4" name="Connector line-1792380400204-486256345"/>
          <p:cNvSpPr/>
          <p:nvPr/>
        </p:nvSpPr>
        <p:spPr>
          <a:xfrm>
            <a:off x="1905000" y="4000500"/>
            <a:ext cx="14478000" cy="0"/>
          </a:xfrm>
          <a:prstGeom prst="line">
            <a:avLst/>
          </a:prstGeom>
          <a:noFill/>
          <a:ln w="762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619250" y="3714750"/>
            <a:ext cx="571500" cy="5715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8763000" y="3714750"/>
            <a:ext cx="571500" cy="571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7" name="Shape 5"/>
          <p:cNvSpPr/>
          <p:nvPr/>
        </p:nvSpPr>
        <p:spPr>
          <a:xfrm>
            <a:off x="15906750" y="3714750"/>
            <a:ext cx="571500" cy="5715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2857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94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23:59:55</a:t>
            </a:r>
            <a:endParaRPr lang="en-US" sz="2494" dirty="0"/>
          </a:p>
        </p:txBody>
      </p:sp>
      <p:sp>
        <p:nvSpPr>
          <p:cNvPr id="9" name="Text 7"/>
          <p:cNvSpPr/>
          <p:nvPr/>
        </p:nvSpPr>
        <p:spPr>
          <a:xfrm>
            <a:off x="571500" y="4476750"/>
            <a:ext cx="323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 thống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43750" y="28575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94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00:00:00</a:t>
            </a:r>
            <a:endParaRPr lang="en-US" sz="2494" dirty="0"/>
          </a:p>
        </p:txBody>
      </p:sp>
      <p:sp>
        <p:nvSpPr>
          <p:cNvPr id="11" name="Text 9"/>
          <p:cNvSpPr/>
          <p:nvPr/>
        </p:nvSpPr>
        <p:spPr>
          <a:xfrm>
            <a:off x="7143750" y="447675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Giờ</a:t>
            </a:r>
            <a:r>
              <a:rPr lang="en-US" sz="21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4287500" y="28575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94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00:00:30</a:t>
            </a:r>
            <a:endParaRPr lang="en-US" sz="2494" dirty="0"/>
          </a:p>
        </p:txBody>
      </p:sp>
      <p:sp>
        <p:nvSpPr>
          <p:cNvPr id="13" name="Text 11"/>
          <p:cNvSpPr/>
          <p:nvPr/>
        </p:nvSpPr>
        <p:spPr>
          <a:xfrm>
            <a:off x="14287500" y="447675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PayPal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dấu,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hôm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6191250"/>
            <a:ext cx="16459200" cy="2000250"/>
          </a:xfrm>
          <a:prstGeom prst="roundRect">
            <a:avLst>
              <a:gd name="adj" fmla="val 13333"/>
            </a:avLst>
          </a:prstGeom>
          <a:solidFill>
            <a:srgbClr val="CFE8E2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6191250"/>
            <a:ext cx="15697200" cy="2000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PayPal:</a:t>
            </a:r>
            <a:r>
              <a:rPr lang="en-US" sz="255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"lệch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thời",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sau; khớp thì</a:t>
            </a:r>
            <a:r>
              <a:rPr lang="en-US" sz="25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18873de0-e563-4284-906a-aa8c166cc62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1800" b="1" spc="27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800" b="1" spc="26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b="1" spc="26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 có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314325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85900" y="2952750"/>
            <a:ext cx="15316200" cy="31432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ctr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Đối</a:t>
            </a:r>
            <a:r>
              <a:rPr lang="en-US" sz="66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soát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luôn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6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thiết,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tấm</a:t>
            </a:r>
            <a:r>
              <a:rPr lang="en-US" sz="66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lưới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66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toàn.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14400" y="6667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"đúng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lần",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2088996f-9b96-4dbf-b5b8-cd91c0617fb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minh</a:t>
            </a: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PayPal,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Flink,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Hadoop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họa, không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770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580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Lệch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thời,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206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 lâu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47f3b2a4-c480-47b6-9246-423a218b4e0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Lệch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23:59:58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8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00:00:10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4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lệch.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thật,</a:t>
            </a:r>
            <a:r>
              <a:rPr lang="en-US" sz="24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5242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38481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190750" y="352425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lỗi: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lệch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953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52768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2190750" y="49530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"lệch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thời".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6381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F6A4D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67056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190750" y="638175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PayPal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sau; khớp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xóa.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14400" y="80010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"vẫn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1950" dirty="0" spc="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9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tra"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 luận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a807e2df-4e0d-4152-961e-cf9fc1d3b6e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762500" y="276225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650" dirty="0"/>
          </a:p>
        </p:txBody>
      </p:sp>
      <p:sp>
        <p:nvSpPr>
          <p:cNvPr id="6" name="Connector line-1792380403645-143760747"/>
          <p:cNvSpPr/>
          <p:nvPr/>
        </p:nvSpPr>
        <p:spPr>
          <a:xfrm>
            <a:off x="914400" y="3181350"/>
            <a:ext cx="16459200" cy="0"/>
          </a:xfrm>
          <a:prstGeom prst="line">
            <a:avLst/>
          </a:prstGeom>
          <a:noFill/>
          <a:ln w="2857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333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3333750"/>
            <a:ext cx="3238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62500" y="3333750"/>
            <a:ext cx="12287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nỗi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nỗi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gỡ,</a:t>
            </a:r>
            <a:r>
              <a:rPr lang="en-US" sz="24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4762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4762500"/>
            <a:ext cx="3238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b="1" dirty="0" spc="-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62500" y="4762500"/>
            <a:ext cx="12287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 theo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 ba bản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6191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250" y="6191250"/>
            <a:ext cx="3238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4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62500" y="6191250"/>
            <a:ext cx="12287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 giới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7905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thể.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ef6f383f-3798-4216-bcb4-1e04ac669f1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3095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572000" y="2762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thống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40957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429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19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kép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572000" y="40957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nợ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5429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5762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Giờ</a:t>
            </a: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572000" y="5429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Mốc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ngày,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 dụ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00:00:00.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67627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" y="7096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Lệch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572000" y="67627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1950" dirty="0"/>
          </a:p>
        </p:txBody>
      </p:sp>
      <p:sp>
        <p:nvSpPr>
          <p:cNvPr id="16" name="Connector line-1792380404558-32712470"/>
          <p:cNvSpPr/>
          <p:nvPr/>
        </p:nvSpPr>
        <p:spPr>
          <a:xfrm>
            <a:off x="11772900" y="2762250"/>
            <a:ext cx="0" cy="581025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382500" y="2762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8" name="Text richtext-1792380404561-135276574"/>
          <p:cNvSpPr/>
          <p:nvPr/>
        </p:nvSpPr>
        <p:spPr>
          <a:xfrm>
            <a:off x="12382500" y="333375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0" y="6858000"/>
            <a:ext cx="4953000" cy="1809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0f10996a-d89c-4789-a040-3423a3f933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2026-10-19T03:28:28Z</dcterms:created>
  <dcterms:modified xsi:type="dcterms:W3CDTF">2026-10-19T03:28:28Z</dcterms:modified>
</cp:coreProperties>
</file>