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Roboto Mono"/>
      <p:bold r:id="rId19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428625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81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phương</a:t>
            </a:r>
            <a:r>
              <a:rPr lang="en-US" sz="81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8100" dirty="0" spc="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HTTP:</a:t>
            </a:r>
            <a:r>
              <a:rPr lang="en-US" sz="8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 làm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81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8191500" cy="571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3000" dirty="0"/>
          </a:p>
        </p:txBody>
      </p:sp>
      <p:sp>
        <p:nvSpPr>
          <p:cNvPr id="5" name="Connector line-1792372096410-381168651"/>
          <p:cNvSpPr/>
          <p:nvPr/>
        </p:nvSpPr>
        <p:spPr>
          <a:xfrm>
            <a:off x="914400" y="6286500"/>
            <a:ext cx="8229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524625"/>
            <a:ext cx="819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096500" y="1238250"/>
            <a:ext cx="72771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77500" y="1524000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100" b="1" spc="14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 HỎI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0477500" y="2286000"/>
            <a:ext cx="6477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2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GET  HEAD  OPTIONS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10096500" y="3905250"/>
            <a:ext cx="72771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77500" y="4191000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8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100" b="1" spc="14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100" b="1" spc="1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b="1" spc="14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0477500" y="4953000"/>
            <a:ext cx="6477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2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POST  PUT  PATCH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10096500" y="6572250"/>
            <a:ext cx="72771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77500" y="6858000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100" b="1" spc="14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b="1" spc="13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0477500" y="7620000"/>
            <a:ext cx="6477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2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DELETE  CONNECT  TRACE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b90214ad-8d5e-487c-ac05-f7ef764445d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Phương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53340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14500" y="4762500"/>
            <a:ext cx="4381500" cy="1524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33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525000" y="3238500"/>
            <a:ext cx="7239000" cy="1333500"/>
          </a:xfrm>
          <a:prstGeom prst="roundRect">
            <a:avLst>
              <a:gd name="adj" fmla="val 17143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9906000" y="3429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/</a:t>
            </a: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906000" y="3905250"/>
            <a:ext cx="647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GET</a:t>
            </a:r>
            <a:r>
              <a:rPr lang="en-US" sz="2850" b="1" dirty="0" spc="-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HEAD · OPTIONS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525000" y="4857750"/>
            <a:ext cx="7239000" cy="1333500"/>
          </a:xfrm>
          <a:prstGeom prst="roundRect">
            <a:avLst>
              <a:gd name="adj" fmla="val 17143"/>
            </a:avLst>
          </a:prstGeom>
          <a:solidFill>
            <a:srgbClr val="F8D9D0"/>
          </a:solidFill>
          <a:ln/>
        </p:spPr>
      </p:sp>
      <p:sp>
        <p:nvSpPr>
          <p:cNvPr id="10" name="Text 8"/>
          <p:cNvSpPr/>
          <p:nvPr/>
        </p:nvSpPr>
        <p:spPr>
          <a:xfrm>
            <a:off x="9906000" y="5048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1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906000" y="5524500"/>
            <a:ext cx="647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POST</a:t>
            </a:r>
            <a:r>
              <a:rPr lang="en-US" sz="2850" b="1" dirty="0" spc="-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PUT · PATCH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525000" y="6477000"/>
            <a:ext cx="7239000" cy="1333500"/>
          </a:xfrm>
          <a:prstGeom prst="roundRect">
            <a:avLst>
              <a:gd name="adj" fmla="val 17143"/>
            </a:avLst>
          </a:prstGeom>
          <a:solidFill>
            <a:srgbClr val="DDE3FA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0" y="6667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b="1" spc="14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13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906000" y="7143750"/>
            <a:ext cx="647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DELETE</a:t>
            </a:r>
            <a:r>
              <a:rPr lang="en-US" sz="2850" b="1" dirty="0" spc="-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CONNECT</a:t>
            </a:r>
            <a:r>
              <a:rPr lang="en-US" sz="2850" b="1" dirty="0" spc="-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850" b="1" dirty="0" spc="-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TRACE</a:t>
            </a:r>
            <a:endParaRPr lang="en-US" sz="2850" dirty="0"/>
          </a:p>
        </p:txBody>
      </p:sp>
      <p:sp>
        <p:nvSpPr>
          <p:cNvPr id="15" name="Connector line-1792372123849-3697587"/>
          <p:cNvSpPr/>
          <p:nvPr/>
        </p:nvSpPr>
        <p:spPr>
          <a:xfrm flipV="1">
            <a:off x="6096000" y="3905250"/>
            <a:ext cx="3429000" cy="1619250"/>
          </a:xfrm>
          <a:prstGeom prst="curvedConnector3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16" name="Connector line-1792372123850-644187971"/>
          <p:cNvSpPr/>
          <p:nvPr/>
        </p:nvSpPr>
        <p:spPr>
          <a:xfrm>
            <a:off x="6096000" y="5524500"/>
            <a:ext cx="3429000" cy="95"/>
          </a:xfrm>
          <a:custGeom>
            <a:avLst/>
            <a:gdLst/>
            <a:ahLst/>
            <a:cxnLst/>
            <a:rect l="l" t="t" r="r" b="b"/>
            <a:pathLst>
              <a:path w="3429000" h="95">
                <a:moveTo>
                  <a:pt x="0" y="0"/>
                </a:moveTo>
                <a:lnTo>
                  <a:pt x="1714500" y="0"/>
                </a:lnTo>
                <a:lnTo>
                  <a:pt x="1714500" y="0"/>
                </a:lnTo>
                <a:lnTo>
                  <a:pt x="3429000" y="0"/>
                </a:lnTo>
              </a:path>
            </a:pathLst>
          </a:custGeom>
          <a:ln w="38100">
            <a:solidFill>
              <a:srgbClr val="E8472B"/>
            </a:solidFill>
            <a:prstDash val="solid"/>
            <a:headEnd type="none"/>
            <a:tailEnd type="triangle" w="lg" len="lg"/>
          </a:ln>
        </p:spPr>
      </p:sp>
      <p:sp>
        <p:nvSpPr>
          <p:cNvPr id="17" name="Connector line-1792372123850-88154041"/>
          <p:cNvSpPr/>
          <p:nvPr/>
        </p:nvSpPr>
        <p:spPr>
          <a:xfrm>
            <a:off x="6096000" y="5524500"/>
            <a:ext cx="3429000" cy="1619250"/>
          </a:xfrm>
          <a:prstGeom prst="curvedConnector3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8" name="Text 16"/>
          <p:cNvSpPr/>
          <p:nvPr/>
        </p:nvSpPr>
        <p:spPr>
          <a:xfrm>
            <a:off x="914400" y="84772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5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5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550" dirty="0" spc="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cứu,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 phải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danh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đủ.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48e33ad-5971-4232-8620-e81c933cd0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1 ·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Lấy,</a:t>
            </a:r>
            <a:r>
              <a:rPr lang="en-US" sz="69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 khả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4953000" cy="4381500"/>
          </a:xfrm>
          <a:prstGeom prst="rect">
            <a:avLst/>
          </a:prstGeom>
          <a:noFill/>
          <a:ln/>
        </p:spPr>
        <p:txBody>
          <a:bodyPr wrap="square" lIns="0" tIns="335280" rIns="0" bIns="-335280" rtlCol="0" anchor="t"/>
          <a:lstStyle/>
          <a:p>
            <a:pPr algn="l" indent="0" marL="0">
              <a:lnSpc>
                <a:spcPts val="33000"/>
              </a:lnSpc>
              <a:buNone/>
            </a:pPr>
            <a:r>
              <a:rPr lang="en-US" sz="330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0" dirty="0"/>
          </a:p>
        </p:txBody>
      </p:sp>
      <p:sp>
        <p:nvSpPr>
          <p:cNvPr id="5" name="Text 3"/>
          <p:cNvSpPr/>
          <p:nvPr/>
        </p:nvSpPr>
        <p:spPr>
          <a:xfrm>
            <a:off x="914400" y="7239000"/>
            <a:ext cx="5334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phương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r>
              <a:rPr lang="en-US" sz="27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7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667500" y="2952750"/>
            <a:ext cx="10706100" cy="1714500"/>
          </a:xfrm>
          <a:prstGeom prst="roundRect">
            <a:avLst>
              <a:gd name="adj" fmla="val 15556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7048500" y="3190875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2" kern="0">
                <a:solidFill>
                  <a:srgbClr val="0F766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GET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048500" y="390525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 hiện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6667500" y="4857750"/>
            <a:ext cx="107061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8500" y="5095875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2" kern="0">
                <a:solidFill>
                  <a:srgbClr val="0F766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HEAD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048500" y="581025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Như</a:t>
            </a:r>
            <a:r>
              <a:rPr lang="en-US" sz="2700" dirty="0" spc="-4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GET,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6667500" y="6762750"/>
            <a:ext cx="107061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8500" y="7000875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2" kern="0">
                <a:solidFill>
                  <a:srgbClr val="0F766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OPTIONS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7048500" y="7715250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0a1e3ef0-81dd-4954-8c51-1a04ba2dbb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800" b="1" spc="26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69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đi: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lý,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thay,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5334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8612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 spc="5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POST</a:t>
            </a:r>
            <a:endParaRPr lang="en-US" sz="4800" dirty="0"/>
          </a:p>
        </p:txBody>
      </p:sp>
      <p:sp>
        <p:nvSpPr>
          <p:cNvPr id="6" name="Text richtext-1792372154730-582802383"/>
          <p:cNvSpPr/>
          <p:nvPr/>
        </p:nvSpPr>
        <p:spPr>
          <a:xfrm>
            <a:off x="1295400" y="4381500"/>
            <a:ext cx="4572000" cy="352425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ngữ nghĩa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477000" y="2952750"/>
            <a:ext cx="5334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0" y="328612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 spc="5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PUT</a:t>
            </a:r>
            <a:endParaRPr lang="en-US" sz="4800" dirty="0"/>
          </a:p>
        </p:txBody>
      </p:sp>
      <p:sp>
        <p:nvSpPr>
          <p:cNvPr id="9" name="Text richtext-1792372154759-436592288"/>
          <p:cNvSpPr/>
          <p:nvPr/>
        </p:nvSpPr>
        <p:spPr>
          <a:xfrm>
            <a:off x="6858000" y="4381500"/>
            <a:ext cx="4572000" cy="352425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8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7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 biểu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2700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039600" y="2952750"/>
            <a:ext cx="5334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28612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 spc="5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PATCH</a:t>
            </a:r>
            <a:endParaRPr lang="en-US" sz="4800" dirty="0"/>
          </a:p>
        </p:txBody>
      </p:sp>
      <p:sp>
        <p:nvSpPr>
          <p:cNvPr id="12" name="Text richtext-1792372154769-312656674"/>
          <p:cNvSpPr/>
          <p:nvPr/>
        </p:nvSpPr>
        <p:spPr>
          <a:xfrm>
            <a:off x="12420600" y="4381500"/>
            <a:ext cx="4572000" cy="352425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Áp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chỉ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PUT ít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23fa71c-2e86-481e-be7c-b45ae03a45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3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6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b="1" spc="29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9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Gỡ,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69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hầm,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chẩn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609600"/>
          </a:xfrm>
          <a:prstGeom prst="roundRect">
            <a:avLst>
              <a:gd name="adj" fmla="val 25000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9908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1800" b="1" spc="1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715000" y="299085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800" b="1" spc="13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80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80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381000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 spc="3" kern="0">
                <a:solidFill>
                  <a:srgbClr val="1F3FD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DELETE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5715000" y="3762375"/>
            <a:ext cx="1143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Gỡ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 hiện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5715000" y="4286250"/>
            <a:ext cx="1143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2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25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2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0" name="Connector line-1792372173401-710126935"/>
          <p:cNvSpPr/>
          <p:nvPr/>
        </p:nvSpPr>
        <p:spPr>
          <a:xfrm>
            <a:off x="914400" y="504825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238250" y="542925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 spc="3" kern="0">
                <a:solidFill>
                  <a:srgbClr val="1F3FD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CONNECT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5715000" y="5524500"/>
            <a:ext cx="1143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2550" dirty="0"/>
          </a:p>
        </p:txBody>
      </p:sp>
      <p:sp>
        <p:nvSpPr>
          <p:cNvPr id="13" name="Connector line-1792372173404-428897780"/>
          <p:cNvSpPr/>
          <p:nvPr/>
        </p:nvSpPr>
        <p:spPr>
          <a:xfrm>
            <a:off x="914400" y="647700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38250" y="6858000"/>
            <a:ext cx="419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 spc="3" kern="0">
                <a:solidFill>
                  <a:srgbClr val="1F3FD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TRACE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5715000" y="6953250"/>
            <a:ext cx="1143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 chiếu thông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chẩn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fe9ea47e-ebf7-4096-a5c3-956f7ff0a2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</a:t>
            </a:r>
            <a:r>
              <a:rPr lang="en-US" sz="69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phương</a:t>
            </a:r>
            <a:r>
              <a:rPr lang="en-US" sz="69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04800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57500" y="3095625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/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857500" y="3762375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3DD6A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GET</a:t>
            </a:r>
            <a:r>
              <a:rPr lang="en-US" sz="2700" b="1" dirty="0" spc="-4" kern="0">
                <a:solidFill>
                  <a:srgbClr val="3DD6A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700" b="1" dirty="0" spc="-5" kern="0">
                <a:solidFill>
                  <a:srgbClr val="3DD6A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HEAD</a:t>
            </a:r>
            <a:r>
              <a:rPr lang="en-US" sz="2700" b="1" dirty="0" spc="-4" kern="0">
                <a:solidFill>
                  <a:srgbClr val="3DD6A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700" b="1" dirty="0" spc="-5" kern="0">
                <a:solidFill>
                  <a:srgbClr val="3DD6A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OPTIONS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476250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495300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2857500" y="5000625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/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3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857500" y="5667375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POST</a:t>
            </a:r>
            <a:r>
              <a:rPr lang="en-US" sz="2700" b="1" dirty="0" spc="-4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700" b="1" dirty="0" spc="-5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PUT</a:t>
            </a:r>
            <a:r>
              <a:rPr lang="en-US" sz="2700" b="1" dirty="0" spc="-4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700" b="1" dirty="0" spc="-5" kern="0">
                <a:solidFill>
                  <a:srgbClr val="FF6A4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PATCH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666750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685800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2857500" y="6905625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 việc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2857500" y="7572375"/>
            <a:ext cx="14097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7C93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DELETE</a:t>
            </a:r>
            <a:r>
              <a:rPr lang="en-US" sz="2700" b="1" dirty="0" spc="-4" kern="0">
                <a:solidFill>
                  <a:srgbClr val="7C93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700" b="1" dirty="0" spc="-5" kern="0">
                <a:solidFill>
                  <a:srgbClr val="7C93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CONNECT</a:t>
            </a:r>
            <a:r>
              <a:rPr lang="en-US" sz="2700" b="1" dirty="0" spc="-4" kern="0">
                <a:solidFill>
                  <a:srgbClr val="7C93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700" b="1" dirty="0" spc="-5" kern="0">
                <a:solidFill>
                  <a:srgbClr val="7C93FF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TRACE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8620125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2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25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2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cứu,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9fac665-90e0-4365-bea2-758300b377f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2382500" cy="2047875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Lần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thấy: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idempotent?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4287500" y="1390650"/>
            <a:ext cx="3086100" cy="1143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2190750" y="3524250"/>
            <a:ext cx="3619500" cy="800100"/>
          </a:xfrm>
          <a:prstGeom prst="roundRect">
            <a:avLst>
              <a:gd name="adj" fmla="val 2619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2477750" y="3524250"/>
            <a:ext cx="3619500" cy="800100"/>
          </a:xfrm>
          <a:prstGeom prst="roundRect">
            <a:avLst>
              <a:gd name="adj" fmla="val 2619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250" dirty="0"/>
          </a:p>
        </p:txBody>
      </p:sp>
      <p:sp>
        <p:nvSpPr>
          <p:cNvPr id="7" name="Connector line-1792372204694-224675562"/>
          <p:cNvSpPr/>
          <p:nvPr/>
        </p:nvSpPr>
        <p:spPr>
          <a:xfrm>
            <a:off x="4000500" y="4324350"/>
            <a:ext cx="0" cy="348615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8" name="Connector line-1792372204695-597465004"/>
          <p:cNvSpPr/>
          <p:nvPr/>
        </p:nvSpPr>
        <p:spPr>
          <a:xfrm>
            <a:off x="14287500" y="4324350"/>
            <a:ext cx="0" cy="348615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9" name="Connector line-1792372204695-262350187"/>
          <p:cNvSpPr/>
          <p:nvPr/>
        </p:nvSpPr>
        <p:spPr>
          <a:xfrm>
            <a:off x="4000500" y="5048250"/>
            <a:ext cx="10191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381500" y="4524375"/>
            <a:ext cx="952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1 · DELETE</a:t>
            </a:r>
            <a:r>
              <a:rPr lang="en-US" sz="2400" b="1" dirty="0" spc="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/notes/42</a:t>
            </a:r>
            <a:endParaRPr lang="en-US" sz="2400" dirty="0"/>
          </a:p>
        </p:txBody>
      </p:sp>
      <p:sp>
        <p:nvSpPr>
          <p:cNvPr id="11" name="Connector line-1792372204697-958854217"/>
          <p:cNvSpPr/>
          <p:nvPr/>
        </p:nvSpPr>
        <p:spPr>
          <a:xfrm flipH="1">
            <a:off x="4095750" y="5905500"/>
            <a:ext cx="10191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381500" y="5381625"/>
            <a:ext cx="952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</a:t>
            </a:r>
            <a:r>
              <a:rPr lang="en-US" sz="2250" dirty="0" spc="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1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2250" dirty="0" spc="-4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endParaRPr lang="en-US" sz="2250" dirty="0"/>
          </a:p>
        </p:txBody>
      </p:sp>
      <p:sp>
        <p:nvSpPr>
          <p:cNvPr id="13" name="Connector line-1792372204699-545183723"/>
          <p:cNvSpPr/>
          <p:nvPr/>
        </p:nvSpPr>
        <p:spPr>
          <a:xfrm>
            <a:off x="4000500" y="6858000"/>
            <a:ext cx="10191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lgDash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4381500" y="6334125"/>
            <a:ext cx="952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3 · DELETE</a:t>
            </a:r>
            <a:r>
              <a:rPr lang="en-US" sz="2400" b="1" dirty="0" spc="2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/notes/42</a:t>
            </a:r>
            <a:r>
              <a:rPr lang="en-US" sz="2400" b="1" dirty="0" spc="4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lần</a:t>
            </a:r>
            <a:r>
              <a:rPr lang="en-US" sz="2400" b="1" dirty="0" spc="3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nữa</a:t>
            </a:r>
            <a:endParaRPr lang="en-US" sz="2400" dirty="0"/>
          </a:p>
        </p:txBody>
      </p:sp>
      <p:sp>
        <p:nvSpPr>
          <p:cNvPr id="15" name="Connector line-1792372204701-403734620"/>
          <p:cNvSpPr/>
          <p:nvPr/>
        </p:nvSpPr>
        <p:spPr>
          <a:xfrm flipH="1">
            <a:off x="4095750" y="7715250"/>
            <a:ext cx="10191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4381500" y="7191375"/>
            <a:ext cx="952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4</a:t>
            </a:r>
            <a:r>
              <a:rPr lang="en-US" sz="2250" dirty="0" spc="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-5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tìm</a:t>
            </a:r>
            <a:r>
              <a:rPr lang="en-US" sz="2250" dirty="0" spc="-8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thấy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800100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DDE3FA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8115300"/>
            <a:ext cx="1581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Idempotent</a:t>
            </a:r>
            <a:r>
              <a:rPr lang="en-US" sz="22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b="1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ứng,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hồi.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33500" y="8553450"/>
            <a:ext cx="1581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21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còn</a:t>
            </a:r>
            <a:r>
              <a:rPr lang="en-US" sz="21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dirty="0" spc="-2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100" dirty="0" spc="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a786051f-39d4-473a-8840-ec2fb04a59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 KHI</a:t>
            </a: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b="1" spc="2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5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4762500"/>
          </a:xfrm>
          <a:prstGeom prst="roundRect">
            <a:avLst>
              <a:gd name="adj" fmla="val 5600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90875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NGỮ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b="1" spc="14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81000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14641" rIns="0" bIns="-14641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b="1" dirty="0" spc="0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GET  HEAD</a:t>
            </a:r>
            <a:r>
              <a:rPr lang="en-US" sz="3000" b="1" dirty="0" spc="1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OPTIONS</a:t>
            </a:r>
            <a:endParaRPr lang="en-US" sz="30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000" b="1" dirty="0" spc="0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TRACE</a:t>
            </a:r>
            <a:r>
              <a:rPr lang="en-US" sz="3000" b="1" dirty="0" spc="1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PUT</a:t>
            </a:r>
            <a:r>
              <a:rPr lang="en-US" sz="3000" b="1" dirty="0" spc="0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DELETE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333500" y="5524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hứa</a:t>
            </a:r>
            <a:r>
              <a:rPr lang="en-US" sz="2400" dirty="0" spc="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1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400" dirty="0" spc="-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72600" y="2857500"/>
            <a:ext cx="8001000" cy="4762500"/>
          </a:xfrm>
          <a:prstGeom prst="roundRect">
            <a:avLst>
              <a:gd name="adj" fmla="val 5600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3190875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13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14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38100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POST  PATCH</a:t>
            </a:r>
            <a:endParaRPr lang="en-US" sz="3000" dirty="0"/>
          </a:p>
        </p:txBody>
      </p:sp>
      <p:sp>
        <p:nvSpPr>
          <p:cNvPr id="11" name="Text richtext-1792372222669-119847928"/>
          <p:cNvSpPr/>
          <p:nvPr/>
        </p:nvSpPr>
        <p:spPr>
          <a:xfrm>
            <a:off x="9791700" y="4667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POST: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dirty="0" spc="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dirty="0" spc="2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9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PATCH: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“đặt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10” khác</a:t>
            </a:r>
            <a:r>
              <a:rPr lang="en-US" sz="240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“tăng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10”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14400" y="8096250"/>
            <a:ext cx="10477500" cy="857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Đọc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hợp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24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400" dirty="0" spc="4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2a4eb9b-55f5-46db-ad1a-9f215d336e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38500"/>
            <a:ext cx="7239000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00" dirty="0" spc="3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8100" dirty="0"/>
          </a:p>
        </p:txBody>
      </p:sp>
      <p:sp>
        <p:nvSpPr>
          <p:cNvPr id="6" name="Text 4"/>
          <p:cNvSpPr/>
          <p:nvPr/>
        </p:nvSpPr>
        <p:spPr>
          <a:xfrm>
            <a:off x="1295400" y="4667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9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52387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95400" y="68580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8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250" dirty="0" spc="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250" dirty="0" spc="1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GET là</a:t>
            </a:r>
            <a:r>
              <a:rPr lang="en-US" sz="2250" dirty="0" spc="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258300" y="2857500"/>
            <a:ext cx="81153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639300" y="323850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1" name="Text richtext-1792372244431-774508581"/>
          <p:cNvSpPr/>
          <p:nvPr/>
        </p:nvSpPr>
        <p:spPr>
          <a:xfrm>
            <a:off x="9639300" y="3905250"/>
            <a:ext cx="7429500" cy="4000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Ngữ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 chuẩn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§9.2.2,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§9.3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-9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25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5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PATCH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§2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592f738-9a40-4d53-979e-b5ce0912ec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2026-10-19T02:55:50Z</dcterms:created>
  <dcterms:modified xsi:type="dcterms:W3CDTF">2026-10-19T02:55:50Z</dcterms:modified>
</cp:coreProperties>
</file>