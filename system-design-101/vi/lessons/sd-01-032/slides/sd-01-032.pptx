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fals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8288000" cy="10287000"/>
  <p:notesSz cx="10287000" cy="18288000"/>
  <p:embeddedFontLst>
    <p:embeddedFont>
      <p:font typeface="Be Vietnam Pro"/>
      <p:regular r:id="rId19"/>
      <p:bold r:id="rId17"/>
    </p:embeddedFont>
    <p:embeddedFont>
      <p:font typeface="Bricolage Grotesque ExtraBold"/>
      <p:regular r:id="rId18"/>
    </p:embeddedFont>
    <p:embeddedFont>
      <p:font typeface="Be Vietnam Pro SemiBold"/>
      <p:regular r:id="rId20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Relationship Id="rId19" Type="http://schemas.openxmlformats.org/officeDocument/2006/relationships/font" Target="fonts/font3.fntdata"/><Relationship Id="rId20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906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800" b="1" spc="299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800" b="1" spc="29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800" b="1" spc="298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524000"/>
            <a:ext cx="8572500" cy="4286250"/>
          </a:xfrm>
          <a:prstGeom prst="rect">
            <a:avLst/>
          </a:prstGeom>
          <a:noFill/>
          <a:ln/>
        </p:spPr>
        <p:txBody>
          <a:bodyPr wrap="square" lIns="0" tIns="77152" rIns="0" bIns="-77152" rtlCol="0" anchor="t"/>
          <a:lstStyle/>
          <a:p>
            <a:pPr algn="l" indent="0" marL="0">
              <a:lnSpc>
                <a:spcPts val="8262"/>
              </a:lnSpc>
              <a:buNone/>
            </a:pPr>
            <a:r>
              <a:rPr lang="en-US" sz="8100" dirty="0" spc="-2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SOAP,</a:t>
            </a:r>
            <a:r>
              <a:rPr lang="en-US" sz="8100" dirty="0" spc="-14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REST,</a:t>
            </a:r>
            <a:r>
              <a:rPr lang="en-US" sz="8100" dirty="0" spc="-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GraphQL</a:t>
            </a:r>
            <a:r>
              <a:rPr lang="en-US" sz="8100" dirty="0" spc="-8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và</a:t>
            </a:r>
            <a:r>
              <a:rPr lang="en-US" sz="81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RPC:</a:t>
            </a:r>
            <a:r>
              <a:rPr lang="en-US" sz="81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bốn</a:t>
            </a:r>
            <a:r>
              <a:rPr lang="en-US" sz="8100" dirty="0" spc="-4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góc</a:t>
            </a:r>
            <a:r>
              <a:rPr lang="en-US" sz="8100" dirty="0" spc="-17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nhìn</a:t>
            </a:r>
            <a:r>
              <a:rPr lang="en-US" sz="81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81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tiếp</a:t>
            </a:r>
            <a:endParaRPr lang="en-US" sz="8100" dirty="0"/>
          </a:p>
        </p:txBody>
      </p:sp>
      <p:sp>
        <p:nvSpPr>
          <p:cNvPr id="4" name="Text 2"/>
          <p:cNvSpPr/>
          <p:nvPr/>
        </p:nvSpPr>
        <p:spPr>
          <a:xfrm>
            <a:off x="914400" y="6096000"/>
            <a:ext cx="8191500" cy="104775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Bốn</a:t>
            </a:r>
            <a:r>
              <a:rPr lang="en-US" sz="3000" dirty="0" spc="-1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tên,</a:t>
            </a:r>
            <a:r>
              <a:rPr lang="en-US" sz="300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300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bốn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3000" dirty="0" spc="-4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</a:t>
            </a:r>
            <a:r>
              <a:rPr lang="en-US" sz="3000" dirty="0" spc="-4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kế</a:t>
            </a:r>
            <a:r>
              <a:rPr lang="en-US" sz="300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tiếp.</a:t>
            </a:r>
            <a:endParaRPr lang="en-US" sz="3000" dirty="0"/>
          </a:p>
        </p:txBody>
      </p:sp>
      <p:sp>
        <p:nvSpPr>
          <p:cNvPr id="5" name="Connector line-1792371622462-797415238"/>
          <p:cNvSpPr/>
          <p:nvPr/>
        </p:nvSpPr>
        <p:spPr>
          <a:xfrm>
            <a:off x="914400" y="7334250"/>
            <a:ext cx="82296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6" name="Text 4"/>
          <p:cNvSpPr/>
          <p:nvPr/>
        </p:nvSpPr>
        <p:spPr>
          <a:xfrm>
            <a:off x="914400" y="7620000"/>
            <a:ext cx="81915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Mỗi</a:t>
            </a:r>
            <a:r>
              <a:rPr lang="en-US" sz="2100" dirty="0" spc="-1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10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mạnh</a:t>
            </a:r>
            <a:r>
              <a:rPr lang="en-US" sz="210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một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</a:t>
            </a:r>
            <a:r>
              <a:rPr lang="en-US" sz="210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khác</a:t>
            </a:r>
            <a:r>
              <a:rPr lang="en-US" sz="21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nhau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914400" y="9620250"/>
            <a:ext cx="8572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system-design-101</a:t>
            </a:r>
            <a:r>
              <a:rPr lang="en-US" sz="1650" dirty="0" spc="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nhóm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API</a:t>
            </a:r>
            <a:r>
              <a:rPr lang="en-US" sz="1650" dirty="0" spc="-9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650" dirty="0" spc="-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phát</a:t>
            </a:r>
            <a:r>
              <a:rPr lang="en-US" sz="1650" dirty="0" spc="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triển</a:t>
            </a:r>
            <a:r>
              <a:rPr lang="en-US" sz="1650" dirty="0" spc="-8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10096500" y="1238250"/>
            <a:ext cx="3524250" cy="3810000"/>
          </a:xfrm>
          <a:prstGeom prst="roundRect">
            <a:avLst>
              <a:gd name="adj" fmla="val 8649"/>
            </a:avLst>
          </a:prstGeom>
          <a:solidFill>
            <a:srgbClr val="1E212B"/>
          </a:solidFill>
          <a:ln w="28575">
            <a:solidFill>
              <a:srgbClr val="7C93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477500" y="1619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4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4500" dirty="0"/>
          </a:p>
        </p:txBody>
      </p:sp>
      <p:sp>
        <p:nvSpPr>
          <p:cNvPr id="10" name="Text 8"/>
          <p:cNvSpPr/>
          <p:nvPr/>
        </p:nvSpPr>
        <p:spPr>
          <a:xfrm>
            <a:off x="10477500" y="38100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Khung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thông</a:t>
            </a:r>
            <a:r>
              <a:rPr lang="en-US" sz="2400" dirty="0" spc="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điệp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13849350" y="1238250"/>
            <a:ext cx="3524250" cy="3810000"/>
          </a:xfrm>
          <a:prstGeom prst="roundRect">
            <a:avLst>
              <a:gd name="adj" fmla="val 8649"/>
            </a:avLst>
          </a:prstGeom>
          <a:solidFill>
            <a:srgbClr val="1E212B"/>
          </a:solidFill>
          <a:ln w="28575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4230350" y="16192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4500" dirty="0"/>
          </a:p>
        </p:txBody>
      </p:sp>
      <p:sp>
        <p:nvSpPr>
          <p:cNvPr id="13" name="Text 11"/>
          <p:cNvSpPr/>
          <p:nvPr/>
        </p:nvSpPr>
        <p:spPr>
          <a:xfrm>
            <a:off x="14230350" y="3810000"/>
            <a:ext cx="2857500" cy="11430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7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Tài</a:t>
            </a:r>
            <a:r>
              <a:rPr lang="en-US" sz="2400" dirty="0" spc="-1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nguyên,</a:t>
            </a: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giao</a:t>
            </a:r>
            <a:r>
              <a:rPr lang="en-US" sz="2400" dirty="0" spc="-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diện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thống</a:t>
            </a:r>
            <a:r>
              <a:rPr lang="en-US" sz="2400" dirty="0" spc="-6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10096500" y="5276850"/>
            <a:ext cx="3524250" cy="3810000"/>
          </a:xfrm>
          <a:prstGeom prst="roundRect">
            <a:avLst>
              <a:gd name="adj" fmla="val 8649"/>
            </a:avLst>
          </a:prstGeom>
          <a:solidFill>
            <a:srgbClr val="1E212B"/>
          </a:solidFill>
          <a:ln w="28575">
            <a:solidFill>
              <a:srgbClr val="3DD6A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477500" y="56578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4500" dirty="0"/>
          </a:p>
        </p:txBody>
      </p:sp>
      <p:sp>
        <p:nvSpPr>
          <p:cNvPr id="16" name="Text 14"/>
          <p:cNvSpPr/>
          <p:nvPr/>
        </p:nvSpPr>
        <p:spPr>
          <a:xfrm>
            <a:off x="10477500" y="78486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400" dirty="0" spc="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trường</a:t>
            </a:r>
            <a:r>
              <a:rPr lang="en-US" sz="2400" dirty="0" spc="-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4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schema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13849350" y="5276850"/>
            <a:ext cx="3524250" cy="3810000"/>
          </a:xfrm>
          <a:prstGeom prst="roundRect">
            <a:avLst>
              <a:gd name="adj" fmla="val 8649"/>
            </a:avLst>
          </a:prstGeom>
          <a:solidFill>
            <a:srgbClr val="1E212B"/>
          </a:solidFill>
          <a:ln w="28575">
            <a:solidFill>
              <a:srgbClr val="FF6A4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230350" y="5657850"/>
            <a:ext cx="2857500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4500" dirty="0"/>
          </a:p>
        </p:txBody>
      </p:sp>
      <p:sp>
        <p:nvSpPr>
          <p:cNvPr id="19" name="Text 17"/>
          <p:cNvSpPr/>
          <p:nvPr/>
        </p:nvSpPr>
        <p:spPr>
          <a:xfrm>
            <a:off x="14230350" y="7848600"/>
            <a:ext cx="2857500" cy="952500"/>
          </a:xfrm>
          <a:prstGeom prst="rect">
            <a:avLst/>
          </a:prstGeom>
          <a:noFill/>
          <a:ln/>
        </p:spPr>
        <p:txBody>
          <a:bodyPr wrap="square" lIns="0" tIns="16764" rIns="0" bIns="-16764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2400" dirty="0" spc="2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Thủ</a:t>
            </a:r>
            <a:r>
              <a:rPr lang="en-US" sz="24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tục</a:t>
            </a:r>
            <a:r>
              <a:rPr lang="en-US" sz="2400" dirty="0" spc="-2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và</a:t>
            </a:r>
            <a:r>
              <a:rPr lang="en-US" sz="2400" dirty="0" spc="1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tham</a:t>
            </a:r>
            <a:r>
              <a:rPr lang="en-US" sz="2400" dirty="0" spc="-4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số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1" name="Moda image moda-export-watermark-5e089191-1e50-4230-9de7-5b03b5a5c63d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ĐỌC HÌNH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r>
              <a:rPr lang="en-US" sz="1800" b="1" spc="28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1800" dirty="0"/>
          </a:p>
        </p:txBody>
      </p:sp>
      <p:sp>
        <p:nvSpPr>
          <p:cNvPr id="3" name="Shape 1"/>
          <p:cNvSpPr/>
          <p:nvPr/>
        </p:nvSpPr>
        <p:spPr>
          <a:xfrm>
            <a:off x="914400" y="1619250"/>
            <a:ext cx="152400" cy="40005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</p:sp>
      <p:sp>
        <p:nvSpPr>
          <p:cNvPr id="4" name="Text 2"/>
          <p:cNvSpPr/>
          <p:nvPr/>
        </p:nvSpPr>
        <p:spPr>
          <a:xfrm>
            <a:off x="1619250" y="1714500"/>
            <a:ext cx="15240000" cy="2381250"/>
          </a:xfrm>
          <a:prstGeom prst="rect">
            <a:avLst/>
          </a:prstGeom>
          <a:noFill/>
          <a:ln/>
        </p:spPr>
        <p:txBody>
          <a:bodyPr wrap="square" lIns="0" tIns="57150" rIns="0" bIns="-57150" rtlCol="0" anchor="t"/>
          <a:lstStyle/>
          <a:p>
            <a:pPr algn="l" indent="0" marL="0">
              <a:lnSpc>
                <a:spcPts val="8100"/>
              </a:lnSpc>
              <a:buNone/>
            </a:pPr>
            <a:r>
              <a:rPr lang="en-US" sz="7500" dirty="0" spc="-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Đặt</a:t>
            </a:r>
            <a:r>
              <a:rPr lang="en-US" sz="75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cạnh nhau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75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mỗi</a:t>
            </a:r>
            <a:r>
              <a:rPr lang="en-US" sz="75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7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nhấn</a:t>
            </a:r>
            <a:r>
              <a:rPr lang="en-US" sz="75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mạnh.</a:t>
            </a:r>
            <a:endParaRPr lang="en-US" sz="7500" dirty="0"/>
          </a:p>
        </p:txBody>
      </p:sp>
      <p:sp>
        <p:nvSpPr>
          <p:cNvPr id="5" name="Text 3"/>
          <p:cNvSpPr/>
          <p:nvPr/>
        </p:nvSpPr>
        <p:spPr>
          <a:xfrm>
            <a:off x="1619250" y="4572000"/>
            <a:ext cx="72390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bảng</a:t>
            </a:r>
            <a:r>
              <a:rPr lang="en-US" sz="2400" b="1" dirty="0" spc="-2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4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 tốc</a:t>
            </a:r>
            <a:r>
              <a:rPr lang="en-US" sz="2400" b="1" dirty="0" spc="1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độ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0" y="4572000"/>
            <a:ext cx="78105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400" b="1" dirty="0" spc="-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400" b="1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</a:t>
            </a: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thay</a:t>
            </a:r>
            <a:r>
              <a:rPr lang="en-US" sz="24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thế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619250" y="6477000"/>
            <a:ext cx="3524250" cy="1619250"/>
          </a:xfrm>
          <a:prstGeom prst="roundRect">
            <a:avLst>
              <a:gd name="adj" fmla="val 14118"/>
            </a:avLst>
          </a:prstGeom>
          <a:solidFill>
            <a:srgbClr val="DDE3FA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4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3900" dirty="0"/>
          </a:p>
        </p:txBody>
      </p:sp>
      <p:sp>
        <p:nvSpPr>
          <p:cNvPr id="8" name="Text 6"/>
          <p:cNvSpPr/>
          <p:nvPr/>
        </p:nvSpPr>
        <p:spPr>
          <a:xfrm>
            <a:off x="5457825" y="6477000"/>
            <a:ext cx="3524250" cy="1619250"/>
          </a:xfrm>
          <a:prstGeom prst="roundRect">
            <a:avLst>
              <a:gd name="adj" fmla="val 14118"/>
            </a:avLst>
          </a:prstGeom>
          <a:solidFill>
            <a:srgbClr val="F3DFB8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21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900" dirty="0"/>
          </a:p>
        </p:txBody>
      </p:sp>
      <p:sp>
        <p:nvSpPr>
          <p:cNvPr id="9" name="Text 7"/>
          <p:cNvSpPr/>
          <p:nvPr/>
        </p:nvSpPr>
        <p:spPr>
          <a:xfrm>
            <a:off x="9296400" y="6477000"/>
            <a:ext cx="3524250" cy="1619250"/>
          </a:xfrm>
          <a:prstGeom prst="roundRect">
            <a:avLst>
              <a:gd name="adj" fmla="val 14118"/>
            </a:avLst>
          </a:prstGeom>
          <a:solidFill>
            <a:srgbClr val="CFE8E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-7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3900" dirty="0"/>
          </a:p>
        </p:txBody>
      </p:sp>
      <p:sp>
        <p:nvSpPr>
          <p:cNvPr id="10" name="Text 8"/>
          <p:cNvSpPr/>
          <p:nvPr/>
        </p:nvSpPr>
        <p:spPr>
          <a:xfrm>
            <a:off x="13134975" y="6477000"/>
            <a:ext cx="3524250" cy="1619250"/>
          </a:xfrm>
          <a:prstGeom prst="roundRect">
            <a:avLst>
              <a:gd name="adj" fmla="val 14118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900" dirty="0" spc="1" kern="0">
                <a:solidFill>
                  <a:srgbClr val="E8472B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39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192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02/10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7509b5bb-396c-45d9-b62c-9333fd78f716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6" kern="0" dirty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SOAP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Một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khung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thông</a:t>
            </a:r>
            <a:r>
              <a:rPr lang="en-US" sz="6900" dirty="0" spc="2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điệp</a:t>
            </a:r>
            <a:r>
              <a:rPr lang="en-US" sz="69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6900" dirty="0" spc="-4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lớp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9144000" cy="6096000"/>
          </a:xfrm>
          <a:prstGeom prst="roundRect">
            <a:avLst>
              <a:gd name="adj" fmla="val 5625"/>
            </a:avLst>
          </a:prstGeom>
          <a:solidFill>
            <a:srgbClr val="FBF8F2"/>
          </a:solidFill>
          <a:ln w="28575">
            <a:solidFill>
              <a:srgbClr val="1F3FD1"/>
            </a:solidFill>
            <a:prstDash val="lgDash"/>
          </a:ln>
        </p:spPr>
      </p:sp>
      <p:sp>
        <p:nvSpPr>
          <p:cNvPr id="5" name="Text 3"/>
          <p:cNvSpPr/>
          <p:nvPr/>
        </p:nvSpPr>
        <p:spPr>
          <a:xfrm>
            <a:off x="1295400" y="3048000"/>
            <a:ext cx="8382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100" b="1" dirty="0" spc="6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nền:</a:t>
            </a:r>
            <a:r>
              <a:rPr lang="en-US" sz="2100" b="1" dirty="0" spc="-10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100" b="1" dirty="0" spc="-5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100" b="1" dirty="0" spc="-3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100" b="1" dirty="0" spc="-1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</a:t>
            </a:r>
            <a:r>
              <a:rPr lang="en-US" sz="2100" b="1" dirty="0" spc="-4" kern="0">
                <a:solidFill>
                  <a:srgbClr val="1F3FD1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loại</a:t>
            </a:r>
            <a:endParaRPr lang="en-US" sz="2100" dirty="0"/>
          </a:p>
        </p:txBody>
      </p:sp>
      <p:sp>
        <p:nvSpPr>
          <p:cNvPr id="6" name="Shape 4"/>
          <p:cNvSpPr/>
          <p:nvPr/>
        </p:nvSpPr>
        <p:spPr>
          <a:xfrm>
            <a:off x="1485900" y="3714750"/>
            <a:ext cx="8001000" cy="4857750"/>
          </a:xfrm>
          <a:prstGeom prst="roundRect">
            <a:avLst>
              <a:gd name="adj" fmla="val 5882"/>
            </a:avLst>
          </a:prstGeom>
          <a:solidFill>
            <a:srgbClr val="DDE3FA"/>
          </a:solidFill>
          <a:ln/>
        </p:spPr>
      </p:sp>
      <p:sp>
        <p:nvSpPr>
          <p:cNvPr id="7" name="Text 5"/>
          <p:cNvSpPr/>
          <p:nvPr/>
        </p:nvSpPr>
        <p:spPr>
          <a:xfrm>
            <a:off x="1866900" y="3905250"/>
            <a:ext cx="7239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2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Envelope</a:t>
            </a:r>
            <a:r>
              <a:rPr lang="en-US" sz="3300" dirty="0" spc="-1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2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3300" dirty="0" spc="-3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bao</a:t>
            </a:r>
            <a:endParaRPr lang="en-US" sz="3300" dirty="0"/>
          </a:p>
        </p:txBody>
      </p:sp>
      <p:sp>
        <p:nvSpPr>
          <p:cNvPr id="8" name="Shape 6"/>
          <p:cNvSpPr/>
          <p:nvPr/>
        </p:nvSpPr>
        <p:spPr>
          <a:xfrm>
            <a:off x="2057400" y="4762500"/>
            <a:ext cx="6858000" cy="3429000"/>
          </a:xfrm>
          <a:prstGeom prst="roundRect">
            <a:avLst>
              <a:gd name="adj" fmla="val 6667"/>
            </a:avLst>
          </a:prstGeom>
          <a:solidFill>
            <a:srgbClr val="1F3FD1"/>
          </a:solidFill>
          <a:ln/>
        </p:spPr>
      </p:sp>
      <p:sp>
        <p:nvSpPr>
          <p:cNvPr id="9" name="Text 7"/>
          <p:cNvSpPr/>
          <p:nvPr/>
        </p:nvSpPr>
        <p:spPr>
          <a:xfrm>
            <a:off x="2438400" y="5048250"/>
            <a:ext cx="6096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Body</a:t>
            </a:r>
            <a:r>
              <a:rPr lang="en-US" sz="3300" dirty="0" spc="-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·</a:t>
            </a:r>
            <a:r>
              <a:rPr lang="en-US" sz="33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phần</a:t>
            </a:r>
            <a:r>
              <a:rPr lang="en-US" sz="33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nội</a:t>
            </a:r>
            <a:r>
              <a:rPr lang="en-US" sz="33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dung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2438400" y="5905500"/>
            <a:ext cx="6096000" cy="1143000"/>
          </a:xfrm>
          <a:prstGeom prst="rect">
            <a:avLst/>
          </a:prstGeom>
          <a:noFill/>
          <a:ln/>
        </p:spPr>
        <p:txBody>
          <a:bodyPr wrap="square" lIns="0" tIns="8557" rIns="0" bIns="-8557" rtlCol="0" anchor="t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2250" dirty="0" spc="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</a:t>
            </a:r>
            <a:r>
              <a:rPr lang="en-US" sz="2250" dirty="0" spc="10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dựa</a:t>
            </a:r>
            <a:r>
              <a:rPr lang="en-US" sz="2250" dirty="0" spc="-1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trên</a:t>
            </a:r>
            <a:r>
              <a:rPr lang="en-US" sz="2250" dirty="0" spc="-7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ngôn</a:t>
            </a:r>
            <a:r>
              <a:rPr lang="en-US" sz="2250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9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2250" dirty="0" spc="1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dấu</a:t>
            </a:r>
            <a:r>
              <a:rPr lang="en-US" sz="2250" dirty="0" spc="2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mở</a:t>
            </a:r>
            <a:r>
              <a:rPr lang="en-US" sz="2250" dirty="0" spc="-18" kern="0">
                <a:solidFill>
                  <a:srgbClr val="DDE3FA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rộng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0477500" y="285750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858500" y="3143250"/>
            <a:ext cx="619125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Gắn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2550" dirty="0" spc="-1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với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nhiều giao</a:t>
            </a:r>
            <a:r>
              <a:rPr lang="en-US" sz="2550" dirty="0" spc="7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nền</a:t>
            </a:r>
            <a:endParaRPr lang="en-US" sz="2550" dirty="0"/>
          </a:p>
        </p:txBody>
      </p:sp>
      <p:sp>
        <p:nvSpPr>
          <p:cNvPr id="13" name="Shape 11"/>
          <p:cNvSpPr/>
          <p:nvPr/>
        </p:nvSpPr>
        <p:spPr>
          <a:xfrm>
            <a:off x="10477500" y="4953000"/>
            <a:ext cx="6896100" cy="1809750"/>
          </a:xfrm>
          <a:prstGeom prst="roundRect">
            <a:avLst>
              <a:gd name="adj" fmla="val 14737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858500" y="5238750"/>
            <a:ext cx="6191250" cy="123825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Có</a:t>
            </a:r>
            <a:r>
              <a:rPr lang="en-US" sz="2550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550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550" dirty="0" spc="-1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Envelope</a:t>
            </a:r>
            <a:r>
              <a:rPr lang="en-US" sz="2550" dirty="0" spc="-2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550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550" dirty="0" spc="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r>
              <a:rPr lang="en-US" sz="2550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endParaRPr lang="en-US" sz="2550" dirty="0"/>
          </a:p>
        </p:txBody>
      </p:sp>
      <p:sp>
        <p:nvSpPr>
          <p:cNvPr id="15" name="Shape 13"/>
          <p:cNvSpPr/>
          <p:nvPr/>
        </p:nvSpPr>
        <p:spPr>
          <a:xfrm>
            <a:off x="10477500" y="7048500"/>
            <a:ext cx="6896100" cy="1905000"/>
          </a:xfrm>
          <a:prstGeom prst="roundRect">
            <a:avLst>
              <a:gd name="adj" fmla="val 14000"/>
            </a:avLst>
          </a:prstGeom>
          <a:solidFill>
            <a:srgbClr val="14161C"/>
          </a:solidFill>
          <a:ln/>
        </p:spPr>
      </p:sp>
      <p:sp>
        <p:nvSpPr>
          <p:cNvPr id="16" name="Text 14"/>
          <p:cNvSpPr/>
          <p:nvPr/>
        </p:nvSpPr>
        <p:spPr>
          <a:xfrm>
            <a:off x="10858500" y="7334250"/>
            <a:ext cx="6191250" cy="1333500"/>
          </a:xfrm>
          <a:prstGeom prst="rect">
            <a:avLst/>
          </a:prstGeom>
          <a:noFill/>
          <a:ln/>
        </p:spPr>
        <p:txBody>
          <a:bodyPr wrap="square" lIns="0" tIns="9700" rIns="0" bIns="-9700" rtlCol="0" anchor="t"/>
          <a:lstStyle/>
          <a:p>
            <a:pPr algn="l" indent="0" marL="0">
              <a:lnSpc>
                <a:spcPts val="3443"/>
              </a:lnSpc>
              <a:buNone/>
            </a:pPr>
            <a:r>
              <a:rPr lang="en-US" sz="2550" b="1" dirty="0" spc="-9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550" b="1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SOAP</a:t>
            </a:r>
            <a:r>
              <a:rPr lang="en-US" sz="255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5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tự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b="1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đảm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bảo</a:t>
            </a:r>
            <a:r>
              <a:rPr lang="en-US" sz="2550" b="1" dirty="0" spc="-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mật,</a:t>
            </a:r>
            <a:r>
              <a:rPr lang="en-US" sz="255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tin</a:t>
            </a:r>
            <a:r>
              <a:rPr lang="en-US" sz="2550" b="1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cậy</a:t>
            </a:r>
            <a:endParaRPr lang="en-US" sz="25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430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 03/10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6c544b91-95ff-48a6-abce-aebc04bfaa9b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88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5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Tài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nguyên,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qua</a:t>
            </a: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6900" dirty="0" spc="5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diện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thống nhất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0480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 w="38100">
            <a:solidFill>
              <a:srgbClr val="FFB45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4290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ĐIỀU</a:t>
            </a:r>
            <a:r>
              <a:rPr lang="en-US" sz="1950" b="1" spc="141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r>
              <a:rPr lang="en-US" sz="1950" b="1" spc="149" kern="0" dirty="0">
                <a:solidFill>
                  <a:srgbClr val="FFB454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NHẤN MẠNH</a:t>
            </a:r>
            <a:endParaRPr lang="en-US" sz="1950" dirty="0"/>
          </a:p>
        </p:txBody>
      </p:sp>
      <p:sp>
        <p:nvSpPr>
          <p:cNvPr id="6" name="Text richtext-1792371683398-60566601"/>
          <p:cNvSpPr/>
          <p:nvPr/>
        </p:nvSpPr>
        <p:spPr>
          <a:xfrm>
            <a:off x="1333500" y="40957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-3143" rIns="0" bIns="3143" rtlCol="0" anchor="t"/>
          <a:lstStyle/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dirty="0" spc="-10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33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r>
              <a:rPr lang="en-US" sz="3300" dirty="0" spc="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được</a:t>
            </a:r>
            <a:r>
              <a:rPr lang="en-US" sz="33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thao</a:t>
            </a:r>
            <a:r>
              <a:rPr lang="en-US" sz="3300" dirty="0" spc="-1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3300" dirty="0"/>
          </a:p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 diễn</a:t>
            </a:r>
            <a:r>
              <a:rPr lang="en-US" sz="33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33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tài</a:t>
            </a:r>
            <a:r>
              <a:rPr lang="en-US" sz="3300" dirty="0" spc="-1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</a:t>
            </a:r>
            <a:endParaRPr lang="en-US" sz="3300" dirty="0"/>
          </a:p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Qua</a:t>
            </a: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</a:t>
            </a:r>
            <a:r>
              <a:rPr lang="en-US" sz="33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3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33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3300" dirty="0"/>
          </a:p>
        </p:txBody>
      </p:sp>
      <p:sp>
        <p:nvSpPr>
          <p:cNvPr id="7" name="Shape 5"/>
          <p:cNvSpPr/>
          <p:nvPr/>
        </p:nvSpPr>
        <p:spPr>
          <a:xfrm>
            <a:off x="9372600" y="3048000"/>
            <a:ext cx="8001000" cy="3810000"/>
          </a:xfrm>
          <a:prstGeom prst="roundRect">
            <a:avLst>
              <a:gd name="adj" fmla="val 7000"/>
            </a:avLst>
          </a:prstGeom>
          <a:solidFill>
            <a:srgbClr val="1E212B"/>
          </a:solidFill>
          <a:ln/>
        </p:spPr>
      </p:sp>
      <p:sp>
        <p:nvSpPr>
          <p:cNvPr id="8" name="Text 6"/>
          <p:cNvSpPr/>
          <p:nvPr/>
        </p:nvSpPr>
        <p:spPr>
          <a:xfrm>
            <a:off x="9791700" y="3429000"/>
            <a:ext cx="72390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CHƯA</a:t>
            </a:r>
            <a:r>
              <a:rPr lang="en-US" sz="1950" b="1" spc="15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ĐỦ</a:t>
            </a:r>
            <a:r>
              <a:rPr lang="en-US" sz="1950" b="1" spc="150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ĐỂ</a:t>
            </a:r>
            <a:r>
              <a:rPr lang="en-US" sz="1950" b="1" spc="15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 LÀ</a:t>
            </a:r>
            <a:r>
              <a:rPr lang="en-US" sz="1950" b="1" spc="141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REST</a:t>
            </a:r>
            <a:endParaRPr lang="en-US" sz="1950" dirty="0"/>
          </a:p>
        </p:txBody>
      </p:sp>
      <p:sp>
        <p:nvSpPr>
          <p:cNvPr id="9" name="Text richtext-1792371683423-69937042"/>
          <p:cNvSpPr/>
          <p:nvPr/>
        </p:nvSpPr>
        <p:spPr>
          <a:xfrm>
            <a:off x="9791700" y="4095750"/>
            <a:ext cx="7239000" cy="2857500"/>
          </a:xfrm>
          <a:prstGeom prst="rect">
            <a:avLst/>
          </a:prstGeom>
          <a:noFill/>
          <a:ln/>
        </p:spPr>
        <p:txBody>
          <a:bodyPr wrap="square" lIns="0" tIns="-3143" rIns="0" bIns="3143" rtlCol="0" anchor="t"/>
          <a:lstStyle/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3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đặt</a:t>
            </a:r>
            <a:r>
              <a:rPr lang="en-US" sz="3300" dirty="0" spc="8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đường</a:t>
            </a:r>
            <a:r>
              <a:rPr lang="en-US" sz="3300" dirty="0" spc="1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dẫn</a:t>
            </a:r>
            <a:r>
              <a:rPr lang="en-US" sz="3300" dirty="0" spc="15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đẹp</a:t>
            </a:r>
            <a:endParaRPr lang="en-US" sz="3300" dirty="0"/>
          </a:p>
          <a:p>
            <a:pPr algn="l" marL="419100" indent="-299422">
              <a:lnSpc>
                <a:spcPts val="4950"/>
              </a:lnSpc>
              <a:buSzPct val="100000"/>
              <a:buFont typeface="Arial"/>
              <a:buChar char="•"/>
            </a:pPr>
            <a:r>
              <a:rPr lang="en-US" sz="3300" dirty="0" spc="-3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Chỉ</a:t>
            </a:r>
            <a:r>
              <a:rPr lang="en-US" sz="3300" dirty="0" spc="0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3300" dirty="0" spc="-2" kern="0">
                <a:solidFill>
                  <a:srgbClr val="C9CD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HTTP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8669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04/10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914400" y="7429500"/>
            <a:ext cx="16459200" cy="1047750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700" b="1" dirty="0" spc="-18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REST</a:t>
            </a:r>
            <a:r>
              <a:rPr lang="en-US" sz="2700" b="1" dirty="0" spc="-5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7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phong</a:t>
            </a:r>
            <a:r>
              <a:rPr lang="en-US" sz="2700" b="1" dirty="0" spc="0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7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trúc,</a:t>
            </a:r>
            <a:r>
              <a:rPr lang="en-US" sz="2700" b="1" dirty="0" spc="-6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7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</a:t>
            </a:r>
            <a:r>
              <a:rPr lang="en-US" sz="2700" b="1" dirty="0" spc="-1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7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endParaRPr lang="en-US" sz="270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effb928c-febf-40ff-9bdb-c213832e732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Bên</a:t>
            </a:r>
            <a:r>
              <a:rPr lang="en-US" sz="6900" dirty="0" spc="-4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gọi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</a:t>
            </a:r>
            <a:r>
              <a:rPr lang="en-US" sz="6900" dirty="0" spc="-5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 lấy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238500"/>
            <a:ext cx="4953000" cy="3810000"/>
          </a:xfrm>
          <a:prstGeom prst="roundRect">
            <a:avLst>
              <a:gd name="adj" fmla="val 7000"/>
            </a:avLst>
          </a:prstGeom>
          <a:solidFill>
            <a:srgbClr val="14161C"/>
          </a:solidFill>
          <a:ln/>
        </p:spPr>
      </p:sp>
      <p:sp>
        <p:nvSpPr>
          <p:cNvPr id="5" name="Text 3"/>
          <p:cNvSpPr/>
          <p:nvPr/>
        </p:nvSpPr>
        <p:spPr>
          <a:xfrm>
            <a:off x="1295400" y="35242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47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1950" b="1" spc="15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b="1" spc="178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GỬI</a:t>
            </a:r>
            <a:r>
              <a:rPr lang="en-US" sz="1950" b="1" spc="146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b="1" spc="111" kern="0" dirty="0">
                <a:solidFill>
                  <a:srgbClr val="3DD6A0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295400" y="4381500"/>
            <a:ext cx="4191000" cy="1905000"/>
          </a:xfrm>
          <a:prstGeom prst="rect">
            <a:avLst/>
          </a:prstGeom>
          <a:noFill/>
          <a:ln/>
        </p:spPr>
        <p:txBody>
          <a:bodyPr wrap="square" lIns="0" tIns="17002" rIns="0" bIns="-17002" rtlCol="0" anchor="t"/>
          <a:lstStyle/>
          <a:p>
            <a:pPr algn="l" indent="0" marL="0">
              <a:lnSpc>
                <a:spcPts val="4095"/>
              </a:lnSpc>
              <a:buNone/>
            </a:pP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{</a:t>
            </a:r>
            <a:r>
              <a:rPr lang="en-US" sz="315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sach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{</a:t>
            </a:r>
            <a:r>
              <a:rPr lang="en-US" sz="3150" b="1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ten</a:t>
            </a:r>
            <a:r>
              <a:rPr lang="en-US" sz="3150" b="1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}</a:t>
            </a:r>
            <a:r>
              <a:rPr lang="en-US" sz="3150" b="1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}</a:t>
            </a:r>
            <a:endParaRPr lang="en-US" sz="3150" dirty="0"/>
          </a:p>
        </p:txBody>
      </p:sp>
      <p:sp>
        <p:nvSpPr>
          <p:cNvPr id="7" name="Shape 5"/>
          <p:cNvSpPr/>
          <p:nvPr/>
        </p:nvSpPr>
        <p:spPr>
          <a:xfrm>
            <a:off x="6667500" y="3238500"/>
            <a:ext cx="4953000" cy="3810000"/>
          </a:xfrm>
          <a:prstGeom prst="roundRect">
            <a:avLst>
              <a:gd name="adj" fmla="val 7000"/>
            </a:avLst>
          </a:prstGeom>
          <a:solidFill>
            <a:srgbClr val="CFE8E2"/>
          </a:solidFill>
          <a:ln/>
        </p:spPr>
      </p:sp>
      <p:sp>
        <p:nvSpPr>
          <p:cNvPr id="8" name="Text 6"/>
          <p:cNvSpPr/>
          <p:nvPr/>
        </p:nvSpPr>
        <p:spPr>
          <a:xfrm>
            <a:off x="7048500" y="35242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1950" b="1" spc="15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1950" b="1" spc="15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048500" y="428625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-3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Thực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thi</a:t>
            </a:r>
            <a:r>
              <a:rPr lang="en-US" sz="36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truy</a:t>
            </a:r>
            <a:r>
              <a:rPr lang="en-US" sz="3600" dirty="0" spc="-2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vấn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phù</a:t>
            </a:r>
            <a:r>
              <a:rPr lang="en-US" sz="3600" dirty="0" spc="-2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hợp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schema</a:t>
            </a:r>
            <a:endParaRPr lang="en-US" sz="3600" dirty="0"/>
          </a:p>
        </p:txBody>
      </p:sp>
      <p:sp>
        <p:nvSpPr>
          <p:cNvPr id="10" name="Shape 8"/>
          <p:cNvSpPr/>
          <p:nvPr/>
        </p:nvSpPr>
        <p:spPr>
          <a:xfrm>
            <a:off x="12420600" y="3238500"/>
            <a:ext cx="4953000" cy="3810000"/>
          </a:xfrm>
          <a:prstGeom prst="roundRect">
            <a:avLst>
              <a:gd name="adj" fmla="val 7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0" y="3524250"/>
            <a:ext cx="4191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TRẢ</a:t>
            </a:r>
            <a:r>
              <a:rPr lang="en-US" sz="1950" b="1" spc="152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1950" b="1" spc="151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2801600" y="4286250"/>
            <a:ext cx="4191000" cy="20955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140"/>
              </a:lnSpc>
              <a:buNone/>
            </a:pPr>
            <a:r>
              <a:rPr lang="en-US" sz="3600" dirty="0" spc="3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Đúng</a:t>
            </a:r>
            <a:r>
              <a:rPr lang="en-US" sz="3600" dirty="0" spc="-29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36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đã</a:t>
            </a:r>
            <a:r>
              <a:rPr lang="en-US" sz="36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chọn:</a:t>
            </a:r>
            <a:r>
              <a:rPr lang="en-US" sz="36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36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endParaRPr lang="en-US" sz="3600" dirty="0"/>
          </a:p>
        </p:txBody>
      </p:sp>
      <p:sp>
        <p:nvSpPr>
          <p:cNvPr id="13" name="Connector line-1792371713838-649474295"/>
          <p:cNvSpPr/>
          <p:nvPr/>
        </p:nvSpPr>
        <p:spPr>
          <a:xfrm>
            <a:off x="5867400" y="514350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4" name="Connector line-1792371713839-373827910"/>
          <p:cNvSpPr/>
          <p:nvPr/>
        </p:nvSpPr>
        <p:spPr>
          <a:xfrm>
            <a:off x="11620500" y="5143500"/>
            <a:ext cx="80010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914400" y="7620000"/>
            <a:ext cx="11430000" cy="952500"/>
          </a:xfrm>
          <a:prstGeom prst="roundRect">
            <a:avLst>
              <a:gd name="adj" fmla="val 50000"/>
            </a:avLst>
          </a:prstGeom>
          <a:solidFill>
            <a:srgbClr val="E8E0C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9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b="1" dirty="0" spc="-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nói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phía</a:t>
            </a:r>
            <a:r>
              <a:rPr lang="en-US" sz="2400" b="1" dirty="0" spc="3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sau</a:t>
            </a:r>
            <a:r>
              <a:rPr lang="en-US" sz="2400" b="1" dirty="0" spc="-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dùng</a:t>
            </a:r>
            <a:r>
              <a:rPr lang="en-US" sz="2400" b="1" dirty="0" spc="-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cơ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sở</a:t>
            </a:r>
            <a:r>
              <a:rPr lang="en-US" sz="2400" b="1" dirty="0" spc="4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</a:t>
            </a:r>
            <a:r>
              <a:rPr lang="en-US" sz="2400" b="1" dirty="0" spc="-1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liệu</a:t>
            </a:r>
            <a:r>
              <a:rPr lang="en-US" sz="2400" b="1" dirty="0" spc="2" kern="0">
                <a:solidFill>
                  <a:srgbClr val="14161C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nào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1907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05/10</a:t>
            </a:r>
            <a:endParaRPr lang="en-US" sz="1650" dirty="0"/>
          </a:p>
        </p:txBody>
      </p:sp>
      <p:sp>
        <p:nvSpPr>
          <p:cNvPr id="27" name="Shape 25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8" name="Moda image moda-export-watermark-a3eaa679-986f-47e7-a54e-f47477cfdc7f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RPC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Gọi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như</a:t>
            </a:r>
            <a:r>
              <a:rPr lang="en-US" sz="6900" dirty="0" spc="-1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thao</a:t>
            </a:r>
            <a:r>
              <a:rPr lang="en-US" sz="6900" dirty="0" spc="-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tác</a:t>
            </a:r>
            <a:endParaRPr lang="en-US" sz="6900" dirty="0"/>
          </a:p>
        </p:txBody>
      </p:sp>
      <p:sp>
        <p:nvSpPr>
          <p:cNvPr id="4" name="Text 2"/>
          <p:cNvSpPr/>
          <p:nvPr/>
        </p:nvSpPr>
        <p:spPr>
          <a:xfrm>
            <a:off x="2190750" y="2857500"/>
            <a:ext cx="3619500" cy="857250"/>
          </a:xfrm>
          <a:prstGeom prst="roundRect">
            <a:avLst>
              <a:gd name="adj" fmla="val 24444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 gọi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477750" y="2857500"/>
            <a:ext cx="3619500" cy="857250"/>
          </a:xfrm>
          <a:prstGeom prst="roundRect">
            <a:avLst>
              <a:gd name="adj" fmla="val 24444"/>
            </a:avLst>
          </a:prstGeom>
          <a:solidFill>
            <a:srgbClr val="E847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Phía</a:t>
            </a:r>
            <a:r>
              <a:rPr lang="en-US" sz="2400" b="1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phục</a:t>
            </a:r>
            <a:r>
              <a:rPr lang="en-US" sz="2400" b="1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vụ</a:t>
            </a:r>
            <a:endParaRPr lang="en-US" sz="2400" dirty="0"/>
          </a:p>
        </p:txBody>
      </p:sp>
      <p:sp>
        <p:nvSpPr>
          <p:cNvPr id="6" name="Connector line-1792371735527-933888968"/>
          <p:cNvSpPr/>
          <p:nvPr/>
        </p:nvSpPr>
        <p:spPr>
          <a:xfrm>
            <a:off x="4000500" y="3714750"/>
            <a:ext cx="0" cy="390525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7" name="Connector line-1792371735527-228938137"/>
          <p:cNvSpPr/>
          <p:nvPr/>
        </p:nvSpPr>
        <p:spPr>
          <a:xfrm>
            <a:off x="14287500" y="3714750"/>
            <a:ext cx="0" cy="3905250"/>
          </a:xfrm>
          <a:prstGeom prst="line">
            <a:avLst/>
          </a:prstGeom>
          <a:noFill/>
          <a:ln w="28575">
            <a:solidFill>
              <a:srgbClr val="B9B2A2"/>
            </a:solidFill>
            <a:prstDash val="lgDash"/>
            <a:headEnd type="none"/>
            <a:tailEnd type="none"/>
          </a:ln>
        </p:spPr>
      </p:sp>
      <p:sp>
        <p:nvSpPr>
          <p:cNvPr id="8" name="Connector line-1792371735527-926087048"/>
          <p:cNvSpPr/>
          <p:nvPr/>
        </p:nvSpPr>
        <p:spPr>
          <a:xfrm>
            <a:off x="4000500" y="4953000"/>
            <a:ext cx="10191750" cy="0"/>
          </a:xfrm>
          <a:prstGeom prst="line">
            <a:avLst/>
          </a:prstGeom>
          <a:noFill/>
          <a:ln w="47625">
            <a:solidFill>
              <a:srgbClr val="E8472B"/>
            </a:solidFill>
            <a:prstDash val="solid"/>
            <a:headEnd type="none"/>
            <a:tailEnd type="triangle"/>
          </a:ln>
        </p:spPr>
      </p:sp>
      <p:sp>
        <p:nvSpPr>
          <p:cNvPr id="9" name="Text 7"/>
          <p:cNvSpPr/>
          <p:nvPr/>
        </p:nvSpPr>
        <p:spPr>
          <a:xfrm>
            <a:off x="4381500" y="4191000"/>
            <a:ext cx="9525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300" b="1" dirty="0" spc="-2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giuSach(42)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8191500" y="4333875"/>
            <a:ext cx="571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" dirty="0" spc="-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tham</a:t>
            </a:r>
            <a:r>
              <a:rPr lang="en-US" sz="2100" dirty="0" spc="-6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số:</a:t>
            </a:r>
            <a:r>
              <a:rPr lang="en-US" sz="2100" dirty="0" spc="-3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mã</a:t>
            </a:r>
            <a:r>
              <a:rPr lang="en-US" sz="2100" dirty="0" spc="-5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sách</a:t>
            </a:r>
            <a:endParaRPr lang="en-US" sz="2100" dirty="0"/>
          </a:p>
        </p:txBody>
      </p:sp>
      <p:sp>
        <p:nvSpPr>
          <p:cNvPr id="11" name="Connector line-1792371735533-933275108"/>
          <p:cNvSpPr/>
          <p:nvPr/>
        </p:nvSpPr>
        <p:spPr>
          <a:xfrm flipH="1">
            <a:off x="4095750" y="6477000"/>
            <a:ext cx="10191750" cy="0"/>
          </a:xfrm>
          <a:prstGeom prst="line">
            <a:avLst/>
          </a:prstGeom>
          <a:noFill/>
          <a:ln w="47625">
            <a:solidFill>
              <a:srgbClr val="14161C"/>
            </a:solidFill>
            <a:prstDash val="solid"/>
            <a:headEnd type="none"/>
            <a:tailEnd type="triangle"/>
          </a:ln>
        </p:spPr>
      </p:sp>
      <p:sp>
        <p:nvSpPr>
          <p:cNvPr id="12" name="Text 10"/>
          <p:cNvSpPr/>
          <p:nvPr/>
        </p:nvSpPr>
        <p:spPr>
          <a:xfrm>
            <a:off x="4381500" y="5905500"/>
            <a:ext cx="9525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Thực</a:t>
            </a:r>
            <a:r>
              <a:rPr lang="en-US" sz="2400" dirty="0" spc="-1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hiện</a:t>
            </a:r>
            <a:r>
              <a:rPr lang="en-US" sz="2400" dirty="0" spc="3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thao</a:t>
            </a:r>
            <a:r>
              <a:rPr lang="en-US" sz="2400" dirty="0" spc="-5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tác,</a:t>
            </a:r>
            <a:r>
              <a:rPr lang="en-US" sz="2400" dirty="0" spc="-16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trả</a:t>
            </a:r>
            <a:r>
              <a:rPr lang="en-US" sz="2400" dirty="0" spc="-28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kết</a:t>
            </a:r>
            <a:r>
              <a:rPr lang="en-US" sz="2400" dirty="0" spc="-2" kern="0">
                <a:solidFill>
                  <a:srgbClr val="14161C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quả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914400" y="7905750"/>
            <a:ext cx="12382500" cy="952500"/>
          </a:xfrm>
          <a:prstGeom prst="roundRect">
            <a:avLst>
              <a:gd name="adj" fmla="val 50000"/>
            </a:avLst>
          </a:prstGeom>
          <a:solidFill>
            <a:srgbClr val="F8D9D0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 spc="-2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Lỗi</a:t>
            </a:r>
            <a:r>
              <a:rPr lang="en-US" sz="2400" b="1" dirty="0" spc="-3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mạng:</a:t>
            </a:r>
            <a:r>
              <a:rPr lang="en-US" sz="2400" b="1" dirty="0" spc="-8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400" b="1" dirty="0" spc="-7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giống</a:t>
            </a:r>
            <a:r>
              <a:rPr lang="en-US" sz="2400" b="1" dirty="0" spc="-10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hệt</a:t>
            </a:r>
            <a:r>
              <a:rPr lang="en-US" sz="2400" b="1" dirty="0" spc="-6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hàm</a:t>
            </a:r>
            <a:r>
              <a:rPr lang="en-US" sz="2400" b="1" dirty="0" spc="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cục</a:t>
            </a:r>
            <a:r>
              <a:rPr lang="en-US" sz="2400" b="1" dirty="0" spc="-1" kern="0">
                <a:solidFill>
                  <a:srgbClr val="E8472B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bộ</a:t>
            </a:r>
            <a:endParaRPr lang="en-US" sz="2400" dirty="0"/>
          </a:p>
        </p:txBody>
      </p:sp>
      <p:sp>
        <p:nvSpPr>
          <p:cNvPr id="14" name="Shape 12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06/10</a:t>
            </a:r>
            <a:endParaRPr lang="en-US" sz="1650" dirty="0"/>
          </a:p>
        </p:txBody>
      </p:sp>
      <p:sp>
        <p:nvSpPr>
          <p:cNvPr id="25" name="Shape 23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6" name="Moda image moda-export-watermark-3a66d1de-4cd3-4b13-b36f-becba28af052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72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TÓM</a:t>
            </a:r>
            <a:r>
              <a:rPr lang="en-US" sz="1800" b="1" spc="297" kern="0" dirty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LẠI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Mỗi</a:t>
            </a:r>
            <a:r>
              <a:rPr lang="en-US" sz="6900" dirty="0" spc="-18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nhấn mạnh</a:t>
            </a:r>
            <a:r>
              <a:rPr lang="en-US" sz="6900" dirty="0" spc="-1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một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thứ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53340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3190875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45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4500" dirty="0"/>
          </a:p>
        </p:txBody>
      </p:sp>
      <p:sp>
        <p:nvSpPr>
          <p:cNvPr id="6" name="Text 4"/>
          <p:cNvSpPr/>
          <p:nvPr/>
        </p:nvSpPr>
        <p:spPr>
          <a:xfrm>
            <a:off x="5334000" y="33528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Khung thông</a:t>
            </a:r>
            <a:r>
              <a:rPr lang="en-US" sz="2700" dirty="0" spc="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điệp: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</a:t>
            </a:r>
            <a:r>
              <a:rPr lang="en-US" sz="2700" dirty="0" spc="-7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bao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nội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dung</a:t>
            </a:r>
            <a:endParaRPr lang="en-US" sz="2700" dirty="0"/>
          </a:p>
        </p:txBody>
      </p:sp>
      <p:sp>
        <p:nvSpPr>
          <p:cNvPr id="7" name="Connector line-1792371750074-571645444"/>
          <p:cNvSpPr/>
          <p:nvPr/>
        </p:nvSpPr>
        <p:spPr>
          <a:xfrm>
            <a:off x="1238250" y="4191000"/>
            <a:ext cx="158115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1428750" y="4429125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23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4500" dirty="0"/>
          </a:p>
        </p:txBody>
      </p:sp>
      <p:sp>
        <p:nvSpPr>
          <p:cNvPr id="9" name="Text 7"/>
          <p:cNvSpPr/>
          <p:nvPr/>
        </p:nvSpPr>
        <p:spPr>
          <a:xfrm>
            <a:off x="5334000" y="45910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7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Tài</a:t>
            </a:r>
            <a:r>
              <a:rPr lang="en-US" sz="2700" dirty="0" spc="-1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nguyên,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biểu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diễn,</a:t>
            </a:r>
            <a:r>
              <a:rPr lang="en-US" sz="2700" dirty="0" spc="-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giao diện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thống</a:t>
            </a:r>
            <a:r>
              <a:rPr lang="en-US" sz="27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nhất</a:t>
            </a:r>
            <a:endParaRPr lang="en-US" sz="2700" dirty="0"/>
          </a:p>
        </p:txBody>
      </p:sp>
      <p:sp>
        <p:nvSpPr>
          <p:cNvPr id="10" name="Connector line-1792371750079-267328712"/>
          <p:cNvSpPr/>
          <p:nvPr/>
        </p:nvSpPr>
        <p:spPr>
          <a:xfrm>
            <a:off x="1238250" y="5429250"/>
            <a:ext cx="158115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1428750" y="5667375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-9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endParaRPr lang="en-US" sz="4500" dirty="0"/>
          </a:p>
        </p:txBody>
      </p:sp>
      <p:sp>
        <p:nvSpPr>
          <p:cNvPr id="12" name="Text 10"/>
          <p:cNvSpPr/>
          <p:nvPr/>
        </p:nvSpPr>
        <p:spPr>
          <a:xfrm>
            <a:off x="5334000" y="582930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-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Bên</a:t>
            </a:r>
            <a:r>
              <a:rPr lang="en-US" sz="2700" dirty="0" spc="-1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chọn</a:t>
            </a:r>
            <a:r>
              <a:rPr lang="en-US" sz="27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trường</a:t>
            </a:r>
            <a:r>
              <a:rPr lang="en-US" sz="270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theo</a:t>
            </a:r>
            <a:r>
              <a:rPr lang="en-US" sz="27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schema</a:t>
            </a:r>
            <a:endParaRPr lang="en-US" sz="2700" dirty="0"/>
          </a:p>
        </p:txBody>
      </p:sp>
      <p:sp>
        <p:nvSpPr>
          <p:cNvPr id="13" name="Connector line-1792371750085-827741644"/>
          <p:cNvSpPr/>
          <p:nvPr/>
        </p:nvSpPr>
        <p:spPr>
          <a:xfrm>
            <a:off x="1238250" y="6667500"/>
            <a:ext cx="1581150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1428750" y="6905625"/>
            <a:ext cx="3619500" cy="857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500" dirty="0" spc="5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4500" dirty="0"/>
          </a:p>
        </p:txBody>
      </p:sp>
      <p:sp>
        <p:nvSpPr>
          <p:cNvPr id="15" name="Text 13"/>
          <p:cNvSpPr/>
          <p:nvPr/>
        </p:nvSpPr>
        <p:spPr>
          <a:xfrm>
            <a:off x="5334000" y="7067550"/>
            <a:ext cx="117157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7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Thủ</a:t>
            </a:r>
            <a:r>
              <a:rPr lang="en-US" sz="270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tục</a:t>
            </a:r>
            <a:r>
              <a:rPr lang="en-US" sz="2700" dirty="0" spc="-1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27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tham</a:t>
            </a:r>
            <a:r>
              <a:rPr lang="en-US" sz="2700" dirty="0" spc="-1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số</a:t>
            </a:r>
            <a:endParaRPr lang="en-US" sz="2700" dirty="0"/>
          </a:p>
        </p:txBody>
      </p:sp>
      <p:sp>
        <p:nvSpPr>
          <p:cNvPr id="16" name="Text 14"/>
          <p:cNvSpPr/>
          <p:nvPr/>
        </p:nvSpPr>
        <p:spPr>
          <a:xfrm>
            <a:off x="914400" y="8477250"/>
            <a:ext cx="164592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250" dirty="0" spc="-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 bảng</a:t>
            </a:r>
            <a:r>
              <a:rPr lang="en-US" sz="2250" dirty="0" spc="-1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xếp</a:t>
            </a:r>
            <a:r>
              <a:rPr lang="en-US" sz="2250" dirty="0" spc="-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hạng,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không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phải</a:t>
            </a:r>
            <a:r>
              <a:rPr lang="en-US" sz="22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dòng</a:t>
            </a:r>
            <a:r>
              <a:rPr lang="en-US" sz="22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thời</a:t>
            </a:r>
            <a:r>
              <a:rPr lang="en-US" sz="22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gian.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3845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5A5F7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07/10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1adddc24-b783-4e07-a3cf-c93d59e3114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1619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NHÌN</a:t>
            </a:r>
            <a:r>
              <a:rPr lang="en-US" sz="1800" b="1" spc="302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 THỬ</a:t>
            </a:r>
            <a:r>
              <a:rPr lang="en-US" sz="1800" b="1" spc="297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TRẢ</a:t>
            </a:r>
            <a:r>
              <a:rPr lang="en-US" sz="1800" b="1" spc="279" kern="0" dirty="0">
                <a:solidFill>
                  <a:srgbClr val="0F766E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2047875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Chọn</a:t>
            </a:r>
            <a:r>
              <a:rPr lang="en-US" sz="6900" dirty="0" spc="1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đúng</a:t>
            </a:r>
            <a:r>
              <a:rPr lang="en-US" sz="6900" dirty="0" spc="-5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trường</a:t>
            </a:r>
            <a:r>
              <a:rPr lang="en-US" sz="6900" dirty="0" spc="-18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tên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sách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theo</a:t>
            </a:r>
            <a:r>
              <a:rPr lang="en-US" sz="69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schema:</a:t>
            </a:r>
            <a:r>
              <a:rPr lang="en-US" sz="69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thẻ</a:t>
            </a:r>
            <a:r>
              <a:rPr lang="en-US" sz="6900" dirty="0" spc="-4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nào?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3619500"/>
            <a:ext cx="9525000" cy="5048250"/>
          </a:xfrm>
          <a:prstGeom prst="roundRect">
            <a:avLst>
              <a:gd name="adj" fmla="val 6038"/>
            </a:avLst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1428750" y="4000500"/>
            <a:ext cx="857250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25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ĐÁP</a:t>
            </a:r>
            <a:r>
              <a:rPr lang="en-US" sz="1950" b="1" spc="148" kern="0" dirty="0">
                <a:solidFill>
                  <a:srgbClr val="CFE8E2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ÁN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28750" y="4572000"/>
            <a:ext cx="8572500" cy="1905000"/>
          </a:xfrm>
          <a:prstGeom prst="rect">
            <a:avLst/>
          </a:prstGeom>
          <a:noFill/>
          <a:ln/>
        </p:spPr>
        <p:txBody>
          <a:bodyPr wrap="square" lIns="0" tIns="121920" rIns="0" bIns="-121920" rtlCol="0" anchor="t"/>
          <a:lstStyle/>
          <a:p>
            <a:pPr algn="l" indent="0" marL="0">
              <a:lnSpc>
                <a:spcPts val="12000"/>
              </a:lnSpc>
              <a:buNone/>
            </a:pPr>
            <a:r>
              <a:rPr lang="en-US" sz="12000" dirty="0" spc="14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GraphQL.</a:t>
            </a:r>
            <a:endParaRPr lang="en-US" sz="12000" dirty="0"/>
          </a:p>
        </p:txBody>
      </p:sp>
      <p:sp>
        <p:nvSpPr>
          <p:cNvPr id="7" name="Text 5"/>
          <p:cNvSpPr/>
          <p:nvPr/>
        </p:nvSpPr>
        <p:spPr>
          <a:xfrm>
            <a:off x="1428750" y="7048500"/>
            <a:ext cx="8572500" cy="1143000"/>
          </a:xfrm>
          <a:prstGeom prst="rect">
            <a:avLst/>
          </a:prstGeom>
          <a:noFill/>
          <a:ln/>
        </p:spPr>
        <p:txBody>
          <a:bodyPr wrap="square" lIns="0" tIns="11430" rIns="0" bIns="-11430" rtlCol="0" anchor="t"/>
          <a:lstStyle/>
          <a:p>
            <a:pPr algn="l" indent="0" marL="0">
              <a:lnSpc>
                <a:spcPts val="4050"/>
              </a:lnSpc>
              <a:buNone/>
            </a:pPr>
            <a:r>
              <a:rPr lang="en-US" sz="300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Nhận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diện</a:t>
            </a:r>
            <a:r>
              <a:rPr lang="en-US" sz="300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300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3000" dirty="0" spc="-2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tả</a:t>
            </a:r>
            <a:r>
              <a:rPr lang="en-US" sz="300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dữ liệu</a:t>
            </a:r>
            <a:r>
              <a:rPr lang="en-US" sz="300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300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lấy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10763250" y="3619500"/>
            <a:ext cx="6610350" cy="5048250"/>
          </a:xfrm>
          <a:prstGeom prst="roundRect">
            <a:avLst>
              <a:gd name="adj" fmla="val 6038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82350" y="4000500"/>
            <a:ext cx="5810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50" b="1" spc="15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1950" b="1" spc="149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1950" b="1" spc="15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NGHĨA</a:t>
            </a:r>
            <a:r>
              <a:rPr lang="en-US" sz="1950" b="1" spc="152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11182350" y="4667250"/>
            <a:ext cx="5810250" cy="2857500"/>
          </a:xfrm>
          <a:prstGeom prst="rect">
            <a:avLst/>
          </a:prstGeom>
          <a:noFill/>
          <a:ln/>
        </p:spPr>
        <p:txBody>
          <a:bodyPr wrap="square" lIns="0" tIns="14288" rIns="0" bIns="-14288" rtlCol="0" anchor="t"/>
          <a:lstStyle/>
          <a:p>
            <a:pPr algn="l" indent="0" marL="0">
              <a:lnSpc>
                <a:spcPts val="5175"/>
              </a:lnSpc>
              <a:buNone/>
            </a:pPr>
            <a:r>
              <a:rPr lang="en-US" sz="45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Luôn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nhanh</a:t>
            </a:r>
            <a:r>
              <a:rPr lang="en-US" sz="4500" dirty="0" spc="-2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4500" dirty="0" spc="6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những</a:t>
            </a:r>
            <a:r>
              <a:rPr lang="en-US" sz="45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cách</a:t>
            </a:r>
            <a:r>
              <a:rPr lang="en-US" sz="45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còn</a:t>
            </a:r>
            <a:r>
              <a:rPr lang="en-US" sz="45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lại</a:t>
            </a:r>
            <a:endParaRPr lang="en-US" sz="4500" dirty="0"/>
          </a:p>
        </p:txBody>
      </p:sp>
      <p:sp>
        <p:nvSpPr>
          <p:cNvPr id="11" name="Shape 9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16230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08/10</a:t>
            </a:r>
            <a:endParaRPr lang="en-US" sz="1650" dirty="0"/>
          </a:p>
        </p:txBody>
      </p:sp>
      <p:sp>
        <p:nvSpPr>
          <p:cNvPr id="22" name="Shape 20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3" name="Moda image moda-export-watermark-9d5b7eba-8f41-4e3b-afca-a514141a3731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EE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98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GIỚI</a:t>
            </a:r>
            <a:r>
              <a:rPr lang="en-US" sz="1800" b="1" spc="301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HẠN</a:t>
            </a:r>
            <a:r>
              <a:rPr lang="en-US" sz="1800" b="1" spc="254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285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ĐÁNH</a:t>
            </a:r>
            <a:r>
              <a:rPr lang="en-US" sz="1800" b="1" spc="300" kern="0" dirty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ĐỔI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Bốn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khái</a:t>
            </a:r>
            <a:r>
              <a:rPr lang="en-US" sz="69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niệm</a:t>
            </a:r>
            <a:r>
              <a:rPr lang="en-US" sz="69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không</a:t>
            </a:r>
            <a:r>
              <a:rPr lang="en-US" sz="69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6900" dirty="0" spc="-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8575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BF8F2"/>
          </a:solidFill>
          <a:ln w="19050">
            <a:solidFill>
              <a:srgbClr val="DDD5C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333500" y="30480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-6" kern="0">
                <a:solidFill>
                  <a:srgbClr val="1F3FD1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1</a:t>
            </a:r>
            <a:endParaRPr lang="en-US" sz="7200" dirty="0"/>
          </a:p>
        </p:txBody>
      </p:sp>
      <p:sp>
        <p:nvSpPr>
          <p:cNvPr id="6" name="Text 4"/>
          <p:cNvSpPr/>
          <p:nvPr/>
        </p:nvSpPr>
        <p:spPr>
          <a:xfrm>
            <a:off x="2857500" y="304800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Không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cùng</a:t>
            </a:r>
            <a:r>
              <a:rPr lang="en-US" sz="3600" dirty="0" spc="-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cấp,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thể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giao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nhau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2857500" y="3762375"/>
            <a:ext cx="1409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Phong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cách, khung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thông</a:t>
            </a:r>
            <a:r>
              <a:rPr lang="en-US" sz="2400" dirty="0" spc="17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điệp,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400" dirty="0" spc="-8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mô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2400" dirty="0" spc="-1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14400" y="466725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F3DFB8"/>
          </a:solidFill>
          <a:ln/>
        </p:spPr>
      </p:sp>
      <p:sp>
        <p:nvSpPr>
          <p:cNvPr id="9" name="Text 7"/>
          <p:cNvSpPr/>
          <p:nvPr/>
        </p:nvSpPr>
        <p:spPr>
          <a:xfrm>
            <a:off x="1333500" y="485775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B45309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2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2857500" y="485775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r>
              <a:rPr lang="en-US" sz="3600" dirty="0" spc="4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có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nhiều</a:t>
            </a:r>
            <a:r>
              <a:rPr lang="en-US" sz="3600" dirty="0" spc="-9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ràng</a:t>
            </a:r>
            <a:r>
              <a:rPr lang="en-US" sz="3600" dirty="0" spc="7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buộc</a:t>
            </a:r>
            <a:r>
              <a:rPr lang="en-US" sz="3600" dirty="0" spc="-2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hơn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tài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nguyên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2857500" y="5572125"/>
            <a:ext cx="1409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Không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giữ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phiên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ở</a:t>
            </a:r>
            <a:r>
              <a:rPr lang="en-US" sz="2400" dirty="0" spc="-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máy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chủ,</a:t>
            </a:r>
            <a:r>
              <a:rPr lang="en-US" sz="2400" dirty="0" spc="16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lưu</a:t>
            </a:r>
            <a:r>
              <a:rPr lang="en-US" sz="2400" dirty="0" spc="1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đệm,</a:t>
            </a:r>
            <a:r>
              <a:rPr lang="en-US" sz="2400" dirty="0" spc="2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lớp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14400" y="6477000"/>
            <a:ext cx="16459200" cy="1619250"/>
          </a:xfrm>
          <a:prstGeom prst="roundRect">
            <a:avLst>
              <a:gd name="adj" fmla="val 16471"/>
            </a:avLst>
          </a:prstGeom>
          <a:solidFill>
            <a:srgbClr val="CFE8E2"/>
          </a:solidFill>
          <a:ln/>
        </p:spPr>
      </p:sp>
      <p:sp>
        <p:nvSpPr>
          <p:cNvPr id="13" name="Text 11"/>
          <p:cNvSpPr/>
          <p:nvPr/>
        </p:nvSpPr>
        <p:spPr>
          <a:xfrm>
            <a:off x="1333500" y="6667500"/>
            <a:ext cx="1333500" cy="1238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200" dirty="0" spc="5" kern="0">
                <a:solidFill>
                  <a:srgbClr val="0F766E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3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2857500" y="6667500"/>
            <a:ext cx="14097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GraphQL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cần</a:t>
            </a:r>
            <a:r>
              <a:rPr lang="en-US" sz="3600" dirty="0" spc="1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kiểm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quyền,</a:t>
            </a:r>
            <a:r>
              <a:rPr lang="en-US" sz="3600" dirty="0" spc="-10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giới</a:t>
            </a:r>
            <a:r>
              <a:rPr lang="en-US" sz="3600" dirty="0" spc="2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hạn</a:t>
            </a:r>
            <a:r>
              <a:rPr lang="en-US" sz="3600" dirty="0" spc="3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chi</a:t>
            </a:r>
            <a:r>
              <a:rPr lang="en-US" sz="3600" dirty="0" spc="5" kern="0">
                <a:solidFill>
                  <a:srgbClr val="14161C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phí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857500" y="7381875"/>
            <a:ext cx="14097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400" dirty="0" spc="-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RPC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cần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xử</a:t>
            </a:r>
            <a:r>
              <a:rPr lang="en-US" sz="2400" dirty="0" spc="1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lý</a:t>
            </a:r>
            <a:r>
              <a:rPr lang="en-US" sz="2400" dirty="0" spc="0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lỗi</a:t>
            </a:r>
            <a:r>
              <a:rPr lang="en-US" sz="2400" dirty="0" spc="3" kern="0">
                <a:solidFill>
                  <a:srgbClr val="3B3A37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mạng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14400" y="8286750"/>
            <a:ext cx="10477500" cy="762000"/>
          </a:xfrm>
          <a:prstGeom prst="roundRect">
            <a:avLst>
              <a:gd name="adj" fmla="val 50000"/>
            </a:avLst>
          </a:prstGeom>
          <a:solidFill>
            <a:srgbClr val="14161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Chọn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hợp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đồng,</a:t>
            </a:r>
            <a:r>
              <a:rPr lang="en-US" sz="2100" dirty="0" spc="-1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vận</a:t>
            </a:r>
            <a:r>
              <a:rPr lang="en-US" sz="2100" dirty="0" spc="-3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hành;</a:t>
            </a:r>
            <a:r>
              <a:rPr lang="en-US" sz="2100" dirty="0" spc="-5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không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theo</a:t>
            </a:r>
            <a:r>
              <a:rPr lang="en-US" sz="2100" dirty="0" spc="0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“mới</a:t>
            </a:r>
            <a:r>
              <a:rPr lang="en-US" sz="2100" dirty="0" spc="-7" kern="0">
                <a:solidFill>
                  <a:srgbClr val="F3EEE3"/>
                </a:solidFill>
                <a:latin typeface="Be Vietnam Pro SemiBold" pitchFamily="34" charset="0"/>
                <a:ea typeface="Be Vietnam Pro SemiBold" pitchFamily="34" charset="-122"/>
                <a:cs typeface="Be Vietnam Pro SemiBold" pitchFamily="34" charset="-120"/>
              </a:rPr>
              <a:t> nhất”</a:t>
            </a:r>
            <a:endParaRPr lang="en-US" sz="2100" dirty="0"/>
          </a:p>
        </p:txBody>
      </p:sp>
      <p:sp>
        <p:nvSpPr>
          <p:cNvPr id="17" name="Shape 1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14161C"/>
          </a:solidFill>
          <a:ln w="19050">
            <a:solidFill>
              <a:srgbClr val="14161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86150" y="9391650"/>
            <a:ext cx="190500" cy="190500"/>
          </a:xfrm>
          <a:prstGeom prst="ellipse">
            <a:avLst/>
          </a:prstGeom>
          <a:solidFill>
            <a:srgbClr val="E8472B"/>
          </a:solidFill>
          <a:ln w="19050">
            <a:solidFill>
              <a:srgbClr val="E8472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481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8A867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6B6A66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09/10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9" name="Moda image moda-export-watermark-5f47da20-ba6e-4582-b3a6-32068256dbbc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6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52500"/>
            <a:ext cx="8572500" cy="3905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301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TỪ</a:t>
            </a:r>
            <a:r>
              <a:rPr lang="en-US" sz="1800" b="1" spc="28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KHÓA</a:t>
            </a:r>
            <a:r>
              <a:rPr lang="en-US" sz="1800" b="1" spc="254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800" b="1" spc="300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NGUỒN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914400" y="1390650"/>
            <a:ext cx="16192500" cy="1143000"/>
          </a:xfrm>
          <a:prstGeom prst="rect">
            <a:avLst/>
          </a:prstGeom>
          <a:noFill/>
          <a:ln/>
        </p:spPr>
        <p:txBody>
          <a:bodyPr wrap="square" lIns="0" tIns="61341" rIns="0" bIns="-61341" rtlCol="0" anchor="t"/>
          <a:lstStyle/>
          <a:p>
            <a:pPr algn="l" indent="0" marL="0">
              <a:lnSpc>
                <a:spcPts val="7176"/>
              </a:lnSpc>
              <a:buNone/>
            </a:pPr>
            <a:r>
              <a:rPr lang="en-US" sz="6900" dirty="0" spc="-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Năm</a:t>
            </a:r>
            <a:r>
              <a:rPr lang="en-US" sz="6900" dirty="0" spc="-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từ</a:t>
            </a:r>
            <a:r>
              <a:rPr lang="en-US" sz="6900" dirty="0" spc="1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viết</a:t>
            </a:r>
            <a:r>
              <a:rPr lang="en-US" sz="6900" dirty="0" spc="10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tắt,</a:t>
            </a:r>
            <a:r>
              <a:rPr lang="en-US" sz="6900" dirty="0" spc="-6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tám</a:t>
            </a:r>
            <a:r>
              <a:rPr lang="en-US" sz="6900" dirty="0" spc="2" kern="0">
                <a:solidFill>
                  <a:srgbClr val="F3EEE3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 nguồn</a:t>
            </a:r>
            <a:endParaRPr lang="en-US" sz="6900" dirty="0"/>
          </a:p>
        </p:txBody>
      </p:sp>
      <p:sp>
        <p:nvSpPr>
          <p:cNvPr id="4" name="Shape 2"/>
          <p:cNvSpPr/>
          <p:nvPr/>
        </p:nvSpPr>
        <p:spPr>
          <a:xfrm>
            <a:off x="914400" y="2762250"/>
            <a:ext cx="10858500" cy="6286500"/>
          </a:xfrm>
          <a:prstGeom prst="roundRect">
            <a:avLst>
              <a:gd name="adj" fmla="val 4242"/>
            </a:avLst>
          </a:prstGeom>
          <a:solidFill>
            <a:srgbClr val="1E212B"/>
          </a:solidFill>
          <a:ln/>
        </p:spPr>
      </p:sp>
      <p:sp>
        <p:nvSpPr>
          <p:cNvPr id="5" name="Text 3"/>
          <p:cNvSpPr/>
          <p:nvPr/>
        </p:nvSpPr>
        <p:spPr>
          <a:xfrm>
            <a:off x="1238250" y="3000375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34" kern="0">
                <a:solidFill>
                  <a:srgbClr val="7C93FF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SOAP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3429000" y="2971800"/>
            <a:ext cx="809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Simple</a:t>
            </a:r>
            <a:r>
              <a:rPr lang="en-US" sz="1800" dirty="0" spc="-1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Object</a:t>
            </a:r>
            <a:r>
              <a:rPr lang="en-US" sz="1800" dirty="0" spc="-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Access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429000" y="3314700"/>
            <a:ext cx="809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68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Tên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lịch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sử;</a:t>
            </a:r>
            <a:r>
              <a:rPr lang="en-US" sz="2250" dirty="0" spc="-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nay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là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</a:t>
            </a:r>
            <a:r>
              <a:rPr lang="en-US" sz="2250" dirty="0" spc="6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riêng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của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khung</a:t>
            </a:r>
            <a:endParaRPr lang="en-US" sz="2250" dirty="0"/>
          </a:p>
        </p:txBody>
      </p:sp>
      <p:sp>
        <p:nvSpPr>
          <p:cNvPr id="8" name="Connector line-1792371805236-217253272"/>
          <p:cNvSpPr/>
          <p:nvPr/>
        </p:nvSpPr>
        <p:spPr>
          <a:xfrm>
            <a:off x="1238250" y="3952875"/>
            <a:ext cx="1019175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/>
          <p:nvPr/>
        </p:nvSpPr>
        <p:spPr>
          <a:xfrm>
            <a:off x="1238250" y="419100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-20" kern="0">
                <a:solidFill>
                  <a:srgbClr val="FFB454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REST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3429000" y="4162425"/>
            <a:ext cx="809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REpresentational</a:t>
            </a:r>
            <a:r>
              <a:rPr lang="en-US" sz="1800" dirty="0" spc="-16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State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3429000" y="4505325"/>
            <a:ext cx="809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Phong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cách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kiến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trúc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-1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ràng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buộc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tương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tác</a:t>
            </a:r>
            <a:endParaRPr lang="en-US" sz="2250" dirty="0"/>
          </a:p>
        </p:txBody>
      </p:sp>
      <p:sp>
        <p:nvSpPr>
          <p:cNvPr id="12" name="Connector line-1792371805243-40103543"/>
          <p:cNvSpPr/>
          <p:nvPr/>
        </p:nvSpPr>
        <p:spPr>
          <a:xfrm>
            <a:off x="1238250" y="5143500"/>
            <a:ext cx="1019175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1238250" y="5381625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2" kern="0">
                <a:solidFill>
                  <a:srgbClr val="3DD6A0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QL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429000" y="5353050"/>
            <a:ext cx="809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Query</a:t>
            </a:r>
            <a:r>
              <a:rPr lang="en-US" sz="1800" dirty="0" spc="-1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Language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429000" y="5695950"/>
            <a:ext cx="809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Ngôn</a:t>
            </a:r>
            <a:r>
              <a:rPr lang="en-US" sz="2250" dirty="0" spc="2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ngữ</a:t>
            </a: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vấn,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phần cuối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tên GraphQL</a:t>
            </a:r>
            <a:endParaRPr lang="en-US" sz="2250" dirty="0"/>
          </a:p>
        </p:txBody>
      </p:sp>
      <p:sp>
        <p:nvSpPr>
          <p:cNvPr id="16" name="Connector line-1792371805249-970183383"/>
          <p:cNvSpPr/>
          <p:nvPr/>
        </p:nvSpPr>
        <p:spPr>
          <a:xfrm>
            <a:off x="1238250" y="6334125"/>
            <a:ext cx="1019175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1238250" y="6572250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" kern="0">
                <a:solidFill>
                  <a:srgbClr val="FF6A4D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RPC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3429000" y="6543675"/>
            <a:ext cx="809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23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Remote</a:t>
            </a:r>
            <a:r>
              <a:rPr lang="en-US" sz="1800" dirty="0" spc="-15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Procedure</a:t>
            </a:r>
            <a:r>
              <a:rPr lang="en-US" sz="180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Call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3429000" y="6886575"/>
            <a:ext cx="809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Gọi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thủ tục</a:t>
            </a:r>
            <a:r>
              <a:rPr lang="en-US" sz="2250" dirty="0" spc="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2250" dirty="0" spc="-2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endParaRPr lang="en-US" sz="2250" dirty="0"/>
          </a:p>
        </p:txBody>
      </p:sp>
      <p:sp>
        <p:nvSpPr>
          <p:cNvPr id="20" name="Connector line-1792371805255-183215682"/>
          <p:cNvSpPr/>
          <p:nvPr/>
        </p:nvSpPr>
        <p:spPr>
          <a:xfrm>
            <a:off x="1238250" y="7524750"/>
            <a:ext cx="10191750" cy="0"/>
          </a:xfrm>
          <a:prstGeom prst="line">
            <a:avLst/>
          </a:prstGeom>
          <a:noFill/>
          <a:ln w="19050">
            <a:solidFill>
              <a:srgbClr val="2C303C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1238250" y="7762875"/>
            <a:ext cx="20955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600" dirty="0" spc="14" kern="0">
                <a:solidFill>
                  <a:srgbClr val="E4E1D8"/>
                </a:solidFill>
                <a:latin typeface="Bricolage Grotesque ExtraBold" pitchFamily="34" charset="0"/>
                <a:ea typeface="Bricolage Grotesque ExtraBold" pitchFamily="34" charset="-122"/>
                <a:cs typeface="Bricolage Grotesque ExtraBold" pitchFamily="34" charset="-120"/>
              </a:rPr>
              <a:t>HTTP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3429000" y="7734300"/>
            <a:ext cx="8096250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dirty="0" spc="-3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HyperText</a:t>
            </a:r>
            <a:r>
              <a:rPr lang="en-US" sz="1800" dirty="0" spc="-27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Transfer</a:t>
            </a:r>
            <a:r>
              <a:rPr lang="en-US" sz="1800" dirty="0" spc="-14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Protocol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3429000" y="8077200"/>
            <a:ext cx="8096250" cy="4191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50" dirty="0" spc="-4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Giao</a:t>
            </a:r>
            <a:r>
              <a:rPr lang="en-US" sz="2250" dirty="0" spc="9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thức</a:t>
            </a:r>
            <a:r>
              <a:rPr lang="en-US" sz="2250" dirty="0" spc="-1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web,</a:t>
            </a:r>
            <a:r>
              <a:rPr lang="en-US" sz="2250" dirty="0" spc="5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có</a:t>
            </a:r>
            <a:r>
              <a:rPr lang="en-US" sz="2250" dirty="0" spc="0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thể</a:t>
            </a:r>
            <a:r>
              <a:rPr lang="en-US" sz="2250" dirty="0" spc="3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chở</a:t>
            </a:r>
            <a:r>
              <a:rPr lang="en-US" sz="2250" dirty="0" spc="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lời</a:t>
            </a:r>
            <a:r>
              <a:rPr lang="en-US" sz="2250" dirty="0" spc="-11" kern="0">
                <a:solidFill>
                  <a:srgbClr val="F3EEE3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12039600" y="2762250"/>
            <a:ext cx="5334000" cy="6286500"/>
          </a:xfrm>
          <a:prstGeom prst="roundRect">
            <a:avLst>
              <a:gd name="adj" fmla="val 5000"/>
            </a:avLst>
          </a:prstGeom>
          <a:solidFill>
            <a:srgbClr val="1E212B"/>
          </a:solidFill>
          <a:ln/>
        </p:spPr>
      </p:sp>
      <p:sp>
        <p:nvSpPr>
          <p:cNvPr id="25" name="Text 23"/>
          <p:cNvSpPr/>
          <p:nvPr/>
        </p:nvSpPr>
        <p:spPr>
          <a:xfrm>
            <a:off x="12382500" y="3000375"/>
            <a:ext cx="47625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spc="225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NGUỒN ĐỐI</a:t>
            </a:r>
            <a:r>
              <a:rPr lang="en-US" sz="1800" b="1" spc="227" kern="0" dirty="0">
                <a:solidFill>
                  <a:srgbClr val="FF6A4D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CHIẾU</a:t>
            </a:r>
            <a:endParaRPr lang="en-US" sz="1800" dirty="0"/>
          </a:p>
        </p:txBody>
      </p:sp>
      <p:sp>
        <p:nvSpPr>
          <p:cNvPr id="26" name="Text richtext-1792371805264-669937381"/>
          <p:cNvSpPr/>
          <p:nvPr/>
        </p:nvSpPr>
        <p:spPr>
          <a:xfrm>
            <a:off x="12382500" y="3571875"/>
            <a:ext cx="4762500" cy="5334000"/>
          </a:xfrm>
          <a:prstGeom prst="rect">
            <a:avLst/>
          </a:prstGeom>
          <a:noFill/>
          <a:ln/>
        </p:spPr>
        <p:txBody>
          <a:bodyPr wrap="square" lIns="0" tIns="7414" rIns="0" bIns="-7414" rtlCol="0" anchor="t"/>
          <a:lstStyle/>
          <a:p>
            <a:pPr algn="l" marL="247650" indent="-176931">
              <a:lnSpc>
                <a:spcPts val="26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ByteByteGo,</a:t>
            </a:r>
            <a:r>
              <a:rPr lang="en-US" sz="1950" dirty="0" spc="-6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body</a:t>
            </a:r>
            <a:r>
              <a:rPr lang="en-US" sz="1950" dirty="0" spc="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ghim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SOAP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1.2, phần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950" dirty="0" spc="-1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SOAP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1.2, phần</a:t>
            </a:r>
            <a:r>
              <a:rPr lang="en-US" sz="1950" dirty="0" spc="-3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2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§4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GraphQL: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r>
              <a:rPr lang="en-US" sz="1950" dirty="0" spc="-1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và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chi</a:t>
            </a:r>
            <a:r>
              <a:rPr lang="en-US" sz="1950" dirty="0" spc="-2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phí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GraphQL: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phân</a:t>
            </a:r>
            <a:r>
              <a:rPr lang="en-US" sz="1950" dirty="0" spc="-1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quyền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950" dirty="0" spc="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Fielding,</a:t>
            </a:r>
            <a:r>
              <a:rPr lang="en-US" sz="1950" dirty="0" spc="5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chương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5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spcAft>
                <a:spcPts val="900"/>
              </a:spcAft>
              <a:buSzPct val="100000"/>
              <a:buFont typeface="Arial"/>
              <a:buChar char="•"/>
            </a:pP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GraphQL: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truy</a:t>
            </a:r>
            <a:r>
              <a:rPr lang="en-US" sz="1950" dirty="0" spc="-1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vấn</a:t>
            </a:r>
            <a:endParaRPr lang="en-US" sz="1950" dirty="0"/>
          </a:p>
          <a:p>
            <a:pPr algn="l" marL="247650" indent="-176931">
              <a:lnSpc>
                <a:spcPts val="2633"/>
              </a:lnSpc>
              <a:buSzPct val="100000"/>
              <a:buFont typeface="Arial"/>
              <a:buChar char="•"/>
            </a:pP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Mô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hình</a:t>
            </a:r>
            <a:r>
              <a:rPr lang="en-US" sz="1950" dirty="0" spc="-9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gọi</a:t>
            </a:r>
            <a:r>
              <a:rPr lang="en-US" sz="1950" dirty="0" spc="-1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từ</a:t>
            </a:r>
            <a:r>
              <a:rPr lang="en-US" sz="1950" dirty="0" spc="-18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xa</a:t>
            </a:r>
            <a:r>
              <a:rPr lang="en-US" sz="1950" dirty="0" spc="0" kern="0">
                <a:solidFill>
                  <a:srgbClr val="E4E1D8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§3–4</a:t>
            </a:r>
            <a:endParaRPr lang="en-US" sz="1950" dirty="0"/>
          </a:p>
        </p:txBody>
      </p:sp>
      <p:sp>
        <p:nvSpPr>
          <p:cNvPr id="27" name="Shape 25"/>
          <p:cNvSpPr/>
          <p:nvPr/>
        </p:nvSpPr>
        <p:spPr>
          <a:xfrm>
            <a:off x="9334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2573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5811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9050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2288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5527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28765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320040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524250" y="9429750"/>
            <a:ext cx="114300" cy="114300"/>
          </a:xfrm>
          <a:prstGeom prst="ellipse">
            <a:avLst/>
          </a:prstGeom>
          <a:solidFill>
            <a:srgbClr val="F3EEE3"/>
          </a:solidFill>
          <a:ln w="19050">
            <a:solidFill>
              <a:srgbClr val="F3EEE3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3810000" y="9391650"/>
            <a:ext cx="190500" cy="190500"/>
          </a:xfrm>
          <a:prstGeom prst="ellipse">
            <a:avLst/>
          </a:prstGeom>
          <a:solidFill>
            <a:srgbClr val="FF6A4D"/>
          </a:solidFill>
          <a:ln w="19050">
            <a:solidFill>
              <a:srgbClr val="FF6A4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4400" y="9715500"/>
            <a:ext cx="6667500" cy="3619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50" dirty="0" spc="-1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System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Design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101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1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Bài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32</a:t>
            </a:r>
            <a:r>
              <a:rPr lang="en-US" sz="1650" dirty="0" spc="0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·</a:t>
            </a:r>
            <a:r>
              <a:rPr lang="en-US" sz="1650" dirty="0" spc="2" kern="0">
                <a:solidFill>
                  <a:srgbClr val="9AA0B5"/>
                </a:solidFill>
                <a:latin typeface="Be Vietnam Pro" pitchFamily="34" charset="0"/>
                <a:ea typeface="Be Vietnam Pro" pitchFamily="34" charset="-122"/>
                <a:cs typeface="Be Vietnam Pro" pitchFamily="34" charset="-120"/>
              </a:rPr>
              <a:t> 10/10</a:t>
            </a:r>
            <a:endParaRPr lang="en-US" sz="1650" dirty="0"/>
          </a:p>
        </p:txBody>
      </p:sp>
      <p:sp>
        <p:nvSpPr>
          <p:cNvPr id="38" name="Shape 36"/>
          <p:cNvSpPr/>
          <p:nvPr/>
        </p:nvSpPr>
        <p:spPr>
          <a:xfrm>
            <a:off x="15983712" y="9076331"/>
            <a:ext cx="1645920" cy="552301"/>
          </a:xfrm>
          <a:prstGeom prst="roundRect">
            <a:avLst>
              <a:gd name="adj" fmla="val 28000"/>
            </a:avLst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9" name="Moda image moda-export-watermark-25156e82-0615-4ce3-99a5-ff4266643319" descr="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6109781" y="9202400"/>
            <a:ext cx="1393783" cy="3001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2026-10-19T03:03:45Z</dcterms:created>
  <dcterms:modified xsi:type="dcterms:W3CDTF">2026-10-19T03:03:45Z</dcterms:modified>
</cp:coreProperties>
</file>