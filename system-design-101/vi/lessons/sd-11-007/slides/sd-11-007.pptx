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533400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Idempotent: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600" dirty="0" spc="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6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600" dirty="0" spc="-8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25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725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725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25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2725" dirty="0" spc="4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25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có</a:t>
            </a:r>
            <a:r>
              <a:rPr lang="en-US" sz="2725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725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25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725" dirty="0"/>
          </a:p>
        </p:txBody>
      </p:sp>
      <p:sp>
        <p:nvSpPr>
          <p:cNvPr id="5" name="Connector line-1792421491021-401524700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1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77600" y="3143250"/>
            <a:ext cx="1485900" cy="1809750"/>
          </a:xfrm>
          <a:custGeom>
            <a:avLst/>
            <a:gdLst/>
            <a:ahLst/>
            <a:cxnLst/>
            <a:rect l="l" t="t" r="r" b="b"/>
            <a:pathLst>
              <a:path w="1485900" h="1809750">
                <a:moveTo>
                  <a:pt x="0" y="1809750"/>
                </a:moveTo>
                <a:cubicBezTo>
                  <a:pt x="723900" y="180975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0" y="4476750"/>
            <a:ext cx="1485900" cy="476250"/>
          </a:xfrm>
          <a:custGeom>
            <a:avLst/>
            <a:gdLst/>
            <a:ahLst/>
            <a:cxnLst/>
            <a:rect l="l" t="t" r="r" b="b"/>
            <a:pathLst>
              <a:path w="1485900" h="476250">
                <a:moveTo>
                  <a:pt x="0" y="476250"/>
                </a:moveTo>
                <a:cubicBezTo>
                  <a:pt x="723900" y="47625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0" y="4953000"/>
            <a:ext cx="1485900" cy="857250"/>
          </a:xfrm>
          <a:custGeom>
            <a:avLst/>
            <a:gdLst/>
            <a:ahLst/>
            <a:cxnLst/>
            <a:rect l="l" t="t" r="r" b="b"/>
            <a:pathLst>
              <a:path w="1485900" h="857250">
                <a:moveTo>
                  <a:pt x="0" y="0"/>
                </a:moveTo>
                <a:cubicBezTo>
                  <a:pt x="723900" y="0"/>
                  <a:pt x="723900" y="857250"/>
                  <a:pt x="1485900" y="8572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0" y="4953000"/>
            <a:ext cx="1485900" cy="2190750"/>
          </a:xfrm>
          <a:custGeom>
            <a:avLst/>
            <a:gdLst/>
            <a:ahLst/>
            <a:cxnLst/>
            <a:rect l="l" t="t" r="r" b="b"/>
            <a:pathLst>
              <a:path w="1485900" h="2190750">
                <a:moveTo>
                  <a:pt x="0" y="0"/>
                </a:moveTo>
                <a:cubicBezTo>
                  <a:pt x="723900" y="0"/>
                  <a:pt x="723900" y="2190750"/>
                  <a:pt x="1485900" y="21907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7740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50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21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63500" y="2781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REST</a:t>
            </a:r>
            <a:r>
              <a:rPr lang="en-US" sz="2100" b="1" dirty="0" spc="-1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63500" y="4114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b="1" dirty="0" spc="-1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63500" y="54483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763500" y="678180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100" b="1" dirty="0" spc="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10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f600924c-3f87-46a8-ab06-5a215319d7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1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6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69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 nhau.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25a26992-ebeb-489b-b67d-c9611f52d1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1800" b="1" spc="26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9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6900" dirty="0"/>
          </a:p>
        </p:txBody>
      </p:sp>
      <p:sp>
        <p:nvSpPr>
          <p:cNvPr id="4" name="Connector line-1792421495308-261864299"/>
          <p:cNvSpPr/>
          <p:nvPr/>
        </p:nvSpPr>
        <p:spPr>
          <a:xfrm>
            <a:off x="4533900" y="4286250"/>
            <a:ext cx="23241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5" name="Connector line-1792421495309-165030437"/>
          <p:cNvSpPr/>
          <p:nvPr/>
        </p:nvSpPr>
        <p:spPr>
          <a:xfrm>
            <a:off x="11430000" y="4286250"/>
            <a:ext cx="23241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914400" y="3143250"/>
            <a:ext cx="36195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896100" y="3143250"/>
            <a:ext cx="45339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42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3792200" y="3143250"/>
            <a:ext cx="35814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4533900" y="3714750"/>
            <a:ext cx="2381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4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950" b="1" dirty="0" spc="-2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19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/>
        </p:spPr>
      </p:sp>
      <p:sp>
        <p:nvSpPr>
          <p:cNvPr id="11" name="Text richtext-1792421495319-62553421"/>
          <p:cNvSpPr/>
          <p:nvPr/>
        </p:nvSpPr>
        <p:spPr>
          <a:xfrm>
            <a:off x="1295400" y="6096000"/>
            <a:ext cx="156972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b="1" dirty="0" spc="-7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GET,</a:t>
            </a:r>
            <a:r>
              <a:rPr lang="en-US" sz="2550" b="1" dirty="0" spc="-5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PUT,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DELETE: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idempotent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2550" dirty="0"/>
          </a:p>
          <a:p>
            <a:pPr algn="l" marL="323850" indent="-231371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POST:</a:t>
            </a:r>
            <a:r>
              <a:rPr lang="en-US" sz="2550" b="1" dirty="0" spc="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toán: lần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5bb9bad-a9a7-404c-a76a-7724ba9d2a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ĐƠN HÀNG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800" b="1" spc="30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69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trị,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đừng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cộng dồn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THAO</a:t>
            </a:r>
            <a:r>
              <a:rPr lang="en-US" sz="1800" b="1" spc="16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72500" y="28575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800" dirty="0"/>
          </a:p>
        </p:txBody>
      </p:sp>
      <p:sp>
        <p:nvSpPr>
          <p:cNvPr id="6" name="Connector line-1792421496187-329587272"/>
          <p:cNvSpPr/>
          <p:nvPr/>
        </p:nvSpPr>
        <p:spPr>
          <a:xfrm>
            <a:off x="914400" y="329565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5433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54330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572500" y="3543300"/>
            <a:ext cx="857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Idempotent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2006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52006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 thêm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8572500" y="5200650"/>
            <a:ext cx="857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Không</a:t>
            </a:r>
            <a:r>
              <a:rPr lang="en-US" sz="285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idempotent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685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685800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Bấm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"đặt"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8572500" y="6858000"/>
            <a:ext cx="857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Vẫn</a:t>
            </a:r>
            <a:r>
              <a:rPr lang="en-US" sz="285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</a:t>
            </a:r>
            <a:r>
              <a:rPr lang="en-US" sz="2850" dirty="0" spc="-1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285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đơn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f7bbda7-151c-4c29-8af1-e0152102d8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1800" b="1" spc="20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b="1" spc="28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Email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endParaRPr lang="en-US" sz="6900" dirty="0"/>
          </a:p>
        </p:txBody>
      </p:sp>
      <p:sp>
        <p:nvSpPr>
          <p:cNvPr id="4" name="Connector line-1792421497181-614209295"/>
          <p:cNvSpPr/>
          <p:nvPr/>
        </p:nvSpPr>
        <p:spPr>
          <a:xfrm>
            <a:off x="4457700" y="4286250"/>
            <a:ext cx="14478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5" name="Connector line-1792421497181-352192418"/>
          <p:cNvSpPr/>
          <p:nvPr/>
        </p:nvSpPr>
        <p:spPr>
          <a:xfrm>
            <a:off x="11049000" y="4286250"/>
            <a:ext cx="14478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914400" y="3143250"/>
            <a:ext cx="35052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700" b="1" dirty="0" spc="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43600" y="3143250"/>
            <a:ext cx="50673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4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Ràng</a:t>
            </a:r>
            <a:r>
              <a:rPr lang="en-US" sz="285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buộc</a:t>
            </a:r>
            <a:r>
              <a:rPr lang="en-US" sz="285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duy</a:t>
            </a:r>
            <a:r>
              <a:rPr lang="en-US" sz="285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nhất</a:t>
            </a:r>
            <a:r>
              <a:rPr lang="en-US" sz="2850" dirty="0" spc="-1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trên</a:t>
            </a:r>
            <a:r>
              <a:rPr lang="en-US" sz="285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email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534900" y="3143250"/>
            <a:ext cx="4838700" cy="22860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14400" y="628650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6286500"/>
            <a:ext cx="15697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email.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767876c4-20c0-48db-a741-ed2df30e51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THÔNG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429500" y="304800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5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944600" y="3048000"/>
            <a:ext cx="3429000" cy="857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endParaRPr lang="en-US" sz="2550" dirty="0"/>
          </a:p>
        </p:txBody>
      </p:sp>
      <p:sp>
        <p:nvSpPr>
          <p:cNvPr id="7" name="Connector line-1792421527506-236700917"/>
          <p:cNvSpPr/>
          <p:nvPr/>
        </p:nvSpPr>
        <p:spPr>
          <a:xfrm>
            <a:off x="2628900" y="3905250"/>
            <a:ext cx="0" cy="466725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8" name="Connector line-1792421527507-54120932"/>
          <p:cNvSpPr/>
          <p:nvPr/>
        </p:nvSpPr>
        <p:spPr>
          <a:xfrm>
            <a:off x="9144000" y="3905250"/>
            <a:ext cx="0" cy="466725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9" name="Connector line-1792421527507-446758063"/>
          <p:cNvSpPr/>
          <p:nvPr/>
        </p:nvSpPr>
        <p:spPr>
          <a:xfrm>
            <a:off x="15659100" y="3905250"/>
            <a:ext cx="0" cy="466725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0" name="Connector line-1792421527507-250637203"/>
          <p:cNvSpPr/>
          <p:nvPr/>
        </p:nvSpPr>
        <p:spPr>
          <a:xfrm>
            <a:off x="2667000" y="4667250"/>
            <a:ext cx="6381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143250" y="4191000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2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250" dirty="0"/>
          </a:p>
        </p:txBody>
      </p:sp>
      <p:sp>
        <p:nvSpPr>
          <p:cNvPr id="12" name="Connector line-1792421527510-429521947"/>
          <p:cNvSpPr/>
          <p:nvPr/>
        </p:nvSpPr>
        <p:spPr>
          <a:xfrm>
            <a:off x="9239250" y="5524500"/>
            <a:ext cx="63246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429750" y="50482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2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lý,</a:t>
            </a:r>
            <a:r>
              <a:rPr lang="en-US" sz="22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250" dirty="0"/>
          </a:p>
        </p:txBody>
      </p:sp>
      <p:sp>
        <p:nvSpPr>
          <p:cNvPr id="14" name="Connector line-1792421527513-664508079"/>
          <p:cNvSpPr/>
          <p:nvPr/>
        </p:nvSpPr>
        <p:spPr>
          <a:xfrm>
            <a:off x="2667000" y="6572250"/>
            <a:ext cx="63817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143250" y="6096000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250" b="1" dirty="0" spc="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2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2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(trùng)</a:t>
            </a:r>
            <a:endParaRPr lang="en-US" sz="2250" dirty="0"/>
          </a:p>
        </p:txBody>
      </p:sp>
      <p:sp>
        <p:nvSpPr>
          <p:cNvPr id="16" name="Connector line-1792421527515-801780332"/>
          <p:cNvSpPr/>
          <p:nvPr/>
        </p:nvSpPr>
        <p:spPr>
          <a:xfrm>
            <a:off x="9239250" y="7620000"/>
            <a:ext cx="63246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429750" y="71437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250" b="1" dirty="0" spc="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có: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2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815d126-b994-41d7-856f-21ce833d3d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4953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499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32499" dirty="0"/>
          </a:p>
        </p:txBody>
      </p:sp>
      <p:sp>
        <p:nvSpPr>
          <p:cNvPr id="5" name="Text 3"/>
          <p:cNvSpPr/>
          <p:nvPr/>
        </p:nvSpPr>
        <p:spPr>
          <a:xfrm>
            <a:off x="6667500" y="3238500"/>
            <a:ext cx="107061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4200" b="1" dirty="0" spc="8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42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lại;</a:t>
            </a:r>
            <a:r>
              <a:rPr lang="en-US" sz="42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42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42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42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42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"đã</a:t>
            </a:r>
            <a:r>
              <a:rPr lang="en-US" sz="42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42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rồi"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667500" y="5715000"/>
            <a:ext cx="107061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7" name="Text richtext-1792421528786-745983140"/>
          <p:cNvSpPr/>
          <p:nvPr/>
        </p:nvSpPr>
        <p:spPr>
          <a:xfrm>
            <a:off x="7048500" y="5715000"/>
            <a:ext cx="99441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23850" indent="-231371"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idempotent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hạn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d441e26-603b-4692-bb5d-43bbd2c4fe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90625"/>
          </a:xfrm>
          <a:prstGeom prst="roundRect">
            <a:avLst>
              <a:gd name="adj" fmla="val 2240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2990850"/>
            <a:ext cx="723900" cy="7239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908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190625"/>
          </a:xfrm>
          <a:prstGeom prst="roundRect">
            <a:avLst>
              <a:gd name="adj" fmla="val 22400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4419600"/>
            <a:ext cx="723900" cy="7239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4196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190625"/>
          </a:xfrm>
          <a:prstGeom prst="roundRect">
            <a:avLst>
              <a:gd name="adj" fmla="val 22400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" y="5848350"/>
            <a:ext cx="723900" cy="7239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58483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190625"/>
          </a:xfrm>
          <a:prstGeom prst="roundRect">
            <a:avLst>
              <a:gd name="adj" fmla="val 22400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95400" y="7277100"/>
            <a:ext cx="723900" cy="7239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2771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2381250" y="2762250"/>
            <a:ext cx="146685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2381250" y="4191000"/>
            <a:ext cx="146685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 hai cùng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"chưa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có"</a:t>
            </a: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2381250" y="5619750"/>
            <a:ext cx="146685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 hai lần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2381250" y="7048500"/>
            <a:ext cx="146685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Sửa: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idempotent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3db8953-6b66-4f2c-9649-aec56949e3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095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524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2667000"/>
            <a:ext cx="2476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52900" y="2667000"/>
            <a:ext cx="1276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 lập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95400" y="4095750"/>
            <a:ext cx="2476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152900" y="4095750"/>
            <a:ext cx="1276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95400" y="5524500"/>
            <a:ext cx="2476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152900" y="5524500"/>
            <a:ext cx="1276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73342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4400" y="7810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fb7a9753-7eef-4ea9-8fdf-d84e2b9315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2026-10-19T14:52:42Z</dcterms:created>
  <dcterms:modified xsi:type="dcterms:W3CDTF">2026-10-19T14:52:42Z</dcterms:modified>
</cp:coreProperties>
</file>