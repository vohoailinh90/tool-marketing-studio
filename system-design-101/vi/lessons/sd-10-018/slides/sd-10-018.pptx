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8953500" cy="3810000"/>
          </a:xfrm>
          <a:prstGeom prst="rect">
            <a:avLst/>
          </a:prstGeom>
          <a:noFill/>
          <a:ln/>
        </p:spPr>
        <p:txBody>
          <a:bodyPr wrap="square" lIns="0" tIns="51435" rIns="0" bIns="-51435" rtlCol="0" anchor="t"/>
          <a:lstStyle/>
          <a:p>
            <a:pPr algn="l" indent="0" marL="0">
              <a:lnSpc>
                <a:spcPts val="8910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81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endParaRPr lang="en-US" sz="8100" dirty="0"/>
          </a:p>
          <a:p>
            <a:pPr algn="l" indent="0" marL="0">
              <a:lnSpc>
                <a:spcPts val="8910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cân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81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28625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-10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30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300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30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300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30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0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0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30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6096000"/>
            <a:ext cx="203835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7391400"/>
            <a:ext cx="2038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 toán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3105150" y="6096000"/>
            <a:ext cx="203835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7391400"/>
            <a:ext cx="2038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5295900" y="6096000"/>
            <a:ext cx="203835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5295900" y="7391400"/>
            <a:ext cx="2038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7486650" y="6096000"/>
            <a:ext cx="203835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7486650" y="6324600"/>
            <a:ext cx="20383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5·1·1</a:t>
            </a:r>
            <a:endParaRPr lang="en-US" sz="4500" dirty="0"/>
          </a:p>
        </p:txBody>
      </p:sp>
      <p:sp>
        <p:nvSpPr>
          <p:cNvPr id="13" name="Shape 11"/>
          <p:cNvSpPr/>
          <p:nvPr/>
        </p:nvSpPr>
        <p:spPr>
          <a:xfrm>
            <a:off x="10287000" y="914400"/>
            <a:ext cx="708660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87000" y="914400"/>
            <a:ext cx="152400" cy="2381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44200" y="1238250"/>
            <a:ext cx="6381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19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80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</a:t>
            </a:r>
            <a:r>
              <a:rPr lang="en-US" sz="180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744200" y="1733550"/>
            <a:ext cx="6381750" cy="1333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Round</a:t>
            </a: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robin,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sticky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round-robin,</a:t>
            </a:r>
            <a:r>
              <a:rPr lang="en-US" sz="27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weighted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round-robin,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hash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10287000" y="3524250"/>
            <a:ext cx="708660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87000" y="3524250"/>
            <a:ext cx="152400" cy="2381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9" name="Text 17"/>
          <p:cNvSpPr/>
          <p:nvPr/>
        </p:nvSpPr>
        <p:spPr>
          <a:xfrm>
            <a:off x="10744200" y="3848100"/>
            <a:ext cx="6381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19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80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8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744200" y="4343400"/>
            <a:ext cx="6381750" cy="1333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Least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connections,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least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response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time</a:t>
            </a:r>
            <a:endParaRPr lang="en-US" sz="2700" dirty="0"/>
          </a:p>
        </p:txBody>
      </p:sp>
      <p:sp>
        <p:nvSpPr>
          <p:cNvPr id="21" name="Shape 19"/>
          <p:cNvSpPr/>
          <p:nvPr/>
        </p:nvSpPr>
        <p:spPr>
          <a:xfrm>
            <a:off x="10287000" y="6134100"/>
            <a:ext cx="708660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87000" y="6134100"/>
            <a:ext cx="152400" cy="2381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3" name="Text 21"/>
          <p:cNvSpPr/>
          <p:nvPr/>
        </p:nvSpPr>
        <p:spPr>
          <a:xfrm>
            <a:off x="10744200" y="6457950"/>
            <a:ext cx="6381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GẶP LẠI</a:t>
            </a:r>
            <a:r>
              <a:rPr lang="en-US" sz="1800" b="1" spc="21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spc="22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NGINX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744200" y="6953250"/>
            <a:ext cx="6381750" cy="1333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Mặc</a:t>
            </a:r>
            <a:r>
              <a:rPr lang="en-US" sz="27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weighted</a:t>
            </a:r>
            <a:r>
              <a:rPr lang="en-US" sz="27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round-robin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914400" y="942975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4400" y="6324600"/>
            <a:ext cx="20383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5700" dirty="0"/>
          </a:p>
        </p:txBody>
      </p:sp>
      <p:sp>
        <p:nvSpPr>
          <p:cNvPr id="27" name="Text 25"/>
          <p:cNvSpPr/>
          <p:nvPr/>
        </p:nvSpPr>
        <p:spPr>
          <a:xfrm>
            <a:off x="3105150" y="6324600"/>
            <a:ext cx="20383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5700" dirty="0"/>
          </a:p>
        </p:txBody>
      </p:sp>
      <p:sp>
        <p:nvSpPr>
          <p:cNvPr id="28" name="Text 26"/>
          <p:cNvSpPr/>
          <p:nvPr/>
        </p:nvSpPr>
        <p:spPr>
          <a:xfrm>
            <a:off x="5295900" y="6324600"/>
            <a:ext cx="20383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5700" dirty="0"/>
          </a:p>
        </p:txBody>
      </p:sp>
      <p:sp>
        <p:nvSpPr>
          <p:cNvPr id="29" name="Text 27"/>
          <p:cNvSpPr/>
          <p:nvPr/>
        </p:nvSpPr>
        <p:spPr>
          <a:xfrm>
            <a:off x="7486650" y="7391400"/>
            <a:ext cx="2038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 dụ</a:t>
            </a:r>
            <a:r>
              <a:rPr lang="en-US" sz="19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nginx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b23f2dfe-a931-4456-b3b8-b9ae734f5a7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Chia</a:t>
            </a:r>
            <a:r>
              <a:rPr lang="en-US" sz="72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endParaRPr lang="en-US" sz="7200" dirty="0"/>
          </a:p>
          <a:p>
            <a:pPr algn="l" indent="0" marL="0">
              <a:lnSpc>
                <a:spcPts val="7920"/>
              </a:lnSpc>
              <a:buNone/>
            </a:pP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72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71475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</a:t>
            </a:r>
            <a:r>
              <a:rPr lang="en-US" sz="31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chia,</a:t>
            </a:r>
            <a:r>
              <a:rPr lang="en-US" sz="315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150" b="1" dirty="0" spc="-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14400" y="4400550"/>
            <a:ext cx="7620000" cy="1428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7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nhiều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6096000"/>
            <a:ext cx="7620000" cy="2571750"/>
          </a:xfrm>
          <a:prstGeom prst="roundRect">
            <a:avLst>
              <a:gd name="adj" fmla="val 10370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63627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0" y="123825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800" b="1" spc="20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180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800" b="1" spc="1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800" b="1" spc="20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115800" y="1905000"/>
            <a:ext cx="2286000" cy="857250"/>
          </a:xfrm>
          <a:prstGeom prst="roundRect">
            <a:avLst>
              <a:gd name="adj" fmla="val 22222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</a:t>
            </a:r>
            <a:endParaRPr lang="en-US" sz="2550" dirty="0"/>
          </a:p>
        </p:txBody>
      </p:sp>
      <p:sp>
        <p:nvSpPr>
          <p:cNvPr id="11" name="Connector line-1792338229837-684361883"/>
          <p:cNvSpPr/>
          <p:nvPr/>
        </p:nvSpPr>
        <p:spPr>
          <a:xfrm>
            <a:off x="13258800" y="2819400"/>
            <a:ext cx="0" cy="6477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1163300" y="3543300"/>
            <a:ext cx="4191000" cy="1047750"/>
          </a:xfrm>
          <a:prstGeom prst="roundRect">
            <a:avLst>
              <a:gd name="adj" fmla="val 21818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2850" dirty="0"/>
          </a:p>
        </p:txBody>
      </p:sp>
      <p:sp>
        <p:nvSpPr>
          <p:cNvPr id="13" name="Connector line-1792338229840-803701939"/>
          <p:cNvSpPr/>
          <p:nvPr/>
        </p:nvSpPr>
        <p:spPr>
          <a:xfrm flipH="1">
            <a:off x="10763250" y="4648200"/>
            <a:ext cx="1543050" cy="14097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338229841-864060636"/>
          <p:cNvSpPr/>
          <p:nvPr/>
        </p:nvSpPr>
        <p:spPr>
          <a:xfrm>
            <a:off x="13258800" y="4648200"/>
            <a:ext cx="0" cy="14097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Connector line-1792338229841-35530102"/>
          <p:cNvSpPr/>
          <p:nvPr/>
        </p:nvSpPr>
        <p:spPr>
          <a:xfrm>
            <a:off x="14211300" y="4648200"/>
            <a:ext cx="1543050" cy="14097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715500" y="6134100"/>
            <a:ext cx="20955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A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2211050" y="6134100"/>
            <a:ext cx="20955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4706600" y="6134100"/>
            <a:ext cx="20955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9525000" y="7524750"/>
            <a:ext cx="7429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sao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848850" y="8058150"/>
            <a:ext cx="3333750" cy="533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 toán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3373100" y="8058150"/>
            <a:ext cx="3333750" cy="533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 toán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32" name="Text richtext-1792339099380-81646228"/>
          <p:cNvSpPr/>
          <p:nvPr/>
        </p:nvSpPr>
        <p:spPr>
          <a:xfrm>
            <a:off x="1257300" y="6877050"/>
            <a:ext cx="7048500" cy="1714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nguồn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Gặp lại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nginx</a:t>
            </a:r>
            <a:endParaRPr lang="en-US" sz="25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7aa0b5af-609d-460d-9823-6915988b005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19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</a:t>
            </a:r>
            <a:r>
              <a:rPr lang="en-US" sz="1950" b="1" spc="22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17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Round</a:t>
            </a:r>
            <a:r>
              <a:rPr lang="en-US" sz="72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robin</a:t>
            </a:r>
            <a:endParaRPr lang="en-US" sz="7200" dirty="0"/>
          </a:p>
          <a:p>
            <a:pPr algn="l" indent="0" marL="0">
              <a:lnSpc>
                <a:spcPts val="7920"/>
              </a:lnSpc>
              <a:buNone/>
            </a:pPr>
            <a:r>
              <a:rPr lang="en-US" sz="7200" dirty="0" spc="-1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sticky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69570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Sticky</a:t>
            </a:r>
            <a:r>
              <a:rPr lang="en-US" sz="31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cải tiến</a:t>
            </a:r>
            <a:r>
              <a:rPr lang="en-US" sz="3150" b="1" dirty="0" spc="-1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round</a:t>
            </a:r>
            <a:r>
              <a:rPr lang="en-US" sz="3150" b="1" dirty="0" spc="-1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robin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14400" y="436245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Round</a:t>
            </a:r>
            <a:r>
              <a:rPr lang="en-US" sz="27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robin</a:t>
            </a:r>
            <a:r>
              <a:rPr lang="en-US" sz="2700" dirty="0" spc="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5524500"/>
            <a:ext cx="2571750" cy="6096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Round</a:t>
            </a:r>
            <a:r>
              <a:rPr lang="en-US" sz="22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robin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638550" y="5524500"/>
            <a:ext cx="3429000" cy="6096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Sticky</a:t>
            </a:r>
            <a:r>
              <a:rPr lang="en-US" sz="22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round-robin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400800"/>
            <a:ext cx="7620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661035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richtext-1792338311683-778792255"/>
          <p:cNvSpPr/>
          <p:nvPr/>
        </p:nvSpPr>
        <p:spPr>
          <a:xfrm>
            <a:off x="1257300" y="7048500"/>
            <a:ext cx="7048500" cy="15430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5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Round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robin: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lượt,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thứ tự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Sticky: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Alice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stateless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25000" y="1219200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ROUND ROBIN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25000" y="2381250"/>
            <a:ext cx="1428750" cy="857250"/>
          </a:xfrm>
          <a:prstGeom prst="roundRect">
            <a:avLst>
              <a:gd name="adj" fmla="val 22222"/>
            </a:avLst>
          </a:prstGeom>
          <a:solidFill>
            <a:srgbClr val="2A2E3B"/>
          </a:solidFill>
          <a:ln w="19050">
            <a:solidFill>
              <a:srgbClr val="3A3F5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</a:t>
            </a:r>
            <a:endParaRPr lang="en-US" sz="2250" dirty="0"/>
          </a:p>
        </p:txBody>
      </p:sp>
      <p:sp>
        <p:nvSpPr>
          <p:cNvPr id="14" name="Connector line-1792338311699-717560383"/>
          <p:cNvSpPr/>
          <p:nvPr/>
        </p:nvSpPr>
        <p:spPr>
          <a:xfrm>
            <a:off x="10991850" y="2809875"/>
            <a:ext cx="7239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1753850" y="2190750"/>
            <a:ext cx="1809750" cy="1238250"/>
          </a:xfrm>
          <a:prstGeom prst="roundRect">
            <a:avLst>
              <a:gd name="adj" fmla="val 16923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2100" dirty="0"/>
          </a:p>
        </p:txBody>
      </p:sp>
      <p:sp>
        <p:nvSpPr>
          <p:cNvPr id="16" name="Connector line-1792338311700-309679134"/>
          <p:cNvSpPr/>
          <p:nvPr/>
        </p:nvSpPr>
        <p:spPr>
          <a:xfrm flipV="1">
            <a:off x="13601700" y="2019300"/>
            <a:ext cx="1600200" cy="790575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338311701-741222718"/>
          <p:cNvSpPr/>
          <p:nvPr/>
        </p:nvSpPr>
        <p:spPr>
          <a:xfrm>
            <a:off x="13601700" y="2838450"/>
            <a:ext cx="1600200" cy="3810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338311701-238909460"/>
          <p:cNvSpPr/>
          <p:nvPr/>
        </p:nvSpPr>
        <p:spPr>
          <a:xfrm>
            <a:off x="13601700" y="2867025"/>
            <a:ext cx="1600200" cy="866775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5240000" y="1676400"/>
            <a:ext cx="1809750" cy="685800"/>
          </a:xfrm>
          <a:prstGeom prst="roundRect">
            <a:avLst>
              <a:gd name="adj" fmla="val 25000"/>
            </a:avLst>
          </a:prstGeom>
          <a:solidFill>
            <a:srgbClr val="2A2E3B"/>
          </a:solidFill>
          <a:ln w="19050">
            <a:solidFill>
              <a:srgbClr val="3A3F5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A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5240000" y="2533650"/>
            <a:ext cx="1809750" cy="685800"/>
          </a:xfrm>
          <a:prstGeom prst="roundRect">
            <a:avLst>
              <a:gd name="adj" fmla="val 25000"/>
            </a:avLst>
          </a:prstGeom>
          <a:solidFill>
            <a:srgbClr val="2A2E3B"/>
          </a:solidFill>
          <a:ln w="19050">
            <a:solidFill>
              <a:srgbClr val="3A3F5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B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5240000" y="3390900"/>
            <a:ext cx="1809750" cy="685800"/>
          </a:xfrm>
          <a:prstGeom prst="roundRect">
            <a:avLst>
              <a:gd name="adj" fmla="val 25000"/>
            </a:avLst>
          </a:prstGeom>
          <a:solidFill>
            <a:srgbClr val="2A2E3B"/>
          </a:solidFill>
          <a:ln w="19050">
            <a:solidFill>
              <a:srgbClr val="3A3F5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C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4287500" y="2133600"/>
            <a:ext cx="381000" cy="3810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3" name="Text 21"/>
          <p:cNvSpPr/>
          <p:nvPr/>
        </p:nvSpPr>
        <p:spPr>
          <a:xfrm>
            <a:off x="14287500" y="21717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4287500" y="2676525"/>
            <a:ext cx="381000" cy="3810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5" name="Text 23"/>
          <p:cNvSpPr/>
          <p:nvPr/>
        </p:nvSpPr>
        <p:spPr>
          <a:xfrm>
            <a:off x="14287500" y="271462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4287500" y="3219450"/>
            <a:ext cx="381000" cy="3810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7" name="Text 25"/>
          <p:cNvSpPr/>
          <p:nvPr/>
        </p:nvSpPr>
        <p:spPr>
          <a:xfrm>
            <a:off x="14287500" y="325755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525000" y="4305300"/>
            <a:ext cx="746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195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950" dirty="0" spc="2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9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thứ tự</a:t>
            </a:r>
            <a:endParaRPr lang="en-US" sz="1950" dirty="0"/>
          </a:p>
        </p:txBody>
      </p:sp>
      <p:sp>
        <p:nvSpPr>
          <p:cNvPr id="29" name="Connector line-1792338311716-907267224"/>
          <p:cNvSpPr/>
          <p:nvPr/>
        </p:nvSpPr>
        <p:spPr>
          <a:xfrm>
            <a:off x="9525000" y="4819650"/>
            <a:ext cx="7467600" cy="0"/>
          </a:xfrm>
          <a:prstGeom prst="line">
            <a:avLst/>
          </a:prstGeom>
          <a:noFill/>
          <a:ln w="19050">
            <a:solidFill>
              <a:srgbClr val="3A3F50"/>
            </a:solidFill>
            <a:prstDash val="lgDash"/>
            <a:headEnd type="non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9525000" y="5029200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STICKY</a:t>
            </a:r>
            <a:r>
              <a:rPr lang="en-US" sz="1800" b="1" spc="21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ROUND-ROBIN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525000" y="6191250"/>
            <a:ext cx="1428750" cy="857250"/>
          </a:xfrm>
          <a:prstGeom prst="roundRect">
            <a:avLst>
              <a:gd name="adj" fmla="val 22222"/>
            </a:avLst>
          </a:prstGeom>
          <a:solidFill>
            <a:srgbClr val="2A2E3B"/>
          </a:solidFill>
          <a:ln w="19050">
            <a:solidFill>
              <a:srgbClr val="3A3F5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Alice</a:t>
            </a:r>
            <a:endParaRPr lang="en-US" sz="2250" dirty="0"/>
          </a:p>
        </p:txBody>
      </p:sp>
      <p:sp>
        <p:nvSpPr>
          <p:cNvPr id="32" name="Connector line-1792338311720-734116099"/>
          <p:cNvSpPr/>
          <p:nvPr/>
        </p:nvSpPr>
        <p:spPr>
          <a:xfrm>
            <a:off x="10991850" y="6619875"/>
            <a:ext cx="7239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11753850" y="6000750"/>
            <a:ext cx="1809750" cy="1238250"/>
          </a:xfrm>
          <a:prstGeom prst="roundRect">
            <a:avLst>
              <a:gd name="adj" fmla="val 16923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2100" dirty="0"/>
          </a:p>
        </p:txBody>
      </p:sp>
      <p:sp>
        <p:nvSpPr>
          <p:cNvPr id="34" name="Connector line-1792338311722-305916385"/>
          <p:cNvSpPr/>
          <p:nvPr/>
        </p:nvSpPr>
        <p:spPr>
          <a:xfrm flipV="1">
            <a:off x="13601700" y="5829300"/>
            <a:ext cx="1600200" cy="790575"/>
          </a:xfrm>
          <a:prstGeom prst="line">
            <a:avLst/>
          </a:prstGeom>
          <a:noFill/>
          <a:ln w="6667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35" name="Connector line-1792338311722-641116587"/>
          <p:cNvSpPr/>
          <p:nvPr/>
        </p:nvSpPr>
        <p:spPr>
          <a:xfrm>
            <a:off x="13601700" y="6648450"/>
            <a:ext cx="1600200" cy="38100"/>
          </a:xfrm>
          <a:prstGeom prst="line">
            <a:avLst/>
          </a:prstGeom>
          <a:noFill/>
          <a:ln w="28575">
            <a:solidFill>
              <a:srgbClr val="3A3F50"/>
            </a:solidFill>
            <a:prstDash val="lgDash"/>
            <a:headEnd type="none"/>
            <a:tailEnd type="none"/>
          </a:ln>
        </p:spPr>
      </p:sp>
      <p:sp>
        <p:nvSpPr>
          <p:cNvPr id="36" name="Connector line-1792338311722-165241450"/>
          <p:cNvSpPr/>
          <p:nvPr/>
        </p:nvSpPr>
        <p:spPr>
          <a:xfrm>
            <a:off x="13601700" y="6677025"/>
            <a:ext cx="1600200" cy="866775"/>
          </a:xfrm>
          <a:prstGeom prst="line">
            <a:avLst/>
          </a:prstGeom>
          <a:noFill/>
          <a:ln w="28575">
            <a:solidFill>
              <a:srgbClr val="3A3F50"/>
            </a:solidFill>
            <a:prstDash val="lgDash"/>
            <a:headEnd type="none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15240000" y="5486400"/>
            <a:ext cx="1809750" cy="685800"/>
          </a:xfrm>
          <a:prstGeom prst="roundRect">
            <a:avLst>
              <a:gd name="adj" fmla="val 25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A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15240000" y="6343650"/>
            <a:ext cx="1809750" cy="685800"/>
          </a:xfrm>
          <a:prstGeom prst="roundRect">
            <a:avLst>
              <a:gd name="adj" fmla="val 25000"/>
            </a:avLst>
          </a:prstGeom>
          <a:solidFill>
            <a:srgbClr val="2A2E3B"/>
          </a:solidFill>
          <a:ln w="19050">
            <a:solidFill>
              <a:srgbClr val="3A3F5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100" b="1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B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15240000" y="7200900"/>
            <a:ext cx="1809750" cy="685800"/>
          </a:xfrm>
          <a:prstGeom prst="roundRect">
            <a:avLst>
              <a:gd name="adj" fmla="val 25000"/>
            </a:avLst>
          </a:prstGeom>
          <a:solidFill>
            <a:srgbClr val="2A2E3B"/>
          </a:solidFill>
          <a:ln w="19050">
            <a:solidFill>
              <a:srgbClr val="3A3F5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100" b="1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C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9525000" y="8115300"/>
            <a:ext cx="746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950" dirty="0" spc="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9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A,</a:t>
            </a:r>
            <a:r>
              <a:rPr lang="en-US" sz="19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9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19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9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2" name="Moda image moda-export-watermark-1751e261-55a6-4a89-87a2-efa403b8d10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19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</a:t>
            </a:r>
            <a:r>
              <a:rPr lang="en-US" sz="1950" b="1" spc="22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17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Trọng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endParaRPr lang="en-US" sz="7200" dirty="0"/>
          </a:p>
          <a:p>
            <a:pPr algn="l" indent="0" marL="0">
              <a:lnSpc>
                <a:spcPts val="7920"/>
              </a:lnSpc>
              <a:buNone/>
            </a:pPr>
            <a:r>
              <a:rPr lang="en-US" sz="7200" dirty="0" spc="-1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hash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69570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1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3150" b="1" dirty="0" spc="-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31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15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14400" y="436245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6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Trọng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7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đặt;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hash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 hoặc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URL.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5524500"/>
            <a:ext cx="40005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Weighted</a:t>
            </a:r>
            <a:r>
              <a:rPr lang="en-US" sz="22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round-robin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5067300" y="5524500"/>
            <a:ext cx="15240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Hash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400800"/>
            <a:ext cx="7620000" cy="2286000"/>
          </a:xfrm>
          <a:prstGeom prst="roundRect">
            <a:avLst>
              <a:gd name="adj" fmla="val 11667"/>
            </a:avLst>
          </a:prstGeom>
          <a:solidFill>
            <a:srgbClr val="DDE3FA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661035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richtext-1792338353698-672021061"/>
          <p:cNvSpPr/>
          <p:nvPr/>
        </p:nvSpPr>
        <p:spPr>
          <a:xfrm>
            <a:off x="1257300" y="7048500"/>
            <a:ext cx="7048500" cy="15430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550" dirty="0" spc="-5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Trọng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hơn: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Hash: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URL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5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5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25000" y="1219200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WEIGHTED</a:t>
            </a:r>
            <a:r>
              <a:rPr lang="en-US" sz="1800" b="1" spc="21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ROUND-ROBIN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25000" y="2381250"/>
            <a:ext cx="1428750" cy="857250"/>
          </a:xfrm>
          <a:prstGeom prst="roundRect">
            <a:avLst>
              <a:gd name="adj" fmla="val 22222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</a:t>
            </a:r>
            <a:endParaRPr lang="en-US" sz="2250" dirty="0"/>
          </a:p>
        </p:txBody>
      </p:sp>
      <p:sp>
        <p:nvSpPr>
          <p:cNvPr id="14" name="Connector line-1792338353709-312798288"/>
          <p:cNvSpPr/>
          <p:nvPr/>
        </p:nvSpPr>
        <p:spPr>
          <a:xfrm>
            <a:off x="10991850" y="2809875"/>
            <a:ext cx="7239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1753850" y="2190750"/>
            <a:ext cx="1809750" cy="1238250"/>
          </a:xfrm>
          <a:prstGeom prst="roundRect">
            <a:avLst>
              <a:gd name="adj" fmla="val 16923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2100" dirty="0"/>
          </a:p>
        </p:txBody>
      </p:sp>
      <p:sp>
        <p:nvSpPr>
          <p:cNvPr id="16" name="Connector line-1792338353711-761899505"/>
          <p:cNvSpPr/>
          <p:nvPr/>
        </p:nvSpPr>
        <p:spPr>
          <a:xfrm flipV="1">
            <a:off x="13601700" y="2038350"/>
            <a:ext cx="1543050" cy="771525"/>
          </a:xfrm>
          <a:prstGeom prst="line">
            <a:avLst/>
          </a:prstGeom>
          <a:noFill/>
          <a:ln w="114300">
            <a:solidFill>
              <a:srgbClr val="1F3FD1"/>
            </a:solidFill>
            <a:prstDash val="solid"/>
            <a:headEnd type="none"/>
            <a:tailEnd type="triangle" w="sm" len="sm"/>
          </a:ln>
        </p:spPr>
      </p:sp>
      <p:sp>
        <p:nvSpPr>
          <p:cNvPr id="17" name="Connector line-1792338353711-164539379"/>
          <p:cNvSpPr/>
          <p:nvPr/>
        </p:nvSpPr>
        <p:spPr>
          <a:xfrm>
            <a:off x="13601700" y="2838450"/>
            <a:ext cx="1600200" cy="3810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triangle" w="lg" len="lg"/>
          </a:ln>
        </p:spPr>
      </p:sp>
      <p:sp>
        <p:nvSpPr>
          <p:cNvPr id="18" name="Connector line-1792338353711-793610700"/>
          <p:cNvSpPr/>
          <p:nvPr/>
        </p:nvSpPr>
        <p:spPr>
          <a:xfrm>
            <a:off x="13601700" y="2867025"/>
            <a:ext cx="1600200" cy="866775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triangle" w="lg" len="lg"/>
          </a:ln>
        </p:spPr>
      </p:sp>
      <p:sp>
        <p:nvSpPr>
          <p:cNvPr id="19" name="Text 17"/>
          <p:cNvSpPr/>
          <p:nvPr/>
        </p:nvSpPr>
        <p:spPr>
          <a:xfrm>
            <a:off x="15240000" y="1676400"/>
            <a:ext cx="1809750" cy="685800"/>
          </a:xfrm>
          <a:prstGeom prst="roundRect">
            <a:avLst>
              <a:gd name="adj" fmla="val 25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A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5240000" y="2533650"/>
            <a:ext cx="1809750" cy="685800"/>
          </a:xfrm>
          <a:prstGeom prst="roundRect">
            <a:avLst>
              <a:gd name="adj" fmla="val 25000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B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5240000" y="3390900"/>
            <a:ext cx="1809750" cy="685800"/>
          </a:xfrm>
          <a:prstGeom prst="roundRect">
            <a:avLst>
              <a:gd name="adj" fmla="val 25000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C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525000" y="4305300"/>
            <a:ext cx="746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trọng</a:t>
            </a: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 nhận nhiều</a:t>
            </a:r>
            <a:r>
              <a:rPr lang="en-US" sz="19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23" name="Connector line-1792338353720-886222344"/>
          <p:cNvSpPr/>
          <p:nvPr/>
        </p:nvSpPr>
        <p:spPr>
          <a:xfrm>
            <a:off x="9525000" y="4819650"/>
            <a:ext cx="74676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9525000" y="5029200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HASH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25000" y="6000750"/>
            <a:ext cx="2095500" cy="1333500"/>
          </a:xfrm>
          <a:prstGeom prst="roundRect">
            <a:avLst>
              <a:gd name="adj" fmla="val 15714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IP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URL</a:t>
            </a:r>
            <a:endParaRPr lang="en-US" sz="2250" dirty="0"/>
          </a:p>
        </p:txBody>
      </p:sp>
      <p:sp>
        <p:nvSpPr>
          <p:cNvPr id="26" name="Connector line-1792338353723-957089206"/>
          <p:cNvSpPr/>
          <p:nvPr/>
        </p:nvSpPr>
        <p:spPr>
          <a:xfrm>
            <a:off x="11658600" y="6667500"/>
            <a:ext cx="5143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12211050" y="6000750"/>
            <a:ext cx="2095500" cy="1333500"/>
          </a:xfrm>
          <a:prstGeom prst="roundRect">
            <a:avLst>
              <a:gd name="adj" fmla="val 15714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endParaRPr lang="en-US" sz="2250" dirty="0"/>
          </a:p>
        </p:txBody>
      </p:sp>
      <p:sp>
        <p:nvSpPr>
          <p:cNvPr id="28" name="Connector line-1792338353725-195934933"/>
          <p:cNvSpPr/>
          <p:nvPr/>
        </p:nvSpPr>
        <p:spPr>
          <a:xfrm>
            <a:off x="14344650" y="6667500"/>
            <a:ext cx="5143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4897100" y="6000750"/>
            <a:ext cx="2095500" cy="1333500"/>
          </a:xfrm>
          <a:prstGeom prst="roundRect">
            <a:avLst>
              <a:gd name="adj" fmla="val 15714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 tương</a:t>
            </a:r>
            <a:r>
              <a:rPr lang="en-US" sz="2250" b="1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9525000" y="7620000"/>
            <a:ext cx="746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95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9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19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sao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95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4617ee3d-afd2-425b-830d-ef265d81cec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19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950" b="1" spc="22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17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Nhóm</a:t>
            </a:r>
            <a:r>
              <a:rPr lang="en-US" sz="72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endParaRPr lang="en-US" sz="7200" dirty="0"/>
          </a:p>
          <a:p>
            <a:pPr algn="l" indent="0" marL="0">
              <a:lnSpc>
                <a:spcPts val="7920"/>
              </a:lnSpc>
              <a:buNone/>
            </a:pP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7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69570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Ít</a:t>
            </a:r>
            <a:r>
              <a:rPr lang="en-US" sz="3150" b="1" dirty="0" spc="-3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15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nối, phản</a:t>
            </a:r>
            <a:r>
              <a:rPr lang="en-US" sz="315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31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14400" y="436245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9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7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 hồi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5524500"/>
            <a:ext cx="3429000" cy="609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Least</a:t>
            </a: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connections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4495800" y="5524500"/>
            <a:ext cx="3810000" cy="609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Least</a:t>
            </a:r>
            <a:r>
              <a:rPr lang="en-US" sz="22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response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time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400800"/>
            <a:ext cx="7620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661035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richtext-1792338437273-5438094"/>
          <p:cNvSpPr/>
          <p:nvPr/>
        </p:nvSpPr>
        <p:spPr>
          <a:xfrm>
            <a:off x="1257300" y="7048500"/>
            <a:ext cx="7048500" cy="15430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Ít</a:t>
            </a:r>
            <a:r>
              <a:rPr lang="en-US" sz="25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 phản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 nhanh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8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25000" y="1219200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LEAST</a:t>
            </a:r>
            <a:r>
              <a:rPr lang="en-US" sz="1800" b="1" spc="21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CONNECTIONS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25000" y="2190750"/>
            <a:ext cx="1809750" cy="1238250"/>
          </a:xfrm>
          <a:prstGeom prst="roundRect">
            <a:avLst>
              <a:gd name="adj" fmla="val 16923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2100" dirty="0"/>
          </a:p>
        </p:txBody>
      </p:sp>
      <p:sp>
        <p:nvSpPr>
          <p:cNvPr id="14" name="Connector line-1792338437284-866917258"/>
          <p:cNvSpPr/>
          <p:nvPr/>
        </p:nvSpPr>
        <p:spPr>
          <a:xfrm flipV="1">
            <a:off x="11372850" y="2019300"/>
            <a:ext cx="876300" cy="790575"/>
          </a:xfrm>
          <a:prstGeom prst="line">
            <a:avLst/>
          </a:prstGeom>
          <a:noFill/>
          <a:ln w="28575">
            <a:solidFill>
              <a:srgbClr val="3A3F50"/>
            </a:solidFill>
            <a:prstDash val="lgDash"/>
            <a:headEnd type="none"/>
            <a:tailEnd type="none"/>
          </a:ln>
        </p:spPr>
      </p:sp>
      <p:sp>
        <p:nvSpPr>
          <p:cNvPr id="15" name="Connector line-1792338437285-560502450"/>
          <p:cNvSpPr/>
          <p:nvPr/>
        </p:nvSpPr>
        <p:spPr>
          <a:xfrm>
            <a:off x="11372850" y="2838450"/>
            <a:ext cx="819150" cy="38100"/>
          </a:xfrm>
          <a:prstGeom prst="line">
            <a:avLst/>
          </a:prstGeom>
          <a:noFill/>
          <a:ln w="6667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6" name="Connector line-1792338437285-175271808"/>
          <p:cNvSpPr/>
          <p:nvPr/>
        </p:nvSpPr>
        <p:spPr>
          <a:xfrm>
            <a:off x="11372850" y="2867025"/>
            <a:ext cx="876300" cy="866775"/>
          </a:xfrm>
          <a:prstGeom prst="line">
            <a:avLst/>
          </a:prstGeom>
          <a:noFill/>
          <a:ln w="28575">
            <a:solidFill>
              <a:srgbClr val="3A3F50"/>
            </a:solidFill>
            <a:prstDash val="lgDash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2287250" y="1676400"/>
            <a:ext cx="1619250" cy="685800"/>
          </a:xfrm>
          <a:prstGeom prst="roundRect">
            <a:avLst>
              <a:gd name="adj" fmla="val 25000"/>
            </a:avLst>
          </a:prstGeom>
          <a:solidFill>
            <a:srgbClr val="2A2E3B"/>
          </a:solidFill>
          <a:ln w="19050">
            <a:solidFill>
              <a:srgbClr val="3A3F5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A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287250" y="2533650"/>
            <a:ext cx="1619250" cy="685800"/>
          </a:xfrm>
          <a:prstGeom prst="roundRect">
            <a:avLst>
              <a:gd name="adj" fmla="val 25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B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287250" y="3390900"/>
            <a:ext cx="1619250" cy="685800"/>
          </a:xfrm>
          <a:prstGeom prst="roundRect">
            <a:avLst>
              <a:gd name="adj" fmla="val 25000"/>
            </a:avLst>
          </a:prstGeom>
          <a:solidFill>
            <a:srgbClr val="2A2E3B"/>
          </a:solidFill>
          <a:ln w="19050">
            <a:solidFill>
              <a:srgbClr val="3A3F5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C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4097000" y="1828800"/>
            <a:ext cx="2857500" cy="381000"/>
          </a:xfrm>
          <a:prstGeom prst="roundRect">
            <a:avLst>
              <a:gd name="adj" fmla="val 30000"/>
            </a:avLst>
          </a:prstGeom>
          <a:solidFill>
            <a:srgbClr val="3A3F50"/>
          </a:solidFill>
          <a:ln/>
        </p:spPr>
      </p:sp>
      <p:sp>
        <p:nvSpPr>
          <p:cNvPr id="21" name="Shape 19"/>
          <p:cNvSpPr/>
          <p:nvPr/>
        </p:nvSpPr>
        <p:spPr>
          <a:xfrm>
            <a:off x="14097000" y="3543300"/>
            <a:ext cx="2000250" cy="381000"/>
          </a:xfrm>
          <a:prstGeom prst="roundRect">
            <a:avLst>
              <a:gd name="adj" fmla="val 30000"/>
            </a:avLst>
          </a:prstGeom>
          <a:solidFill>
            <a:srgbClr val="3A3F50"/>
          </a:solidFill>
          <a:ln/>
        </p:spPr>
      </p:sp>
      <p:sp>
        <p:nvSpPr>
          <p:cNvPr id="22" name="Text 20"/>
          <p:cNvSpPr/>
          <p:nvPr/>
        </p:nvSpPr>
        <p:spPr>
          <a:xfrm>
            <a:off x="9525000" y="4305300"/>
            <a:ext cx="746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thanh</a:t>
            </a:r>
            <a:r>
              <a:rPr lang="en-US" sz="19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hơn:</a:t>
            </a: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950" dirty="0" spc="-3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95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23" name="Connector line-1792338437296-866428256"/>
          <p:cNvSpPr/>
          <p:nvPr/>
        </p:nvSpPr>
        <p:spPr>
          <a:xfrm>
            <a:off x="9525000" y="4819650"/>
            <a:ext cx="7467600" cy="0"/>
          </a:xfrm>
          <a:prstGeom prst="line">
            <a:avLst/>
          </a:prstGeom>
          <a:noFill/>
          <a:ln w="19050">
            <a:solidFill>
              <a:srgbClr val="3A3F50"/>
            </a:solidFill>
            <a:prstDash val="lgDash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9525000" y="5029200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LEAST</a:t>
            </a:r>
            <a:r>
              <a:rPr lang="en-US" sz="180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RESPONSE</a:t>
            </a:r>
            <a:r>
              <a:rPr lang="en-US" sz="18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TIME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25000" y="5924550"/>
            <a:ext cx="1809750" cy="1238250"/>
          </a:xfrm>
          <a:prstGeom prst="roundRect">
            <a:avLst>
              <a:gd name="adj" fmla="val 16923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2100" dirty="0"/>
          </a:p>
        </p:txBody>
      </p:sp>
      <p:sp>
        <p:nvSpPr>
          <p:cNvPr id="26" name="Connector line-1792338437299-917575556"/>
          <p:cNvSpPr/>
          <p:nvPr/>
        </p:nvSpPr>
        <p:spPr>
          <a:xfrm flipV="1">
            <a:off x="11372850" y="5753100"/>
            <a:ext cx="876300" cy="790575"/>
          </a:xfrm>
          <a:prstGeom prst="line">
            <a:avLst/>
          </a:prstGeom>
          <a:noFill/>
          <a:ln w="28575">
            <a:solidFill>
              <a:srgbClr val="3A3F50"/>
            </a:solidFill>
            <a:prstDash val="lgDash"/>
            <a:headEnd type="none"/>
            <a:tailEnd type="none"/>
          </a:ln>
        </p:spPr>
      </p:sp>
      <p:sp>
        <p:nvSpPr>
          <p:cNvPr id="27" name="Connector line-1792338437299-328030214"/>
          <p:cNvSpPr/>
          <p:nvPr/>
        </p:nvSpPr>
        <p:spPr>
          <a:xfrm>
            <a:off x="11372850" y="6572250"/>
            <a:ext cx="876300" cy="38100"/>
          </a:xfrm>
          <a:prstGeom prst="line">
            <a:avLst/>
          </a:prstGeom>
          <a:noFill/>
          <a:ln w="28575">
            <a:solidFill>
              <a:srgbClr val="3A3F50"/>
            </a:solidFill>
            <a:prstDash val="lgDash"/>
            <a:headEnd type="none"/>
            <a:tailEnd type="none"/>
          </a:ln>
        </p:spPr>
      </p:sp>
      <p:sp>
        <p:nvSpPr>
          <p:cNvPr id="28" name="Connector line-1792338437299-977862985"/>
          <p:cNvSpPr/>
          <p:nvPr/>
        </p:nvSpPr>
        <p:spPr>
          <a:xfrm>
            <a:off x="11372850" y="6600825"/>
            <a:ext cx="819150" cy="809625"/>
          </a:xfrm>
          <a:prstGeom prst="line">
            <a:avLst/>
          </a:prstGeom>
          <a:noFill/>
          <a:ln w="6667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2287250" y="5410200"/>
            <a:ext cx="1619250" cy="685800"/>
          </a:xfrm>
          <a:prstGeom prst="roundRect">
            <a:avLst>
              <a:gd name="adj" fmla="val 25000"/>
            </a:avLst>
          </a:prstGeom>
          <a:solidFill>
            <a:srgbClr val="2A2E3B"/>
          </a:solidFill>
          <a:ln w="19050">
            <a:solidFill>
              <a:srgbClr val="3A3F5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A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2287250" y="6267450"/>
            <a:ext cx="1619250" cy="685800"/>
          </a:xfrm>
          <a:prstGeom prst="roundRect">
            <a:avLst>
              <a:gd name="adj" fmla="val 25000"/>
            </a:avLst>
          </a:prstGeom>
          <a:solidFill>
            <a:srgbClr val="2A2E3B"/>
          </a:solidFill>
          <a:ln w="19050">
            <a:solidFill>
              <a:srgbClr val="3A3F5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B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2287250" y="7124700"/>
            <a:ext cx="1619250" cy="685800"/>
          </a:xfrm>
          <a:prstGeom prst="roundRect">
            <a:avLst>
              <a:gd name="adj" fmla="val 25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C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4097000" y="5562600"/>
            <a:ext cx="2857500" cy="381000"/>
          </a:xfrm>
          <a:prstGeom prst="roundRect">
            <a:avLst>
              <a:gd name="adj" fmla="val 30000"/>
            </a:avLst>
          </a:prstGeom>
          <a:solidFill>
            <a:srgbClr val="3A3F50"/>
          </a:solidFill>
          <a:ln/>
        </p:spPr>
      </p:sp>
      <p:sp>
        <p:nvSpPr>
          <p:cNvPr id="33" name="Shape 31"/>
          <p:cNvSpPr/>
          <p:nvPr/>
        </p:nvSpPr>
        <p:spPr>
          <a:xfrm>
            <a:off x="14097000" y="6419850"/>
            <a:ext cx="2190750" cy="381000"/>
          </a:xfrm>
          <a:prstGeom prst="roundRect">
            <a:avLst>
              <a:gd name="adj" fmla="val 30000"/>
            </a:avLst>
          </a:prstGeom>
          <a:solidFill>
            <a:srgbClr val="3A3F50"/>
          </a:solidFill>
          <a:ln/>
        </p:spPr>
      </p:sp>
      <p:sp>
        <p:nvSpPr>
          <p:cNvPr id="34" name="Text 32"/>
          <p:cNvSpPr/>
          <p:nvPr/>
        </p:nvSpPr>
        <p:spPr>
          <a:xfrm>
            <a:off x="9525000" y="8115300"/>
            <a:ext cx="746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thanh</a:t>
            </a:r>
            <a:r>
              <a:rPr lang="en-US" sz="19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hơn:</a:t>
            </a:r>
            <a:r>
              <a:rPr lang="en-US" sz="19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19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 hồi</a:t>
            </a: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4097000" y="2628900"/>
            <a:ext cx="1619250" cy="495300"/>
          </a:xfrm>
          <a:prstGeom prst="roundRect">
            <a:avLst>
              <a:gd name="adj" fmla="val 26923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ít</a:t>
            </a:r>
            <a:r>
              <a:rPr lang="en-US" sz="18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4097000" y="7219950"/>
            <a:ext cx="1905000" cy="495300"/>
          </a:xfrm>
          <a:prstGeom prst="roundRect">
            <a:avLst>
              <a:gd name="adj" fmla="val 26923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nhanh</a:t>
            </a:r>
            <a:r>
              <a:rPr lang="en-US" sz="18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8" name="Moda image moda-export-watermark-640b0f4a-386a-452d-8bcf-b06c06dd31f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950" b="1" spc="21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950" b="1" spc="17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NGINX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Gặp lại</a:t>
            </a:r>
            <a:endParaRPr lang="en-US" sz="7200" dirty="0"/>
          </a:p>
          <a:p>
            <a:pPr algn="l" indent="0" marL="0">
              <a:lnSpc>
                <a:spcPts val="7920"/>
              </a:lnSpc>
              <a:buNone/>
            </a:pPr>
            <a:r>
              <a:rPr lang="en-US" sz="72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trong</a:t>
            </a:r>
            <a:r>
              <a:rPr lang="en-US" sz="72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nginx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69570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Mặc</a:t>
            </a:r>
            <a:r>
              <a:rPr lang="en-US" sz="3150" b="1" dirty="0" spc="1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định:</a:t>
            </a:r>
            <a:r>
              <a:rPr lang="en-US" sz="3150" b="1" dirty="0" spc="-1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weighted</a:t>
            </a:r>
            <a:r>
              <a:rPr lang="en-US" sz="3150" b="1" dirty="0" spc="-1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round-robin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14400" y="436245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6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Trọng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5,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1: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27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cầu,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5, mỗi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 lại 1.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5524500"/>
            <a:ext cx="34290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Trọng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5, 1, 1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4495800" y="5524500"/>
            <a:ext cx="24765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Cứ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22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400800"/>
            <a:ext cx="7620000" cy="2286000"/>
          </a:xfrm>
          <a:prstGeom prst="roundRect">
            <a:avLst>
              <a:gd name="adj" fmla="val 11667"/>
            </a:avLst>
          </a:prstGeom>
          <a:solidFill>
            <a:srgbClr val="CFE8E2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661035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richtext-1792338641946-220744061"/>
          <p:cNvSpPr/>
          <p:nvPr/>
        </p:nvSpPr>
        <p:spPr>
          <a:xfrm>
            <a:off x="1257300" y="7048500"/>
            <a:ext cx="7048500" cy="15430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550" dirty="0" spc="-5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Trọng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5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sticky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(session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affinity)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least_time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mại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25000" y="12192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1800" b="1" spc="22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800" b="1" spc="21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1800" b="1" spc="23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80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5,</a:t>
            </a:r>
            <a:r>
              <a:rPr lang="en-US" sz="18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</a:t>
            </a:r>
            <a:r>
              <a:rPr lang="en-US" sz="180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1:</a:t>
            </a:r>
            <a:r>
              <a:rPr lang="en-US" sz="1800" b="1" spc="22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</a:t>
            </a:r>
            <a:r>
              <a:rPr lang="en-US" sz="180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 YÊU</a:t>
            </a:r>
            <a:r>
              <a:rPr lang="en-US" sz="1800" b="1" spc="20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25000" y="1714500"/>
            <a:ext cx="2000250" cy="609600"/>
          </a:xfrm>
          <a:prstGeom prst="roundRect">
            <a:avLst>
              <a:gd name="adj" fmla="val 28125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Trọng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 5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525000" y="2495550"/>
            <a:ext cx="2000250" cy="609600"/>
          </a:xfrm>
          <a:prstGeom prst="roundRect">
            <a:avLst>
              <a:gd name="adj" fmla="val 28125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Trọng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525000" y="3276600"/>
            <a:ext cx="2000250" cy="609600"/>
          </a:xfrm>
          <a:prstGeom prst="roundRect">
            <a:avLst>
              <a:gd name="adj" fmla="val 28125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Trọng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1772900" y="1800225"/>
            <a:ext cx="438150" cy="438150"/>
          </a:xfrm>
          <a:prstGeom prst="roundRect">
            <a:avLst>
              <a:gd name="adj" fmla="val 21739"/>
            </a:avLst>
          </a:prstGeom>
          <a:solidFill>
            <a:srgbClr val="0F766E"/>
          </a:solidFill>
          <a:ln/>
        </p:spPr>
      </p:sp>
      <p:sp>
        <p:nvSpPr>
          <p:cNvPr id="17" name="Shape 15"/>
          <p:cNvSpPr/>
          <p:nvPr/>
        </p:nvSpPr>
        <p:spPr>
          <a:xfrm>
            <a:off x="12325350" y="1800225"/>
            <a:ext cx="438150" cy="438150"/>
          </a:xfrm>
          <a:prstGeom prst="roundRect">
            <a:avLst>
              <a:gd name="adj" fmla="val 21739"/>
            </a:avLst>
          </a:prstGeom>
          <a:solidFill>
            <a:srgbClr val="0F766E"/>
          </a:solidFill>
          <a:ln/>
        </p:spPr>
      </p:sp>
      <p:sp>
        <p:nvSpPr>
          <p:cNvPr id="18" name="Shape 16"/>
          <p:cNvSpPr/>
          <p:nvPr/>
        </p:nvSpPr>
        <p:spPr>
          <a:xfrm>
            <a:off x="12877800" y="1800225"/>
            <a:ext cx="438150" cy="438150"/>
          </a:xfrm>
          <a:prstGeom prst="roundRect">
            <a:avLst>
              <a:gd name="adj" fmla="val 21739"/>
            </a:avLst>
          </a:prstGeom>
          <a:solidFill>
            <a:srgbClr val="0F766E"/>
          </a:solidFill>
          <a:ln/>
        </p:spPr>
      </p:sp>
      <p:sp>
        <p:nvSpPr>
          <p:cNvPr id="19" name="Shape 17"/>
          <p:cNvSpPr/>
          <p:nvPr/>
        </p:nvSpPr>
        <p:spPr>
          <a:xfrm>
            <a:off x="13430250" y="1800225"/>
            <a:ext cx="438150" cy="438150"/>
          </a:xfrm>
          <a:prstGeom prst="roundRect">
            <a:avLst>
              <a:gd name="adj" fmla="val 21739"/>
            </a:avLst>
          </a:prstGeom>
          <a:solidFill>
            <a:srgbClr val="0F766E"/>
          </a:solidFill>
          <a:ln/>
        </p:spPr>
      </p:sp>
      <p:sp>
        <p:nvSpPr>
          <p:cNvPr id="20" name="Shape 18"/>
          <p:cNvSpPr/>
          <p:nvPr/>
        </p:nvSpPr>
        <p:spPr>
          <a:xfrm>
            <a:off x="13982700" y="1800225"/>
            <a:ext cx="438150" cy="438150"/>
          </a:xfrm>
          <a:prstGeom prst="roundRect">
            <a:avLst>
              <a:gd name="adj" fmla="val 21739"/>
            </a:avLst>
          </a:prstGeom>
          <a:solidFill>
            <a:srgbClr val="0F766E"/>
          </a:solidFill>
          <a:ln/>
        </p:spPr>
      </p:sp>
      <p:sp>
        <p:nvSpPr>
          <p:cNvPr id="21" name="Shape 19"/>
          <p:cNvSpPr/>
          <p:nvPr/>
        </p:nvSpPr>
        <p:spPr>
          <a:xfrm>
            <a:off x="11772900" y="2581275"/>
            <a:ext cx="438150" cy="438150"/>
          </a:xfrm>
          <a:prstGeom prst="roundRect">
            <a:avLst>
              <a:gd name="adj" fmla="val 21739"/>
            </a:avLst>
          </a:prstGeom>
          <a:solidFill>
            <a:srgbClr val="0F766E"/>
          </a:solidFill>
          <a:ln/>
        </p:spPr>
      </p:sp>
      <p:sp>
        <p:nvSpPr>
          <p:cNvPr id="22" name="Shape 20"/>
          <p:cNvSpPr/>
          <p:nvPr/>
        </p:nvSpPr>
        <p:spPr>
          <a:xfrm>
            <a:off x="11772900" y="3362325"/>
            <a:ext cx="438150" cy="438150"/>
          </a:xfrm>
          <a:prstGeom prst="roundRect">
            <a:avLst>
              <a:gd name="adj" fmla="val 21739"/>
            </a:avLst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15430500" y="1619250"/>
            <a:ext cx="1524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15430500" y="2400300"/>
            <a:ext cx="1524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15430500" y="3181350"/>
            <a:ext cx="1524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26" name="Text 24"/>
          <p:cNvSpPr/>
          <p:nvPr/>
        </p:nvSpPr>
        <p:spPr>
          <a:xfrm>
            <a:off x="9525000" y="4152900"/>
            <a:ext cx="746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9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1950" dirty="0"/>
          </a:p>
        </p:txBody>
      </p:sp>
      <p:sp>
        <p:nvSpPr>
          <p:cNvPr id="27" name="Connector line-1792338641976-338499010"/>
          <p:cNvSpPr/>
          <p:nvPr/>
        </p:nvSpPr>
        <p:spPr>
          <a:xfrm>
            <a:off x="9525000" y="4686300"/>
            <a:ext cx="74676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9525000" y="489585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8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180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1800" b="1" spc="21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9525000" y="5314950"/>
            <a:ext cx="1866900" cy="533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ip_hash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1582400" y="5314950"/>
            <a:ext cx="5619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9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9525000" y="5962650"/>
            <a:ext cx="1866900" cy="533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hash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11582400" y="5962650"/>
            <a:ext cx="5619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9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9525000" y="6610350"/>
            <a:ext cx="1866900" cy="533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least_conn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1582400" y="6610350"/>
            <a:ext cx="5619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ít</a:t>
            </a:r>
            <a:r>
              <a:rPr lang="en-US" sz="19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9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19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19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9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9525000" y="7258050"/>
            <a:ext cx="1866900" cy="533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sticky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11582400" y="7258050"/>
            <a:ext cx="5619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gắn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phiên: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khách,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9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9525000" y="7905750"/>
            <a:ext cx="1866900" cy="5334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least_time</a:t>
            </a:r>
            <a:endParaRPr lang="en-US" sz="1950" dirty="0"/>
          </a:p>
        </p:txBody>
      </p:sp>
      <p:sp>
        <p:nvSpPr>
          <p:cNvPr id="48" name="Text 46"/>
          <p:cNvSpPr/>
          <p:nvPr/>
        </p:nvSpPr>
        <p:spPr>
          <a:xfrm>
            <a:off x="11582400" y="7905750"/>
            <a:ext cx="5619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</a:t>
            </a:r>
            <a:r>
              <a:rPr lang="en-US" sz="19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mại: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19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19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1950" dirty="0"/>
          </a:p>
        </p:txBody>
      </p:sp>
      <p:sp>
        <p:nvSpPr>
          <p:cNvPr id="49" name="Shape 4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0" name="Moda image moda-export-watermark-cdfffa9c-ad57-45ce-addd-3401f6d4ff1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7200" dirty="0"/>
          </a:p>
          <a:p>
            <a:pPr algn="l" indent="0" marL="0">
              <a:lnSpc>
                <a:spcPts val="7920"/>
              </a:lnSpc>
              <a:buNone/>
            </a:pP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cần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69570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31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15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3150" b="1" dirty="0" spc="3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31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14400" y="436245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5524500"/>
            <a:ext cx="2857500" cy="6096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924300" y="5524500"/>
            <a:ext cx="4191000" cy="6096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6400800"/>
            <a:ext cx="7620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661035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richtext-1792338741392-622015831"/>
          <p:cNvSpPr/>
          <p:nvPr/>
        </p:nvSpPr>
        <p:spPr>
          <a:xfrm>
            <a:off x="1257300" y="7048500"/>
            <a:ext cx="7048500" cy="15430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hai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tĩnh,</a:t>
            </a:r>
            <a:r>
              <a:rPr lang="en-US" sz="25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 stateless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25000" y="12192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80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25000" y="1714500"/>
            <a:ext cx="7467600" cy="819150"/>
          </a:xfrm>
          <a:prstGeom prst="roundRect">
            <a:avLst>
              <a:gd name="adj" fmla="val 23256"/>
            </a:avLst>
          </a:prstGeom>
          <a:solidFill>
            <a:srgbClr val="2A2E3B"/>
          </a:solidFill>
          <a:ln/>
        </p:spPr>
      </p:sp>
      <p:sp>
        <p:nvSpPr>
          <p:cNvPr id="14" name="Text 12"/>
          <p:cNvSpPr/>
          <p:nvPr/>
        </p:nvSpPr>
        <p:spPr>
          <a:xfrm>
            <a:off x="9715500" y="18573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?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0477500" y="1714500"/>
            <a:ext cx="63817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 nào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525000" y="2686050"/>
            <a:ext cx="7467600" cy="819150"/>
          </a:xfrm>
          <a:prstGeom prst="roundRect">
            <a:avLst>
              <a:gd name="adj" fmla="val 23256"/>
            </a:avLst>
          </a:prstGeom>
          <a:solidFill>
            <a:srgbClr val="2A2E3B"/>
          </a:solidFill>
          <a:ln/>
        </p:spPr>
      </p:sp>
      <p:sp>
        <p:nvSpPr>
          <p:cNvPr id="17" name="Text 15"/>
          <p:cNvSpPr/>
          <p:nvPr/>
        </p:nvSpPr>
        <p:spPr>
          <a:xfrm>
            <a:off x="9715500" y="282892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?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0477500" y="2686050"/>
            <a:ext cx="63817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2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525000" y="3657600"/>
            <a:ext cx="7467600" cy="819150"/>
          </a:xfrm>
          <a:prstGeom prst="roundRect">
            <a:avLst>
              <a:gd name="adj" fmla="val 23256"/>
            </a:avLst>
          </a:prstGeom>
          <a:solidFill>
            <a:srgbClr val="2A2E3B"/>
          </a:solidFill>
          <a:ln/>
        </p:spPr>
      </p:sp>
      <p:sp>
        <p:nvSpPr>
          <p:cNvPr id="20" name="Text 18"/>
          <p:cNvSpPr/>
          <p:nvPr/>
        </p:nvSpPr>
        <p:spPr>
          <a:xfrm>
            <a:off x="9715500" y="38004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?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0477500" y="3657600"/>
            <a:ext cx="63817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 nghĩa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525000" y="4629150"/>
            <a:ext cx="7467600" cy="819150"/>
          </a:xfrm>
          <a:prstGeom prst="roundRect">
            <a:avLst>
              <a:gd name="adj" fmla="val 23256"/>
            </a:avLst>
          </a:prstGeom>
          <a:solidFill>
            <a:srgbClr val="2A2E3B"/>
          </a:solidFill>
          <a:ln/>
        </p:spPr>
      </p:sp>
      <p:sp>
        <p:nvSpPr>
          <p:cNvPr id="23" name="Text 21"/>
          <p:cNvSpPr/>
          <p:nvPr/>
        </p:nvSpPr>
        <p:spPr>
          <a:xfrm>
            <a:off x="9715500" y="477202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?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0477500" y="4629150"/>
            <a:ext cx="63817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2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 hồi</a:t>
            </a:r>
            <a:endParaRPr lang="en-US" sz="2250" dirty="0"/>
          </a:p>
        </p:txBody>
      </p:sp>
      <p:sp>
        <p:nvSpPr>
          <p:cNvPr id="25" name="Connector line-1792338741422-546258246"/>
          <p:cNvSpPr/>
          <p:nvPr/>
        </p:nvSpPr>
        <p:spPr>
          <a:xfrm>
            <a:off x="9525000" y="5810250"/>
            <a:ext cx="7467600" cy="0"/>
          </a:xfrm>
          <a:prstGeom prst="line">
            <a:avLst/>
          </a:prstGeom>
          <a:noFill/>
          <a:ln w="19050">
            <a:solidFill>
              <a:srgbClr val="3A3F50"/>
            </a:solidFill>
            <a:prstDash val="lgDash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525000" y="6096000"/>
            <a:ext cx="7467600" cy="2286000"/>
          </a:xfrm>
          <a:prstGeom prst="roundRect">
            <a:avLst>
              <a:gd name="adj" fmla="val 10000"/>
            </a:avLst>
          </a:prstGeom>
          <a:solidFill>
            <a:srgbClr val="2A2E3B"/>
          </a:solidFill>
          <a:ln/>
        </p:spPr>
      </p:sp>
      <p:sp>
        <p:nvSpPr>
          <p:cNvPr id="27" name="Shape 25"/>
          <p:cNvSpPr/>
          <p:nvPr/>
        </p:nvSpPr>
        <p:spPr>
          <a:xfrm>
            <a:off x="9525000" y="6096000"/>
            <a:ext cx="133350" cy="22860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8" name="Text 26"/>
          <p:cNvSpPr/>
          <p:nvPr/>
        </p:nvSpPr>
        <p:spPr>
          <a:xfrm>
            <a:off x="9944100" y="63627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1800" b="1" spc="22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NGINX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944100" y="6838950"/>
            <a:ext cx="6762750" cy="1333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 là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5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đủ.</a:t>
            </a:r>
            <a:endParaRPr lang="en-US" sz="2550" dirty="0"/>
          </a:p>
        </p:txBody>
      </p:sp>
      <p:sp>
        <p:nvSpPr>
          <p:cNvPr id="30" name="Shape 28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259f13c8-0cc5-4b58-8b16-dc5bc61805e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2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7200" dirty="0"/>
          </a:p>
          <a:p>
            <a:pPr algn="l" indent="0" marL="0">
              <a:lnSpc>
                <a:spcPts val="7920"/>
              </a:lnSpc>
              <a:buNone/>
            </a:pPr>
            <a:r>
              <a:rPr lang="en-US" sz="72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trả</a:t>
            </a:r>
            <a:r>
              <a:rPr lang="en-US" sz="72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695700"/>
            <a:ext cx="7620000" cy="2381250"/>
          </a:xfrm>
          <a:prstGeom prst="roundRect">
            <a:avLst>
              <a:gd name="adj" fmla="val 11200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257300" y="394335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57300" y="4400550"/>
            <a:ext cx="6953250" cy="1524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có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5, 1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 Cứ 7</a:t>
            </a:r>
            <a:r>
              <a:rPr lang="en-US" sz="27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 tiếp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nhiêu?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6267450"/>
            <a:ext cx="7620000" cy="2419350"/>
          </a:xfrm>
          <a:prstGeom prst="roundRect">
            <a:avLst>
              <a:gd name="adj" fmla="val 11024"/>
            </a:avLst>
          </a:prstGeom>
          <a:solidFill>
            <a:srgbClr val="F8D9D0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65151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57300" y="6972300"/>
            <a:ext cx="6953250" cy="1524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 giữ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Alice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 cho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7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7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tiên?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5000" y="12192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80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525000" y="1714500"/>
            <a:ext cx="7467600" cy="2019300"/>
          </a:xfrm>
          <a:prstGeom prst="roundRect">
            <a:avLst>
              <a:gd name="adj" fmla="val 11321"/>
            </a:avLst>
          </a:prstGeom>
          <a:solidFill>
            <a:srgbClr val="CFE8E2"/>
          </a:solidFill>
          <a:ln/>
        </p:spPr>
      </p:sp>
      <p:sp>
        <p:nvSpPr>
          <p:cNvPr id="13" name="Text 11"/>
          <p:cNvSpPr/>
          <p:nvPr/>
        </p:nvSpPr>
        <p:spPr>
          <a:xfrm>
            <a:off x="9791700" y="1981200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10858500" y="1962150"/>
            <a:ext cx="5905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3000" b="1" dirty="0" spc="1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300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30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0858500" y="2571750"/>
            <a:ext cx="590550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nginx: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22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 chia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525000" y="3962400"/>
            <a:ext cx="7467600" cy="2019300"/>
          </a:xfrm>
          <a:prstGeom prst="roundRect">
            <a:avLst>
              <a:gd name="adj" fmla="val 11321"/>
            </a:avLst>
          </a:prstGeom>
          <a:solidFill>
            <a:srgbClr val="CFE8E2"/>
          </a:solidFill>
          <a:ln/>
        </p:spPr>
      </p:sp>
      <p:sp>
        <p:nvSpPr>
          <p:cNvPr id="17" name="Text 15"/>
          <p:cNvSpPr/>
          <p:nvPr/>
        </p:nvSpPr>
        <p:spPr>
          <a:xfrm>
            <a:off x="9791700" y="4229100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10858500" y="4210050"/>
            <a:ext cx="5905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b="1" dirty="0" spc="-1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 còn</a:t>
            </a:r>
            <a:r>
              <a:rPr lang="en-US" sz="300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00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3000" b="1" dirty="0" spc="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0858500" y="4819650"/>
            <a:ext cx="590550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22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cầu.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525000" y="6210300"/>
            <a:ext cx="7467600" cy="2019300"/>
          </a:xfrm>
          <a:prstGeom prst="roundRect">
            <a:avLst>
              <a:gd name="adj" fmla="val 11321"/>
            </a:avLst>
          </a:prstGeom>
          <a:solidFill>
            <a:srgbClr val="DDE3FA"/>
          </a:solidFill>
          <a:ln/>
        </p:spPr>
      </p:sp>
      <p:sp>
        <p:nvSpPr>
          <p:cNvPr id="21" name="Text 19"/>
          <p:cNvSpPr/>
          <p:nvPr/>
        </p:nvSpPr>
        <p:spPr>
          <a:xfrm>
            <a:off x="9791700" y="6477000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900" dirty="0"/>
          </a:p>
        </p:txBody>
      </p:sp>
      <p:sp>
        <p:nvSpPr>
          <p:cNvPr id="22" name="Text 20"/>
          <p:cNvSpPr/>
          <p:nvPr/>
        </p:nvSpPr>
        <p:spPr>
          <a:xfrm>
            <a:off x="10858500" y="6457950"/>
            <a:ext cx="5905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Sticky</a:t>
            </a:r>
            <a:r>
              <a:rPr lang="en-US" sz="3000" b="1" dirty="0" spc="-1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round-robin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0858500" y="7067550"/>
            <a:ext cx="590550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Alice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2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Alice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tới.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cdd4283e-a401-4622-896d-a580cc9158f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0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1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7200" dirty="0"/>
          </a:p>
          <a:p>
            <a:pPr algn="l" indent="0" marL="0">
              <a:lnSpc>
                <a:spcPts val="7920"/>
              </a:lnSpc>
              <a:buNone/>
            </a:pP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cần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695700"/>
            <a:ext cx="762000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57300" y="3905250"/>
            <a:ext cx="2286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dirty="0" spc="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3429000" y="419100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r>
              <a:rPr lang="en-US" sz="210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57300" y="5010150"/>
            <a:ext cx="704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7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7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257300" y="552450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IP:</a:t>
            </a:r>
            <a:r>
              <a:rPr lang="en-US" sz="2250" dirty="0" spc="2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-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6267450"/>
            <a:ext cx="7620000" cy="2419350"/>
          </a:xfrm>
          <a:prstGeom prst="roundRect">
            <a:avLst>
              <a:gd name="adj" fmla="val 11024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257300" y="6477000"/>
            <a:ext cx="2286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URL</a:t>
            </a:r>
            <a:endParaRPr lang="en-US" sz="6600" dirty="0"/>
          </a:p>
        </p:txBody>
      </p:sp>
      <p:sp>
        <p:nvSpPr>
          <p:cNvPr id="11" name="Text 9"/>
          <p:cNvSpPr/>
          <p:nvPr/>
        </p:nvSpPr>
        <p:spPr>
          <a:xfrm>
            <a:off x="3429000" y="676275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Uniform</a:t>
            </a:r>
            <a:r>
              <a:rPr lang="en-US" sz="2100" dirty="0" spc="-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Resource</a:t>
            </a:r>
            <a:r>
              <a:rPr lang="en-US" sz="2100" dirty="0" spc="-2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Locator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57300" y="7581900"/>
            <a:ext cx="704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 nhất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257300" y="809625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25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25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250" dirty="0" spc="-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25000" y="12192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5000" y="1714500"/>
            <a:ext cx="7467600" cy="2190750"/>
          </a:xfrm>
          <a:prstGeom prst="roundRect">
            <a:avLst>
              <a:gd name="adj" fmla="val 10435"/>
            </a:avLst>
          </a:prstGeom>
          <a:solidFill>
            <a:srgbClr val="2A2E3B"/>
          </a:solidFill>
          <a:ln/>
        </p:spPr>
      </p:sp>
      <p:sp>
        <p:nvSpPr>
          <p:cNvPr id="17" name="Shape 15"/>
          <p:cNvSpPr/>
          <p:nvPr/>
        </p:nvSpPr>
        <p:spPr>
          <a:xfrm>
            <a:off x="9525000" y="1714500"/>
            <a:ext cx="133350" cy="21907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18" name="Text 16"/>
          <p:cNvSpPr/>
          <p:nvPr/>
        </p:nvSpPr>
        <p:spPr>
          <a:xfrm>
            <a:off x="9944100" y="19431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7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944100" y="2381250"/>
            <a:ext cx="6858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700" b="1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944100" y="2990850"/>
            <a:ext cx="6858000" cy="762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</a:t>
            </a:r>
            <a:r>
              <a:rPr lang="en-US" sz="225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2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toán,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nhóm.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525000" y="4133850"/>
            <a:ext cx="7467600" cy="2190750"/>
          </a:xfrm>
          <a:prstGeom prst="roundRect">
            <a:avLst>
              <a:gd name="adj" fmla="val 10435"/>
            </a:avLst>
          </a:prstGeom>
          <a:solidFill>
            <a:srgbClr val="2A2E3B"/>
          </a:solidFill>
          <a:ln/>
        </p:spPr>
      </p:sp>
      <p:sp>
        <p:nvSpPr>
          <p:cNvPr id="22" name="Shape 20"/>
          <p:cNvSpPr/>
          <p:nvPr/>
        </p:nvSpPr>
        <p:spPr>
          <a:xfrm>
            <a:off x="9525000" y="4133850"/>
            <a:ext cx="133350" cy="21907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3" name="Text 21"/>
          <p:cNvSpPr/>
          <p:nvPr/>
        </p:nvSpPr>
        <p:spPr>
          <a:xfrm>
            <a:off x="9944100" y="436245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NGINX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944100" y="4800600"/>
            <a:ext cx="6858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8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mô-đun</a:t>
            </a:r>
            <a:r>
              <a:rPr lang="en-US" sz="27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upstream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9944100" y="5410200"/>
            <a:ext cx="6858000" cy="8001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Mặc</a:t>
            </a:r>
            <a:r>
              <a:rPr lang="en-US" sz="2250" dirty="0" spc="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-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weighted</a:t>
            </a:r>
            <a:r>
              <a:rPr lang="en-US" sz="225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round-robin,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ip_hash,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hash,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least_conn,</a:t>
            </a:r>
            <a:r>
              <a:rPr lang="en-US" sz="22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sticky, least_time.</a:t>
            </a:r>
            <a:endParaRPr lang="en-US" sz="2250" dirty="0"/>
          </a:p>
        </p:txBody>
      </p:sp>
      <p:sp>
        <p:nvSpPr>
          <p:cNvPr id="26" name="Connector line-1792339045977-635281851"/>
          <p:cNvSpPr/>
          <p:nvPr/>
        </p:nvSpPr>
        <p:spPr>
          <a:xfrm>
            <a:off x="9525000" y="6629400"/>
            <a:ext cx="7467600" cy="0"/>
          </a:xfrm>
          <a:prstGeom prst="line">
            <a:avLst/>
          </a:prstGeom>
          <a:noFill/>
          <a:ln w="19050">
            <a:solidFill>
              <a:srgbClr val="3A3F50"/>
            </a:solidFill>
            <a:prstDash val="lgDash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9525000" y="68580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525000" y="7315200"/>
            <a:ext cx="7467600" cy="1143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 Hình minh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550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2550" dirty="0"/>
          </a:p>
        </p:txBody>
      </p:sp>
      <p:sp>
        <p:nvSpPr>
          <p:cNvPr id="29" name="Shape 27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808d4edd-e2c3-4b93-903c-5f1bb88ecca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2026-10-18T15:58:38Z</dcterms:created>
  <dcterms:modified xsi:type="dcterms:W3CDTF">2026-10-18T15:58:38Z</dcterms:modified>
</cp:coreProperties>
</file>