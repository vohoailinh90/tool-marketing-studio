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7620000" cy="457200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Kiến</a:t>
            </a:r>
            <a:r>
              <a:rPr lang="en-US" sz="66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66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Redis</a:t>
            </a:r>
            <a:r>
              <a:rPr lang="en-US" sz="66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dần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nào: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6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6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vá</a:t>
            </a: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6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30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vá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30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5250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0" y="6667500"/>
            <a:ext cx="1905000" cy="1809750"/>
          </a:xfrm>
          <a:prstGeom prst="roundRect">
            <a:avLst>
              <a:gd name="adj" fmla="val 9474"/>
            </a:avLst>
          </a:prstGeom>
          <a:solidFill>
            <a:srgbClr val="3DD6A0"/>
          </a:solidFill>
          <a:ln/>
        </p:spPr>
      </p:sp>
      <p:sp>
        <p:nvSpPr>
          <p:cNvPr id="7" name="Shape 5"/>
          <p:cNvSpPr/>
          <p:nvPr/>
        </p:nvSpPr>
        <p:spPr>
          <a:xfrm>
            <a:off x="11144250" y="5429250"/>
            <a:ext cx="1905000" cy="3048000"/>
          </a:xfrm>
          <a:prstGeom prst="roundRect">
            <a:avLst>
              <a:gd name="adj" fmla="val 9000"/>
            </a:avLst>
          </a:prstGeom>
          <a:solidFill>
            <a:srgbClr val="3DD6A0"/>
          </a:solidFill>
          <a:ln/>
        </p:spPr>
      </p:sp>
      <p:sp>
        <p:nvSpPr>
          <p:cNvPr id="8" name="Shape 6"/>
          <p:cNvSpPr/>
          <p:nvPr/>
        </p:nvSpPr>
        <p:spPr>
          <a:xfrm>
            <a:off x="13144500" y="4191000"/>
            <a:ext cx="1905000" cy="4286250"/>
          </a:xfrm>
          <a:prstGeom prst="roundRect">
            <a:avLst>
              <a:gd name="adj" fmla="val 9000"/>
            </a:avLst>
          </a:prstGeom>
          <a:solidFill>
            <a:srgbClr val="FF6A4D"/>
          </a:solidFill>
          <a:ln/>
        </p:spPr>
      </p:sp>
      <p:sp>
        <p:nvSpPr>
          <p:cNvPr id="9" name="Shape 7"/>
          <p:cNvSpPr/>
          <p:nvPr/>
        </p:nvSpPr>
        <p:spPr>
          <a:xfrm>
            <a:off x="15144750" y="2952750"/>
            <a:ext cx="1905000" cy="5524500"/>
          </a:xfrm>
          <a:prstGeom prst="roundRect">
            <a:avLst>
              <a:gd name="adj" fmla="val 9000"/>
            </a:avLst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0" y="6819900"/>
            <a:ext cx="152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64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364" dirty="0"/>
          </a:p>
        </p:txBody>
      </p:sp>
      <p:sp>
        <p:nvSpPr>
          <p:cNvPr id="11" name="Text 9"/>
          <p:cNvSpPr/>
          <p:nvPr/>
        </p:nvSpPr>
        <p:spPr>
          <a:xfrm>
            <a:off x="9334500" y="7581900"/>
            <a:ext cx="1619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19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334750" y="5581650"/>
            <a:ext cx="152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64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364" dirty="0"/>
          </a:p>
        </p:txBody>
      </p:sp>
      <p:sp>
        <p:nvSpPr>
          <p:cNvPr id="13" name="Text 11"/>
          <p:cNvSpPr/>
          <p:nvPr/>
        </p:nvSpPr>
        <p:spPr>
          <a:xfrm>
            <a:off x="11334750" y="6343650"/>
            <a:ext cx="1619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Nhân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335000" y="4343400"/>
            <a:ext cx="152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64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364" dirty="0"/>
          </a:p>
        </p:txBody>
      </p:sp>
      <p:sp>
        <p:nvSpPr>
          <p:cNvPr id="15" name="Text 13"/>
          <p:cNvSpPr/>
          <p:nvPr/>
        </p:nvSpPr>
        <p:spPr>
          <a:xfrm>
            <a:off x="13335000" y="5105400"/>
            <a:ext cx="1619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Sentinel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5335250" y="3105150"/>
            <a:ext cx="152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64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364" dirty="0"/>
          </a:p>
        </p:txBody>
      </p:sp>
      <p:sp>
        <p:nvSpPr>
          <p:cNvPr id="17" name="Text 15"/>
          <p:cNvSpPr/>
          <p:nvPr/>
        </p:nvSpPr>
        <p:spPr>
          <a:xfrm>
            <a:off x="15335250" y="3867150"/>
            <a:ext cx="1619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Cluster</a:t>
            </a:r>
            <a:endParaRPr lang="en-US" sz="1950" dirty="0"/>
          </a:p>
        </p:txBody>
      </p:sp>
      <p:sp>
        <p:nvSpPr>
          <p:cNvPr id="18" name="Connector line-1792441766511-125519549"/>
          <p:cNvSpPr/>
          <p:nvPr/>
        </p:nvSpPr>
        <p:spPr>
          <a:xfrm>
            <a:off x="9144000" y="8858250"/>
            <a:ext cx="7905750" cy="0"/>
          </a:xfrm>
          <a:prstGeom prst="line">
            <a:avLst/>
          </a:prstGeom>
          <a:noFill/>
          <a:ln w="28575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bee50213-8496-42a1-9cc3-f05c8666bf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71450" cy="3429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762250"/>
            <a:ext cx="15811500" cy="3810000"/>
          </a:xfrm>
          <a:prstGeom prst="rect">
            <a:avLst/>
          </a:prstGeom>
          <a:noFill/>
          <a:ln/>
        </p:spPr>
        <p:txBody>
          <a:bodyPr wrap="square" lIns="0" tIns="96425" rIns="0" bIns="-96425" rtlCol="0" anchor="t"/>
          <a:lstStyle/>
          <a:p>
            <a:pPr algn="l" indent="0" marL="0">
              <a:lnSpc>
                <a:spcPts val="11813"/>
              </a:lnSpc>
              <a:buNone/>
            </a:pPr>
            <a:r>
              <a:rPr lang="en-US" sz="11250" dirty="0" spc="-5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1125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11250" dirty="0" spc="-3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nào,</a:t>
            </a:r>
            <a:endParaRPr lang="en-US" sz="11250" dirty="0"/>
          </a:p>
          <a:p>
            <a:pPr algn="l" indent="0" marL="0">
              <a:lnSpc>
                <a:spcPts val="11813"/>
              </a:lnSpc>
              <a:buNone/>
            </a:pPr>
            <a:r>
              <a:rPr lang="en-US" sz="11250" dirty="0" spc="-1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vá</a:t>
            </a:r>
            <a:r>
              <a:rPr lang="en-US" sz="1125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1125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1524000" y="6858000"/>
            <a:ext cx="1581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31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năng.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914400" y="7810500"/>
            <a:ext cx="8572500" cy="7620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Thử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nghiệm:</a:t>
            </a: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Redis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7.0.15,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cụm</a:t>
            </a:r>
            <a:r>
              <a:rPr lang="en-US" sz="22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b340c931-c81e-4c9f-a25e-33643d0bf10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b="1" spc="28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Đĩa,</a:t>
            </a:r>
            <a:r>
              <a:rPr lang="en-US" sz="75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5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2381250"/>
          </a:xfrm>
          <a:prstGeom prst="roundRect">
            <a:avLst>
              <a:gd name="adj" fmla="val 104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857500"/>
            <a:ext cx="171450" cy="2381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105150"/>
            <a:ext cx="133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80" dirty="0" spc="-6" kern="0">
                <a:solidFill>
                  <a:srgbClr val="CFE8E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480" dirty="0"/>
          </a:p>
        </p:txBody>
      </p:sp>
      <p:sp>
        <p:nvSpPr>
          <p:cNvPr id="7" name="Text 5"/>
          <p:cNvSpPr/>
          <p:nvPr/>
        </p:nvSpPr>
        <p:spPr>
          <a:xfrm>
            <a:off x="2857500" y="320040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1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42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xuống</a:t>
            </a:r>
            <a:r>
              <a:rPr lang="en-US" sz="4200" dirty="0" spc="6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đĩa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857500" y="428625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RDB</a:t>
            </a:r>
            <a:r>
              <a:rPr lang="en-US" sz="22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spc="13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AOF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144000" y="310515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0" y="3486150"/>
            <a:ext cx="781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Khởi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 hết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0" y="41910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1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0" y="4572000"/>
            <a:ext cx="781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RDB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chụp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ảnh,</a:t>
            </a:r>
            <a:r>
              <a:rPr lang="en-US" sz="270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AOF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70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5619750"/>
            <a:ext cx="16459200" cy="2381250"/>
          </a:xfrm>
          <a:prstGeom prst="roundRect">
            <a:avLst>
              <a:gd name="adj" fmla="val 104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5619750"/>
            <a:ext cx="171450" cy="2381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5867400"/>
            <a:ext cx="133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80" dirty="0" spc="-4" kern="0">
                <a:solidFill>
                  <a:srgbClr val="CFE8E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480" dirty="0"/>
          </a:p>
        </p:txBody>
      </p:sp>
      <p:sp>
        <p:nvSpPr>
          <p:cNvPr id="16" name="Text 14"/>
          <p:cNvSpPr/>
          <p:nvPr/>
        </p:nvSpPr>
        <p:spPr>
          <a:xfrm>
            <a:off x="2857500" y="596265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Nhân</a:t>
            </a:r>
            <a:r>
              <a:rPr lang="en-US" sz="42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2857500" y="70485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3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MASTER</a:t>
            </a:r>
            <a:r>
              <a:rPr lang="en-US" sz="22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spc="14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REPLICA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144000" y="5867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0" y="6248400"/>
            <a:ext cx="781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7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ngừng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phục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144000" y="695325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1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0" y="7334250"/>
            <a:ext cx="781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chép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bất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df00634b-6db8-4c7e-aeea-b4cf4f706c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Sentinel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nâng</a:t>
            </a:r>
            <a:r>
              <a:rPr lang="en-US" sz="75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37719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43500" y="2857500"/>
            <a:ext cx="37719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72600" y="2857500"/>
            <a:ext cx="37719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601700" y="2857500"/>
            <a:ext cx="37719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3048000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67350" y="3048000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696450" y="3048000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3925550" y="3048000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38250" y="390525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67350" y="390525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696450" y="390525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8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4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925550" y="3905250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2400" b="1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400" dirty="0"/>
          </a:p>
        </p:txBody>
      </p:sp>
      <p:sp>
        <p:nvSpPr>
          <p:cNvPr id="16" name="Connector line-1792441805090-836898313"/>
          <p:cNvSpPr/>
          <p:nvPr/>
        </p:nvSpPr>
        <p:spPr>
          <a:xfrm>
            <a:off x="4743450" y="3810000"/>
            <a:ext cx="3429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441805091-39943361"/>
          <p:cNvSpPr/>
          <p:nvPr/>
        </p:nvSpPr>
        <p:spPr>
          <a:xfrm>
            <a:off x="8972550" y="3810000"/>
            <a:ext cx="3429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441805091-616695315"/>
          <p:cNvSpPr/>
          <p:nvPr/>
        </p:nvSpPr>
        <p:spPr>
          <a:xfrm>
            <a:off x="13201650" y="3810000"/>
            <a:ext cx="3429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5334000"/>
            <a:ext cx="8001000" cy="24765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5619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QUORUM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95400" y="61912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Sentinel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bị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 là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chết.</a:t>
            </a:r>
            <a:endParaRPr lang="en-US" sz="2850" dirty="0"/>
          </a:p>
        </p:txBody>
      </p:sp>
      <p:sp>
        <p:nvSpPr>
          <p:cNvPr id="22" name="Shape 20"/>
          <p:cNvSpPr/>
          <p:nvPr/>
        </p:nvSpPr>
        <p:spPr>
          <a:xfrm>
            <a:off x="9372600" y="5334000"/>
            <a:ext cx="8001000" cy="24765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23" name="Text 21"/>
          <p:cNvSpPr/>
          <p:nvPr/>
        </p:nvSpPr>
        <p:spPr>
          <a:xfrm>
            <a:off x="9753600" y="5619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b="1" spc="18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753600" y="61912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Sentinel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bầu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dẫn.</a:t>
            </a:r>
            <a:endParaRPr lang="en-US" sz="2850" dirty="0"/>
          </a:p>
        </p:txBody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a1a8440e-af04-42b4-93b4-f8f4d61c8c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/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Cluster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7500" dirty="0" spc="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16384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khe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381250"/>
          </a:xfrm>
          <a:prstGeom prst="roundRect">
            <a:avLst>
              <a:gd name="adj" fmla="val 104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857500"/>
            <a:ext cx="8001000" cy="1333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385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33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khe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95400" y="4000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giữ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khe.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2857500"/>
            <a:ext cx="8001000" cy="2381250"/>
          </a:xfrm>
          <a:prstGeom prst="roundRect">
            <a:avLst>
              <a:gd name="adj" fmla="val 104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72600" y="2857500"/>
            <a:ext cx="8001000" cy="1333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9753600" y="32385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Khe</a:t>
            </a:r>
            <a:r>
              <a:rPr lang="en-US" sz="33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300" dirty="0" spc="-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30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753600" y="4000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CRC16(key)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16384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5619750"/>
            <a:ext cx="8001000" cy="2381250"/>
          </a:xfrm>
          <a:prstGeom prst="roundRect">
            <a:avLst>
              <a:gd name="adj" fmla="val 104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619750"/>
            <a:ext cx="8001000" cy="1333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000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Thẻ</a:t>
            </a:r>
            <a:r>
              <a:rPr lang="en-US" sz="33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băm</a:t>
            </a:r>
            <a:endParaRPr lang="en-US" sz="3300" dirty="0"/>
          </a:p>
        </p:txBody>
      </p:sp>
      <p:sp>
        <p:nvSpPr>
          <p:cNvPr id="15" name="Text richtext-1792441806014-31162477"/>
          <p:cNvSpPr/>
          <p:nvPr/>
        </p:nvSpPr>
        <p:spPr>
          <a:xfrm>
            <a:off x="1295400" y="676275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ngoặc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{user:1}:cart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{user:1}:orders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khe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72600" y="5619750"/>
            <a:ext cx="8001000" cy="2381250"/>
          </a:xfrm>
          <a:prstGeom prst="roundRect">
            <a:avLst>
              <a:gd name="adj" fmla="val 10400"/>
            </a:avLst>
          </a:prstGeom>
          <a:solidFill>
            <a:srgbClr val="DDE3FA"/>
          </a:solidFill>
          <a:ln/>
        </p:spPr>
      </p:sp>
      <p:sp>
        <p:nvSpPr>
          <p:cNvPr id="17" name="Shape 15"/>
          <p:cNvSpPr/>
          <p:nvPr/>
        </p:nvSpPr>
        <p:spPr>
          <a:xfrm>
            <a:off x="9372600" y="5619750"/>
            <a:ext cx="8001000" cy="1333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8" name="Text 16"/>
          <p:cNvSpPr/>
          <p:nvPr/>
        </p:nvSpPr>
        <p:spPr>
          <a:xfrm>
            <a:off x="9753600" y="6000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3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chồng Sentinel</a:t>
            </a:r>
            <a:endParaRPr lang="en-US" sz="3300" dirty="0"/>
          </a:p>
        </p:txBody>
      </p:sp>
      <p:sp>
        <p:nvSpPr>
          <p:cNvPr id="19" name="Text richtext-1792441806033-282680350"/>
          <p:cNvSpPr/>
          <p:nvPr/>
        </p:nvSpPr>
        <p:spPr>
          <a:xfrm>
            <a:off x="9753600" y="676275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Cluster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nâng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Sentinel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Cluster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e59d56ca-93a1-4df6-beae-221d66e777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 /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5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75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7500" dirty="0" spc="-9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533400"/>
          </a:xfrm>
          <a:prstGeom prst="roundRect">
            <a:avLst>
              <a:gd name="adj" fmla="val 25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8384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100" b="1" spc="14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572500" y="28384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b="1" spc="13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3409950"/>
            <a:ext cx="16459200" cy="742950"/>
          </a:xfrm>
          <a:prstGeom prst="roundRect">
            <a:avLst>
              <a:gd name="adj" fmla="val 17949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248150"/>
            <a:ext cx="16459200" cy="742950"/>
          </a:xfrm>
          <a:prstGeom prst="roundRect">
            <a:avLst>
              <a:gd name="adj" fmla="val 17949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5086350"/>
            <a:ext cx="16459200" cy="742950"/>
          </a:xfrm>
          <a:prstGeom prst="roundRect">
            <a:avLst>
              <a:gd name="adj" fmla="val 17949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5924550"/>
            <a:ext cx="16459200" cy="742950"/>
          </a:xfrm>
          <a:prstGeom prst="roundRect">
            <a:avLst>
              <a:gd name="adj" fmla="val 17949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762750"/>
            <a:ext cx="16459200" cy="742950"/>
          </a:xfrm>
          <a:prstGeom prst="roundRect">
            <a:avLst>
              <a:gd name="adj" fmla="val 17949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38250" y="35814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8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Tắt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sao,</a:t>
            </a:r>
            <a:r>
              <a:rPr lang="en-US" sz="24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572500" y="35814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OK;</a:t>
            </a:r>
            <a:r>
              <a:rPr lang="en-US" sz="2400" b="1" dirty="0" spc="-3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WAIT</a:t>
            </a:r>
            <a:r>
              <a:rPr lang="en-US" sz="24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4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</a:t>
            </a:r>
            <a:r>
              <a:rPr lang="en-US" sz="2400" b="1" dirty="0" spc="-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38250" y="44196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Làm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sập</a:t>
            </a:r>
            <a:r>
              <a:rPr lang="en-US" sz="24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(3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Sentinel)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572500" y="44196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4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3,3</a:t>
            </a:r>
            <a:r>
              <a:rPr lang="en-US" sz="24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4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lên;</a:t>
            </a:r>
            <a:r>
              <a:rPr lang="en-US" sz="24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38250" y="52578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Ghi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user:2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nút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72500" y="52578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MOVED</a:t>
            </a:r>
            <a:r>
              <a:rPr lang="en-US" sz="2400" b="1" dirty="0" spc="1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6777,</a:t>
            </a:r>
            <a:r>
              <a:rPr lang="en-US" sz="24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4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4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4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38250" y="60960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MSET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user:1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user:2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572500" y="60960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2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400" b="1" dirty="0" spc="-2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CROSSSLOT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38250" y="69342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MSET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 cùng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thẻ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băm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572500" y="69342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khe</a:t>
            </a:r>
            <a:r>
              <a:rPr lang="en-US" sz="2400" b="1" dirty="0" spc="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10778:</a:t>
            </a:r>
            <a:r>
              <a:rPr lang="en-US" sz="24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b="1" dirty="0" spc="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" y="79057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7.0.15, cả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25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2e0fd785-48f3-4423-937e-c5a0b4a6cb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143500"/>
          </a:xfrm>
          <a:prstGeom prst="roundRect">
            <a:avLst>
              <a:gd name="adj" fmla="val 4815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2004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950" b="1" spc="17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1950" dirty="0"/>
          </a:p>
        </p:txBody>
      </p:sp>
      <p:sp>
        <p:nvSpPr>
          <p:cNvPr id="6" name="Text richtext-1792441856860-13230379"/>
          <p:cNvSpPr/>
          <p:nvPr/>
        </p:nvSpPr>
        <p:spPr>
          <a:xfrm>
            <a:off x="1295400" y="390525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marL="361950" indent="-258592">
              <a:lnSpc>
                <a:spcPts val="399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Sentinel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Cluster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850" dirty="0"/>
          </a:p>
          <a:p>
            <a:pPr algn="l" marL="361950" indent="-258592">
              <a:lnSpc>
                <a:spcPts val="399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sao: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850" dirty="0"/>
          </a:p>
          <a:p>
            <a:pPr algn="l" marL="361950" indent="-258592">
              <a:lnSpc>
                <a:spcPts val="3990"/>
              </a:lnSpc>
              <a:buSzPct val="100000"/>
              <a:buFont typeface="Arial"/>
              <a:buChar char="•"/>
            </a:pPr>
            <a:r>
              <a:rPr lang="en-US" sz="2850" dirty="0" spc="-6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WAIT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năng,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 mạnh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5143500"/>
          </a:xfrm>
          <a:prstGeom prst="roundRect">
            <a:avLst>
              <a:gd name="adj" fmla="val 4815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2004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1950" b="1" spc="1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950" dirty="0"/>
          </a:p>
        </p:txBody>
      </p:sp>
      <p:sp>
        <p:nvSpPr>
          <p:cNvPr id="9" name="Text richtext-1792441856870-911483794"/>
          <p:cNvSpPr/>
          <p:nvPr/>
        </p:nvSpPr>
        <p:spPr>
          <a:xfrm>
            <a:off x="9753600" y="390525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marL="361950" indent="-258592">
              <a:lnSpc>
                <a:spcPts val="399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khe</a:t>
            </a:r>
            <a:endParaRPr lang="en-US" sz="2850" dirty="0"/>
          </a:p>
          <a:p>
            <a:pPr algn="l" marL="361950" indent="-258592">
              <a:lnSpc>
                <a:spcPts val="3990"/>
              </a:lnSpc>
              <a:buSzPct val="100000"/>
              <a:buFont typeface="Arial"/>
              <a:buChar char="•"/>
            </a:pP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669b81ed-785b-430d-a239-07837d6f46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8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AOF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 bật,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ổ</a:t>
            </a:r>
            <a:r>
              <a:rPr lang="en-US" sz="6900" dirty="0" spc="9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đĩa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hỏng:</a:t>
            </a:r>
            <a:r>
              <a:rPr lang="en-US" sz="6900" dirty="0" spc="-9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571750"/>
          </a:xfrm>
          <a:prstGeom prst="roundRect">
            <a:avLst>
              <a:gd name="adj" fmla="val 963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62300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18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52800" y="3162300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Sentinel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3905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 ở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khác,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Sentinel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nâng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372600" y="2857500"/>
            <a:ext cx="8001000" cy="2571750"/>
          </a:xfrm>
          <a:prstGeom prst="roundRect">
            <a:avLst>
              <a:gd name="adj" fmla="val 963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3600" y="3162300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53600" y="3905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AOF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giúp:</a:t>
            </a:r>
            <a:r>
              <a:rPr lang="en-US" sz="270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đĩa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hỏng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810250"/>
            <a:ext cx="8001000" cy="2571750"/>
          </a:xfrm>
          <a:prstGeom prst="roundRect">
            <a:avLst>
              <a:gd name="adj" fmla="val 963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5400" y="6115050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Cluster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95400" y="68580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cần: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7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 vượt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 máy.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372600" y="5810250"/>
            <a:ext cx="8001000" cy="2571750"/>
          </a:xfrm>
          <a:prstGeom prst="roundRect">
            <a:avLst>
              <a:gd name="adj" fmla="val 9630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9753600" y="61150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950" b="1" spc="2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b="1" spc="20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753600" y="67627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4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Vài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 ghi cuối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8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mất.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c5d399f0-1b14-49bf-80b3-41f10d34ca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4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950" b="1" spc="287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Mốc</a:t>
            </a:r>
            <a:r>
              <a:rPr lang="en-US" sz="75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 mã</a:t>
            </a:r>
            <a:r>
              <a:rPr lang="en-US" sz="75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Redis</a:t>
            </a:r>
            <a:endParaRPr lang="en-US" sz="7500" dirty="0"/>
          </a:p>
        </p:txBody>
      </p:sp>
      <p:sp>
        <p:nvSpPr>
          <p:cNvPr id="4" name="Connector line-1792441858773-595748115"/>
          <p:cNvSpPr/>
          <p:nvPr/>
        </p:nvSpPr>
        <p:spPr>
          <a:xfrm>
            <a:off x="914400" y="5524500"/>
            <a:ext cx="164592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5" name="Connector line-1792441858773-350296901"/>
          <p:cNvSpPr/>
          <p:nvPr/>
        </p:nvSpPr>
        <p:spPr>
          <a:xfrm>
            <a:off x="1333500" y="4762500"/>
            <a:ext cx="0" cy="762000"/>
          </a:xfrm>
          <a:prstGeom prst="line">
            <a:avLst/>
          </a:prstGeom>
          <a:noFill/>
          <a:ln w="2857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6" name="Connector line-1792441858773-128510461"/>
          <p:cNvSpPr/>
          <p:nvPr/>
        </p:nvSpPr>
        <p:spPr>
          <a:xfrm>
            <a:off x="3667125" y="5524500"/>
            <a:ext cx="0" cy="762000"/>
          </a:xfrm>
          <a:prstGeom prst="line">
            <a:avLst/>
          </a:prstGeom>
          <a:noFill/>
          <a:ln w="2857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7" name="Connector line-1792441858773-380611192"/>
          <p:cNvSpPr/>
          <p:nvPr/>
        </p:nvSpPr>
        <p:spPr>
          <a:xfrm>
            <a:off x="6000750" y="4762500"/>
            <a:ext cx="0" cy="762000"/>
          </a:xfrm>
          <a:prstGeom prst="line">
            <a:avLst/>
          </a:prstGeom>
          <a:noFill/>
          <a:ln w="2857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8" name="Connector line-1792441858773-606384140"/>
          <p:cNvSpPr/>
          <p:nvPr/>
        </p:nvSpPr>
        <p:spPr>
          <a:xfrm>
            <a:off x="8334375" y="5524500"/>
            <a:ext cx="0" cy="762000"/>
          </a:xfrm>
          <a:prstGeom prst="line">
            <a:avLst/>
          </a:prstGeom>
          <a:noFill/>
          <a:ln w="2857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9" name="Connector line-1792441858774-858815089"/>
          <p:cNvSpPr/>
          <p:nvPr/>
        </p:nvSpPr>
        <p:spPr>
          <a:xfrm>
            <a:off x="10668000" y="4762500"/>
            <a:ext cx="0" cy="762000"/>
          </a:xfrm>
          <a:prstGeom prst="line">
            <a:avLst/>
          </a:prstGeom>
          <a:noFill/>
          <a:ln w="2857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10" name="Connector line-1792441858774-298615103"/>
          <p:cNvSpPr/>
          <p:nvPr/>
        </p:nvSpPr>
        <p:spPr>
          <a:xfrm>
            <a:off x="13001625" y="5524500"/>
            <a:ext cx="0" cy="762000"/>
          </a:xfrm>
          <a:prstGeom prst="line">
            <a:avLst/>
          </a:prstGeom>
          <a:noFill/>
          <a:ln w="2857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11" name="Connector line-1792441858774-990135361"/>
          <p:cNvSpPr/>
          <p:nvPr/>
        </p:nvSpPr>
        <p:spPr>
          <a:xfrm>
            <a:off x="15335250" y="4762500"/>
            <a:ext cx="0" cy="762000"/>
          </a:xfrm>
          <a:prstGeom prst="line">
            <a:avLst/>
          </a:prstGeom>
          <a:noFill/>
          <a:ln w="2857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81100" y="5372100"/>
            <a:ext cx="304800" cy="3048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Shape 11"/>
          <p:cNvSpPr/>
          <p:nvPr/>
        </p:nvSpPr>
        <p:spPr>
          <a:xfrm>
            <a:off x="3514725" y="5372100"/>
            <a:ext cx="304800" cy="3048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4" name="Shape 12"/>
          <p:cNvSpPr/>
          <p:nvPr/>
        </p:nvSpPr>
        <p:spPr>
          <a:xfrm>
            <a:off x="5848350" y="5372100"/>
            <a:ext cx="304800" cy="3048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Shape 13"/>
          <p:cNvSpPr/>
          <p:nvPr/>
        </p:nvSpPr>
        <p:spPr>
          <a:xfrm>
            <a:off x="8181975" y="5372100"/>
            <a:ext cx="304800" cy="3048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0" y="5372100"/>
            <a:ext cx="304800" cy="3048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2849225" y="5372100"/>
            <a:ext cx="304800" cy="3048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8" name="Shape 16"/>
          <p:cNvSpPr/>
          <p:nvPr/>
        </p:nvSpPr>
        <p:spPr>
          <a:xfrm>
            <a:off x="15182850" y="5372100"/>
            <a:ext cx="304800" cy="3048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143250"/>
            <a:ext cx="2238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22/3/2009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4400" y="3600450"/>
            <a:ext cx="2238375" cy="1047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</a:t>
            </a:r>
            <a:r>
              <a:rPr lang="en-US" sz="195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3248025" y="6572250"/>
            <a:ext cx="2238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1.3.6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248025" y="7029450"/>
            <a:ext cx="2238375" cy="12382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3/2010:</a:t>
            </a:r>
            <a:r>
              <a:rPr lang="en-US" sz="195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save,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appendonly,</a:t>
            </a:r>
            <a:r>
              <a:rPr lang="en-US" sz="19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slaveof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5581650" y="3143250"/>
            <a:ext cx="2238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2.6.0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581650" y="3600450"/>
            <a:ext cx="2238375" cy="1047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10/2012: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sentinel.conf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915275" y="6572250"/>
            <a:ext cx="2238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2.8.0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915275" y="7029450"/>
            <a:ext cx="2238375" cy="12382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22/11/2013: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Sentinel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</a:t>
            </a:r>
            <a:r>
              <a:rPr lang="en-US" sz="19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một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0248900" y="3143250"/>
            <a:ext cx="2238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3.0.0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248900" y="3600450"/>
            <a:ext cx="2238375" cy="1047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2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1/4/2015:</a:t>
            </a:r>
            <a:r>
              <a:rPr lang="en-US" sz="19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Cluster</a:t>
            </a:r>
            <a:r>
              <a:rPr lang="en-US" sz="195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3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WAIT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2582525" y="6572250"/>
            <a:ext cx="2238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5.0.0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2582525" y="7029450"/>
            <a:ext cx="2238375" cy="12382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17/10/2018: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stream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4916150" y="3143250"/>
            <a:ext cx="2238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6.0.0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4916150" y="3600450"/>
            <a:ext cx="2238375" cy="1047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30/4/2020: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19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914400" y="8572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2.8,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2013: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 các</a:t>
            </a:r>
            <a:r>
              <a:rPr lang="en-US" sz="22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tệp.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f16febd2-b2bb-4fa2-a4c9-2110405b55c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49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5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1238250"/>
          </a:xfrm>
          <a:prstGeom prst="roundRect">
            <a:avLst>
              <a:gd name="adj" fmla="val 1692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RDB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19500" y="3200400"/>
            <a:ext cx="504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1238250"/>
          </a:xfrm>
          <a:prstGeom prst="roundRect">
            <a:avLst>
              <a:gd name="adj" fmla="val 1692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04800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6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AOF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2077700" y="3200400"/>
            <a:ext cx="504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4286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5105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296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3487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5105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9296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487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71247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5105400" y="71247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21" name="Shape 19"/>
          <p:cNvSpPr/>
          <p:nvPr/>
        </p:nvSpPr>
        <p:spPr>
          <a:xfrm>
            <a:off x="9296400" y="71247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3487400" y="71247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5334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Replication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525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Sentinel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3716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Cluster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specification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143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Persistence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5334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1.3.6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525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2.6.0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3716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6.0.0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143000" y="72771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2.8.0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5334000" y="72771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3.0.0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9525000" y="72771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5.0.0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3716000" y="72771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6.0.0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0ec8fcec-fc03-4836-b305-fdbdd7c384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2026-10-19T20:31:28Z</dcterms:created>
  <dcterms:modified xsi:type="dcterms:W3CDTF">2026-10-19T20:31:28Z</dcterms:modified>
</cp:coreProperties>
</file>