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Quẹt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Visa</a:t>
            </a: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Quẹt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5" name="Connector line-1792382426212-803681614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quẹt,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0" y="314325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2000250"/>
                </a:moveTo>
                <a:cubicBezTo>
                  <a:pt x="590550" y="20002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Connector line-1792382426229-43225064"/>
          <p:cNvSpPr/>
          <p:nvPr/>
        </p:nvSpPr>
        <p:spPr>
          <a:xfrm>
            <a:off x="12192000" y="5143500"/>
            <a:ext cx="11811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2192000" y="514350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0"/>
                </a:moveTo>
                <a:cubicBezTo>
                  <a:pt x="590550" y="0"/>
                  <a:pt x="590550" y="2000250"/>
                  <a:pt x="118110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6800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0" y="497205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 thẻ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f661366-ceb8-46ab-b4b7-d5e61666cd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 thẻ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762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phép: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0" y="419100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419100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0" y="56197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56197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eb29c5d-4438-4651-a0e1-ef793a41e4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LUỒNG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(AUTHORIZATION)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quẹt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90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276225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624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1910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3962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</a:t>
            </a:r>
            <a:r>
              <a:rPr lang="en-US" sz="2400" b="1" dirty="0" spc="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1625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3911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16255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b="1" dirty="0" spc="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3627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5913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190750" y="63627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thẻ</a:t>
            </a:r>
            <a:r>
              <a:rPr lang="en-US" sz="2400" b="1" dirty="0" spc="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75628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77914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2190750" y="756285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Duyệt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tiền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mức;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20987ec-e5ef-4e42-b452-33bc9b3889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1800" b="1" spc="2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26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(CAPTURE)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Chốt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ngày,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chốt;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mạng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100" dirty="0"/>
          </a:p>
        </p:txBody>
      </p:sp>
      <p:sp>
        <p:nvSpPr>
          <p:cNvPr id="6" name="Connector line-1792382429084-588284717"/>
          <p:cNvSpPr/>
          <p:nvPr/>
        </p:nvSpPr>
        <p:spPr>
          <a:xfrm>
            <a:off x="4438650" y="45720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010150" y="44481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83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 trừ,</a:t>
            </a:r>
            <a:r>
              <a:rPr lang="en-US" sz="21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0" name="Connector line-1792382429088-734412418"/>
          <p:cNvSpPr/>
          <p:nvPr/>
        </p:nvSpPr>
        <p:spPr>
          <a:xfrm>
            <a:off x="8782050" y="45720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53550" y="44481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17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2100" dirty="0"/>
          </a:p>
        </p:txBody>
      </p:sp>
      <p:sp>
        <p:nvSpPr>
          <p:cNvPr id="14" name="Connector line-1792382429092-619329634"/>
          <p:cNvSpPr/>
          <p:nvPr/>
        </p:nvSpPr>
        <p:spPr>
          <a:xfrm>
            <a:off x="13125450" y="45720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3696950" y="44481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39446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9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351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 của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858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85800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lô.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lược;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4b21afd-bfbe-4598-beaa-ece6303335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1800" b="1" spc="28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Cộng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4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bù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5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45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trừ,</a:t>
            </a:r>
            <a:r>
              <a:rPr lang="en-US" sz="4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45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 với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nhận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 dịch vụ.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0be451e-2d77-4134-8829-497d57944a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trống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phí;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 băng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bị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 khi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"Bước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4"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lần;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8faffd6-459c-418b-a83d-8a15244791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Quẹt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xong,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9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QUẸT:</a:t>
            </a:r>
            <a:r>
              <a:rPr lang="en-US" sz="21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endParaRPr lang="en-US" sz="2100" dirty="0"/>
          </a:p>
        </p:txBody>
      </p:sp>
      <p:sp>
        <p:nvSpPr>
          <p:cNvPr id="7" name="Text richtext-1792382431574-663025738"/>
          <p:cNvSpPr/>
          <p:nvPr/>
        </p:nvSpPr>
        <p:spPr>
          <a:xfrm>
            <a:off x="12954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</a:t>
            </a:r>
            <a:r>
              <a:rPr lang="en-US" sz="21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100" b="1" spc="1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NGÀY:</a:t>
            </a:r>
            <a:r>
              <a:rPr lang="en-US" sz="21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ĐI</a:t>
            </a:r>
            <a:r>
              <a:rPr lang="en-US" sz="2100" b="1" spc="21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0" name="Text richtext-1792382431593-688153842"/>
          <p:cNvSpPr/>
          <p:nvPr/>
        </p:nvSpPr>
        <p:spPr>
          <a:xfrm>
            <a:off x="97536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8001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ae96638-c562-4991-ad93-6a7694f790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2432442-114949450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phép: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đồ;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"Visa"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hoa;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f70f7a8-b9dd-4b6e-af35-b372f34fc4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 trung gian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quyết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1950" dirty="0"/>
          </a:p>
        </p:txBody>
      </p:sp>
      <p:sp>
        <p:nvSpPr>
          <p:cNvPr id="16" name="Connector line-1792382433300-30654141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2433302-830977095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291fce5-6e88-4e4a-8000-32a32f0a0d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2026-10-19T09:19:30Z</dcterms:created>
  <dcterms:modified xsi:type="dcterms:W3CDTF">2026-10-19T09:19:30Z</dcterms:modified>
</cp:coreProperties>
</file>