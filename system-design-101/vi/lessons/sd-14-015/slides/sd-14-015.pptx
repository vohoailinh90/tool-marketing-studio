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20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4287500" cy="2857500"/>
          </a:xfrm>
          <a:prstGeom prst="rect">
            <a:avLst/>
          </a:prstGeom>
          <a:noFill/>
          <a:ln/>
        </p:spPr>
        <p:txBody>
          <a:bodyPr wrap="square" lIns="0" tIns="57214" rIns="0" bIns="-57214" rtlCol="0" anchor="t"/>
          <a:lstStyle/>
          <a:p>
            <a:pPr algn="l" indent="0" marL="0">
              <a:lnSpc>
                <a:spcPts val="7009"/>
              </a:lnSpc>
              <a:buNone/>
            </a:pPr>
            <a:r>
              <a:rPr lang="en-US" sz="6675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Chữ</a:t>
            </a:r>
            <a:r>
              <a:rPr lang="en-US" sz="6675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6675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số:</a:t>
            </a:r>
            <a:r>
              <a:rPr lang="en-US" sz="6675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6675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675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675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riêng,</a:t>
            </a:r>
            <a:r>
              <a:rPr lang="en-US" sz="6675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675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675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675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675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endParaRPr lang="en-US" sz="6675" dirty="0"/>
          </a:p>
        </p:txBody>
      </p:sp>
      <p:sp>
        <p:nvSpPr>
          <p:cNvPr id="4" name="Text 2"/>
          <p:cNvSpPr/>
          <p:nvPr/>
        </p:nvSpPr>
        <p:spPr>
          <a:xfrm>
            <a:off x="914400" y="5334000"/>
            <a:ext cx="7620000" cy="1047750"/>
          </a:xfrm>
          <a:prstGeom prst="roundRect">
            <a:avLst>
              <a:gd name="adj" fmla="val 3272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 khi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8839200" y="5334000"/>
            <a:ext cx="8534400" cy="1047750"/>
          </a:xfrm>
          <a:prstGeom prst="roundRect">
            <a:avLst>
              <a:gd name="adj" fmla="val 3272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khóa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6762750"/>
            <a:ext cx="16459200" cy="1428750"/>
          </a:xfrm>
          <a:prstGeom prst="roundRect">
            <a:avLst>
              <a:gd name="adj" fmla="val 26667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1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Không</a:t>
            </a:r>
            <a:r>
              <a:rPr lang="en-US" sz="3900" dirty="0" spc="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giấu</a:t>
            </a:r>
            <a:r>
              <a:rPr lang="en-US" sz="39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nội</a:t>
            </a:r>
            <a:r>
              <a:rPr lang="en-US" sz="39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dung,</a:t>
            </a:r>
            <a:r>
              <a:rPr lang="en-US" sz="3900" dirty="0" spc="-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390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cho</a:t>
            </a:r>
            <a:r>
              <a:rPr lang="en-US" sz="39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biết</a:t>
            </a:r>
            <a:r>
              <a:rPr lang="en-US" sz="390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ai</a:t>
            </a:r>
            <a:r>
              <a:rPr lang="en-US" sz="39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giữ</a:t>
            </a:r>
            <a:r>
              <a:rPr lang="en-US" sz="390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khóa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89535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 ký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8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e28ac3d4-6e41-4db4-8025-dba6c733b6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3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3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115300" cy="1238250"/>
          </a:xfrm>
          <a:prstGeom prst="roundRect">
            <a:avLst>
              <a:gd name="adj" fmla="val 2461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0" y="3000375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181100" y="300037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171700" y="3000375"/>
            <a:ext cx="66675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 cặp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258300" y="2762250"/>
            <a:ext cx="8115300" cy="1238250"/>
          </a:xfrm>
          <a:prstGeom prst="roundRect">
            <a:avLst>
              <a:gd name="adj" fmla="val 24615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0" y="3000375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0" y="300037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0515600" y="3000375"/>
            <a:ext cx="66675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liệu thành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4191000"/>
            <a:ext cx="8115300" cy="1238250"/>
          </a:xfrm>
          <a:prstGeom prst="roundRect">
            <a:avLst>
              <a:gd name="adj" fmla="val 24615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1100" y="4429125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442912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2171700" y="4429125"/>
            <a:ext cx="66675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8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258300" y="4191000"/>
            <a:ext cx="8115300" cy="1238250"/>
          </a:xfrm>
          <a:prstGeom prst="roundRect">
            <a:avLst>
              <a:gd name="adj" fmla="val 24615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0" y="4429125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0" y="442912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0515600" y="4429125"/>
            <a:ext cx="66675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5619750"/>
            <a:ext cx="8115300" cy="1238250"/>
          </a:xfrm>
          <a:prstGeom prst="roundRect">
            <a:avLst>
              <a:gd name="adj" fmla="val 24615"/>
            </a:avLst>
          </a:prstGeom>
          <a:solidFill>
            <a:srgbClr val="E8E0C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1100" y="5857875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81100" y="585787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2171700" y="5857875"/>
            <a:ext cx="66675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9258300" y="5619750"/>
            <a:ext cx="8115300" cy="1238250"/>
          </a:xfrm>
          <a:prstGeom prst="roundRect">
            <a:avLst>
              <a:gd name="adj" fmla="val 24615"/>
            </a:avLst>
          </a:prstGeom>
          <a:solidFill>
            <a:srgbClr val="F8D9D0"/>
          </a:solidFill>
          <a:ln/>
        </p:spPr>
      </p:sp>
      <p:sp>
        <p:nvSpPr>
          <p:cNvPr id="25" name="Shape 23"/>
          <p:cNvSpPr/>
          <p:nvPr/>
        </p:nvSpPr>
        <p:spPr>
          <a:xfrm>
            <a:off x="9525000" y="5857875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0" y="585787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6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10515600" y="5857875"/>
            <a:ext cx="66675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chối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914400" y="7239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5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9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sáu.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19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cryptography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endParaRPr lang="en-US" sz="1950" dirty="0"/>
          </a:p>
        </p:txBody>
      </p:sp>
      <p:sp>
        <p:nvSpPr>
          <p:cNvPr id="29" name="Connector line-1792433137184-75688346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9C2B0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8e38995f-a2f1-46fa-8a43-c2c642710f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Cặp</a:t>
            </a:r>
            <a:r>
              <a:rPr lang="en-US" sz="6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3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dấu</a:t>
            </a:r>
            <a:r>
              <a:rPr lang="en-US" sz="6300" dirty="0" spc="-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vân</a:t>
            </a:r>
            <a:r>
              <a:rPr lang="en-US" sz="63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tay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0289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57300" y="356235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19259" rIns="0" bIns="-19259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34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kín,</a:t>
            </a:r>
            <a:r>
              <a:rPr lang="en-US" sz="34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4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4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4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15500" y="30289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715500" y="356235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19259" rIns="0" bIns="-19259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34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34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34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4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4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34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4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914400" y="5238750"/>
            <a:ext cx="80010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" y="55054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57300" y="603885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19259" rIns="0" bIns="-19259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34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 tay</a:t>
            </a:r>
            <a:r>
              <a:rPr lang="en-US" sz="34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ngắn,</a:t>
            </a:r>
            <a:r>
              <a:rPr lang="en-US" sz="34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4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34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3450" b="1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3450" dirty="0"/>
          </a:p>
        </p:txBody>
      </p:sp>
      <p:sp>
        <p:nvSpPr>
          <p:cNvPr id="13" name="Shape 11"/>
          <p:cNvSpPr/>
          <p:nvPr/>
        </p:nvSpPr>
        <p:spPr>
          <a:xfrm>
            <a:off x="9372600" y="5238750"/>
            <a:ext cx="80010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15500" y="55054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SHA-256</a:t>
            </a:r>
            <a:r>
              <a:rPr lang="en-US" sz="1650" b="1" spc="21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1650" b="1" spc="18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b="1" spc="23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900 USD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15500" y="603885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19259" rIns="0" bIns="-19259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34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34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4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129</a:t>
            </a:r>
            <a:r>
              <a:rPr lang="en-US" sz="34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4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256</a:t>
            </a:r>
            <a:r>
              <a:rPr lang="en-US" sz="34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914400" y="7810500"/>
            <a:ext cx="16459200" cy="952500"/>
          </a:xfrm>
          <a:prstGeom prst="roundRect">
            <a:avLst>
              <a:gd name="adj" fmla="val 36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tự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</a:t>
            </a:r>
            <a:endParaRPr lang="en-US" sz="2550" dirty="0"/>
          </a:p>
        </p:txBody>
      </p:sp>
      <p:sp>
        <p:nvSpPr>
          <p:cNvPr id="17" name="Connector line-1792433154031-92608547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acf33a7c-9b1e-49da-92c8-7da4fd9499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Ký</a:t>
            </a:r>
            <a:r>
              <a:rPr lang="en-US" sz="63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300" dirty="0" spc="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3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3810000" cy="857250"/>
          </a:xfrm>
          <a:prstGeom prst="roundRect">
            <a:avLst>
              <a:gd name="adj" fmla="val 31111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1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Người</a:t>
            </a:r>
            <a:r>
              <a:rPr lang="en-US" sz="270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563600" y="2762250"/>
            <a:ext cx="3810000" cy="857250"/>
          </a:xfrm>
          <a:prstGeom prst="roundRect">
            <a:avLst>
              <a:gd name="adj" fmla="val 31111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1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Người</a:t>
            </a:r>
            <a:r>
              <a:rPr lang="en-US" sz="27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nhận</a:t>
            </a:r>
            <a:endParaRPr lang="en-US" sz="2700" dirty="0"/>
          </a:p>
        </p:txBody>
      </p:sp>
      <p:sp>
        <p:nvSpPr>
          <p:cNvPr id="6" name="Connector line-1792433170295-797174103"/>
          <p:cNvSpPr/>
          <p:nvPr/>
        </p:nvSpPr>
        <p:spPr>
          <a:xfrm>
            <a:off x="2819400" y="3619500"/>
            <a:ext cx="0" cy="49530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Connector line-1792433170296-326299633"/>
          <p:cNvSpPr/>
          <p:nvPr/>
        </p:nvSpPr>
        <p:spPr>
          <a:xfrm>
            <a:off x="15468600" y="3619500"/>
            <a:ext cx="0" cy="49530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428750" y="4000500"/>
            <a:ext cx="6096000" cy="1428750"/>
          </a:xfrm>
          <a:prstGeom prst="roundRect">
            <a:avLst>
              <a:gd name="adj" fmla="val 1866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4500" y="415290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 3</a:t>
            </a:r>
            <a:r>
              <a:rPr lang="en-US" sz="1650" b="1" spc="22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714500" y="4533900"/>
            <a:ext cx="552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Ed25519 luôn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64</a:t>
            </a: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250" dirty="0"/>
          </a:p>
        </p:txBody>
      </p:sp>
      <p:sp>
        <p:nvSpPr>
          <p:cNvPr id="11" name="Connector line-1792433170303-785190132"/>
          <p:cNvSpPr/>
          <p:nvPr/>
        </p:nvSpPr>
        <p:spPr>
          <a:xfrm>
            <a:off x="2819400" y="6477000"/>
            <a:ext cx="120396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4763750" y="6134100"/>
            <a:ext cx="666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3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›</a:t>
            </a:r>
            <a:endParaRPr lang="en-US" sz="4363" dirty="0"/>
          </a:p>
        </p:txBody>
      </p:sp>
      <p:sp>
        <p:nvSpPr>
          <p:cNvPr id="13" name="Text 11"/>
          <p:cNvSpPr/>
          <p:nvPr/>
        </p:nvSpPr>
        <p:spPr>
          <a:xfrm>
            <a:off x="3810000" y="5905500"/>
            <a:ext cx="1047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4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liệu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0" y="7048500"/>
            <a:ext cx="76200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9429750" y="723900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USD,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</a:t>
            </a:r>
            <a:endParaRPr lang="en-US" sz="2250" dirty="0"/>
          </a:p>
        </p:txBody>
      </p:sp>
      <p:sp>
        <p:nvSpPr>
          <p:cNvPr id="16" name="Connector line-1792433170314-6612860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9C2B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04/10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cbbdacb2-c120-410c-9c84-cb072db22c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 5</a:t>
            </a:r>
            <a:r>
              <a:rPr lang="en-US" sz="1800" b="1" spc="2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 kiểm chữ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49530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8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4286250"/>
            <a:ext cx="49530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5810250"/>
            <a:ext cx="49530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550" dirty="0"/>
          </a:p>
        </p:txBody>
      </p:sp>
      <p:sp>
        <p:nvSpPr>
          <p:cNvPr id="7" name="Connector line-1792433185303-766363994"/>
          <p:cNvSpPr/>
          <p:nvPr/>
        </p:nvSpPr>
        <p:spPr>
          <a:xfrm>
            <a:off x="6057900" y="4905375"/>
            <a:ext cx="7620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781800" y="4572000"/>
            <a:ext cx="666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50" dirty="0" spc="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›</a:t>
            </a:r>
            <a:endParaRPr lang="en-US" sz="4350" dirty="0"/>
          </a:p>
        </p:txBody>
      </p:sp>
      <p:sp>
        <p:nvSpPr>
          <p:cNvPr id="9" name="Shape 7"/>
          <p:cNvSpPr/>
          <p:nvPr/>
        </p:nvSpPr>
        <p:spPr>
          <a:xfrm>
            <a:off x="7524750" y="3714750"/>
            <a:ext cx="3810000" cy="2381250"/>
          </a:xfrm>
          <a:prstGeom prst="roundRect">
            <a:avLst>
              <a:gd name="adj" fmla="val 128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7810500" y="4000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 KIỂM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10500" y="447675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Kiểm</a:t>
            </a:r>
            <a:r>
              <a:rPr lang="en-US" sz="28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với</a:t>
            </a:r>
            <a:r>
              <a:rPr lang="en-US" sz="28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tài</a:t>
            </a:r>
            <a:r>
              <a:rPr lang="en-US" sz="28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 nhận</a:t>
            </a:r>
            <a:r>
              <a:rPr lang="en-US" sz="2850" dirty="0" spc="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endParaRPr lang="en-US" sz="2850" dirty="0"/>
          </a:p>
        </p:txBody>
      </p:sp>
      <p:sp>
        <p:nvSpPr>
          <p:cNvPr id="12" name="Connector line-1792433185318-228080150"/>
          <p:cNvSpPr/>
          <p:nvPr/>
        </p:nvSpPr>
        <p:spPr>
          <a:xfrm>
            <a:off x="11525250" y="4905375"/>
            <a:ext cx="7620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2249150" y="4572000"/>
            <a:ext cx="666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50" dirty="0" spc="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›</a:t>
            </a:r>
            <a:endParaRPr lang="en-US" sz="4350" dirty="0"/>
          </a:p>
        </p:txBody>
      </p:sp>
      <p:sp>
        <p:nvSpPr>
          <p:cNvPr id="14" name="Text 12"/>
          <p:cNvSpPr/>
          <p:nvPr/>
        </p:nvSpPr>
        <p:spPr>
          <a:xfrm>
            <a:off x="12992100" y="276225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Khớp:</a:t>
            </a:r>
            <a:r>
              <a:rPr lang="en-US" sz="28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hợp</a:t>
            </a:r>
            <a:r>
              <a:rPr lang="en-US" sz="28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lệ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2992100" y="5048250"/>
            <a:ext cx="4381500" cy="2000250"/>
          </a:xfrm>
          <a:prstGeom prst="roundRect">
            <a:avLst>
              <a:gd name="adj" fmla="val 13333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Lệch:</a:t>
            </a:r>
            <a:r>
              <a:rPr lang="en-US" sz="270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InvalidSignature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7429500"/>
            <a:ext cx="16459200" cy="1143000"/>
          </a:xfrm>
          <a:prstGeom prst="roundRect">
            <a:avLst>
              <a:gd name="adj" fmla="val 3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400" dirty="0"/>
          </a:p>
        </p:txBody>
      </p:sp>
      <p:sp>
        <p:nvSpPr>
          <p:cNvPr id="17" name="Connector line-1792433185325-1651918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02ae53f6-ed26-4dc1-92e1-9460e0a33e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3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3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0289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6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b="1" spc="21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b="1" spc="18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1650" b="1" spc="21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57300" y="356235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Chữ</a:t>
            </a:r>
            <a:r>
              <a:rPr lang="en-US" sz="33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ký</a:t>
            </a:r>
            <a:r>
              <a:rPr lang="en-US" sz="33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giả:</a:t>
            </a:r>
            <a:r>
              <a:rPr lang="en-US" sz="3300" dirty="0" spc="-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33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hợp</a:t>
            </a:r>
            <a:r>
              <a:rPr lang="en-US" sz="330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lệ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57300" y="504825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1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chữ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15500" y="30289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6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b="1" spc="21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b="1" spc="21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1650" b="1" spc="18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16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715500" y="356235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Chữ</a:t>
            </a:r>
            <a:r>
              <a:rPr lang="en-US" sz="33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ký</a:t>
            </a:r>
            <a:r>
              <a:rPr lang="en-US" sz="33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giả:</a:t>
            </a:r>
            <a:r>
              <a:rPr lang="en-US" sz="33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hợp</a:t>
            </a:r>
            <a:r>
              <a:rPr lang="en-US" sz="330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lệ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715500" y="504825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 khóa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21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1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6953250"/>
            <a:ext cx="16459200" cy="1333500"/>
          </a:xfrm>
          <a:prstGeom prst="roundRect">
            <a:avLst>
              <a:gd name="adj" fmla="val 25714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700" b="1" dirty="0" spc="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700" dirty="0"/>
          </a:p>
        </p:txBody>
      </p:sp>
      <p:sp>
        <p:nvSpPr>
          <p:cNvPr id="13" name="Connector line-1792433197828-88627652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9C2B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44f3ccd8-9935-4fa1-9044-6b43492f5f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 làm</a:t>
            </a:r>
            <a:r>
              <a:rPr lang="en-US" sz="63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3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990600"/>
          </a:xfrm>
          <a:prstGeom prst="roundRect">
            <a:avLst>
              <a:gd name="adj" fmla="val 26923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152400" cy="9906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0480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4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43500" y="2933700"/>
            <a:ext cx="11906250" cy="666750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bại,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cũng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3886200"/>
            <a:ext cx="16459200" cy="990600"/>
          </a:xfrm>
          <a:prstGeom prst="roundRect">
            <a:avLst>
              <a:gd name="adj" fmla="val 26923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886200"/>
            <a:ext cx="152400" cy="990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41719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43500" y="4057650"/>
            <a:ext cx="11906250" cy="666750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</a:t>
            </a:r>
            <a:r>
              <a:rPr lang="en-US" sz="24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5010150"/>
            <a:ext cx="16459200" cy="990600"/>
          </a:xfrm>
          <a:prstGeom prst="roundRect">
            <a:avLst>
              <a:gd name="adj" fmla="val 26923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5010150"/>
            <a:ext cx="152400" cy="990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52959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43500" y="5181600"/>
            <a:ext cx="11906250" cy="666750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(non-repudiation)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134100"/>
            <a:ext cx="16459200" cy="990600"/>
          </a:xfrm>
          <a:prstGeom prst="roundRect">
            <a:avLst>
              <a:gd name="adj" fmla="val 26923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6134100"/>
            <a:ext cx="152400" cy="990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64198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43500" y="6305550"/>
            <a:ext cx="11906250" cy="666750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" y="7258050"/>
            <a:ext cx="16459200" cy="990600"/>
          </a:xfrm>
          <a:prstGeom prst="roundRect">
            <a:avLst>
              <a:gd name="adj" fmla="val 26923"/>
            </a:avLst>
          </a:prstGeom>
          <a:solidFill>
            <a:srgbClr val="1E212B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7258050"/>
            <a:ext cx="152400" cy="990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2" name="Text 20"/>
          <p:cNvSpPr/>
          <p:nvPr/>
        </p:nvSpPr>
        <p:spPr>
          <a:xfrm>
            <a:off x="1333500" y="75438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 ĐƯỢC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43500" y="7429500"/>
            <a:ext cx="11906250" cy="666750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NIST</a:t>
            </a:r>
            <a:r>
              <a:rPr lang="en-US" sz="24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RFC,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2400" dirty="0"/>
          </a:p>
        </p:txBody>
      </p:sp>
      <p:sp>
        <p:nvSpPr>
          <p:cNvPr id="24" name="Connector line-1792433216737-71700303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759bcb08-59dd-44d5-be9b-9ca4bf7742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CUỐI</a:t>
            </a: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Mallory</a:t>
            </a:r>
            <a:r>
              <a:rPr lang="en-US" sz="63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63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3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900</a:t>
            </a:r>
            <a:endParaRPr lang="en-US" sz="6300" dirty="0"/>
          </a:p>
        </p:txBody>
      </p:sp>
      <p:sp>
        <p:nvSpPr>
          <p:cNvPr id="4" name="Connector line-1792433233244-116701278"/>
          <p:cNvSpPr/>
          <p:nvPr/>
        </p:nvSpPr>
        <p:spPr>
          <a:xfrm>
            <a:off x="1428750" y="3143250"/>
            <a:ext cx="154305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533650" y="2914650"/>
            <a:ext cx="457200" cy="4572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810000"/>
            <a:ext cx="4000500" cy="3143250"/>
          </a:xfrm>
          <a:prstGeom prst="roundRect">
            <a:avLst>
              <a:gd name="adj" fmla="val 969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1100" y="4076700"/>
            <a:ext cx="3467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r>
              <a:rPr lang="en-US" sz="16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81100" y="4610100"/>
            <a:ext cx="34671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USD,</a:t>
            </a:r>
            <a:r>
              <a:rPr lang="en-US" sz="24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762750" y="291465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Shape 8"/>
          <p:cNvSpPr/>
          <p:nvPr/>
        </p:nvSpPr>
        <p:spPr>
          <a:xfrm>
            <a:off x="5143500" y="3810000"/>
            <a:ext cx="4000500" cy="3143250"/>
          </a:xfrm>
          <a:prstGeom prst="roundRect">
            <a:avLst>
              <a:gd name="adj" fmla="val 969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0200" y="4076700"/>
            <a:ext cx="3467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20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MALLORY</a:t>
            </a:r>
            <a:r>
              <a:rPr lang="en-US" sz="16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410200" y="4610100"/>
            <a:ext cx="34671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900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USD,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 ký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991850" y="2914650"/>
            <a:ext cx="457200" cy="4572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72600" y="3810000"/>
            <a:ext cx="4000500" cy="3143250"/>
          </a:xfrm>
          <a:prstGeom prst="roundRect">
            <a:avLst>
              <a:gd name="adj" fmla="val 969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39300" y="4076700"/>
            <a:ext cx="3467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21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BOB</a:t>
            </a: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639300" y="4610100"/>
            <a:ext cx="34671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 khóa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Alice: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5259050" y="291465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Shape 16"/>
          <p:cNvSpPr/>
          <p:nvPr/>
        </p:nvSpPr>
        <p:spPr>
          <a:xfrm>
            <a:off x="13601700" y="3810000"/>
            <a:ext cx="3771900" cy="3143250"/>
          </a:xfrm>
          <a:prstGeom prst="roundRect">
            <a:avLst>
              <a:gd name="adj" fmla="val 969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68400" y="407670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2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MALLORY</a:t>
            </a:r>
            <a:r>
              <a:rPr lang="en-US" sz="16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6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868400" y="4610100"/>
            <a:ext cx="3238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 khóa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mình: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Mallory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4400" y="7334250"/>
            <a:ext cx="16459200" cy="1238250"/>
          </a:xfrm>
          <a:prstGeom prst="roundRect">
            <a:avLst>
              <a:gd name="adj" fmla="val 27692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khó: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2850" dirty="0"/>
          </a:p>
        </p:txBody>
      </p:sp>
      <p:sp>
        <p:nvSpPr>
          <p:cNvPr id="22" name="Connector line-1792433233265-34846897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9C2B0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08/10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61287af1-f9c0-43f4-85d9-191f35cd29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1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800" b="1" spc="2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Ký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3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2285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29718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390900"/>
            <a:ext cx="1581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86250"/>
            <a:ext cx="16459200" cy="1333500"/>
          </a:xfrm>
          <a:prstGeom prst="roundRect">
            <a:avLst>
              <a:gd name="adj" fmla="val 22857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44958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RSA</a:t>
            </a: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800" b="1" spc="2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PKCS#1</a:t>
            </a:r>
            <a:r>
              <a:rPr lang="en-US" sz="180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V1.5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7300" y="4914900"/>
            <a:ext cx="1581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810250"/>
            <a:ext cx="16459200" cy="1333500"/>
          </a:xfrm>
          <a:prstGeom prst="roundRect">
            <a:avLst>
              <a:gd name="adj" fmla="val 22857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0198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RSA-PSS</a:t>
            </a:r>
            <a:r>
              <a:rPr lang="en-US" sz="1800" b="1" spc="17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1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ECDSA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7300" y="6438900"/>
            <a:ext cx="1581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7334250"/>
            <a:ext cx="16459200" cy="1333500"/>
          </a:xfrm>
          <a:prstGeom prst="roundRect">
            <a:avLst>
              <a:gd name="adj" fmla="val 22857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" y="75438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ED25519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57300" y="7962900"/>
            <a:ext cx="1581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2550" dirty="0"/>
          </a:p>
        </p:txBody>
      </p:sp>
      <p:sp>
        <p:nvSpPr>
          <p:cNvPr id="16" name="Connector line-1792433270906-6864000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9C2B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d6578ad4-6a09-4179-b84a-0c0de660fa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3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247900"/>
            <a:ext cx="5410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3241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3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RSA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27241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9228" rIns="0" bIns="-9228" rtlCol="0" anchor="t"/>
          <a:lstStyle/>
          <a:p>
            <a:pPr algn="l" indent="0" marL="0">
              <a:lnSpc>
                <a:spcPts val="1897"/>
              </a:lnSpc>
              <a:buNone/>
            </a:pP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khai,</a:t>
            </a:r>
            <a:r>
              <a:rPr lang="en-US" sz="16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38900" y="2247900"/>
            <a:ext cx="5410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6667500" y="23241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ECDSA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667500" y="27241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9228" rIns="0" bIns="-9228" rtlCol="0" anchor="t"/>
          <a:lstStyle/>
          <a:p>
            <a:pPr algn="l" indent="0" marL="0">
              <a:lnSpc>
                <a:spcPts val="1897"/>
              </a:lnSpc>
              <a:buNone/>
            </a:pP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Elliptic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Curve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Digital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Signature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Algorithm: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 ký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cong elliptic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963400" y="2247900"/>
            <a:ext cx="5410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0" y="23241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EdDSA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192000" y="27241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9228" rIns="0" bIns="-9228" rtlCol="0" anchor="t"/>
          <a:lstStyle/>
          <a:p>
            <a:pPr algn="l" indent="0" marL="0">
              <a:lnSpc>
                <a:spcPts val="1897"/>
              </a:lnSpc>
              <a:buNone/>
            </a:pP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Edwards-curve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Digital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Signature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Algorithm: chữ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cong</a:t>
            </a: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Edwards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14400" y="3429000"/>
            <a:ext cx="5410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5052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3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PKCS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43000" y="39052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9228" rIns="0" bIns="-9228" rtlCol="0" anchor="t"/>
          <a:lstStyle/>
          <a:p>
            <a:pPr algn="l" indent="0" marL="0">
              <a:lnSpc>
                <a:spcPts val="1897"/>
              </a:lnSpc>
              <a:buNone/>
            </a:pP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Public-Key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Cryptography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Standards: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438900" y="3429000"/>
            <a:ext cx="5410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6667500" y="35052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PSS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667500" y="39052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9228" rIns="0" bIns="-9228" rtlCol="0" anchor="t"/>
          <a:lstStyle/>
          <a:p>
            <a:pPr algn="l" indent="0" marL="0">
              <a:lnSpc>
                <a:spcPts val="1897"/>
              </a:lnSpc>
              <a:buNone/>
            </a:pP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Probabilistic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Signature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Scheme:</a:t>
            </a:r>
            <a:r>
              <a:rPr lang="en-US" sz="16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16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1963400" y="3429000"/>
            <a:ext cx="5410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0" y="35052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2192000" y="39052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9228" rIns="0" bIns="-9228" rtlCol="0" anchor="t"/>
          <a:lstStyle/>
          <a:p>
            <a:pPr algn="l" indent="0" marL="0">
              <a:lnSpc>
                <a:spcPts val="1897"/>
              </a:lnSpc>
              <a:buNone/>
            </a:pPr>
            <a:r>
              <a:rPr lang="en-US" sz="16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Algorithm: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14400" y="4610100"/>
            <a:ext cx="5410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6863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MB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143000" y="50863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9228" rIns="0" bIns="-9228" rtlCol="0" anchor="t"/>
          <a:lstStyle/>
          <a:p>
            <a:pPr algn="l" indent="0" marL="0">
              <a:lnSpc>
                <a:spcPts val="1897"/>
              </a:lnSpc>
              <a:buNone/>
            </a:pP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MegaByte:</a:t>
            </a:r>
            <a:r>
              <a:rPr lang="en-US" sz="16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16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 dữ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6438900" y="4610100"/>
            <a:ext cx="5410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/>
        </p:spPr>
      </p:sp>
      <p:sp>
        <p:nvSpPr>
          <p:cNvPr id="26" name="Text 24"/>
          <p:cNvSpPr/>
          <p:nvPr/>
        </p:nvSpPr>
        <p:spPr>
          <a:xfrm>
            <a:off x="6667500" y="46863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USD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6667500" y="50863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9228" rIns="0" bIns="-9228" rtlCol="0" anchor="t"/>
          <a:lstStyle/>
          <a:p>
            <a:pPr algn="l" indent="0" marL="0">
              <a:lnSpc>
                <a:spcPts val="1897"/>
              </a:lnSpc>
              <a:buNone/>
            </a:pP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United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States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Dollar:</a:t>
            </a:r>
            <a:r>
              <a:rPr lang="en-US" sz="16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 Mỹ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1963400" y="4610100"/>
            <a:ext cx="5410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12192000" y="46863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NIST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2192000" y="50863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9228" rIns="0" bIns="-9228" rtlCol="0" anchor="t"/>
          <a:lstStyle/>
          <a:p>
            <a:pPr algn="l" indent="0" marL="0">
              <a:lnSpc>
                <a:spcPts val="1897"/>
              </a:lnSpc>
              <a:buNone/>
            </a:pP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National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Institute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Standards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Technology: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Mỹ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914400" y="5791200"/>
            <a:ext cx="5410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58674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IETF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143000" y="62674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9228" rIns="0" bIns="-9228" rtlCol="0" anchor="t"/>
          <a:lstStyle/>
          <a:p>
            <a:pPr algn="l" indent="0" marL="0">
              <a:lnSpc>
                <a:spcPts val="1897"/>
              </a:lnSpc>
              <a:buNone/>
            </a:pP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Engineering</a:t>
            </a:r>
            <a:r>
              <a:rPr lang="en-US" sz="16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Task</a:t>
            </a:r>
            <a:r>
              <a:rPr lang="en-US" sz="16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Force: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6438900" y="5791200"/>
            <a:ext cx="5410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/>
        </p:spPr>
      </p:sp>
      <p:sp>
        <p:nvSpPr>
          <p:cNvPr id="35" name="Text 33"/>
          <p:cNvSpPr/>
          <p:nvPr/>
        </p:nvSpPr>
        <p:spPr>
          <a:xfrm>
            <a:off x="6667500" y="58674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2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6667500" y="62674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9228" rIns="0" bIns="-9228" rtlCol="0" anchor="t"/>
          <a:lstStyle/>
          <a:p>
            <a:pPr algn="l" indent="0" marL="0">
              <a:lnSpc>
                <a:spcPts val="1897"/>
              </a:lnSpc>
              <a:buNone/>
            </a:pPr>
            <a:r>
              <a:rPr lang="en-US" sz="16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16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Comments:</a:t>
            </a:r>
            <a:r>
              <a:rPr lang="en-US" sz="16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1963400" y="5791200"/>
            <a:ext cx="5410200" cy="1104900"/>
          </a:xfrm>
          <a:prstGeom prst="roundRect">
            <a:avLst>
              <a:gd name="adj" fmla="val 20690"/>
            </a:avLst>
          </a:prstGeom>
          <a:solidFill>
            <a:srgbClr val="1E212B"/>
          </a:solidFill>
          <a:ln/>
        </p:spPr>
      </p:sp>
      <p:sp>
        <p:nvSpPr>
          <p:cNvPr id="38" name="Text 36"/>
          <p:cNvSpPr/>
          <p:nvPr/>
        </p:nvSpPr>
        <p:spPr>
          <a:xfrm>
            <a:off x="12192000" y="58674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12192000" y="62674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9228" rIns="0" bIns="-9228" rtlCol="0" anchor="t"/>
          <a:lstStyle/>
          <a:p>
            <a:pPr algn="l" indent="0" marL="0">
              <a:lnSpc>
                <a:spcPts val="1897"/>
              </a:lnSpc>
              <a:buNone/>
            </a:pP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Network: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914400" y="7143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3EEE3"/>
          </a:solidFill>
          <a:ln/>
        </p:spPr>
      </p:sp>
      <p:sp>
        <p:nvSpPr>
          <p:cNvPr id="41" name="Text 39"/>
          <p:cNvSpPr/>
          <p:nvPr/>
        </p:nvSpPr>
        <p:spPr>
          <a:xfrm>
            <a:off x="1219200" y="7296150"/>
            <a:ext cx="1584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219200" y="7696200"/>
            <a:ext cx="15849600" cy="8001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19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định);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MDN: Digital</a:t>
            </a: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signature,</a:t>
            </a:r>
            <a:r>
              <a:rPr lang="en-US" sz="19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Public-key</a:t>
            </a:r>
            <a:r>
              <a:rPr lang="en-US" sz="19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cryptography;</a:t>
            </a:r>
            <a:r>
              <a:rPr lang="en-US" sz="19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pyca/cryptography:</a:t>
            </a:r>
            <a:r>
              <a:rPr lang="en-US" sz="19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RSA,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Ed25519,</a:t>
            </a:r>
            <a:r>
              <a:rPr lang="en-US" sz="19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ECDSA</a:t>
            </a:r>
            <a:endParaRPr lang="en-US" sz="1950" dirty="0"/>
          </a:p>
        </p:txBody>
      </p:sp>
      <p:sp>
        <p:nvSpPr>
          <p:cNvPr id="43" name="Connector line-1792433294637-50836891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4" name="Text 5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b87a06f6-ec2b-4168-9af6-829d17ac22f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2026-10-19T18:11:05Z</dcterms:created>
  <dcterms:modified xsi:type="dcterms:W3CDTF">2026-10-19T18:11:05Z</dcterms:modified>
</cp:coreProperties>
</file>