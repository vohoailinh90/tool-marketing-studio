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191500" cy="3238500"/>
          </a:xfrm>
          <a:prstGeom prst="rect">
            <a:avLst/>
          </a:prstGeom>
          <a:noFill/>
          <a:ln/>
        </p:spPr>
        <p:txBody>
          <a:bodyPr wrap="square" lIns="0" tIns="60613" rIns="0" bIns="-60613" rtlCol="0" anchor="t"/>
          <a:lstStyle/>
          <a:p>
            <a:pPr algn="l" indent="0" marL="0">
              <a:lnSpc>
                <a:spcPts val="7422"/>
              </a:lnSpc>
              <a:buNone/>
            </a:pPr>
            <a:r>
              <a:rPr lang="en-US" sz="7069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</a:t>
            </a:r>
            <a:r>
              <a:rPr lang="en-US" sz="7069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7069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HTTP/2</a:t>
            </a:r>
            <a:r>
              <a:rPr lang="en-US" sz="7069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</a:t>
            </a:r>
            <a:r>
              <a:rPr lang="en-US" sz="7069" dirty="0" spc="-4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7069" dirty="0" spc="-4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HTTP/1?</a:t>
            </a:r>
            <a:endParaRPr lang="en-US" sz="7069" dirty="0"/>
          </a:p>
        </p:txBody>
      </p:sp>
      <p:sp>
        <p:nvSpPr>
          <p:cNvPr id="4" name="Text 2"/>
          <p:cNvSpPr/>
          <p:nvPr/>
        </p:nvSpPr>
        <p:spPr>
          <a:xfrm>
            <a:off x="914400" y="5143500"/>
            <a:ext cx="7810500" cy="1619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HTTP/2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 hơn nhờ</a:t>
            </a:r>
            <a:r>
              <a:rPr lang="en-US" sz="255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25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55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4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dirty="0" spc="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điệp,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nhờ</a:t>
            </a:r>
            <a:r>
              <a:rPr lang="en-US" sz="25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mẹo</a:t>
            </a:r>
            <a:r>
              <a:rPr lang="en-US" sz="255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lẻ.</a:t>
            </a:r>
            <a:endParaRPr lang="en-US" sz="2550" dirty="0"/>
          </a:p>
        </p:txBody>
      </p:sp>
      <p:sp>
        <p:nvSpPr>
          <p:cNvPr id="5" name="Connector line-1792293487321-7888022"/>
          <p:cNvSpPr/>
          <p:nvPr/>
        </p:nvSpPr>
        <p:spPr>
          <a:xfrm>
            <a:off x="914400" y="7239000"/>
            <a:ext cx="78105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467600"/>
            <a:ext cx="7810500" cy="7620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Nhưng</a:t>
            </a:r>
            <a:r>
              <a:rPr lang="en-US" sz="19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19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19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195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95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đổi,</a:t>
            </a:r>
            <a:r>
              <a:rPr lang="en-US" sz="19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“nhanh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hơn”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 tùy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 huống.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525000" y="2381250"/>
            <a:ext cx="7848600" cy="5048250"/>
          </a:xfrm>
          <a:prstGeom prst="roundRect">
            <a:avLst>
              <a:gd name="adj" fmla="val 10566"/>
            </a:avLst>
          </a:prstGeom>
          <a:solidFill>
            <a:srgbClr val="1E212B"/>
          </a:solidFill>
          <a:ln w="28575">
            <a:solidFill>
              <a:srgbClr val="5B60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06000" y="25527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 NỐI</a:t>
            </a:r>
            <a:r>
              <a:rPr lang="en-US" sz="1800" b="1" spc="20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906000" y="3143250"/>
            <a:ext cx="7086600" cy="1143000"/>
          </a:xfrm>
          <a:prstGeom prst="roundRect">
            <a:avLst>
              <a:gd name="adj" fmla="val 25000"/>
            </a:avLst>
          </a:prstGeom>
          <a:solidFill>
            <a:srgbClr val="14161C"/>
          </a:solidFill>
          <a:ln/>
        </p:spPr>
      </p:sp>
      <p:sp>
        <p:nvSpPr>
          <p:cNvPr id="10" name="Shape 8"/>
          <p:cNvSpPr/>
          <p:nvPr/>
        </p:nvSpPr>
        <p:spPr>
          <a:xfrm>
            <a:off x="9906000" y="4476750"/>
            <a:ext cx="7086600" cy="1143000"/>
          </a:xfrm>
          <a:prstGeom prst="roundRect">
            <a:avLst>
              <a:gd name="adj" fmla="val 25000"/>
            </a:avLst>
          </a:prstGeom>
          <a:solidFill>
            <a:srgbClr val="14161C"/>
          </a:solidFill>
          <a:ln/>
        </p:spPr>
      </p:sp>
      <p:sp>
        <p:nvSpPr>
          <p:cNvPr id="11" name="Shape 9"/>
          <p:cNvSpPr/>
          <p:nvPr/>
        </p:nvSpPr>
        <p:spPr>
          <a:xfrm>
            <a:off x="9906000" y="5810250"/>
            <a:ext cx="7086600" cy="1143000"/>
          </a:xfrm>
          <a:prstGeom prst="roundRect">
            <a:avLst>
              <a:gd name="adj" fmla="val 25000"/>
            </a:avLst>
          </a:prstGeom>
          <a:solidFill>
            <a:srgbClr val="14161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91750" y="3352800"/>
            <a:ext cx="1143000" cy="723900"/>
          </a:xfrm>
          <a:prstGeom prst="roundRect">
            <a:avLst>
              <a:gd name="adj" fmla="val 21053"/>
            </a:avLst>
          </a:prstGeom>
          <a:solidFill>
            <a:srgbClr val="3DD6A0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0" y="3352800"/>
            <a:ext cx="1143000" cy="723900"/>
          </a:xfrm>
          <a:prstGeom prst="roundRect">
            <a:avLst>
              <a:gd name="adj" fmla="val 21053"/>
            </a:avLst>
          </a:prstGeom>
          <a:solidFill>
            <a:srgbClr val="3DD6A0"/>
          </a:solidFill>
          <a:ln/>
        </p:spPr>
      </p:sp>
      <p:sp>
        <p:nvSpPr>
          <p:cNvPr id="14" name="Shape 12"/>
          <p:cNvSpPr/>
          <p:nvPr/>
        </p:nvSpPr>
        <p:spPr>
          <a:xfrm>
            <a:off x="14097000" y="3352800"/>
            <a:ext cx="1143000" cy="723900"/>
          </a:xfrm>
          <a:prstGeom prst="roundRect">
            <a:avLst>
              <a:gd name="adj" fmla="val 21053"/>
            </a:avLst>
          </a:prstGeom>
          <a:solidFill>
            <a:srgbClr val="3DD6A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53750" y="4686300"/>
            <a:ext cx="1143000" cy="723900"/>
          </a:xfrm>
          <a:prstGeom prst="roundRect">
            <a:avLst>
              <a:gd name="adj" fmla="val 21053"/>
            </a:avLst>
          </a:prstGeom>
          <a:solidFill>
            <a:srgbClr val="1FA77B"/>
          </a:solidFill>
          <a:ln/>
        </p:spPr>
      </p:sp>
      <p:sp>
        <p:nvSpPr>
          <p:cNvPr id="16" name="Shape 14"/>
          <p:cNvSpPr/>
          <p:nvPr/>
        </p:nvSpPr>
        <p:spPr>
          <a:xfrm>
            <a:off x="13049250" y="4686300"/>
            <a:ext cx="1143000" cy="723900"/>
          </a:xfrm>
          <a:prstGeom prst="roundRect">
            <a:avLst>
              <a:gd name="adj" fmla="val 21053"/>
            </a:avLst>
          </a:prstGeom>
          <a:solidFill>
            <a:srgbClr val="1FA77B"/>
          </a:solidFill>
          <a:ln/>
        </p:spPr>
      </p:sp>
      <p:sp>
        <p:nvSpPr>
          <p:cNvPr id="17" name="Shape 15"/>
          <p:cNvSpPr/>
          <p:nvPr/>
        </p:nvSpPr>
        <p:spPr>
          <a:xfrm>
            <a:off x="15049500" y="4686300"/>
            <a:ext cx="1143000" cy="723900"/>
          </a:xfrm>
          <a:prstGeom prst="roundRect">
            <a:avLst>
              <a:gd name="adj" fmla="val 21053"/>
            </a:avLst>
          </a:prstGeom>
          <a:solidFill>
            <a:srgbClr val="1FA77B"/>
          </a:solidFill>
          <a:ln/>
        </p:spPr>
      </p:sp>
      <p:sp>
        <p:nvSpPr>
          <p:cNvPr id="18" name="Shape 16"/>
          <p:cNvSpPr/>
          <p:nvPr/>
        </p:nvSpPr>
        <p:spPr>
          <a:xfrm>
            <a:off x="10477500" y="6019800"/>
            <a:ext cx="1143000" cy="723900"/>
          </a:xfrm>
          <a:prstGeom prst="roundRect">
            <a:avLst>
              <a:gd name="adj" fmla="val 21053"/>
            </a:avLst>
          </a:prstGeom>
          <a:solidFill>
            <a:srgbClr val="0F766E"/>
          </a:solidFill>
          <a:ln/>
        </p:spPr>
      </p:sp>
      <p:sp>
        <p:nvSpPr>
          <p:cNvPr id="19" name="Shape 17"/>
          <p:cNvSpPr/>
          <p:nvPr/>
        </p:nvSpPr>
        <p:spPr>
          <a:xfrm>
            <a:off x="12573000" y="6019800"/>
            <a:ext cx="1143000" cy="723900"/>
          </a:xfrm>
          <a:prstGeom prst="roundRect">
            <a:avLst>
              <a:gd name="adj" fmla="val 21053"/>
            </a:avLst>
          </a:prstGeom>
          <a:solidFill>
            <a:srgbClr val="0F766E"/>
          </a:solidFill>
          <a:ln/>
        </p:spPr>
      </p:sp>
      <p:sp>
        <p:nvSpPr>
          <p:cNvPr id="20" name="Shape 18"/>
          <p:cNvSpPr/>
          <p:nvPr/>
        </p:nvSpPr>
        <p:spPr>
          <a:xfrm>
            <a:off x="14668500" y="6019800"/>
            <a:ext cx="1143000" cy="723900"/>
          </a:xfrm>
          <a:prstGeom prst="roundRect">
            <a:avLst>
              <a:gd name="adj" fmla="val 21053"/>
            </a:avLst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0" y="7581900"/>
            <a:ext cx="7086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làn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luồng;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19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xen</a:t>
            </a:r>
            <a:r>
              <a:rPr lang="en-US" sz="1950" dirty="0" spc="-3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kẽ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ef8ac484-94f9-4ddf-8a27-13501a1363f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371475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7632"/>
              </a:lnSpc>
              <a:buNone/>
            </a:pPr>
            <a:r>
              <a:rPr lang="en-US" sz="72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HTTP/2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</a:t>
            </a:r>
            <a:r>
              <a:rPr lang="en-US" sz="72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nhờ</a:t>
            </a:r>
            <a:r>
              <a:rPr lang="en-US" sz="72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72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đóng</a:t>
            </a:r>
            <a:r>
              <a:rPr lang="en-US" sz="7200" dirty="0" spc="-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gói</a:t>
            </a:r>
            <a:r>
              <a:rPr lang="en-US" sz="72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thông</a:t>
            </a:r>
            <a:r>
              <a:rPr lang="en-US" sz="72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điệp,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632"/>
              </a:lnSpc>
              <a:buNone/>
            </a:pPr>
            <a:r>
              <a:rPr lang="en-US" sz="7200" dirty="0" spc="-3" kern="0">
                <a:solidFill>
                  <a:srgbClr val="8A867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 nhờ</a:t>
            </a:r>
            <a:r>
              <a:rPr lang="en-US" sz="7200" dirty="0" spc="-11" kern="0">
                <a:solidFill>
                  <a:srgbClr val="8A867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0" kern="0">
                <a:solidFill>
                  <a:srgbClr val="8A867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mẹo</a:t>
            </a:r>
            <a:r>
              <a:rPr lang="en-US" sz="7200" dirty="0" spc="3" kern="0">
                <a:solidFill>
                  <a:srgbClr val="8A867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r>
              <a:rPr lang="en-US" sz="7200" dirty="0" spc="0" kern="0">
                <a:solidFill>
                  <a:srgbClr val="8A867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lẻ.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6096000"/>
            <a:ext cx="5334000" cy="2095500"/>
          </a:xfrm>
          <a:prstGeom prst="roundRect">
            <a:avLst>
              <a:gd name="adj" fmla="val 12727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6477000" y="6096000"/>
            <a:ext cx="5334000" cy="2095500"/>
          </a:xfrm>
          <a:prstGeom prst="roundRect">
            <a:avLst>
              <a:gd name="adj" fmla="val 12727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039600" y="6096000"/>
            <a:ext cx="5334000" cy="2095500"/>
          </a:xfrm>
          <a:prstGeom prst="roundRect">
            <a:avLst>
              <a:gd name="adj" fmla="val 12727"/>
            </a:avLst>
          </a:prstGeom>
          <a:solidFill>
            <a:srgbClr val="E8E0CF"/>
          </a:solidFill>
          <a:ln/>
        </p:spPr>
      </p:sp>
      <p:sp>
        <p:nvSpPr>
          <p:cNvPr id="7" name="Shape 5"/>
          <p:cNvSpPr/>
          <p:nvPr/>
        </p:nvSpPr>
        <p:spPr>
          <a:xfrm>
            <a:off x="1295400" y="6419850"/>
            <a:ext cx="209550" cy="2095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8" name="Shape 6"/>
          <p:cNvSpPr/>
          <p:nvPr/>
        </p:nvSpPr>
        <p:spPr>
          <a:xfrm>
            <a:off x="1581150" y="6419850"/>
            <a:ext cx="209550" cy="20955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Shape 7"/>
          <p:cNvSpPr/>
          <p:nvPr/>
        </p:nvSpPr>
        <p:spPr>
          <a:xfrm>
            <a:off x="1866900" y="6419850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2247900" y="63817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650" b="1" spc="20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CẢI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295400" y="6877050"/>
            <a:ext cx="4667250" cy="1143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nhị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phân,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luồng,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header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858000" y="6419850"/>
            <a:ext cx="209550" cy="20955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3" name="Shape 11"/>
          <p:cNvSpPr/>
          <p:nvPr/>
        </p:nvSpPr>
        <p:spPr>
          <a:xfrm>
            <a:off x="7143750" y="6419850"/>
            <a:ext cx="209550" cy="2095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7524750" y="63817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650" b="1" spc="20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CẬP</a:t>
            </a:r>
            <a:r>
              <a:rPr lang="en-US" sz="1650" b="1" spc="1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858000" y="6877050"/>
            <a:ext cx="4667250" cy="1143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Ưu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luồng,</a:t>
            </a: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Push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2420600" y="6419850"/>
            <a:ext cx="209550" cy="20955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0" y="63817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2420600" y="6877050"/>
            <a:ext cx="4667250" cy="1143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40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endParaRPr lang="en-US" sz="2400" dirty="0"/>
          </a:p>
        </p:txBody>
      </p:sp>
      <p:sp>
        <p:nvSpPr>
          <p:cNvPr id="19" name="Connector line-1792293504372-71403289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eddd7ca5-8c67-4dc4-9381-c8edef634ce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CẢI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1800" b="1" spc="30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800" b="1" spc="29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HTTP/1.1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Khung nhị</a:t>
            </a:r>
            <a:r>
              <a:rPr lang="en-US" sz="69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4667250"/>
          </a:xfrm>
          <a:prstGeom prst="roundRect">
            <a:avLst>
              <a:gd name="adj" fmla="val 5714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2762250"/>
            <a:ext cx="8001000" cy="4667250"/>
          </a:xfrm>
          <a:prstGeom prst="roundRect">
            <a:avLst>
              <a:gd name="adj" fmla="val 5714"/>
            </a:avLst>
          </a:prstGeom>
          <a:solidFill>
            <a:srgbClr val="F3DFB8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1051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8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THAY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95400" y="36195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1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Văn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endParaRPr lang="en-US" sz="6300" dirty="0"/>
          </a:p>
        </p:txBody>
      </p:sp>
      <p:sp>
        <p:nvSpPr>
          <p:cNvPr id="8" name="Shape 6"/>
          <p:cNvSpPr/>
          <p:nvPr/>
        </p:nvSpPr>
        <p:spPr>
          <a:xfrm>
            <a:off x="1295400" y="5143500"/>
            <a:ext cx="7239000" cy="857250"/>
          </a:xfrm>
          <a:prstGeom prst="roundRect">
            <a:avLst>
              <a:gd name="adj" fmla="val 22222"/>
            </a:avLst>
          </a:prstGeom>
          <a:solidFill>
            <a:srgbClr val="CFC7B4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286500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4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liền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753600" y="31051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HTTP/2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753600" y="36195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Khung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nhị</a:t>
            </a:r>
            <a:r>
              <a:rPr lang="en-US" sz="6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endParaRPr lang="en-US" sz="6300" dirty="0"/>
          </a:p>
        </p:txBody>
      </p:sp>
      <p:sp>
        <p:nvSpPr>
          <p:cNvPr id="12" name="Shape 10"/>
          <p:cNvSpPr/>
          <p:nvPr/>
        </p:nvSpPr>
        <p:spPr>
          <a:xfrm>
            <a:off x="9753600" y="5143500"/>
            <a:ext cx="1619250" cy="857250"/>
          </a:xfrm>
          <a:prstGeom prst="roundRect">
            <a:avLst>
              <a:gd name="adj" fmla="val 22222"/>
            </a:avLst>
          </a:prstGeom>
          <a:solidFill>
            <a:srgbClr val="B45309"/>
          </a:solidFill>
          <a:ln/>
        </p:spPr>
      </p:sp>
      <p:sp>
        <p:nvSpPr>
          <p:cNvPr id="13" name="Shape 11"/>
          <p:cNvSpPr/>
          <p:nvPr/>
        </p:nvSpPr>
        <p:spPr>
          <a:xfrm>
            <a:off x="11620500" y="5143500"/>
            <a:ext cx="1619250" cy="857250"/>
          </a:xfrm>
          <a:prstGeom prst="roundRect">
            <a:avLst>
              <a:gd name="adj" fmla="val 22222"/>
            </a:avLst>
          </a:prstGeom>
          <a:solidFill>
            <a:srgbClr val="B45309"/>
          </a:solidFill>
          <a:ln/>
        </p:spPr>
      </p:sp>
      <p:sp>
        <p:nvSpPr>
          <p:cNvPr id="14" name="Shape 12"/>
          <p:cNvSpPr/>
          <p:nvPr/>
        </p:nvSpPr>
        <p:spPr>
          <a:xfrm>
            <a:off x="13487400" y="5143500"/>
            <a:ext cx="1619250" cy="857250"/>
          </a:xfrm>
          <a:prstGeom prst="roundRect">
            <a:avLst>
              <a:gd name="adj" fmla="val 22222"/>
            </a:avLst>
          </a:prstGeom>
          <a:solidFill>
            <a:srgbClr val="B45309"/>
          </a:solidFill>
          <a:ln/>
        </p:spPr>
      </p:sp>
      <p:sp>
        <p:nvSpPr>
          <p:cNvPr id="15" name="Shape 13"/>
          <p:cNvSpPr/>
          <p:nvPr/>
        </p:nvSpPr>
        <p:spPr>
          <a:xfrm>
            <a:off x="15354300" y="5143500"/>
            <a:ext cx="1619250" cy="857250"/>
          </a:xfrm>
          <a:prstGeom prst="roundRect">
            <a:avLst>
              <a:gd name="adj" fmla="val 22222"/>
            </a:avLst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9753600" y="6286500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(frame)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14400" y="7772400"/>
            <a:ext cx="16459200" cy="952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8" name="Text 16"/>
          <p:cNvSpPr/>
          <p:nvPr/>
        </p:nvSpPr>
        <p:spPr>
          <a:xfrm>
            <a:off x="1428750" y="7772400"/>
            <a:ext cx="1543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hơn,</a:t>
            </a:r>
            <a:r>
              <a:rPr lang="en-US" sz="240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4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400" dirty="0"/>
          </a:p>
        </p:txBody>
      </p:sp>
      <p:sp>
        <p:nvSpPr>
          <p:cNvPr id="19" name="Connector line-1792293522281-39624183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13a1c23a-8f51-4b8a-8796-83546c1c0c4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CẢI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800" b="1" spc="28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800" b="1" spc="30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 SONG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Ghép</a:t>
            </a:r>
            <a:r>
              <a:rPr lang="en-US" sz="69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luồng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2857500" cy="952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143250"/>
            <a:ext cx="285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8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40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 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2857500" cy="952500"/>
          </a:xfrm>
          <a:prstGeom prst="roundRect">
            <a:avLst>
              <a:gd name="adj" fmla="val 50000"/>
            </a:avLst>
          </a:prstGeom>
          <a:solidFill>
            <a:srgbClr val="2AA59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572000"/>
            <a:ext cx="285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8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40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400" b="1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6000750"/>
            <a:ext cx="2857500" cy="952500"/>
          </a:xfrm>
          <a:prstGeom prst="roundRect">
            <a:avLst>
              <a:gd name="adj" fmla="val 50000"/>
            </a:avLst>
          </a:prstGeom>
          <a:solidFill>
            <a:srgbClr val="8FD3C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6000750"/>
            <a:ext cx="285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8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400" dirty="0"/>
          </a:p>
        </p:txBody>
      </p:sp>
      <p:sp>
        <p:nvSpPr>
          <p:cNvPr id="10" name="Connector line-1792293541450-855868608"/>
          <p:cNvSpPr/>
          <p:nvPr/>
        </p:nvSpPr>
        <p:spPr>
          <a:xfrm>
            <a:off x="3905250" y="3619500"/>
            <a:ext cx="1333500" cy="114300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1" name="Connector line-1792293541450-744900962"/>
          <p:cNvSpPr/>
          <p:nvPr/>
        </p:nvSpPr>
        <p:spPr>
          <a:xfrm>
            <a:off x="3905250" y="5048250"/>
            <a:ext cx="1333500" cy="0"/>
          </a:xfrm>
          <a:prstGeom prst="line">
            <a:avLst/>
          </a:prstGeom>
          <a:noFill/>
          <a:ln w="47625">
            <a:solidFill>
              <a:srgbClr val="2AA595"/>
            </a:solidFill>
            <a:prstDash val="solid"/>
            <a:headEnd type="none"/>
            <a:tailEnd type="triangle"/>
          </a:ln>
        </p:spPr>
      </p:sp>
      <p:sp>
        <p:nvSpPr>
          <p:cNvPr id="12" name="Connector line-1792293541450-593087547"/>
          <p:cNvSpPr/>
          <p:nvPr/>
        </p:nvSpPr>
        <p:spPr>
          <a:xfrm flipV="1">
            <a:off x="3905250" y="5334000"/>
            <a:ext cx="1333500" cy="1143000"/>
          </a:xfrm>
          <a:prstGeom prst="line">
            <a:avLst/>
          </a:prstGeom>
          <a:noFill/>
          <a:ln w="47625">
            <a:solidFill>
              <a:srgbClr val="8FD3C6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429250" y="3448050"/>
            <a:ext cx="704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8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 NỐI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29250" y="3905250"/>
            <a:ext cx="7048500" cy="22860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15000" y="4667250"/>
            <a:ext cx="609600" cy="762000"/>
          </a:xfrm>
          <a:prstGeom prst="roundRect">
            <a:avLst>
              <a:gd name="adj" fmla="val 21875"/>
            </a:avLst>
          </a:prstGeom>
          <a:solidFill>
            <a:srgbClr val="0F766E"/>
          </a:solidFill>
          <a:ln/>
        </p:spPr>
      </p:sp>
      <p:sp>
        <p:nvSpPr>
          <p:cNvPr id="16" name="Shape 14"/>
          <p:cNvSpPr/>
          <p:nvPr/>
        </p:nvSpPr>
        <p:spPr>
          <a:xfrm>
            <a:off x="6477000" y="4667250"/>
            <a:ext cx="609600" cy="762000"/>
          </a:xfrm>
          <a:prstGeom prst="roundRect">
            <a:avLst>
              <a:gd name="adj" fmla="val 21875"/>
            </a:avLst>
          </a:prstGeom>
          <a:solidFill>
            <a:srgbClr val="2AA595"/>
          </a:solidFill>
          <a:ln/>
        </p:spPr>
      </p:sp>
      <p:sp>
        <p:nvSpPr>
          <p:cNvPr id="17" name="Shape 15"/>
          <p:cNvSpPr/>
          <p:nvPr/>
        </p:nvSpPr>
        <p:spPr>
          <a:xfrm>
            <a:off x="7239000" y="4667250"/>
            <a:ext cx="609600" cy="762000"/>
          </a:xfrm>
          <a:prstGeom prst="roundRect">
            <a:avLst>
              <a:gd name="adj" fmla="val 21875"/>
            </a:avLst>
          </a:prstGeom>
          <a:solidFill>
            <a:srgbClr val="8FD3C6"/>
          </a:solidFill>
          <a:ln/>
        </p:spPr>
      </p:sp>
      <p:sp>
        <p:nvSpPr>
          <p:cNvPr id="18" name="Shape 16"/>
          <p:cNvSpPr/>
          <p:nvPr/>
        </p:nvSpPr>
        <p:spPr>
          <a:xfrm>
            <a:off x="8001000" y="4667250"/>
            <a:ext cx="609600" cy="762000"/>
          </a:xfrm>
          <a:prstGeom prst="roundRect">
            <a:avLst>
              <a:gd name="adj" fmla="val 21875"/>
            </a:avLst>
          </a:prstGeom>
          <a:solidFill>
            <a:srgbClr val="0F766E"/>
          </a:solidFill>
          <a:ln/>
        </p:spPr>
      </p:sp>
      <p:sp>
        <p:nvSpPr>
          <p:cNvPr id="19" name="Shape 17"/>
          <p:cNvSpPr/>
          <p:nvPr/>
        </p:nvSpPr>
        <p:spPr>
          <a:xfrm>
            <a:off x="8763000" y="4667250"/>
            <a:ext cx="609600" cy="762000"/>
          </a:xfrm>
          <a:prstGeom prst="roundRect">
            <a:avLst>
              <a:gd name="adj" fmla="val 21875"/>
            </a:avLst>
          </a:prstGeom>
          <a:solidFill>
            <a:srgbClr val="8FD3C6"/>
          </a:solidFill>
          <a:ln/>
        </p:spPr>
      </p:sp>
      <p:sp>
        <p:nvSpPr>
          <p:cNvPr id="20" name="Shape 18"/>
          <p:cNvSpPr/>
          <p:nvPr/>
        </p:nvSpPr>
        <p:spPr>
          <a:xfrm>
            <a:off x="9525000" y="4667250"/>
            <a:ext cx="609600" cy="762000"/>
          </a:xfrm>
          <a:prstGeom prst="roundRect">
            <a:avLst>
              <a:gd name="adj" fmla="val 21875"/>
            </a:avLst>
          </a:prstGeom>
          <a:solidFill>
            <a:srgbClr val="2AA595"/>
          </a:solidFill>
          <a:ln/>
        </p:spPr>
      </p:sp>
      <p:sp>
        <p:nvSpPr>
          <p:cNvPr id="21" name="Shape 19"/>
          <p:cNvSpPr/>
          <p:nvPr/>
        </p:nvSpPr>
        <p:spPr>
          <a:xfrm>
            <a:off x="10287000" y="4667250"/>
            <a:ext cx="609600" cy="762000"/>
          </a:xfrm>
          <a:prstGeom prst="roundRect">
            <a:avLst>
              <a:gd name="adj" fmla="val 21875"/>
            </a:avLst>
          </a:prstGeom>
          <a:solidFill>
            <a:srgbClr val="0F766E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49000" y="4667250"/>
            <a:ext cx="609600" cy="762000"/>
          </a:xfrm>
          <a:prstGeom prst="roundRect">
            <a:avLst>
              <a:gd name="adj" fmla="val 21875"/>
            </a:avLst>
          </a:prstGeom>
          <a:solidFill>
            <a:srgbClr val="2AA595"/>
          </a:solidFill>
          <a:ln/>
        </p:spPr>
      </p:sp>
      <p:sp>
        <p:nvSpPr>
          <p:cNvPr id="23" name="Shape 21"/>
          <p:cNvSpPr/>
          <p:nvPr/>
        </p:nvSpPr>
        <p:spPr>
          <a:xfrm>
            <a:off x="11811000" y="4667250"/>
            <a:ext cx="419100" cy="762000"/>
          </a:xfrm>
          <a:prstGeom prst="roundRect">
            <a:avLst>
              <a:gd name="adj" fmla="val 31818"/>
            </a:avLst>
          </a:prstGeom>
          <a:solidFill>
            <a:srgbClr val="8FD3C6"/>
          </a:solidFill>
          <a:ln/>
        </p:spPr>
      </p:sp>
      <p:sp>
        <p:nvSpPr>
          <p:cNvPr id="24" name="Text 22"/>
          <p:cNvSpPr/>
          <p:nvPr/>
        </p:nvSpPr>
        <p:spPr>
          <a:xfrm>
            <a:off x="5429250" y="63817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2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xen</a:t>
            </a:r>
            <a:r>
              <a:rPr lang="en-US" sz="225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kẽ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250" dirty="0"/>
          </a:p>
        </p:txBody>
      </p:sp>
      <p:sp>
        <p:nvSpPr>
          <p:cNvPr id="25" name="Connector line-1792293541456-503012273"/>
          <p:cNvSpPr/>
          <p:nvPr/>
        </p:nvSpPr>
        <p:spPr>
          <a:xfrm>
            <a:off x="12592050" y="5048250"/>
            <a:ext cx="104775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3792200" y="4476750"/>
            <a:ext cx="3581400" cy="1143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27" name="Text 25"/>
          <p:cNvSpPr/>
          <p:nvPr/>
        </p:nvSpPr>
        <p:spPr>
          <a:xfrm>
            <a:off x="13792200" y="4476750"/>
            <a:ext cx="3581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Server</a:t>
            </a:r>
            <a:endParaRPr lang="en-US" sz="2700" dirty="0"/>
          </a:p>
        </p:txBody>
      </p:sp>
      <p:sp>
        <p:nvSpPr>
          <p:cNvPr id="28" name="Shape 26"/>
          <p:cNvSpPr/>
          <p:nvPr/>
        </p:nvSpPr>
        <p:spPr>
          <a:xfrm>
            <a:off x="914400" y="7524750"/>
            <a:ext cx="16459200" cy="1047750"/>
          </a:xfrm>
          <a:prstGeom prst="roundRect">
            <a:avLst>
              <a:gd name="adj" fmla="val 43636"/>
            </a:avLst>
          </a:prstGeom>
          <a:solidFill>
            <a:srgbClr val="14161C"/>
          </a:solidFill>
          <a:ln/>
        </p:spPr>
      </p:sp>
      <p:sp>
        <p:nvSpPr>
          <p:cNvPr id="29" name="Text 27"/>
          <p:cNvSpPr/>
          <p:nvPr/>
        </p:nvSpPr>
        <p:spPr>
          <a:xfrm>
            <a:off x="1428750" y="7524750"/>
            <a:ext cx="15430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550" dirty="0"/>
          </a:p>
        </p:txBody>
      </p:sp>
      <p:sp>
        <p:nvSpPr>
          <p:cNvPr id="30" name="Connector line-1792293541461-53108929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2" name="Text 4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368171b4-39d7-4163-a722-27b08512715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GHÉP LUỒNG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800" b="1" spc="29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HTTP/1.1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nối,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luồng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4000500" y="2590800"/>
            <a:ext cx="6477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HTTP/1.1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706100" y="25908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HTTP/2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4400" y="2971800"/>
            <a:ext cx="2819400" cy="1428750"/>
          </a:xfrm>
          <a:prstGeom prst="roundRect">
            <a:avLst>
              <a:gd name="adj" fmla="val 18667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971800"/>
            <a:ext cx="28194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5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40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 song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000500" y="2971800"/>
            <a:ext cx="6477000" cy="1428750"/>
          </a:xfrm>
          <a:prstGeom prst="roundRect">
            <a:avLst>
              <a:gd name="adj" fmla="val 18667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2971800"/>
            <a:ext cx="5810250" cy="14287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Pipelining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nối,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response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706100" y="2971800"/>
            <a:ext cx="6667500" cy="1428750"/>
          </a:xfrm>
          <a:prstGeom prst="roundRect">
            <a:avLst>
              <a:gd name="adj" fmla="val 18667"/>
            </a:avLst>
          </a:prstGeom>
          <a:solidFill>
            <a:srgbClr val="CFE8E2"/>
          </a:solidFill>
          <a:ln/>
        </p:spPr>
      </p:sp>
      <p:sp>
        <p:nvSpPr>
          <p:cNvPr id="11" name="Text 9"/>
          <p:cNvSpPr/>
          <p:nvPr/>
        </p:nvSpPr>
        <p:spPr>
          <a:xfrm>
            <a:off x="11049000" y="2971800"/>
            <a:ext cx="6000750" cy="14287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 song</a:t>
            </a: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4591050"/>
            <a:ext cx="2819400" cy="1428750"/>
          </a:xfrm>
          <a:prstGeom prst="roundRect">
            <a:avLst>
              <a:gd name="adj" fmla="val 18667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591050"/>
            <a:ext cx="28194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400" b="1" dirty="0" spc="-3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000500" y="4591050"/>
            <a:ext cx="6477000" cy="1428750"/>
          </a:xfrm>
          <a:prstGeom prst="roundRect">
            <a:avLst>
              <a:gd name="adj" fmla="val 18667"/>
            </a:avLst>
          </a:prstGeom>
          <a:solidFill>
            <a:srgbClr val="E8E0CF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4591050"/>
            <a:ext cx="5810250" cy="14287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0706100" y="4591050"/>
            <a:ext cx="6667500" cy="1428750"/>
          </a:xfrm>
          <a:prstGeom prst="roundRect">
            <a:avLst>
              <a:gd name="adj" fmla="val 18667"/>
            </a:avLst>
          </a:prstGeom>
          <a:solidFill>
            <a:srgbClr val="CFE8E2"/>
          </a:solidFill>
          <a:ln/>
        </p:spPr>
      </p:sp>
      <p:sp>
        <p:nvSpPr>
          <p:cNvPr id="17" name="Text 15"/>
          <p:cNvSpPr/>
          <p:nvPr/>
        </p:nvSpPr>
        <p:spPr>
          <a:xfrm>
            <a:off x="11049000" y="4591050"/>
            <a:ext cx="6000750" cy="14287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mở nhiều</a:t>
            </a:r>
            <a:r>
              <a:rPr lang="en-US" sz="240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14400" y="6210300"/>
            <a:ext cx="2819400" cy="1428750"/>
          </a:xfrm>
          <a:prstGeom prst="roundRect">
            <a:avLst>
              <a:gd name="adj" fmla="val 18667"/>
            </a:avLst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6210300"/>
            <a:ext cx="28194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</a:t>
            </a:r>
            <a:r>
              <a:rPr lang="en-US" sz="2400" b="1" dirty="0" spc="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0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000500" y="6210300"/>
            <a:ext cx="6477000" cy="1428750"/>
          </a:xfrm>
          <a:prstGeom prst="roundRect">
            <a:avLst>
              <a:gd name="adj" fmla="val 18667"/>
            </a:avLst>
          </a:prstGeom>
          <a:solidFill>
            <a:srgbClr val="E8E0CF"/>
          </a:solidFill>
          <a:ln/>
        </p:spPr>
      </p:sp>
      <p:sp>
        <p:nvSpPr>
          <p:cNvPr id="21" name="Text 19"/>
          <p:cNvSpPr/>
          <p:nvPr/>
        </p:nvSpPr>
        <p:spPr>
          <a:xfrm>
            <a:off x="4343400" y="6210300"/>
            <a:ext cx="5810250" cy="14287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 chặn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400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0706100" y="6210300"/>
            <a:ext cx="6667500" cy="1428750"/>
          </a:xfrm>
          <a:prstGeom prst="roundRect">
            <a:avLst>
              <a:gd name="adj" fmla="val 18667"/>
            </a:avLst>
          </a:prstGeom>
          <a:solidFill>
            <a:srgbClr val="CFE8E2"/>
          </a:solidFill>
          <a:ln/>
        </p:spPr>
      </p:sp>
      <p:sp>
        <p:nvSpPr>
          <p:cNvPr id="23" name="Text 21"/>
          <p:cNvSpPr/>
          <p:nvPr/>
        </p:nvSpPr>
        <p:spPr>
          <a:xfrm>
            <a:off x="11049000" y="6210300"/>
            <a:ext cx="6000750" cy="14287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400" dirty="0"/>
          </a:p>
        </p:txBody>
      </p:sp>
      <p:sp>
        <p:nvSpPr>
          <p:cNvPr id="24" name="Connector line-1792293560135-57332288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b98e15b6-3e9f-4495-a6d0-bf74463bc19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CẢI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HEADER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 LẠI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8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Nén</a:t>
            </a:r>
            <a:r>
              <a:rPr lang="en-US" sz="69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header</a:t>
            </a:r>
            <a:r>
              <a:rPr lang="en-US" sz="6900" dirty="0" spc="-9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(HPACK)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19400"/>
            <a:ext cx="685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HEADER</a:t>
            </a: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515600" y="2819400"/>
            <a:ext cx="685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1650" b="1" spc="19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HPACK</a:t>
            </a:r>
            <a:r>
              <a:rPr lang="en-US" sz="165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BỚT</a:t>
            </a:r>
            <a:r>
              <a:rPr lang="en-US" sz="16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4400" y="3295650"/>
            <a:ext cx="6858000" cy="1047750"/>
          </a:xfrm>
          <a:prstGeom prst="roundRect">
            <a:avLst>
              <a:gd name="adj" fmla="val 254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4900" y="3429000"/>
            <a:ext cx="4000500" cy="781050"/>
          </a:xfrm>
          <a:prstGeom prst="roundRect">
            <a:avLst>
              <a:gd name="adj" fmla="val 24390"/>
            </a:avLst>
          </a:prstGeom>
          <a:solidFill>
            <a:srgbClr val="F8D9D0"/>
          </a:solidFill>
          <a:ln/>
        </p:spPr>
      </p:sp>
      <p:sp>
        <p:nvSpPr>
          <p:cNvPr id="8" name="Text 6"/>
          <p:cNvSpPr/>
          <p:nvPr/>
        </p:nvSpPr>
        <p:spPr>
          <a:xfrm>
            <a:off x="1104900" y="3429000"/>
            <a:ext cx="4000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Header</a:t>
            </a:r>
            <a:r>
              <a:rPr lang="en-US" sz="2100" b="1" dirty="0" spc="-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1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257800" y="3429000"/>
            <a:ext cx="2324100" cy="781050"/>
          </a:xfrm>
          <a:prstGeom prst="roundRect">
            <a:avLst>
              <a:gd name="adj" fmla="val 24390"/>
            </a:avLst>
          </a:prstGeom>
          <a:solidFill>
            <a:srgbClr val="E8E0CF"/>
          </a:solidFill>
          <a:ln/>
        </p:spPr>
      </p:sp>
      <p:sp>
        <p:nvSpPr>
          <p:cNvPr id="10" name="Text 8"/>
          <p:cNvSpPr/>
          <p:nvPr/>
        </p:nvSpPr>
        <p:spPr>
          <a:xfrm>
            <a:off x="5257800" y="3429000"/>
            <a:ext cx="23241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14400" y="4629150"/>
            <a:ext cx="6858000" cy="1047750"/>
          </a:xfrm>
          <a:prstGeom prst="roundRect">
            <a:avLst>
              <a:gd name="adj" fmla="val 254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4900" y="4762500"/>
            <a:ext cx="4000500" cy="781050"/>
          </a:xfrm>
          <a:prstGeom prst="roundRect">
            <a:avLst>
              <a:gd name="adj" fmla="val 24390"/>
            </a:avLst>
          </a:prstGeom>
          <a:solidFill>
            <a:srgbClr val="F8D9D0"/>
          </a:solidFill>
          <a:ln/>
        </p:spPr>
      </p:sp>
      <p:sp>
        <p:nvSpPr>
          <p:cNvPr id="13" name="Text 11"/>
          <p:cNvSpPr/>
          <p:nvPr/>
        </p:nvSpPr>
        <p:spPr>
          <a:xfrm>
            <a:off x="1104900" y="4762500"/>
            <a:ext cx="4000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Header</a:t>
            </a:r>
            <a:r>
              <a:rPr lang="en-US" sz="2100" b="1" dirty="0" spc="-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1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257800" y="4762500"/>
            <a:ext cx="2324100" cy="781050"/>
          </a:xfrm>
          <a:prstGeom prst="roundRect">
            <a:avLst>
              <a:gd name="adj" fmla="val 24390"/>
            </a:avLst>
          </a:prstGeom>
          <a:solidFill>
            <a:srgbClr val="E8E0CF"/>
          </a:solidFill>
          <a:ln/>
        </p:spPr>
      </p:sp>
      <p:sp>
        <p:nvSpPr>
          <p:cNvPr id="15" name="Text 13"/>
          <p:cNvSpPr/>
          <p:nvPr/>
        </p:nvSpPr>
        <p:spPr>
          <a:xfrm>
            <a:off x="5257800" y="4762500"/>
            <a:ext cx="23241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5962650"/>
            <a:ext cx="6858000" cy="1047750"/>
          </a:xfrm>
          <a:prstGeom prst="roundRect">
            <a:avLst>
              <a:gd name="adj" fmla="val 254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04900" y="6096000"/>
            <a:ext cx="4000500" cy="781050"/>
          </a:xfrm>
          <a:prstGeom prst="roundRect">
            <a:avLst>
              <a:gd name="adj" fmla="val 24390"/>
            </a:avLst>
          </a:prstGeom>
          <a:solidFill>
            <a:srgbClr val="F8D9D0"/>
          </a:solidFill>
          <a:ln/>
        </p:spPr>
      </p:sp>
      <p:sp>
        <p:nvSpPr>
          <p:cNvPr id="18" name="Text 16"/>
          <p:cNvSpPr/>
          <p:nvPr/>
        </p:nvSpPr>
        <p:spPr>
          <a:xfrm>
            <a:off x="1104900" y="6096000"/>
            <a:ext cx="4000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Header</a:t>
            </a:r>
            <a:r>
              <a:rPr lang="en-US" sz="2100" b="1" dirty="0" spc="-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1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5257800" y="6096000"/>
            <a:ext cx="2324100" cy="781050"/>
          </a:xfrm>
          <a:prstGeom prst="roundRect">
            <a:avLst>
              <a:gd name="adj" fmla="val 24390"/>
            </a:avLst>
          </a:prstGeom>
          <a:solidFill>
            <a:srgbClr val="E8E0CF"/>
          </a:solidFill>
          <a:ln/>
        </p:spPr>
      </p:sp>
      <p:sp>
        <p:nvSpPr>
          <p:cNvPr id="20" name="Text 18"/>
          <p:cNvSpPr/>
          <p:nvPr/>
        </p:nvSpPr>
        <p:spPr>
          <a:xfrm>
            <a:off x="5257800" y="6096000"/>
            <a:ext cx="23241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100" dirty="0"/>
          </a:p>
        </p:txBody>
      </p:sp>
      <p:sp>
        <p:nvSpPr>
          <p:cNvPr id="21" name="Connector line-1792293588006-472135770"/>
          <p:cNvSpPr/>
          <p:nvPr/>
        </p:nvSpPr>
        <p:spPr>
          <a:xfrm>
            <a:off x="8001000" y="5143500"/>
            <a:ext cx="2286000" cy="0"/>
          </a:xfrm>
          <a:prstGeom prst="line">
            <a:avLst/>
          </a:prstGeom>
          <a:noFill/>
          <a:ln w="76200">
            <a:solidFill>
              <a:srgbClr val="E8472B"/>
            </a:solidFill>
            <a:prstDash val="solid"/>
            <a:headEnd type="none"/>
            <a:tailEnd type="triangle" w="sm" len="sm"/>
          </a:ln>
        </p:spPr>
      </p:sp>
      <p:sp>
        <p:nvSpPr>
          <p:cNvPr id="22" name="Shape 20"/>
          <p:cNvSpPr/>
          <p:nvPr/>
        </p:nvSpPr>
        <p:spPr>
          <a:xfrm>
            <a:off x="8286750" y="4191000"/>
            <a:ext cx="1714500" cy="609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23" name="Text 21"/>
          <p:cNvSpPr/>
          <p:nvPr/>
        </p:nvSpPr>
        <p:spPr>
          <a:xfrm>
            <a:off x="8286750" y="4191000"/>
            <a:ext cx="1714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8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HPACK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0515600" y="3295650"/>
            <a:ext cx="4476750" cy="1047750"/>
          </a:xfrm>
          <a:prstGeom prst="roundRect">
            <a:avLst>
              <a:gd name="adj" fmla="val 254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706100" y="3429000"/>
            <a:ext cx="1619250" cy="781050"/>
          </a:xfrm>
          <a:prstGeom prst="roundRect">
            <a:avLst>
              <a:gd name="adj" fmla="val 24390"/>
            </a:avLst>
          </a:prstGeom>
          <a:solidFill>
            <a:srgbClr val="E8472B"/>
          </a:solidFill>
          <a:ln/>
        </p:spPr>
      </p:sp>
      <p:sp>
        <p:nvSpPr>
          <p:cNvPr id="26" name="Text 24"/>
          <p:cNvSpPr/>
          <p:nvPr/>
        </p:nvSpPr>
        <p:spPr>
          <a:xfrm>
            <a:off x="10706100" y="3429000"/>
            <a:ext cx="16192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Header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2477750" y="3429000"/>
            <a:ext cx="2324100" cy="781050"/>
          </a:xfrm>
          <a:prstGeom prst="roundRect">
            <a:avLst>
              <a:gd name="adj" fmla="val 24390"/>
            </a:avLst>
          </a:prstGeom>
          <a:solidFill>
            <a:srgbClr val="E8E0CF"/>
          </a:solidFill>
          <a:ln/>
        </p:spPr>
      </p:sp>
      <p:sp>
        <p:nvSpPr>
          <p:cNvPr id="28" name="Text 26"/>
          <p:cNvSpPr/>
          <p:nvPr/>
        </p:nvSpPr>
        <p:spPr>
          <a:xfrm>
            <a:off x="12477750" y="3429000"/>
            <a:ext cx="23241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10515600" y="4629150"/>
            <a:ext cx="4476750" cy="1047750"/>
          </a:xfrm>
          <a:prstGeom prst="roundRect">
            <a:avLst>
              <a:gd name="adj" fmla="val 254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706100" y="4762500"/>
            <a:ext cx="1619250" cy="781050"/>
          </a:xfrm>
          <a:prstGeom prst="roundRect">
            <a:avLst>
              <a:gd name="adj" fmla="val 24390"/>
            </a:avLst>
          </a:prstGeom>
          <a:solidFill>
            <a:srgbClr val="E8472B"/>
          </a:solidFill>
          <a:ln/>
        </p:spPr>
      </p:sp>
      <p:sp>
        <p:nvSpPr>
          <p:cNvPr id="31" name="Text 29"/>
          <p:cNvSpPr/>
          <p:nvPr/>
        </p:nvSpPr>
        <p:spPr>
          <a:xfrm>
            <a:off x="10706100" y="4762500"/>
            <a:ext cx="16192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Header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2477750" y="4762500"/>
            <a:ext cx="2324100" cy="781050"/>
          </a:xfrm>
          <a:prstGeom prst="roundRect">
            <a:avLst>
              <a:gd name="adj" fmla="val 24390"/>
            </a:avLst>
          </a:prstGeom>
          <a:solidFill>
            <a:srgbClr val="E8E0CF"/>
          </a:solidFill>
          <a:ln/>
        </p:spPr>
      </p:sp>
      <p:sp>
        <p:nvSpPr>
          <p:cNvPr id="33" name="Text 31"/>
          <p:cNvSpPr/>
          <p:nvPr/>
        </p:nvSpPr>
        <p:spPr>
          <a:xfrm>
            <a:off x="12477750" y="4762500"/>
            <a:ext cx="23241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10515600" y="5962650"/>
            <a:ext cx="4476750" cy="1047750"/>
          </a:xfrm>
          <a:prstGeom prst="roundRect">
            <a:avLst>
              <a:gd name="adj" fmla="val 254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06100" y="6096000"/>
            <a:ext cx="1619250" cy="781050"/>
          </a:xfrm>
          <a:prstGeom prst="roundRect">
            <a:avLst>
              <a:gd name="adj" fmla="val 24390"/>
            </a:avLst>
          </a:prstGeom>
          <a:solidFill>
            <a:srgbClr val="E8472B"/>
          </a:solidFill>
          <a:ln/>
        </p:spPr>
      </p:sp>
      <p:sp>
        <p:nvSpPr>
          <p:cNvPr id="36" name="Text 34"/>
          <p:cNvSpPr/>
          <p:nvPr/>
        </p:nvSpPr>
        <p:spPr>
          <a:xfrm>
            <a:off x="10706100" y="6096000"/>
            <a:ext cx="16192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Header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12477750" y="6096000"/>
            <a:ext cx="2324100" cy="781050"/>
          </a:xfrm>
          <a:prstGeom prst="roundRect">
            <a:avLst>
              <a:gd name="adj" fmla="val 24390"/>
            </a:avLst>
          </a:prstGeom>
          <a:solidFill>
            <a:srgbClr val="E8E0CF"/>
          </a:solidFill>
          <a:ln/>
        </p:spPr>
      </p:sp>
      <p:sp>
        <p:nvSpPr>
          <p:cNvPr id="38" name="Text 36"/>
          <p:cNvSpPr/>
          <p:nvPr/>
        </p:nvSpPr>
        <p:spPr>
          <a:xfrm>
            <a:off x="12477750" y="6096000"/>
            <a:ext cx="23241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14400" y="7581900"/>
            <a:ext cx="16459200" cy="952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40" name="Text 38"/>
          <p:cNvSpPr/>
          <p:nvPr/>
        </p:nvSpPr>
        <p:spPr>
          <a:xfrm>
            <a:off x="1428750" y="7581900"/>
            <a:ext cx="1543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Giảm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header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cầu,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b="1" dirty="0" spc="4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550" dirty="0"/>
          </a:p>
        </p:txBody>
      </p:sp>
      <p:sp>
        <p:nvSpPr>
          <p:cNvPr id="41" name="Connector line-1792293588024-77688130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3" name="Text 5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5" name="Moda image moda-export-watermark-45f5b015-e744-494f-985d-121fa1712cc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1800" b="1" spc="26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TÍNH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1800" b="1" spc="25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300" dirty="0" spc="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3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63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5143500" y="2705100"/>
            <a:ext cx="581025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5143500" y="2705100"/>
            <a:ext cx="5810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182350" y="2705100"/>
            <a:ext cx="619125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7" name="Text 5"/>
          <p:cNvSpPr/>
          <p:nvPr/>
        </p:nvSpPr>
        <p:spPr>
          <a:xfrm>
            <a:off x="11182350" y="2705100"/>
            <a:ext cx="6191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Hiện</a:t>
            </a:r>
            <a:r>
              <a:rPr lang="en-US" sz="24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3657600"/>
            <a:ext cx="4000500" cy="1809750"/>
          </a:xfrm>
          <a:prstGeom prst="roundRect">
            <a:avLst>
              <a:gd name="adj" fmla="val 14737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657600"/>
            <a:ext cx="4000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Ưu</a:t>
            </a:r>
            <a:r>
              <a:rPr lang="en-US" sz="2850" dirty="0" spc="-5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tiên</a:t>
            </a:r>
            <a:r>
              <a:rPr lang="en-US" sz="285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luồng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5695950"/>
            <a:ext cx="4000500" cy="1809750"/>
          </a:xfrm>
          <a:prstGeom prst="roundRect">
            <a:avLst>
              <a:gd name="adj" fmla="val 14737"/>
            </a:avLst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5695950"/>
            <a:ext cx="4000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1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Server</a:t>
            </a:r>
            <a:r>
              <a:rPr lang="en-US" sz="2850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Push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5143500" y="3657600"/>
            <a:ext cx="5810250" cy="1809750"/>
          </a:xfrm>
          <a:prstGeom prst="roundRect">
            <a:avLst>
              <a:gd name="adj" fmla="val 14737"/>
            </a:avLst>
          </a:prstGeom>
          <a:solidFill>
            <a:srgbClr val="DDE3FA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82350" y="3657600"/>
            <a:ext cx="6191250" cy="1809750"/>
          </a:xfrm>
          <a:prstGeom prst="roundRect">
            <a:avLst>
              <a:gd name="adj" fmla="val 14737"/>
            </a:avLst>
          </a:prstGeom>
          <a:solidFill>
            <a:srgbClr val="FBF8F2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43500" y="5695950"/>
            <a:ext cx="5810250" cy="1809750"/>
          </a:xfrm>
          <a:prstGeom prst="roundRect">
            <a:avLst>
              <a:gd name="adj" fmla="val 14737"/>
            </a:avLst>
          </a:prstGeom>
          <a:solidFill>
            <a:srgbClr val="F3DFB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82350" y="5695950"/>
            <a:ext cx="6191250" cy="1809750"/>
          </a:xfrm>
          <a:prstGeom prst="roundRect">
            <a:avLst>
              <a:gd name="adj" fmla="val 14737"/>
            </a:avLst>
          </a:prstGeom>
          <a:solidFill>
            <a:srgbClr val="FBF8F2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24500" y="3657600"/>
            <a:ext cx="5143500" cy="1809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550" b="1" dirty="0" spc="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bản</a:t>
            </a:r>
            <a:r>
              <a:rPr lang="en-US" sz="25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1563350" y="3657600"/>
            <a:ext cx="5429250" cy="1809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deprecated;</a:t>
            </a:r>
            <a:r>
              <a:rPr lang="en-US" sz="255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9218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5524500" y="5695950"/>
            <a:ext cx="5143500" cy="1809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Server</a:t>
            </a:r>
            <a:r>
              <a:rPr lang="en-US" sz="2550" b="1" dirty="0" spc="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1563350" y="5695950"/>
            <a:ext cx="5429250" cy="1809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Chrome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bản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106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14400" y="7848600"/>
            <a:ext cx="16459200" cy="857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21" name="Text 19"/>
          <p:cNvSpPr/>
          <p:nvPr/>
        </p:nvSpPr>
        <p:spPr>
          <a:xfrm>
            <a:off x="1428750" y="7848600"/>
            <a:ext cx="15430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liệt</a:t>
            </a:r>
            <a:r>
              <a:rPr lang="en-US" sz="2400" b="1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như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HTTP/2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nhanh.</a:t>
            </a:r>
            <a:endParaRPr lang="en-US" sz="2400" dirty="0"/>
          </a:p>
        </p:txBody>
      </p:sp>
      <p:sp>
        <p:nvSpPr>
          <p:cNvPr id="22" name="Connector line-1792293609476-94393649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a03d93f3-a585-4b87-8539-8997ba484f5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51435" rIns="0" bIns="-51435" rtlCol="0" anchor="ctr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HTTP/2</a:t>
            </a:r>
            <a:r>
              <a:rPr lang="en-US" sz="60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6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60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60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6300"/>
              </a:lnSpc>
              <a:buNone/>
            </a:pPr>
            <a:r>
              <a:rPr lang="en-US" sz="6000" dirty="0" spc="-1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000" dirty="0" spc="-3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60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r>
              <a:rPr lang="en-US" sz="6000" dirty="0" spc="-3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TCP</a:t>
            </a:r>
            <a:endParaRPr lang="en-US" sz="6000" dirty="0"/>
          </a:p>
        </p:txBody>
      </p:sp>
      <p:sp>
        <p:nvSpPr>
          <p:cNvPr id="4" name="Connector line-1792293647364-146587367"/>
          <p:cNvSpPr/>
          <p:nvPr/>
        </p:nvSpPr>
        <p:spPr>
          <a:xfrm>
            <a:off x="1428750" y="3048000"/>
            <a:ext cx="15430500" cy="0"/>
          </a:xfrm>
          <a:prstGeom prst="line">
            <a:avLst/>
          </a:prstGeom>
          <a:noFill/>
          <a:ln w="571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933700" y="2838450"/>
            <a:ext cx="419100" cy="4191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6" name="Shape 4"/>
          <p:cNvSpPr/>
          <p:nvPr/>
        </p:nvSpPr>
        <p:spPr>
          <a:xfrm>
            <a:off x="8934450" y="2838450"/>
            <a:ext cx="419100" cy="4191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7" name="Shape 5"/>
          <p:cNvSpPr/>
          <p:nvPr/>
        </p:nvSpPr>
        <p:spPr>
          <a:xfrm>
            <a:off x="14935200" y="2838450"/>
            <a:ext cx="419100" cy="4191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8" name="Text 6"/>
          <p:cNvSpPr/>
          <p:nvPr/>
        </p:nvSpPr>
        <p:spPr>
          <a:xfrm>
            <a:off x="2933700" y="283845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8934450" y="283845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935200" y="283845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57250" y="3543300"/>
            <a:ext cx="457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Mất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58000" y="3543300"/>
            <a:ext cx="457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 spc="-4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TCP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700" b="1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7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2858750" y="3543300"/>
            <a:ext cx="457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 cùng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14400" y="4953000"/>
            <a:ext cx="10477500" cy="3143250"/>
          </a:xfrm>
          <a:prstGeom prst="roundRect">
            <a:avLst>
              <a:gd name="adj" fmla="val 12121"/>
            </a:avLst>
          </a:prstGeom>
          <a:solidFill>
            <a:srgbClr val="1E212B"/>
          </a:solidFill>
          <a:ln w="28575">
            <a:solidFill>
              <a:srgbClr val="5B60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5400" y="5143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 NỐI</a:t>
            </a:r>
            <a:r>
              <a:rPr lang="en-US" sz="1800" b="1" spc="20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04900" y="5715000"/>
            <a:ext cx="10096500" cy="609600"/>
          </a:xfrm>
          <a:prstGeom prst="roundRect">
            <a:avLst>
              <a:gd name="adj" fmla="val 31250"/>
            </a:avLst>
          </a:prstGeom>
          <a:solidFill>
            <a:srgbClr val="14161C"/>
          </a:solidFill>
          <a:ln/>
        </p:spPr>
      </p:sp>
      <p:sp>
        <p:nvSpPr>
          <p:cNvPr id="17" name="Shape 15"/>
          <p:cNvSpPr/>
          <p:nvPr/>
        </p:nvSpPr>
        <p:spPr>
          <a:xfrm>
            <a:off x="1104900" y="6515100"/>
            <a:ext cx="10096500" cy="609600"/>
          </a:xfrm>
          <a:prstGeom prst="roundRect">
            <a:avLst>
              <a:gd name="adj" fmla="val 31250"/>
            </a:avLst>
          </a:prstGeom>
          <a:solidFill>
            <a:srgbClr val="14161C"/>
          </a:solidFill>
          <a:ln/>
        </p:spPr>
      </p:sp>
      <p:sp>
        <p:nvSpPr>
          <p:cNvPr id="18" name="Shape 16"/>
          <p:cNvSpPr/>
          <p:nvPr/>
        </p:nvSpPr>
        <p:spPr>
          <a:xfrm>
            <a:off x="1104900" y="7315200"/>
            <a:ext cx="10096500" cy="609600"/>
          </a:xfrm>
          <a:prstGeom prst="roundRect">
            <a:avLst>
              <a:gd name="adj" fmla="val 31250"/>
            </a:avLst>
          </a:prstGeom>
          <a:solidFill>
            <a:srgbClr val="14161C"/>
          </a:solidFill>
          <a:ln/>
        </p:spPr>
      </p:sp>
      <p:sp>
        <p:nvSpPr>
          <p:cNvPr id="19" name="Shape 17"/>
          <p:cNvSpPr/>
          <p:nvPr/>
        </p:nvSpPr>
        <p:spPr>
          <a:xfrm>
            <a:off x="1295400" y="5829300"/>
            <a:ext cx="1047750" cy="381000"/>
          </a:xfrm>
          <a:prstGeom prst="roundRect">
            <a:avLst>
              <a:gd name="adj" fmla="val 30000"/>
            </a:avLst>
          </a:prstGeom>
          <a:solidFill>
            <a:srgbClr val="3DD6A0"/>
          </a:solidFill>
          <a:ln/>
        </p:spPr>
      </p:sp>
      <p:sp>
        <p:nvSpPr>
          <p:cNvPr id="20" name="Shape 18"/>
          <p:cNvSpPr/>
          <p:nvPr/>
        </p:nvSpPr>
        <p:spPr>
          <a:xfrm>
            <a:off x="2514600" y="5829300"/>
            <a:ext cx="1047750" cy="381000"/>
          </a:xfrm>
          <a:prstGeom prst="roundRect">
            <a:avLst>
              <a:gd name="adj" fmla="val 30000"/>
            </a:avLst>
          </a:prstGeom>
          <a:solidFill>
            <a:srgbClr val="3DD6A0"/>
          </a:solidFill>
          <a:ln/>
        </p:spPr>
      </p:sp>
      <p:sp>
        <p:nvSpPr>
          <p:cNvPr id="21" name="Shape 19"/>
          <p:cNvSpPr/>
          <p:nvPr/>
        </p:nvSpPr>
        <p:spPr>
          <a:xfrm>
            <a:off x="1295400" y="6629400"/>
            <a:ext cx="1047750" cy="381000"/>
          </a:xfrm>
          <a:prstGeom prst="roundRect">
            <a:avLst>
              <a:gd name="adj" fmla="val 30000"/>
            </a:avLst>
          </a:prstGeom>
          <a:solidFill>
            <a:srgbClr val="3DD6A0"/>
          </a:solidFill>
          <a:ln/>
        </p:spPr>
      </p:sp>
      <p:sp>
        <p:nvSpPr>
          <p:cNvPr id="22" name="Shape 20"/>
          <p:cNvSpPr/>
          <p:nvPr/>
        </p:nvSpPr>
        <p:spPr>
          <a:xfrm>
            <a:off x="2514600" y="6629400"/>
            <a:ext cx="1047750" cy="381000"/>
          </a:xfrm>
          <a:prstGeom prst="roundRect">
            <a:avLst>
              <a:gd name="adj" fmla="val 30000"/>
            </a:avLst>
          </a:prstGeom>
          <a:solidFill>
            <a:srgbClr val="3DD6A0"/>
          </a:solidFill>
          <a:ln/>
        </p:spPr>
      </p:sp>
      <p:sp>
        <p:nvSpPr>
          <p:cNvPr id="23" name="Shape 21"/>
          <p:cNvSpPr/>
          <p:nvPr/>
        </p:nvSpPr>
        <p:spPr>
          <a:xfrm>
            <a:off x="1295400" y="7429500"/>
            <a:ext cx="1047750" cy="381000"/>
          </a:xfrm>
          <a:prstGeom prst="roundRect">
            <a:avLst>
              <a:gd name="adj" fmla="val 30000"/>
            </a:avLst>
          </a:prstGeom>
          <a:solidFill>
            <a:srgbClr val="3DD6A0"/>
          </a:solidFill>
          <a:ln/>
        </p:spPr>
      </p:sp>
      <p:sp>
        <p:nvSpPr>
          <p:cNvPr id="24" name="Shape 22"/>
          <p:cNvSpPr/>
          <p:nvPr/>
        </p:nvSpPr>
        <p:spPr>
          <a:xfrm>
            <a:off x="2514600" y="7429500"/>
            <a:ext cx="1047750" cy="381000"/>
          </a:xfrm>
          <a:prstGeom prst="roundRect">
            <a:avLst>
              <a:gd name="adj" fmla="val 30000"/>
            </a:avLst>
          </a:prstGeom>
          <a:solidFill>
            <a:srgbClr val="3DD6A0"/>
          </a:solidFill>
          <a:ln/>
        </p:spPr>
      </p:sp>
      <p:sp>
        <p:nvSpPr>
          <p:cNvPr id="25" name="Shape 23"/>
          <p:cNvSpPr/>
          <p:nvPr/>
        </p:nvSpPr>
        <p:spPr>
          <a:xfrm>
            <a:off x="3733800" y="6629400"/>
            <a:ext cx="1047750" cy="381000"/>
          </a:xfrm>
          <a:prstGeom prst="roundRect">
            <a:avLst>
              <a:gd name="adj" fmla="val 30000"/>
            </a:avLst>
          </a:prstGeom>
          <a:solidFill>
            <a:srgbClr val="FF6A4D"/>
          </a:solidFill>
          <a:ln/>
        </p:spPr>
      </p:sp>
      <p:sp>
        <p:nvSpPr>
          <p:cNvPr id="26" name="Text 24"/>
          <p:cNvSpPr/>
          <p:nvPr/>
        </p:nvSpPr>
        <p:spPr>
          <a:xfrm>
            <a:off x="3733800" y="6629400"/>
            <a:ext cx="1047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✕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3733800" y="5829300"/>
            <a:ext cx="1047750" cy="381000"/>
          </a:xfrm>
          <a:prstGeom prst="roundRect">
            <a:avLst>
              <a:gd name="adj" fmla="val 30000"/>
            </a:avLst>
          </a:prstGeom>
          <a:noFill/>
          <a:ln w="28575">
            <a:solidFill>
              <a:srgbClr val="5B6070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4953000" y="5829300"/>
            <a:ext cx="1047750" cy="381000"/>
          </a:xfrm>
          <a:prstGeom prst="roundRect">
            <a:avLst>
              <a:gd name="adj" fmla="val 30000"/>
            </a:avLst>
          </a:prstGeom>
          <a:noFill/>
          <a:ln w="28575">
            <a:solidFill>
              <a:srgbClr val="5B6070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172200" y="5829300"/>
            <a:ext cx="1047750" cy="381000"/>
          </a:xfrm>
          <a:prstGeom prst="roundRect">
            <a:avLst>
              <a:gd name="adj" fmla="val 30000"/>
            </a:avLst>
          </a:prstGeom>
          <a:noFill/>
          <a:ln w="28575">
            <a:solidFill>
              <a:srgbClr val="5B6070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4953000" y="6629400"/>
            <a:ext cx="1047750" cy="381000"/>
          </a:xfrm>
          <a:prstGeom prst="roundRect">
            <a:avLst>
              <a:gd name="adj" fmla="val 30000"/>
            </a:avLst>
          </a:prstGeom>
          <a:noFill/>
          <a:ln w="28575">
            <a:solidFill>
              <a:srgbClr val="5B607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172200" y="6629400"/>
            <a:ext cx="1047750" cy="381000"/>
          </a:xfrm>
          <a:prstGeom prst="roundRect">
            <a:avLst>
              <a:gd name="adj" fmla="val 30000"/>
            </a:avLst>
          </a:prstGeom>
          <a:noFill/>
          <a:ln w="28575">
            <a:solidFill>
              <a:srgbClr val="5B6070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3733800" y="7429500"/>
            <a:ext cx="1047750" cy="381000"/>
          </a:xfrm>
          <a:prstGeom prst="roundRect">
            <a:avLst>
              <a:gd name="adj" fmla="val 30000"/>
            </a:avLst>
          </a:prstGeom>
          <a:noFill/>
          <a:ln w="28575">
            <a:solidFill>
              <a:srgbClr val="5B6070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4953000" y="7429500"/>
            <a:ext cx="1047750" cy="381000"/>
          </a:xfrm>
          <a:prstGeom prst="roundRect">
            <a:avLst>
              <a:gd name="adj" fmla="val 30000"/>
            </a:avLst>
          </a:prstGeom>
          <a:noFill/>
          <a:ln w="28575">
            <a:solidFill>
              <a:srgbClr val="5B6070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7429500"/>
            <a:ext cx="1047750" cy="381000"/>
          </a:xfrm>
          <a:prstGeom prst="roundRect">
            <a:avLst>
              <a:gd name="adj" fmla="val 30000"/>
            </a:avLst>
          </a:prstGeom>
          <a:noFill/>
          <a:ln w="28575">
            <a:solidFill>
              <a:srgbClr val="5B607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7620000" y="6515100"/>
            <a:ext cx="3429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2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25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2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2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endParaRPr lang="en-US" sz="2250" dirty="0"/>
          </a:p>
        </p:txBody>
      </p:sp>
      <p:sp>
        <p:nvSpPr>
          <p:cNvPr id="36" name="Shape 34"/>
          <p:cNvSpPr/>
          <p:nvPr/>
        </p:nvSpPr>
        <p:spPr>
          <a:xfrm>
            <a:off x="11811000" y="4953000"/>
            <a:ext cx="55626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153900" y="4953000"/>
            <a:ext cx="495300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Đặc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HTTP/2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4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11811000" y="6667500"/>
            <a:ext cx="5562600" cy="1428750"/>
          </a:xfrm>
          <a:prstGeom prst="roundRect">
            <a:avLst>
              <a:gd name="adj" fmla="val 18667"/>
            </a:avLst>
          </a:prstGeom>
          <a:solidFill>
            <a:srgbClr val="3DD6A0"/>
          </a:solidFill>
          <a:ln/>
        </p:spPr>
      </p:sp>
      <p:sp>
        <p:nvSpPr>
          <p:cNvPr id="39" name="Text 37"/>
          <p:cNvSpPr/>
          <p:nvPr/>
        </p:nvSpPr>
        <p:spPr>
          <a:xfrm>
            <a:off x="12153900" y="6667500"/>
            <a:ext cx="495300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HTTP/3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QUIC</a:t>
            </a:r>
            <a:r>
              <a:rPr lang="en-US" sz="24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nó.</a:t>
            </a:r>
            <a:endParaRPr lang="en-US" sz="2400" dirty="0"/>
          </a:p>
        </p:txBody>
      </p:sp>
      <p:sp>
        <p:nvSpPr>
          <p:cNvPr id="40" name="Connector line-1792293647396-703156113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2" name="Text 5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53" name="Shape 5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4" name="Moda image moda-export-watermark-e79fb616-fd6e-4ec5-97f2-df36ee9a910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93668668-922774033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142875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36576" rIns="0" bIns="-36576" rtlCol="0" anchor="t"/>
          <a:lstStyle/>
          <a:p>
            <a:pPr algn="l" indent="0" marL="0">
              <a:lnSpc>
                <a:spcPts val="5184"/>
              </a:lnSpc>
              <a:buNone/>
            </a:pPr>
            <a:r>
              <a:rPr lang="en-US" sz="48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48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r>
              <a:rPr lang="en-US" sz="4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</a:t>
            </a:r>
            <a:r>
              <a:rPr lang="en-US" sz="48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30</a:t>
            </a:r>
            <a:r>
              <a:rPr lang="en-US" sz="4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4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4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4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mạng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4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</a:t>
            </a:r>
            <a:r>
              <a:rPr lang="en-US" sz="48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gói.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5184"/>
              </a:lnSpc>
              <a:buNone/>
            </a:pPr>
            <a:r>
              <a:rPr lang="en-US" sz="480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Ghép</a:t>
            </a:r>
            <a:r>
              <a:rPr lang="en-US" sz="48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luồng</a:t>
            </a:r>
            <a:r>
              <a:rPr lang="en-US" sz="48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4800" dirty="0" spc="-6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4800" dirty="0" spc="-1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gì,</a:t>
            </a:r>
            <a:r>
              <a:rPr lang="en-US" sz="4800" dirty="0" spc="-5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48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4800" dirty="0" spc="-2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r>
              <a:rPr lang="en-US" sz="48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4800" dirty="0" spc="-3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4800" dirty="0"/>
          </a:p>
        </p:txBody>
      </p:sp>
      <p:sp>
        <p:nvSpPr>
          <p:cNvPr id="17" name="Shape 15"/>
          <p:cNvSpPr/>
          <p:nvPr/>
        </p:nvSpPr>
        <p:spPr>
          <a:xfrm>
            <a:off x="914400" y="3333750"/>
            <a:ext cx="16459200" cy="2190750"/>
          </a:xfrm>
          <a:prstGeom prst="roundRect">
            <a:avLst>
              <a:gd name="adj" fmla="val 12174"/>
            </a:avLst>
          </a:prstGeom>
          <a:solidFill>
            <a:srgbClr val="CFE8E2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5905500"/>
            <a:ext cx="16459200" cy="2190750"/>
          </a:xfrm>
          <a:prstGeom prst="roundRect">
            <a:avLst>
              <a:gd name="adj" fmla="val 12174"/>
            </a:avLst>
          </a:prstGeom>
          <a:solidFill>
            <a:srgbClr val="F8D9D0"/>
          </a:solidFill>
          <a:ln/>
        </p:spPr>
      </p:sp>
      <p:sp>
        <p:nvSpPr>
          <p:cNvPr id="19" name="Text 17"/>
          <p:cNvSpPr/>
          <p:nvPr/>
        </p:nvSpPr>
        <p:spPr>
          <a:xfrm>
            <a:off x="1333500" y="4067175"/>
            <a:ext cx="723900" cy="7239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333500" y="6638925"/>
            <a:ext cx="723900" cy="7239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6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2476500" y="37338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2476500" y="63055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GIỚI</a:t>
            </a: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2476500" y="4191000"/>
            <a:ext cx="14478000" cy="104775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Ghép luồng</a:t>
            </a:r>
            <a:r>
              <a:rPr lang="en-US" sz="31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1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3150" b="1" dirty="0" spc="5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31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315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31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31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</a:t>
            </a:r>
            <a:r>
              <a:rPr lang="en-US" sz="31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</a:t>
            </a:r>
            <a:r>
              <a:rPr lang="en-US" sz="315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1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b="1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1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nối,</a:t>
            </a:r>
            <a:r>
              <a:rPr lang="en-US" sz="31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1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31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150" b="1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1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nối.</a:t>
            </a:r>
            <a:endParaRPr lang="en-US" sz="3150" dirty="0"/>
          </a:p>
        </p:txBody>
      </p:sp>
      <p:sp>
        <p:nvSpPr>
          <p:cNvPr id="24" name="Text 22"/>
          <p:cNvSpPr/>
          <p:nvPr/>
        </p:nvSpPr>
        <p:spPr>
          <a:xfrm>
            <a:off x="2476500" y="6762750"/>
            <a:ext cx="14478000" cy="104775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Mất</a:t>
            </a:r>
            <a:r>
              <a:rPr lang="en-US" sz="31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31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1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3150" b="1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r>
              <a:rPr lang="en-US" sz="31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31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làm</a:t>
            </a:r>
            <a:r>
              <a:rPr lang="en-US" sz="31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 luồng</a:t>
            </a:r>
            <a:r>
              <a:rPr lang="en-US" sz="31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 chờ.</a:t>
            </a:r>
            <a:endParaRPr lang="en-US" sz="31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c0004c12-8c5c-4c76-85f4-b0fe28fcba3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ĐỐI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57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57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14400" y="2495550"/>
            <a:ext cx="6286500" cy="5334000"/>
          </a:xfrm>
          <a:prstGeom prst="roundRect">
            <a:avLst>
              <a:gd name="adj" fmla="val 4286"/>
            </a:avLst>
          </a:prstGeom>
          <a:solidFill>
            <a:srgbClr val="F3EEE3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52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95400" y="3219450"/>
            <a:ext cx="552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95400" y="3543300"/>
            <a:ext cx="552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dirty="0" spc="-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18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 cố</a:t>
            </a:r>
            <a:r>
              <a:rPr lang="en-US" sz="1800" dirty="0" spc="1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4000500"/>
            <a:ext cx="552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9112 ·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§9.3.2–9.4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95400" y="4324350"/>
            <a:ext cx="552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pipelining</a:t>
            </a:r>
            <a:r>
              <a:rPr lang="en-US" sz="1800" dirty="0" spc="-1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8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18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8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800" dirty="0" spc="-2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8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4781550"/>
            <a:ext cx="552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9113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7541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95400" y="5105400"/>
            <a:ext cx="552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đặc</a:t>
            </a:r>
            <a:r>
              <a:rPr lang="en-US" sz="1800" dirty="0" spc="-1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1800" dirty="0" spc="-1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HTTP/2</a:t>
            </a:r>
            <a:r>
              <a:rPr lang="en-US" sz="1800" dirty="0" spc="-1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3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HPACK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95400" y="5562600"/>
            <a:ext cx="552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95400" y="5886450"/>
            <a:ext cx="552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Evolution</a:t>
            </a:r>
            <a:r>
              <a:rPr lang="en-US" sz="18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18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95400" y="6343650"/>
            <a:ext cx="552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Chrome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9218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95400" y="6667500"/>
            <a:ext cx="552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tắt</a:t>
            </a:r>
            <a:r>
              <a:rPr lang="en-US" sz="18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 Push;</a:t>
            </a:r>
            <a:r>
              <a:rPr lang="en-US" sz="18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1800" dirty="0" spc="1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18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1800" dirty="0" spc="-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8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8191500"/>
            <a:ext cx="16459200" cy="66675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2026-10-13. Hai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Chrome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9218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được;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8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trích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20000" y="2495550"/>
            <a:ext cx="180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9525000" y="2457450"/>
            <a:ext cx="7848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525000" y="2762250"/>
            <a:ext cx="7848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21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2100" b="1" dirty="0" spc="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1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1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100" dirty="0"/>
          </a:p>
        </p:txBody>
      </p:sp>
      <p:sp>
        <p:nvSpPr>
          <p:cNvPr id="20" name="Connector line-1792293699992-543381889"/>
          <p:cNvSpPr/>
          <p:nvPr/>
        </p:nvSpPr>
        <p:spPr>
          <a:xfrm>
            <a:off x="7620000" y="3295650"/>
            <a:ext cx="9753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7620000" y="3390900"/>
            <a:ext cx="180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7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HPACK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9525000" y="33528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Header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Compression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HTTP/2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525000" y="3657600"/>
            <a:ext cx="7848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Nén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header</a:t>
            </a: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1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100" dirty="0"/>
          </a:p>
        </p:txBody>
      </p:sp>
      <p:sp>
        <p:nvSpPr>
          <p:cNvPr id="24" name="Connector line-1792293699997-765215571"/>
          <p:cNvSpPr/>
          <p:nvPr/>
        </p:nvSpPr>
        <p:spPr>
          <a:xfrm>
            <a:off x="7620000" y="4191000"/>
            <a:ext cx="9753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7620000" y="4286250"/>
            <a:ext cx="180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3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TCP</a:t>
            </a:r>
            <a:endParaRPr lang="en-US" sz="3300" dirty="0"/>
          </a:p>
        </p:txBody>
      </p:sp>
      <p:sp>
        <p:nvSpPr>
          <p:cNvPr id="26" name="Text 24"/>
          <p:cNvSpPr/>
          <p:nvPr/>
        </p:nvSpPr>
        <p:spPr>
          <a:xfrm>
            <a:off x="9525000" y="4248150"/>
            <a:ext cx="7848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Transmission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525000" y="4552950"/>
            <a:ext cx="7848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cậy,</a:t>
            </a: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1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100" dirty="0"/>
          </a:p>
        </p:txBody>
      </p:sp>
      <p:sp>
        <p:nvSpPr>
          <p:cNvPr id="28" name="Connector line-1792293700002-968958408"/>
          <p:cNvSpPr/>
          <p:nvPr/>
        </p:nvSpPr>
        <p:spPr>
          <a:xfrm>
            <a:off x="7620000" y="5086350"/>
            <a:ext cx="9753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7620000" y="5181600"/>
            <a:ext cx="180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RFC</a:t>
            </a:r>
            <a:endParaRPr lang="en-US" sz="3300" dirty="0"/>
          </a:p>
        </p:txBody>
      </p:sp>
      <p:sp>
        <p:nvSpPr>
          <p:cNvPr id="30" name="Text 28"/>
          <p:cNvSpPr/>
          <p:nvPr/>
        </p:nvSpPr>
        <p:spPr>
          <a:xfrm>
            <a:off x="9525000" y="51435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Request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Comments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525000" y="5448300"/>
            <a:ext cx="7848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6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1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endParaRPr lang="en-US" sz="2100" dirty="0"/>
          </a:p>
        </p:txBody>
      </p:sp>
      <p:sp>
        <p:nvSpPr>
          <p:cNvPr id="32" name="Connector line-1792293700008-855143137"/>
          <p:cNvSpPr/>
          <p:nvPr/>
        </p:nvSpPr>
        <p:spPr>
          <a:xfrm>
            <a:off x="7620000" y="5981700"/>
            <a:ext cx="9753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7620000" y="6076950"/>
            <a:ext cx="180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UDP</a:t>
            </a:r>
            <a:endParaRPr lang="en-US" sz="3300" dirty="0"/>
          </a:p>
        </p:txBody>
      </p:sp>
      <p:sp>
        <p:nvSpPr>
          <p:cNvPr id="34" name="Text 32"/>
          <p:cNvSpPr/>
          <p:nvPr/>
        </p:nvSpPr>
        <p:spPr>
          <a:xfrm>
            <a:off x="9525000" y="6038850"/>
            <a:ext cx="7848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User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Datagram Protocol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9525000" y="6343650"/>
            <a:ext cx="7848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4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 nhẹ,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nhanh,</a:t>
            </a: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1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1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endParaRPr lang="en-US" sz="2100" dirty="0"/>
          </a:p>
        </p:txBody>
      </p:sp>
      <p:sp>
        <p:nvSpPr>
          <p:cNvPr id="36" name="Connector line-1792293700013-768181645"/>
          <p:cNvSpPr/>
          <p:nvPr/>
        </p:nvSpPr>
        <p:spPr>
          <a:xfrm>
            <a:off x="7620000" y="6877050"/>
            <a:ext cx="9753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7620000" y="6972300"/>
            <a:ext cx="180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QUIC</a:t>
            </a:r>
            <a:endParaRPr lang="en-US" sz="3300" dirty="0"/>
          </a:p>
        </p:txBody>
      </p:sp>
      <p:sp>
        <p:nvSpPr>
          <p:cNvPr id="38" name="Text 36"/>
          <p:cNvSpPr/>
          <p:nvPr/>
        </p:nvSpPr>
        <p:spPr>
          <a:xfrm>
            <a:off x="9525000" y="6934200"/>
            <a:ext cx="7848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Quick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UDP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Connections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9525000" y="7239000"/>
            <a:ext cx="7848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HTTP/3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100" b="1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endParaRPr lang="en-US" sz="2100" dirty="0"/>
          </a:p>
        </p:txBody>
      </p:sp>
      <p:sp>
        <p:nvSpPr>
          <p:cNvPr id="40" name="Connector line-1792293700018-33882465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2" name="Text 5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53" name="Shape 5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4" name="Moda image moda-export-watermark-3881a360-9240-4043-bd75-fe70c02713d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2026-10-18T10:34:27Z</dcterms:created>
  <dcterms:modified xsi:type="dcterms:W3CDTF">2026-10-18T10:34:27Z</dcterms:modified>
</cp:coreProperties>
</file>