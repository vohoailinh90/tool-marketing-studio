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09550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của</a:t>
            </a:r>
            <a:endParaRPr lang="en-US" sz="6600" dirty="0"/>
          </a:p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66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6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miền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6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3000" dirty="0"/>
          </a:p>
        </p:txBody>
      </p:sp>
      <p:sp>
        <p:nvSpPr>
          <p:cNvPr id="5" name="Connector line-1792385919632-563255518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 nghĩa,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382250" y="4191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(gốc)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859000" y="3143250"/>
            <a:ext cx="2667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859000" y="5334000"/>
            <a:ext cx="26670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950" dirty="0"/>
          </a:p>
        </p:txBody>
      </p:sp>
      <p:sp>
        <p:nvSpPr>
          <p:cNvPr id="10" name="Connector line-1792385919650-628380501"/>
          <p:cNvSpPr/>
          <p:nvPr/>
        </p:nvSpPr>
        <p:spPr>
          <a:xfrm flipV="1">
            <a:off x="13239750" y="3571875"/>
            <a:ext cx="1619250" cy="10953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5919651-816845681"/>
          <p:cNvSpPr/>
          <p:nvPr/>
        </p:nvSpPr>
        <p:spPr>
          <a:xfrm>
            <a:off x="13239750" y="4667250"/>
            <a:ext cx="1619250" cy="10953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382250" y="6858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khối: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9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60d44e2-a7cc-48e8-8df2-2ae65786d8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4762500" cy="3238500"/>
          </a:xfrm>
          <a:prstGeom prst="rect">
            <a:avLst/>
          </a:prstGeom>
          <a:noFill/>
          <a:ln/>
        </p:spPr>
        <p:txBody>
          <a:bodyPr wrap="square" lIns="0" tIns="220980" rIns="0" bIns="-220980" rtlCol="0" anchor="ctr"/>
          <a:lstStyle/>
          <a:p>
            <a:pPr algn="l" indent="0" marL="0">
              <a:lnSpc>
                <a:spcPts val="21750"/>
              </a:lnSpc>
              <a:buNone/>
            </a:pPr>
            <a:r>
              <a:rPr lang="en-US" sz="2175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21750" dirty="0"/>
          </a:p>
        </p:txBody>
      </p:sp>
      <p:sp>
        <p:nvSpPr>
          <p:cNvPr id="5" name="Text 3"/>
          <p:cNvSpPr/>
          <p:nvPr/>
        </p:nvSpPr>
        <p:spPr>
          <a:xfrm>
            <a:off x="4762500" y="3333750"/>
            <a:ext cx="1238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ngữ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3000" dirty="0"/>
          </a:p>
        </p:txBody>
      </p:sp>
      <p:sp>
        <p:nvSpPr>
          <p:cNvPr id="6" name="Text richtext-1792385920596-18558427"/>
          <p:cNvSpPr/>
          <p:nvPr/>
        </p:nvSpPr>
        <p:spPr>
          <a:xfrm>
            <a:off x="4762500" y="4095750"/>
            <a:ext cx="12382500" cy="2095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ba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0485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khối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quán, kho</a:t>
            </a:r>
            <a:r>
              <a:rPr lang="en-US" sz="24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máy,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 miền.</a:t>
            </a:r>
            <a:endParaRPr lang="en-US" sz="2400" dirty="0"/>
          </a:p>
        </p:txBody>
      </p:sp>
      <p:sp>
        <p:nvSpPr>
          <p:cNvPr id="9" name="Connector line-1792385920618-61915641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48abfcc-280b-4601-b18d-84556b5c3c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b="1" spc="26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tạo,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6900" dirty="0"/>
          </a:p>
        </p:txBody>
      </p:sp>
      <p:sp>
        <p:nvSpPr>
          <p:cNvPr id="4" name="Connector line-1792385921449-63608650"/>
          <p:cNvSpPr/>
          <p:nvPr/>
        </p:nvSpPr>
        <p:spPr>
          <a:xfrm>
            <a:off x="1428750" y="3810000"/>
            <a:ext cx="1571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743200" y="3505200"/>
            <a:ext cx="609600" cy="609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839200" y="3505200"/>
            <a:ext cx="609600" cy="609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935200" y="3505200"/>
            <a:ext cx="609600" cy="6096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2667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3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7429500" y="2667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375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13525500" y="2667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Hành</a:t>
            </a:r>
            <a:r>
              <a:rPr lang="en-US" sz="37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375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3DFB8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2750" y="47625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2611100" y="4762500"/>
            <a:ext cx="4762500" cy="3238500"/>
          </a:xfrm>
          <a:prstGeom prst="roundRect">
            <a:avLst>
              <a:gd name="adj" fmla="val 8235"/>
            </a:avLst>
          </a:prstGeom>
          <a:solidFill>
            <a:srgbClr val="F3DFB8"/>
          </a:solidFill>
          <a:ln/>
        </p:spPr>
      </p:sp>
      <p:sp>
        <p:nvSpPr>
          <p:cNvPr id="14" name="Text richtext-1792385921456-641580576"/>
          <p:cNvSpPr/>
          <p:nvPr/>
        </p:nvSpPr>
        <p:spPr>
          <a:xfrm>
            <a:off x="1238250" y="5048250"/>
            <a:ext cx="41148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endParaRPr lang="en-US" sz="2400" dirty="0"/>
          </a:p>
        </p:txBody>
      </p:sp>
      <p:sp>
        <p:nvSpPr>
          <p:cNvPr id="15" name="Text richtext-1792385921462-463970530"/>
          <p:cNvSpPr/>
          <p:nvPr/>
        </p:nvSpPr>
        <p:spPr>
          <a:xfrm>
            <a:off x="7086600" y="5048250"/>
            <a:ext cx="41148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6" name="Text richtext-1792385921466-292702745"/>
          <p:cNvSpPr/>
          <p:nvPr/>
        </p:nvSpPr>
        <p:spPr>
          <a:xfrm>
            <a:off x="12934950" y="5048250"/>
            <a:ext cx="4114800" cy="2667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miền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endParaRPr lang="en-US" sz="2400" dirty="0"/>
          </a:p>
        </p:txBody>
      </p:sp>
      <p:sp>
        <p:nvSpPr>
          <p:cNvPr id="17" name="Connector line-1792385921470-97774228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f11c2ac-f547-48ad-817a-18dfef7422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285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28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28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endParaRPr lang="en-US" sz="2850" dirty="0"/>
          </a:p>
        </p:txBody>
      </p:sp>
      <p:sp>
        <p:nvSpPr>
          <p:cNvPr id="7" name="Text richtext-1792385922292-310100449"/>
          <p:cNvSpPr/>
          <p:nvPr/>
        </p:nvSpPr>
        <p:spPr>
          <a:xfrm>
            <a:off x="12954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nội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 được: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753600" y="32004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Thực</a:t>
            </a:r>
            <a:r>
              <a:rPr lang="en-US" sz="285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endParaRPr lang="en-US" sz="2850" dirty="0"/>
          </a:p>
        </p:txBody>
      </p:sp>
      <p:sp>
        <p:nvSpPr>
          <p:cNvPr id="9" name="Text richtext-1792385922298-425069244"/>
          <p:cNvSpPr/>
          <p:nvPr/>
        </p:nvSpPr>
        <p:spPr>
          <a:xfrm>
            <a:off x="9753600" y="40005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8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 thuộc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khác.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Luật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huỷ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hàng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3.13.16,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endParaRPr lang="en-US" sz="2250" dirty="0"/>
          </a:p>
        </p:txBody>
      </p:sp>
      <p:sp>
        <p:nvSpPr>
          <p:cNvPr id="11" name="Connector line-1792385922305-44486427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919bb65-924b-4b94-adf2-3adeb8e960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XUNG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2.400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666750"/>
          </a:xfrm>
          <a:prstGeom prst="roundRect">
            <a:avLst>
              <a:gd name="adj" fmla="val 28571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19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19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819900" y="2762250"/>
            <a:ext cx="552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chung: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725400" y="2762250"/>
            <a:ext cx="4476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6195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8D9D1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619500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Nhẹ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19900" y="3619500"/>
            <a:ext cx="5524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44</a:t>
            </a:r>
            <a:r>
              <a:rPr lang="en-US" sz="3000" dirty="0" spc="-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-4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67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725400" y="36195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504825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8D9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048250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Vừa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(gấp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19900" y="5048250"/>
            <a:ext cx="5524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1.279</a:t>
            </a:r>
            <a:r>
              <a:rPr lang="en-US" sz="3000" dirty="0" spc="-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1.586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2725400" y="504825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6477000"/>
            <a:ext cx="16459200" cy="1238250"/>
          </a:xfrm>
          <a:prstGeom prst="roundRect">
            <a:avLst>
              <a:gd name="adj" fmla="val 15385"/>
            </a:avLst>
          </a:prstGeom>
          <a:solidFill>
            <a:srgbClr val="F8D9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77000"/>
            <a:ext cx="5334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Nặng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(gấp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100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lần)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9900" y="6477000"/>
            <a:ext cx="5524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8.618</a:t>
            </a:r>
            <a:r>
              <a:rPr lang="en-US" sz="3000" dirty="0" spc="-3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3000" dirty="0" spc="17" kern="0">
                <a:solidFill>
                  <a:srgbClr val="B3321A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8.778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725400" y="64770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800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nào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nhật;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phải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làm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100" dirty="0"/>
          </a:p>
        </p:txBody>
      </p:sp>
      <p:sp>
        <p:nvSpPr>
          <p:cNvPr id="21" name="Connector line-1792385923132-826223840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ba0800a-db4b-4307-a5ce-22897846af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3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r>
              <a:rPr lang="en-US" sz="30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3000" dirty="0"/>
          </a:p>
        </p:txBody>
      </p:sp>
      <p:sp>
        <p:nvSpPr>
          <p:cNvPr id="8" name="Text richtext-1792385923982-664721915"/>
          <p:cNvSpPr/>
          <p:nvPr/>
        </p:nvSpPr>
        <p:spPr>
          <a:xfrm>
            <a:off x="12954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tuyệt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91515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30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3000" dirty="0"/>
          </a:p>
        </p:txBody>
      </p:sp>
      <p:sp>
        <p:nvSpPr>
          <p:cNvPr id="10" name="Text richtext-1792385923988-145813513"/>
          <p:cNvSpPr/>
          <p:nvPr/>
        </p:nvSpPr>
        <p:spPr>
          <a:xfrm>
            <a:off x="691515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khoá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 quan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534900" y="3200400"/>
            <a:ext cx="445770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Sách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000" dirty="0" spc="-1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Evans</a:t>
            </a:r>
            <a:endParaRPr lang="en-US" sz="3000" dirty="0"/>
          </a:p>
        </p:txBody>
      </p:sp>
      <p:sp>
        <p:nvSpPr>
          <p:cNvPr id="12" name="Text richtext-1792385923993-497225400"/>
          <p:cNvSpPr/>
          <p:nvPr/>
        </p:nvSpPr>
        <p:spPr>
          <a:xfrm>
            <a:off x="12534900" y="4286250"/>
            <a:ext cx="4457700" cy="2762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77152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thử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250" dirty="0"/>
          </a:p>
        </p:txBody>
      </p:sp>
      <p:sp>
        <p:nvSpPr>
          <p:cNvPr id="14" name="Connector line-1792385924002-34671010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8af4610-865b-48f1-9ec5-34b66be6f3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190750"/>
          </a:xfrm>
          <a:prstGeom prst="rect">
            <a:avLst/>
          </a:prstGeom>
          <a:noFill/>
          <a:ln/>
        </p:spPr>
        <p:txBody>
          <a:bodyPr wrap="square" lIns="0" tIns="14795" rIns="0" bIns="-14795" rtlCol="0" anchor="t"/>
          <a:lstStyle/>
          <a:p>
            <a:pPr algn="l" indent="0" marL="0">
              <a:lnSpc>
                <a:spcPts val="5347"/>
              </a:lnSpc>
              <a:buNone/>
            </a:pP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46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6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46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6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khối.</a:t>
            </a: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65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6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6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</a:t>
            </a:r>
            <a:r>
              <a:rPr lang="en-US" sz="46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65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3238500"/>
          </a:xfrm>
          <a:prstGeom prst="roundRect">
            <a:avLst>
              <a:gd name="adj" fmla="val 9412"/>
            </a:avLst>
          </a:prstGeom>
          <a:solidFill>
            <a:srgbClr val="F8D9D1"/>
          </a:solidFill>
          <a:ln/>
        </p:spPr>
      </p:sp>
      <p:sp>
        <p:nvSpPr>
          <p:cNvPr id="5" name="Text richtext-1792385924802-854602405"/>
          <p:cNvSpPr/>
          <p:nvPr/>
        </p:nvSpPr>
        <p:spPr>
          <a:xfrm>
            <a:off x="1295400" y="4476750"/>
            <a:ext cx="15697200" cy="2667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bị từ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lần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làm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khối,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miền.</a:t>
            </a:r>
            <a:endParaRPr lang="en-US" sz="2550" dirty="0"/>
          </a:p>
        </p:txBody>
      </p:sp>
      <p:sp>
        <p:nvSpPr>
          <p:cNvPr id="6" name="Connector line-1792385924807-24431138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0da5231-0cc0-4b56-80f1-b6ec3cc275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24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85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Giữ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5153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571750" y="4762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 hiểu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ranh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 của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Microsoft.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7058025"/>
            <a:ext cx="838200" cy="838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571750" y="6667500"/>
            <a:ext cx="1428750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Thay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 phép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đo.</a:t>
            </a:r>
            <a:endParaRPr lang="en-US" sz="2550" dirty="0"/>
          </a:p>
        </p:txBody>
      </p:sp>
      <p:sp>
        <p:nvSpPr>
          <p:cNvPr id="13" name="Connector line-1792385925638-13954710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5450e7a-47c7-46b0-b0d2-18d4a227c6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DDD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3905250" y="28765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Domain-Driven Design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813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miền:</a:t>
            </a:r>
            <a:r>
              <a:rPr lang="en-US" sz="24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476750"/>
            <a:ext cx="2381250" cy="666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905250" y="430530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IDentifier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61010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1912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667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tactical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DDD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microservices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4" name="Connector line-1792385926431-60186388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cf1e839-c187-4dc8-9657-36698940ce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2026-10-19T04:59:13Z</dcterms:created>
  <dcterms:modified xsi:type="dcterms:W3CDTF">2026-10-19T04:59:13Z</dcterms:modified>
</cp:coreProperties>
</file>