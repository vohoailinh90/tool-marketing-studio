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238500"/>
          </a:xfrm>
          <a:prstGeom prst="rect">
            <a:avLst/>
          </a:prstGeom>
          <a:noFill/>
          <a:ln/>
        </p:spPr>
        <p:txBody>
          <a:bodyPr wrap="square" lIns="0" tIns="66039" rIns="0" bIns="-66039" rtlCol="0" anchor="t"/>
          <a:lstStyle/>
          <a:p>
            <a:pPr algn="l" indent="0" marL="0">
              <a:lnSpc>
                <a:spcPts val="7725"/>
              </a:lnSpc>
              <a:buNone/>
            </a:pPr>
            <a:r>
              <a:rPr lang="en-US" sz="7428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42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thống</a:t>
            </a:r>
            <a:r>
              <a:rPr lang="en-US" sz="742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 nhắn: tin</a:t>
            </a:r>
            <a:r>
              <a:rPr lang="en-US" sz="7428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428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7428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7428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7428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428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428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428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7428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5334000" cy="3143250"/>
          </a:xfrm>
          <a:prstGeom prst="roundRect">
            <a:avLst>
              <a:gd name="adj" fmla="val 909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7000" y="5715000"/>
            <a:ext cx="5334000" cy="3143250"/>
          </a:xfrm>
          <a:prstGeom prst="roundRect">
            <a:avLst>
              <a:gd name="adj" fmla="val 909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39600" y="5715000"/>
            <a:ext cx="5334000" cy="3143250"/>
          </a:xfrm>
          <a:prstGeom prst="roundRect">
            <a:avLst>
              <a:gd name="adj" fmla="val 909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60007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List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95400" y="67627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858000" y="60007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Pub/Sub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0" y="67627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420600" y="60007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Stream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2420600" y="67627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9540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1E212B">
              <a:alpha val="30000"/>
            </a:srgbClr>
          </a:solidFill>
          <a:ln w="28575">
            <a:solidFill>
              <a:srgbClr val="7C93FF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m1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53365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m2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77190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m3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85800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m1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09625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m2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33450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m3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2060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m1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65885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m2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4897100" y="7715250"/>
            <a:ext cx="1047750" cy="666750"/>
          </a:xfrm>
          <a:prstGeom prst="roundRect">
            <a:avLst>
              <a:gd name="adj" fmla="val 22857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m3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589240d-5fa8-4780-8d3b-d8e1bd87d7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4953000" cy="190500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525000" y="2762250"/>
            <a:ext cx="7848600" cy="1333500"/>
          </a:xfrm>
          <a:prstGeom prst="roundRect">
            <a:avLst>
              <a:gd name="adj" fmla="val 2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hàng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0" y="4572000"/>
            <a:ext cx="7848600" cy="1333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đang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0" y="6381750"/>
            <a:ext cx="7848600" cy="1333500"/>
          </a:xfrm>
          <a:prstGeom prst="roundRect">
            <a:avLst>
              <a:gd name="adj" fmla="val 2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850" dirty="0"/>
          </a:p>
        </p:txBody>
      </p:sp>
      <p:sp>
        <p:nvSpPr>
          <p:cNvPr id="8" name="Connector line-1792442028412-249015150"/>
          <p:cNvSpPr/>
          <p:nvPr/>
        </p:nvSpPr>
        <p:spPr>
          <a:xfrm flipV="1">
            <a:off x="5905500" y="3429000"/>
            <a:ext cx="3581400" cy="152400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42028412-825041830"/>
          <p:cNvSpPr/>
          <p:nvPr/>
        </p:nvSpPr>
        <p:spPr>
          <a:xfrm>
            <a:off x="5905500" y="5238750"/>
            <a:ext cx="35814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42028412-906667353"/>
          <p:cNvSpPr/>
          <p:nvPr/>
        </p:nvSpPr>
        <p:spPr>
          <a:xfrm>
            <a:off x="5905500" y="5524500"/>
            <a:ext cx="3581400" cy="152400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8286750"/>
            <a:ext cx="95250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b8442aa-7b49-4b49-934c-60aff5e155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HÀNG ĐỢI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762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5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85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Worker</a:t>
                      </a:r>
                      <a:r>
                        <a:rPr lang="en-US" sz="28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5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8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m1</a:t>
                      </a:r>
                      <a:r>
                        <a:rPr lang="en-US" sz="28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Worker</a:t>
                      </a:r>
                      <a:r>
                        <a:rPr lang="en-US" sz="28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5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8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8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m3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Worker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 thêm</a:t>
                      </a:r>
                      <a:r>
                        <a:rPr lang="en-US" sz="28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</a:t>
                      </a:r>
                      <a:r>
                        <a:rPr lang="en-US" sz="28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giây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8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8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8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3E8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List</a:t>
                      </a:r>
                      <a:r>
                        <a:rPr lang="en-US" sz="28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85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đó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Còn</a:t>
                      </a:r>
                      <a:r>
                        <a:rPr lang="en-US" sz="28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</a:t>
                      </a:r>
                      <a:r>
                        <a:rPr lang="en-US" sz="28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 tử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3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382000"/>
            <a:ext cx="9525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b="1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799f039-142c-4081-a945-9f8336025d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PUB/SUB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Connector line-1792442071172-854462185"/>
          <p:cNvSpPr/>
          <p:nvPr/>
        </p:nvSpPr>
        <p:spPr>
          <a:xfrm>
            <a:off x="3429000" y="3143250"/>
            <a:ext cx="0" cy="60007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Connector line-1792442071173-463608817"/>
          <p:cNvSpPr/>
          <p:nvPr/>
        </p:nvSpPr>
        <p:spPr>
          <a:xfrm>
            <a:off x="9144000" y="3143250"/>
            <a:ext cx="0" cy="60007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Connector line-1792442071173-182239693"/>
          <p:cNvSpPr/>
          <p:nvPr/>
        </p:nvSpPr>
        <p:spPr>
          <a:xfrm>
            <a:off x="14859000" y="3143250"/>
            <a:ext cx="0" cy="6000750"/>
          </a:xfrm>
          <a:prstGeom prst="line">
            <a:avLst/>
          </a:prstGeom>
          <a:noFill/>
          <a:ln w="3810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000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b="1" dirty="0" spc="4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15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30250" y="23812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10" name="Connector line-1792442071180-953684081"/>
          <p:cNvSpPr/>
          <p:nvPr/>
        </p:nvSpPr>
        <p:spPr>
          <a:xfrm>
            <a:off x="3467100" y="4095750"/>
            <a:ext cx="56388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467100" y="3638550"/>
            <a:ext cx="563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m1 ·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001500" y="4762500"/>
            <a:ext cx="5715000" cy="6096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467100" y="5810250"/>
            <a:ext cx="1135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m2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4" name="Connector line-1792442071190-987542317"/>
          <p:cNvSpPr/>
          <p:nvPr/>
        </p:nvSpPr>
        <p:spPr>
          <a:xfrm>
            <a:off x="3467100" y="6381750"/>
            <a:ext cx="56388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442071190-570764193"/>
          <p:cNvSpPr/>
          <p:nvPr/>
        </p:nvSpPr>
        <p:spPr>
          <a:xfrm>
            <a:off x="3467100" y="6953250"/>
            <a:ext cx="113538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905500" y="7810500"/>
            <a:ext cx="4953000" cy="857250"/>
          </a:xfrm>
          <a:prstGeom prst="roundRect">
            <a:avLst>
              <a:gd name="adj" fmla="val 31111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m1</a:t>
            </a:r>
            <a:r>
              <a:rPr lang="en-US" sz="2400" b="1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82500" y="7810500"/>
            <a:ext cx="4953000" cy="857250"/>
          </a:xfrm>
          <a:prstGeom prst="roundRect">
            <a:avLst>
              <a:gd name="adj" fmla="val 31111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27934ec-a8df-45cd-9650-246f88e318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 vị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6900" dirty="0"/>
          </a:p>
        </p:txBody>
      </p:sp>
      <p:sp>
        <p:nvSpPr>
          <p:cNvPr id="4" name="Connector line-1792442087593-570191732"/>
          <p:cNvSpPr/>
          <p:nvPr/>
        </p:nvSpPr>
        <p:spPr>
          <a:xfrm>
            <a:off x="5334000" y="3143250"/>
            <a:ext cx="108585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914400" y="2714625"/>
            <a:ext cx="40005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Stream: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905500" y="2714625"/>
            <a:ext cx="1524000" cy="857250"/>
          </a:xfrm>
          <a:prstGeom prst="roundRect">
            <a:avLst>
              <a:gd name="adj" fmla="val 24444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0" y="2714625"/>
            <a:ext cx="1524000" cy="857250"/>
          </a:xfrm>
          <a:prstGeom prst="roundRect">
            <a:avLst>
              <a:gd name="adj" fmla="val 24444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144500" y="2714625"/>
            <a:ext cx="1524000" cy="857250"/>
          </a:xfrm>
          <a:prstGeom prst="roundRect">
            <a:avLst>
              <a:gd name="adj" fmla="val 24444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334000" y="37147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4762500"/>
            <a:ext cx="4000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billing</a:t>
            </a:r>
            <a:endParaRPr lang="en-US" sz="2550" dirty="0"/>
          </a:p>
        </p:txBody>
      </p:sp>
      <p:sp>
        <p:nvSpPr>
          <p:cNvPr id="11" name="Connector line-1792442087605-63091473"/>
          <p:cNvSpPr/>
          <p:nvPr/>
        </p:nvSpPr>
        <p:spPr>
          <a:xfrm>
            <a:off x="5143500" y="5286375"/>
            <a:ext cx="104775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05500" y="47625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đủ</a:t>
            </a: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6477000"/>
            <a:ext cx="4000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email,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 sau</a:t>
            </a:r>
            <a:endParaRPr lang="en-US" sz="2400" dirty="0"/>
          </a:p>
        </p:txBody>
      </p:sp>
      <p:sp>
        <p:nvSpPr>
          <p:cNvPr id="14" name="Connector line-1792442087608-668494613"/>
          <p:cNvSpPr/>
          <p:nvPr/>
        </p:nvSpPr>
        <p:spPr>
          <a:xfrm>
            <a:off x="5143500" y="7000875"/>
            <a:ext cx="104775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905500" y="64770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400" b="1" dirty="0" spc="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4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24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Billing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XACK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be93303-f087-47d9-bf98-c4434478d3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8110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6096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000" y="2762250"/>
            <a:ext cx="5334000" cy="6096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39600" y="2762250"/>
            <a:ext cx="5334000" cy="6096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62250"/>
            <a:ext cx="5334000" cy="952500"/>
          </a:xfrm>
          <a:prstGeom prst="roundRect">
            <a:avLst>
              <a:gd name="adj" fmla="val 32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3000" b="1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77000" y="2762250"/>
            <a:ext cx="5334000" cy="952500"/>
          </a:xfrm>
          <a:prstGeom prst="roundRect">
            <a:avLst>
              <a:gd name="adj" fmla="val 32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Pub/Sub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039600" y="2762250"/>
            <a:ext cx="5334000" cy="952500"/>
          </a:xfrm>
          <a:prstGeom prst="roundRect">
            <a:avLst>
              <a:gd name="adj" fmla="val 32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30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3000" dirty="0"/>
          </a:p>
        </p:txBody>
      </p:sp>
      <p:sp>
        <p:nvSpPr>
          <p:cNvPr id="10" name="Text richtext-1792442100801-827665629"/>
          <p:cNvSpPr/>
          <p:nvPr/>
        </p:nvSpPr>
        <p:spPr>
          <a:xfrm>
            <a:off x="1238250" y="4095750"/>
            <a:ext cx="4762500" cy="457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lý: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ý: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LMOVE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400" dirty="0"/>
          </a:p>
        </p:txBody>
      </p:sp>
      <p:sp>
        <p:nvSpPr>
          <p:cNvPr id="11" name="Text richtext-1792442100821-112925805"/>
          <p:cNvSpPr/>
          <p:nvPr/>
        </p:nvSpPr>
        <p:spPr>
          <a:xfrm>
            <a:off x="6800850" y="4095750"/>
            <a:ext cx="4762500" cy="457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rớt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hẳn.</a:t>
            </a:r>
            <a:endParaRPr lang="en-US" sz="2400" dirty="0"/>
          </a:p>
        </p:txBody>
      </p:sp>
      <p:sp>
        <p:nvSpPr>
          <p:cNvPr id="12" name="Text richtext-1792442100828-319290831"/>
          <p:cNvSpPr/>
          <p:nvPr/>
        </p:nvSpPr>
        <p:spPr>
          <a:xfrm>
            <a:off x="12363450" y="4095750"/>
            <a:ext cx="4762500" cy="457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3efac68-4a09-4736-85c4-269640de4a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668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2100" rIns="0" bIns="-42100" rtlCol="0" anchor="t"/>
          <a:lstStyle/>
          <a:p>
            <a:pPr algn="l" indent="0" marL="0">
              <a:lnSpc>
                <a:spcPts val="5406"/>
              </a:lnSpc>
              <a:buNone/>
            </a:pPr>
            <a:r>
              <a:rPr lang="en-US" sz="51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51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5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5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51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51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cũ.</a:t>
            </a:r>
            <a:r>
              <a:rPr lang="en-US" sz="51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51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8191500" cy="6191250"/>
          </a:xfrm>
          <a:prstGeom prst="roundRect">
            <a:avLst>
              <a:gd name="adj" fmla="val 4923"/>
            </a:avLst>
          </a:prstGeom>
          <a:solidFill>
            <a:srgbClr val="FBF8F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67000"/>
            <a:ext cx="8191500" cy="1047750"/>
          </a:xfrm>
          <a:prstGeom prst="roundRect">
            <a:avLst>
              <a:gd name="adj" fmla="val 29091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Chọn:</a:t>
            </a:r>
            <a:r>
              <a:rPr lang="en-US" sz="345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345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3450" dirty="0"/>
          </a:p>
        </p:txBody>
      </p:sp>
      <p:sp>
        <p:nvSpPr>
          <p:cNvPr id="6" name="Text richtext-1792442114813-357319751"/>
          <p:cNvSpPr/>
          <p:nvPr/>
        </p:nvSpPr>
        <p:spPr>
          <a:xfrm>
            <a:off x="1333500" y="4191000"/>
            <a:ext cx="7429500" cy="438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marL="381000" indent="-272202">
              <a:lnSpc>
                <a:spcPts val="4050"/>
              </a:lnSpc>
              <a:spcAft>
                <a:spcPts val="2250"/>
              </a:spcAft>
              <a:buSzPct val="100000"/>
              <a:buFont typeface="Arial"/>
              <a:buChar char="•"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3000" dirty="0"/>
          </a:p>
          <a:p>
            <a:pPr algn="l" marL="381000" indent="-272202">
              <a:lnSpc>
                <a:spcPts val="4050"/>
              </a:lnSpc>
              <a:buSzPct val="100000"/>
              <a:buFont typeface="Arial"/>
              <a:buChar char="•"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3000" b="1" dirty="0" spc="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525000" y="2667000"/>
            <a:ext cx="7848600" cy="2952750"/>
          </a:xfrm>
          <a:prstGeom prst="roundRect">
            <a:avLst>
              <a:gd name="adj" fmla="val 1032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5000" y="5905500"/>
            <a:ext cx="7848600" cy="2952750"/>
          </a:xfrm>
          <a:prstGeom prst="roundRect">
            <a:avLst>
              <a:gd name="adj" fmla="val 1032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0" y="285750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ĐỢI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906000" y="3429000"/>
            <a:ext cx="70866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giành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b="1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906000" y="6096000"/>
            <a:ext cx="7086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b="1" spc="14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PUB/SUB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0" y="6667500"/>
            <a:ext cx="70866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f4c2581-c960-4e71-b8a0-57bfb50436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4191000"/>
          </a:xfrm>
          <a:prstGeom prst="rect">
            <a:avLst/>
          </a:prstGeom>
          <a:noFill/>
          <a:ln/>
        </p:spPr>
        <p:txBody>
          <a:bodyPr wrap="square" lIns="0" tIns="64389" rIns="0" bIns="-64389" rtlCol="0" anchor="t"/>
          <a:lstStyle/>
          <a:p>
            <a:pPr algn="l" indent="0" marL="0">
              <a:lnSpc>
                <a:spcPts val="8268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</a:t>
            </a:r>
            <a:r>
              <a:rPr lang="en-US" sz="78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bền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78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268"/>
              </a:lnSpc>
              <a:buNone/>
            </a:pPr>
            <a:r>
              <a:rPr lang="en-US" sz="78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78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8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19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Redis: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Pub/Sub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30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742950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742950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7429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nghiệm không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53600" y="74295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ffbe924f-a9b3-4e69-8d38-f81bb5fb10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952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8635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5830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30250" y="2381250"/>
            <a:ext cx="3943350" cy="1619250"/>
          </a:xfrm>
          <a:prstGeom prst="roundRect">
            <a:avLst>
              <a:gd name="adj" fmla="val 1529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110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List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18110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việc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35305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Pub/Sub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35305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Stream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52500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696950" y="24955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XACK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3696950" y="32004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45720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richtext-1792442137104-276380254"/>
          <p:cNvSpPr/>
          <p:nvPr/>
        </p:nvSpPr>
        <p:spPr>
          <a:xfrm>
            <a:off x="914400" y="5048250"/>
            <a:ext cx="16459200" cy="4000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Lists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LMOVE,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Pattern: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reliable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Pub/Sub,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semantics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Streams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22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Kafka: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Introduction;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Consumer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Position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09/09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b87c607-2548-4e12-8356-59b2a0c77d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2026-10-19T20:35:52Z</dcterms:created>
  <dcterms:modified xsi:type="dcterms:W3CDTF">2026-10-19T20:35:52Z</dcterms:modified>
</cp:coreProperties>
</file>