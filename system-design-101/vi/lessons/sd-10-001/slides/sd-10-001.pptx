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8"/>
      <p:bold r:id="rId17"/>
    </p:embeddedFont>
    <p:embeddedFont>
      <p:font typeface="Bricolage Grotesque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5143500"/>
            <a:ext cx="8191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</a:t>
            </a:r>
            <a:r>
              <a:rPr lang="en-US" sz="2850" dirty="0" spc="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loại làm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khác.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dirty="0" spc="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4" name="Connector line-1792333616888-150719094"/>
          <p:cNvSpPr/>
          <p:nvPr/>
        </p:nvSpPr>
        <p:spPr>
          <a:xfrm>
            <a:off x="914400" y="70485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91440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4350" dirty="0"/>
          </a:p>
        </p:txBody>
      </p:sp>
      <p:sp>
        <p:nvSpPr>
          <p:cNvPr id="6" name="Text 4"/>
          <p:cNvSpPr/>
          <p:nvPr/>
        </p:nvSpPr>
        <p:spPr>
          <a:xfrm>
            <a:off x="9144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143250" y="7410450"/>
            <a:ext cx="190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50" dirty="0"/>
          </a:p>
        </p:txBody>
      </p:sp>
      <p:sp>
        <p:nvSpPr>
          <p:cNvPr id="8" name="Text 6"/>
          <p:cNvSpPr/>
          <p:nvPr/>
        </p:nvSpPr>
        <p:spPr>
          <a:xfrm>
            <a:off x="314325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8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334000" y="74104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10" name="Text 8"/>
          <p:cNvSpPr/>
          <p:nvPr/>
        </p:nvSpPr>
        <p:spPr>
          <a:xfrm>
            <a:off x="53340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620000" y="7410450"/>
            <a:ext cx="2286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3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50" dirty="0"/>
          </a:p>
        </p:txBody>
      </p:sp>
      <p:sp>
        <p:nvSpPr>
          <p:cNvPr id="12" name="Text 10"/>
          <p:cNvSpPr/>
          <p:nvPr/>
        </p:nvSpPr>
        <p:spPr>
          <a:xfrm>
            <a:off x="7620000" y="811530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 vụ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6202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0096500" y="2190750"/>
            <a:ext cx="7277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0439400" y="25336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9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950" b="1" spc="1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spc="15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0439400" y="342900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2706350" y="342900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4973300" y="342900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10096500" y="5143500"/>
            <a:ext cx="72771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0439400" y="54864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3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0439400" y="638175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2706350" y="638175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4973300" y="6381750"/>
            <a:ext cx="2057400" cy="7239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FTP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4400" y="1333500"/>
            <a:ext cx="8953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81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8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thường</a:t>
            </a:r>
            <a:r>
              <a:rPr lang="en-US" sz="81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810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03e985b-a419-499e-bcc0-67e9ebdcec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web,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6200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 loại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chủ, mỗi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400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6819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mỗi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1 ·</a:t>
            </a:r>
            <a:r>
              <a:rPr lang="en-US" sz="18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 NỘI</a:t>
            </a: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1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8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525000" y="200025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115800" y="200025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4706600" y="200025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525000" y="32004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dung,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gốc,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2100" dirty="0"/>
          </a:p>
        </p:txBody>
      </p:sp>
      <p:sp>
        <p:nvSpPr>
          <p:cNvPr id="14" name="Connector line-1792333663479-756035912"/>
          <p:cNvSpPr/>
          <p:nvPr/>
        </p:nvSpPr>
        <p:spPr>
          <a:xfrm>
            <a:off x="9525000" y="40005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419600"/>
            <a:ext cx="74676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1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b="1" spc="14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499110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499110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4991100"/>
            <a:ext cx="2286000" cy="914400"/>
          </a:xfrm>
          <a:prstGeom prst="roundRect">
            <a:avLst>
              <a:gd name="adj" fmla="val 25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FTP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525000" y="6191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525000" y="80010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963b24a0-df04-4ccc-b674-dba37894ecb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30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300" b="1" dirty="0" spc="-2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953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nội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4191000"/>
            <a:ext cx="2476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516100" y="4191000"/>
            <a:ext cx="2476500" cy="1238250"/>
          </a:xfrm>
          <a:prstGeom prst="roundRect">
            <a:avLst>
              <a:gd name="adj" fmla="val 2153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400" dirty="0"/>
          </a:p>
        </p:txBody>
      </p:sp>
      <p:sp>
        <p:nvSpPr>
          <p:cNvPr id="13" name="Connector line-1792333687053-890848653"/>
          <p:cNvSpPr/>
          <p:nvPr/>
        </p:nvSpPr>
        <p:spPr>
          <a:xfrm flipH="1">
            <a:off x="12077700" y="5048250"/>
            <a:ext cx="24003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12020550" y="4476750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525000" y="60960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Internet</a:t>
            </a:r>
            <a:endParaRPr lang="en-US" sz="2100" dirty="0"/>
          </a:p>
        </p:txBody>
      </p:sp>
      <p:sp>
        <p:nvSpPr>
          <p:cNvPr id="16" name="Connector line-1792333687059-714328862"/>
          <p:cNvSpPr/>
          <p:nvPr/>
        </p:nvSpPr>
        <p:spPr>
          <a:xfrm>
            <a:off x="9525000" y="65722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525000" y="80010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b870ccda-d72d-4a62-9ed3-99e01c761f2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33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33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3300" b="1" dirty="0" spc="-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 và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53340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Gốc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tâm;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20550" y="1428750"/>
            <a:ext cx="2476500" cy="1047750"/>
          </a:xfrm>
          <a:prstGeom prst="roundRect">
            <a:avLst>
              <a:gd name="adj" fmla="val 25455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400" dirty="0"/>
          </a:p>
        </p:txBody>
      </p:sp>
      <p:sp>
        <p:nvSpPr>
          <p:cNvPr id="12" name="Connector line-1792333717248-511713965"/>
          <p:cNvSpPr/>
          <p:nvPr/>
        </p:nvSpPr>
        <p:spPr>
          <a:xfrm flipH="1">
            <a:off x="10763250" y="2495550"/>
            <a:ext cx="2095500" cy="14478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Connector line-1792333717249-974141367"/>
          <p:cNvSpPr/>
          <p:nvPr/>
        </p:nvSpPr>
        <p:spPr>
          <a:xfrm>
            <a:off x="13258800" y="2495550"/>
            <a:ext cx="0" cy="14478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4" name="Connector line-1792333717249-36157780"/>
          <p:cNvSpPr/>
          <p:nvPr/>
        </p:nvSpPr>
        <p:spPr>
          <a:xfrm>
            <a:off x="13658850" y="2495550"/>
            <a:ext cx="2095500" cy="14478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525000" y="2819400"/>
            <a:ext cx="2381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dirty="0" spc="3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525000" y="4000500"/>
            <a:ext cx="2476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020550" y="4000500"/>
            <a:ext cx="2476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4516100" y="4000500"/>
            <a:ext cx="247650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endParaRPr lang="en-US" sz="2250" dirty="0"/>
          </a:p>
        </p:txBody>
      </p:sp>
      <p:sp>
        <p:nvSpPr>
          <p:cNvPr id="19" name="Connector line-1792333717257-566450583"/>
          <p:cNvSpPr/>
          <p:nvPr/>
        </p:nvSpPr>
        <p:spPr>
          <a:xfrm>
            <a:off x="10763250" y="4972050"/>
            <a:ext cx="0" cy="8763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0" name="Connector line-1792333717258-277753661"/>
          <p:cNvSpPr/>
          <p:nvPr/>
        </p:nvSpPr>
        <p:spPr>
          <a:xfrm>
            <a:off x="13258800" y="4972050"/>
            <a:ext cx="0" cy="8763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1" name="Connector line-1792333717258-520772853"/>
          <p:cNvSpPr/>
          <p:nvPr/>
        </p:nvSpPr>
        <p:spPr>
          <a:xfrm>
            <a:off x="15754350" y="4972050"/>
            <a:ext cx="0" cy="8763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3449300" y="5219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19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905500"/>
            <a:ext cx="2476500" cy="9144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12020550" y="5905500"/>
            <a:ext cx="2476500" cy="9144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4516100" y="5905500"/>
            <a:ext cx="2476500" cy="914400"/>
          </a:xfrm>
          <a:prstGeom prst="roundRect">
            <a:avLst>
              <a:gd name="adj" fmla="val 25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525000" y="7524750"/>
            <a:ext cx="7467600" cy="762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tâm; máy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5ab87622-07ba-4dd1-be9c-d2f9c82c06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ctr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2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proxy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3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3300" b="1" dirty="0" spc="1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000500" cy="6858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DDE3FA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 ích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nêu: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năng,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ẩn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3143250"/>
            <a:ext cx="200025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496800" y="3143250"/>
            <a:ext cx="2190750" cy="1238250"/>
          </a:xfrm>
          <a:prstGeom prst="roundRect">
            <a:avLst>
              <a:gd name="adj" fmla="val 2153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5525750" y="2381250"/>
            <a:ext cx="146685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5525750" y="4191000"/>
            <a:ext cx="1466850" cy="952500"/>
          </a:xfrm>
          <a:prstGeom prst="roundRect">
            <a:avLst>
              <a:gd name="adj" fmla="val 24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5" name="Connector line-1792333741389-23916833"/>
          <p:cNvSpPr/>
          <p:nvPr/>
        </p:nvSpPr>
        <p:spPr>
          <a:xfrm>
            <a:off x="11563350" y="3762375"/>
            <a:ext cx="8763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3741389-11998157"/>
          <p:cNvSpPr/>
          <p:nvPr/>
        </p:nvSpPr>
        <p:spPr>
          <a:xfrm flipV="1">
            <a:off x="14725650" y="2971800"/>
            <a:ext cx="742950" cy="5715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3741390-361430090"/>
          <p:cNvSpPr/>
          <p:nvPr/>
        </p:nvSpPr>
        <p:spPr>
          <a:xfrm>
            <a:off x="14725650" y="3981450"/>
            <a:ext cx="742950" cy="57150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9525000" y="1600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r>
              <a:rPr lang="en-US" sz="195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950" b="1" spc="1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13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b="1" spc="1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 MÁY</a:t>
            </a:r>
            <a:r>
              <a:rPr lang="en-US" sz="195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525000" y="58102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THÊM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525000" y="6324600"/>
            <a:ext cx="22860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115800" y="6324600"/>
            <a:ext cx="22860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hiệu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4706600" y="6324600"/>
            <a:ext cx="2286000" cy="8001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ẩn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525000" y="7810500"/>
            <a:ext cx="7467600" cy="5715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Ẩn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danh: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 danh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77be174-d035-49c4-98a0-e8ed259615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 6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DNS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300" b="1" dirty="0" spc="-1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300" b="1" dirty="0" spc="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website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 nhớ.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5715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b="1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tên;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dãy số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600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525000" y="3048000"/>
            <a:ext cx="20955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2211050" y="3048000"/>
            <a:ext cx="2095500" cy="1428750"/>
          </a:xfrm>
          <a:prstGeom prst="roundRect">
            <a:avLst>
              <a:gd name="adj" fmla="val 18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DNS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897100" y="3048000"/>
            <a:ext cx="2095500" cy="1428750"/>
          </a:xfrm>
          <a:prstGeom prst="roundRect">
            <a:avLst>
              <a:gd name="adj" fmla="val 18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endParaRPr lang="en-US" sz="2400" dirty="0"/>
          </a:p>
        </p:txBody>
      </p:sp>
      <p:sp>
        <p:nvSpPr>
          <p:cNvPr id="15" name="Connector line-1792333773299-753136069"/>
          <p:cNvSpPr/>
          <p:nvPr/>
        </p:nvSpPr>
        <p:spPr>
          <a:xfrm>
            <a:off x="11677650" y="3762375"/>
            <a:ext cx="476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3773300-592666535"/>
          <p:cNvSpPr/>
          <p:nvPr/>
        </p:nvSpPr>
        <p:spPr>
          <a:xfrm>
            <a:off x="14363700" y="3762375"/>
            <a:ext cx="476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429750" y="470535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115800" y="470535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195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4801850" y="470535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dãy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endParaRPr lang="en-US" sz="1950" dirty="0"/>
          </a:p>
        </p:txBody>
      </p:sp>
      <p:sp>
        <p:nvSpPr>
          <p:cNvPr id="20" name="Connector line-1792333773304-630891213"/>
          <p:cNvSpPr/>
          <p:nvPr/>
        </p:nvSpPr>
        <p:spPr>
          <a:xfrm>
            <a:off x="9525000" y="59055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6477000"/>
            <a:ext cx="7467600" cy="1238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ctr" indent="0" marL="0">
              <a:lnSpc>
                <a:spcPts val="3150"/>
              </a:lnSpc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tên.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504950" cy="133350"/>
          </a:xfrm>
          <a:custGeom>
            <a:avLst/>
            <a:gdLst/>
            <a:ahLst/>
            <a:cxnLst/>
            <a:rect l="l" t="t" r="r" b="b"/>
            <a:pathLst>
              <a:path w="1504950" h="133350">
                <a:moveTo>
                  <a:pt x="0" y="66675"/>
                </a:moveTo>
                <a:cubicBezTo>
                  <a:pt x="0" y="103499"/>
                  <a:pt x="29851" y="133350"/>
                  <a:pt x="66675" y="133350"/>
                </a:cubicBezTo>
                <a:cubicBezTo>
                  <a:pt x="103499" y="133350"/>
                  <a:pt x="133350" y="103499"/>
                  <a:pt x="133350" y="66675"/>
                </a:cubicBezTo>
                <a:cubicBezTo>
                  <a:pt x="133350" y="29851"/>
                  <a:pt x="103499" y="0"/>
                  <a:pt x="66675" y="0"/>
                </a:cubicBezTo>
                <a:cubicBezTo>
                  <a:pt x="29851" y="0"/>
                  <a:pt x="0" y="29851"/>
                  <a:pt x="0" y="66675"/>
                </a:cubicBezTo>
                <a:close/>
                <a:moveTo>
                  <a:pt x="342900" y="66675"/>
                </a:moveTo>
                <a:cubicBezTo>
                  <a:pt x="342900" y="103499"/>
                  <a:pt x="372751" y="133350"/>
                  <a:pt x="409575" y="133350"/>
                </a:cubicBezTo>
                <a:cubicBezTo>
                  <a:pt x="446399" y="133350"/>
                  <a:pt x="476250" y="103499"/>
                  <a:pt x="476250" y="66675"/>
                </a:cubicBezTo>
                <a:cubicBezTo>
                  <a:pt x="476250" y="29851"/>
                  <a:pt x="446399" y="0"/>
                  <a:pt x="409575" y="0"/>
                </a:cubicBezTo>
                <a:cubicBezTo>
                  <a:pt x="372751" y="0"/>
                  <a:pt x="342900" y="29851"/>
                  <a:pt x="342900" y="66675"/>
                </a:cubicBezTo>
                <a:close/>
                <a:moveTo>
                  <a:pt x="685800" y="66675"/>
                </a:moveTo>
                <a:cubicBezTo>
                  <a:pt x="685800" y="103499"/>
                  <a:pt x="715651" y="133350"/>
                  <a:pt x="752475" y="133350"/>
                </a:cubicBezTo>
                <a:cubicBezTo>
                  <a:pt x="789299" y="133350"/>
                  <a:pt x="819150" y="103499"/>
                  <a:pt x="819150" y="66675"/>
                </a:cubicBezTo>
                <a:cubicBezTo>
                  <a:pt x="819150" y="29851"/>
                  <a:pt x="789299" y="0"/>
                  <a:pt x="752475" y="0"/>
                </a:cubicBezTo>
                <a:cubicBezTo>
                  <a:pt x="715651" y="0"/>
                  <a:pt x="685800" y="29851"/>
                  <a:pt x="685800" y="66675"/>
                </a:cubicBezTo>
                <a:close/>
                <a:moveTo>
                  <a:pt x="1028700" y="66675"/>
                </a:moveTo>
                <a:cubicBezTo>
                  <a:pt x="1028700" y="103499"/>
                  <a:pt x="1058551" y="133350"/>
                  <a:pt x="1095375" y="133350"/>
                </a:cubicBezTo>
                <a:cubicBezTo>
                  <a:pt x="1132199" y="133350"/>
                  <a:pt x="1162050" y="103499"/>
                  <a:pt x="1162050" y="66675"/>
                </a:cubicBezTo>
                <a:cubicBezTo>
                  <a:pt x="1162050" y="29851"/>
                  <a:pt x="1132199" y="0"/>
                  <a:pt x="1095375" y="0"/>
                </a:cubicBezTo>
                <a:cubicBezTo>
                  <a:pt x="1058551" y="0"/>
                  <a:pt x="1028700" y="29851"/>
                  <a:pt x="1028700" y="66675"/>
                </a:cubicBezTo>
                <a:close/>
                <a:moveTo>
                  <a:pt x="1371600" y="66675"/>
                </a:moveTo>
                <a:cubicBezTo>
                  <a:pt x="1371600" y="103499"/>
                  <a:pt x="1401451" y="133350"/>
                  <a:pt x="1438275" y="133350"/>
                </a:cubicBezTo>
                <a:cubicBezTo>
                  <a:pt x="1475099" y="133350"/>
                  <a:pt x="1504950" y="103499"/>
                  <a:pt x="1504950" y="66675"/>
                </a:cubicBezTo>
                <a:cubicBezTo>
                  <a:pt x="1504950" y="29851"/>
                  <a:pt x="1475099" y="0"/>
                  <a:pt x="1438275" y="0"/>
                </a:cubicBezTo>
                <a:cubicBezTo>
                  <a:pt x="1401451" y="0"/>
                  <a:pt x="1371600" y="29851"/>
                  <a:pt x="1371600" y="66675"/>
                </a:cubicBezTo>
                <a:close/>
              </a:path>
            </a:pathLst>
          </a:cu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162050" cy="133350"/>
          </a:xfrm>
          <a:custGeom>
            <a:avLst/>
            <a:gdLst/>
            <a:ahLst/>
            <a:cxnLst/>
            <a:rect l="l" t="t" r="r" b="b"/>
            <a:pathLst>
              <a:path w="1162050" h="133350">
                <a:moveTo>
                  <a:pt x="0" y="66675"/>
                </a:moveTo>
                <a:cubicBezTo>
                  <a:pt x="0" y="103499"/>
                  <a:pt x="29851" y="133350"/>
                  <a:pt x="66675" y="133350"/>
                </a:cubicBezTo>
                <a:cubicBezTo>
                  <a:pt x="103499" y="133350"/>
                  <a:pt x="133350" y="103499"/>
                  <a:pt x="133350" y="66675"/>
                </a:cubicBezTo>
                <a:cubicBezTo>
                  <a:pt x="133350" y="29851"/>
                  <a:pt x="103499" y="0"/>
                  <a:pt x="66675" y="0"/>
                </a:cubicBezTo>
                <a:cubicBezTo>
                  <a:pt x="29851" y="0"/>
                  <a:pt x="0" y="29851"/>
                  <a:pt x="0" y="66675"/>
                </a:cubicBezTo>
                <a:close/>
                <a:moveTo>
                  <a:pt x="342900" y="66675"/>
                </a:moveTo>
                <a:cubicBezTo>
                  <a:pt x="342900" y="103499"/>
                  <a:pt x="372751" y="133350"/>
                  <a:pt x="409575" y="133350"/>
                </a:cubicBezTo>
                <a:cubicBezTo>
                  <a:pt x="446399" y="133350"/>
                  <a:pt x="476250" y="103499"/>
                  <a:pt x="476250" y="66675"/>
                </a:cubicBezTo>
                <a:cubicBezTo>
                  <a:pt x="476250" y="29851"/>
                  <a:pt x="446399" y="0"/>
                  <a:pt x="409575" y="0"/>
                </a:cubicBezTo>
                <a:cubicBezTo>
                  <a:pt x="372751" y="0"/>
                  <a:pt x="342900" y="29851"/>
                  <a:pt x="342900" y="66675"/>
                </a:cubicBezTo>
                <a:close/>
                <a:moveTo>
                  <a:pt x="685800" y="66675"/>
                </a:moveTo>
                <a:cubicBezTo>
                  <a:pt x="685800" y="103499"/>
                  <a:pt x="715651" y="133350"/>
                  <a:pt x="752475" y="133350"/>
                </a:cubicBezTo>
                <a:cubicBezTo>
                  <a:pt x="789299" y="133350"/>
                  <a:pt x="819150" y="103499"/>
                  <a:pt x="819150" y="66675"/>
                </a:cubicBezTo>
                <a:cubicBezTo>
                  <a:pt x="819150" y="29851"/>
                  <a:pt x="789299" y="0"/>
                  <a:pt x="752475" y="0"/>
                </a:cubicBezTo>
                <a:cubicBezTo>
                  <a:pt x="715651" y="0"/>
                  <a:pt x="685800" y="29851"/>
                  <a:pt x="685800" y="66675"/>
                </a:cubicBezTo>
                <a:close/>
                <a:moveTo>
                  <a:pt x="1028700" y="66675"/>
                </a:moveTo>
                <a:cubicBezTo>
                  <a:pt x="1028700" y="103499"/>
                  <a:pt x="1058551" y="133350"/>
                  <a:pt x="1095375" y="133350"/>
                </a:cubicBezTo>
                <a:cubicBezTo>
                  <a:pt x="1132199" y="133350"/>
                  <a:pt x="1162050" y="103499"/>
                  <a:pt x="1162050" y="66675"/>
                </a:cubicBezTo>
                <a:cubicBezTo>
                  <a:pt x="1162050" y="29851"/>
                  <a:pt x="1132199" y="0"/>
                  <a:pt x="1095375" y="0"/>
                </a:cubicBezTo>
                <a:cubicBezTo>
                  <a:pt x="1058551" y="0"/>
                  <a:pt x="1028700" y="29851"/>
                  <a:pt x="1028700" y="66675"/>
                </a:cubicBezTo>
                <a:close/>
              </a:path>
            </a:pathLst>
          </a:cu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a253dec-443c-47e8-802a-a9cd96c0dc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8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9342" rIns="0" bIns="-69342" rtlCol="0" anchor="ctr"/>
          <a:lstStyle/>
          <a:p>
            <a:pPr algn="l" indent="0" marL="0">
              <a:lnSpc>
                <a:spcPts val="8112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</a:t>
            </a:r>
            <a:r>
              <a:rPr lang="en-US" sz="78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FTP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33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3300" b="1" dirty="0" spc="-1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30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52425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thư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tử;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FTP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4953000"/>
            <a:ext cx="4000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28650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5913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01040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FTP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quy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THƯ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525000" y="2190750"/>
            <a:ext cx="2095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b="1" dirty="0" spc="4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211050" y="2190750"/>
            <a:ext cx="2095500" cy="1238250"/>
          </a:xfrm>
          <a:prstGeom prst="roundRect">
            <a:avLst>
              <a:gd name="adj" fmla="val 2153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4897100" y="2190750"/>
            <a:ext cx="2095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250" dirty="0"/>
          </a:p>
        </p:txBody>
      </p:sp>
      <p:sp>
        <p:nvSpPr>
          <p:cNvPr id="15" name="Connector line-1792333799626-10471181"/>
          <p:cNvSpPr/>
          <p:nvPr/>
        </p:nvSpPr>
        <p:spPr>
          <a:xfrm>
            <a:off x="11677650" y="2809875"/>
            <a:ext cx="476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Connector line-1792333799626-811869612"/>
          <p:cNvSpPr/>
          <p:nvPr/>
        </p:nvSpPr>
        <p:spPr>
          <a:xfrm>
            <a:off x="14363700" y="2809875"/>
            <a:ext cx="47625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9525000" y="37338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gửi,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1950" dirty="0"/>
          </a:p>
        </p:txBody>
      </p:sp>
      <p:sp>
        <p:nvSpPr>
          <p:cNvPr id="18" name="Connector line-1792333799629-947930425"/>
          <p:cNvSpPr/>
          <p:nvPr/>
        </p:nvSpPr>
        <p:spPr>
          <a:xfrm>
            <a:off x="9525000" y="46672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525000" y="514350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8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FTP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525000" y="5905500"/>
            <a:ext cx="24765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4516100" y="5905500"/>
            <a:ext cx="2476500" cy="1238250"/>
          </a:xfrm>
          <a:prstGeom prst="roundRect">
            <a:avLst>
              <a:gd name="adj" fmla="val 2153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FTP</a:t>
            </a:r>
            <a:endParaRPr lang="en-US" sz="2250" dirty="0"/>
          </a:p>
        </p:txBody>
      </p:sp>
      <p:sp>
        <p:nvSpPr>
          <p:cNvPr id="22" name="Connector line-1792333799634-861733747"/>
          <p:cNvSpPr/>
          <p:nvPr/>
        </p:nvSpPr>
        <p:spPr>
          <a:xfrm>
            <a:off x="12192000" y="6524625"/>
            <a:ext cx="2133600" cy="0"/>
          </a:xfrm>
          <a:prstGeom prst="line">
            <a:avLst/>
          </a:prstGeom>
          <a:noFill/>
          <a:ln w="57150">
            <a:solidFill>
              <a:srgbClr val="0F766E"/>
            </a:solidFill>
            <a:prstDash val="solid"/>
            <a:headEnd type="triangl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096750" y="5981700"/>
            <a:ext cx="2324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endParaRPr lang="en-US" sz="2250" dirty="0"/>
          </a:p>
        </p:txBody>
      </p:sp>
      <p:sp>
        <p:nvSpPr>
          <p:cNvPr id="24" name="Text 22"/>
          <p:cNvSpPr/>
          <p:nvPr/>
        </p:nvSpPr>
        <p:spPr>
          <a:xfrm>
            <a:off x="9525000" y="74485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8de52b94-9cdc-4fd4-a8d9-c5701303f97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vai</a:t>
            </a: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trò,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Text richtext-1792333821086-571807738"/>
          <p:cNvSpPr/>
          <p:nvPr/>
        </p:nvSpPr>
        <p:spPr>
          <a:xfrm>
            <a:off x="914400" y="38100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 máy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nhiều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8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8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gặp.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47700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F3DFB8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7818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800" b="1" spc="22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7200900"/>
            <a:ext cx="68580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1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11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950" b="1" spc="13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25000" y="2000250"/>
            <a:ext cx="7467600" cy="1619250"/>
          </a:xfrm>
          <a:prstGeom prst="roundRect">
            <a:avLst>
              <a:gd name="adj" fmla="val 16471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906000" y="2447925"/>
            <a:ext cx="200025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2249150" y="2447925"/>
            <a:ext cx="200025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4592300" y="2447925"/>
            <a:ext cx="2000250" cy="7239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endParaRPr lang="en-US" sz="2250" dirty="0"/>
          </a:p>
        </p:txBody>
      </p:sp>
      <p:sp>
        <p:nvSpPr>
          <p:cNvPr id="14" name="Connector line-1792333821125-185845564"/>
          <p:cNvSpPr/>
          <p:nvPr/>
        </p:nvSpPr>
        <p:spPr>
          <a:xfrm>
            <a:off x="9525000" y="42862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672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11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1950" b="1" spc="13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TRÒ,</a:t>
            </a:r>
            <a:r>
              <a:rPr lang="en-US" sz="1950" b="1" spc="1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1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525000" y="5524500"/>
            <a:ext cx="2000250" cy="7239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2250" dirty="0"/>
          </a:p>
        </p:txBody>
      </p:sp>
      <p:sp>
        <p:nvSpPr>
          <p:cNvPr id="17" name="Connector line-1792333821130-661320012"/>
          <p:cNvSpPr/>
          <p:nvPr/>
        </p:nvSpPr>
        <p:spPr>
          <a:xfrm flipV="1">
            <a:off x="11582400" y="5410200"/>
            <a:ext cx="1085850" cy="4000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3821130-797199082"/>
          <p:cNvSpPr/>
          <p:nvPr/>
        </p:nvSpPr>
        <p:spPr>
          <a:xfrm>
            <a:off x="11582400" y="5981700"/>
            <a:ext cx="1085850" cy="5905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2725400" y="5048250"/>
            <a:ext cx="4267200" cy="857250"/>
          </a:xfrm>
          <a:prstGeom prst="roundRect">
            <a:avLst>
              <a:gd name="adj" fmla="val 2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2725400" y="6191250"/>
            <a:ext cx="4267200" cy="857250"/>
          </a:xfrm>
          <a:prstGeom prst="roundRect">
            <a:avLst>
              <a:gd name="adj" fmla="val 2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hai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525000" y="7620000"/>
            <a:ext cx="74676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ctr" indent="0" marL="0">
              <a:lnSpc>
                <a:spcPts val="2940"/>
              </a:lnSpc>
              <a:buNone/>
            </a:pPr>
            <a:r>
              <a:rPr lang="en-US" sz="21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</a:t>
            </a:r>
            <a:r>
              <a:rPr lang="en-US" sz="21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làm;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21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1d9f71b-2eac-495d-997a-b853f3e502c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6667500"/>
            <a:ext cx="53340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25000" y="1428750"/>
            <a:ext cx="74676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525000" y="2190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10750" y="28479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25000" y="42862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10750" y="49434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0687050" y="44767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qua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0" y="638175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7038975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687050" y="65722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biên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4400" y="38100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website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r>
              <a:rPr lang="en-US" sz="2850" dirty="0" spc="-5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 loại nào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687050" y="2381250"/>
            <a:ext cx="60960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ctr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DNS: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 khi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endParaRPr lang="en-US" sz="25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addfc537-b890-4829-8180-3325f40aba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01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6" name="Connector line-1792333856888-359495897"/>
          <p:cNvSpPr/>
          <p:nvPr/>
        </p:nvSpPr>
        <p:spPr>
          <a:xfrm>
            <a:off x="1390650" y="3238500"/>
            <a:ext cx="440055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382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12382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Domain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9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IP.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65151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68008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2" name="Connector line-1792333856896-959462811"/>
          <p:cNvSpPr/>
          <p:nvPr/>
        </p:nvSpPr>
        <p:spPr>
          <a:xfrm>
            <a:off x="6991350" y="3238500"/>
            <a:ext cx="440055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68389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5700" dirty="0"/>
          </a:p>
        </p:txBody>
      </p:sp>
      <p:sp>
        <p:nvSpPr>
          <p:cNvPr id="14" name="Text 12"/>
          <p:cNvSpPr/>
          <p:nvPr/>
        </p:nvSpPr>
        <p:spPr>
          <a:xfrm>
            <a:off x="68389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389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dãy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15800" y="2762250"/>
            <a:ext cx="52578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2401550" y="3143250"/>
            <a:ext cx="190500" cy="190500"/>
          </a:xfrm>
          <a:prstGeom prst="ellipse">
            <a:avLst/>
          </a:prstGeom>
          <a:solidFill>
            <a:srgbClr val="14161C"/>
          </a:solidFill>
          <a:ln w="38100">
            <a:solidFill>
              <a:srgbClr val="3DD6A0"/>
            </a:solidFill>
            <a:prstDash val="solid"/>
          </a:ln>
        </p:spPr>
      </p:sp>
      <p:sp>
        <p:nvSpPr>
          <p:cNvPr id="18" name="Connector line-1792333856903-553406382"/>
          <p:cNvSpPr/>
          <p:nvPr/>
        </p:nvSpPr>
        <p:spPr>
          <a:xfrm>
            <a:off x="12592050" y="3238500"/>
            <a:ext cx="440055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439650" y="36195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1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FTP</a:t>
            </a:r>
            <a:endParaRPr lang="en-US" sz="5700" dirty="0"/>
          </a:p>
        </p:txBody>
      </p:sp>
      <p:sp>
        <p:nvSpPr>
          <p:cNvPr id="20" name="Text 18"/>
          <p:cNvSpPr/>
          <p:nvPr/>
        </p:nvSpPr>
        <p:spPr>
          <a:xfrm>
            <a:off x="12439650" y="46291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43965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14400" y="704850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14400" y="74866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914400" y="81153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950" dirty="0" spc="-3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79b2b91a-3c93-421a-9785-38ab78734e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2026-10-19T00:27:22Z</dcterms:created>
  <dcterms:modified xsi:type="dcterms:W3CDTF">2026-10-19T00:27:22Z</dcterms:modified>
</cp:coreProperties>
</file>