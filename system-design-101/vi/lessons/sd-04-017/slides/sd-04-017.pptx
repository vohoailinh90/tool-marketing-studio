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5240000" cy="34290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khối,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tượng: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 ở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5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30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đĩa,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thứ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572250"/>
            <a:ext cx="51816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53200" y="6572250"/>
            <a:ext cx="51816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0" y="6572250"/>
            <a:ext cx="51816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68103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8250" y="75247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2066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77050" y="68103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77050" y="75247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/docs/note.txt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515850" y="68103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515850" y="75247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photos/2017/a.jpg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8df60b16-0fa8-47d9-a7d3-cf389b9f6b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40005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5430500" cy="4191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</a:t>
            </a:r>
            <a:r>
              <a:rPr lang="en-US" sz="7800" dirty="0" spc="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đĩa,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8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chương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6381750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ghi?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2875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Dãy</a:t>
            </a:r>
            <a:r>
              <a:rPr lang="en-US" sz="24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40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7700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525250" y="7524750"/>
            <a:ext cx="476250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khóa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8675475-fce9-49c1-8b77-0f58463f84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2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n, ghi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532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0" y="3143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750" dirty="0"/>
          </a:p>
        </p:txBody>
      </p:sp>
      <p:sp>
        <p:nvSpPr>
          <p:cNvPr id="8" name="Text 6"/>
          <p:cNvSpPr/>
          <p:nvPr/>
        </p:nvSpPr>
        <p:spPr>
          <a:xfrm>
            <a:off x="6934200" y="34290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750" dirty="0"/>
          </a:p>
        </p:txBody>
      </p:sp>
      <p:sp>
        <p:nvSpPr>
          <p:cNvPr id="9" name="Text 7"/>
          <p:cNvSpPr/>
          <p:nvPr/>
        </p:nvSpPr>
        <p:spPr>
          <a:xfrm>
            <a:off x="12573000" y="34290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1295400" y="46672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Ổ</a:t>
            </a:r>
            <a:r>
              <a:rPr lang="en-US" sz="285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n,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34200" y="46672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Ai dùng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73000" y="46672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1a4d618-11ca-4620-9aac-f16893f70e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3DD6A0"/>
          </a:solidFill>
          <a:ln/>
        </p:spPr>
      </p:sp>
      <p:sp>
        <p:nvSpPr>
          <p:cNvPr id="5" name="Shape 3"/>
          <p:cNvSpPr/>
          <p:nvPr/>
        </p:nvSpPr>
        <p:spPr>
          <a:xfrm>
            <a:off x="1676400" y="5048250"/>
            <a:ext cx="14935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8400" y="7048500"/>
            <a:ext cx="13411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81375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0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mục: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/docs/note.txt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057400" y="5381625"/>
            <a:ext cx="1417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inode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13: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819400" y="7381875"/>
            <a:ext cx="1264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Khối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2066: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5b613a4-6f53-4918-927e-df74eda3f0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TƯỢNG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gian</a:t>
            </a:r>
            <a:r>
              <a:rPr lang="en-US" sz="69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phẳng,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là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Bảng</a:t>
                      </a:r>
                      <a:r>
                        <a:rPr lang="en-US" sz="2700" b="1" dirty="0" spc="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70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khiển</a:t>
                      </a:r>
                      <a:r>
                        <a:rPr lang="en-US" sz="27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Thật</a:t>
                      </a:r>
                      <a:r>
                        <a:rPr lang="en-US" sz="2700" b="1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7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Thư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</a:t>
                      </a:r>
                      <a:r>
                        <a:rPr lang="en-US" sz="27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photos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Tiền</a:t>
                      </a:r>
                      <a:r>
                        <a:rPr lang="en-US" sz="27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tố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Thư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 2017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Tiền</a:t>
                      </a:r>
                      <a:r>
                        <a:rPr lang="en-US" sz="27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tố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7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photos/2017/example.jpg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7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cái</a:t>
                      </a:r>
                      <a:r>
                        <a:rPr lang="en-US" sz="2700" b="1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2700" b="1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700" b="1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bucket</a:t>
                      </a:r>
                      <a:r>
                        <a:rPr lang="en-US" sz="27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phẳng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95250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Bucket</a:t>
            </a:r>
            <a:r>
              <a:rPr lang="en-US" sz="255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tượng,</a:t>
            </a:r>
            <a:r>
              <a:rPr lang="en-US" sz="25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7" name="Shape 4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9" name="Shape 6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0" name="Shape 7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9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ce53cf8-2f6a-4e3a-91d8-5f12f917f0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953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4950" y="3400425"/>
            <a:ext cx="914400" cy="914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1504950" y="5305425"/>
            <a:ext cx="914400" cy="914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Shape 7"/>
          <p:cNvSpPr/>
          <p:nvPr/>
        </p:nvSpPr>
        <p:spPr>
          <a:xfrm>
            <a:off x="1504950" y="7210425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485900" y="354330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485900" y="544830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485900" y="7353300"/>
            <a:ext cx="95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2952750" y="342900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Khối: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28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952750" y="533400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7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Tệp: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28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952750" y="7239000"/>
            <a:ext cx="1390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Đối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tượng:</a:t>
            </a:r>
            <a:r>
              <a:rPr lang="en-US" sz="28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chép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85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84a6ac59-73c1-44b5-9a7e-5c4e16498e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Không: ghi</a:t>
            </a:r>
            <a:r>
              <a:rPr lang="en-US" sz="60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đè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 8</a:t>
            </a:r>
            <a:r>
              <a:rPr lang="en-US" sz="6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KiB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7886700" cy="4286250"/>
          </a:xfrm>
          <a:prstGeom prst="roundRect">
            <a:avLst>
              <a:gd name="adj" fmla="val 6222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86900" y="2952750"/>
            <a:ext cx="7886700" cy="4286250"/>
          </a:xfrm>
          <a:prstGeom prst="roundRect">
            <a:avLst>
              <a:gd name="adj" fmla="val 6222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86125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3900" dirty="0" spc="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3900" dirty="0" spc="-4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867900" y="3286125"/>
            <a:ext cx="7143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3900" dirty="0"/>
          </a:p>
        </p:txBody>
      </p:sp>
      <p:sp>
        <p:nvSpPr>
          <p:cNvPr id="8" name="Text richtext-1792460203637-916619228"/>
          <p:cNvSpPr/>
          <p:nvPr/>
        </p:nvSpPr>
        <p:spPr>
          <a:xfrm>
            <a:off x="1295400" y="4381500"/>
            <a:ext cx="7143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 ở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850" dirty="0"/>
          </a:p>
        </p:txBody>
      </p:sp>
      <p:sp>
        <p:nvSpPr>
          <p:cNvPr id="9" name="Text richtext-1792460203655-10356623"/>
          <p:cNvSpPr/>
          <p:nvPr/>
        </p:nvSpPr>
        <p:spPr>
          <a:xfrm>
            <a:off x="9867900" y="4381500"/>
            <a:ext cx="7143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8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đè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Hợp</a:t>
            </a:r>
            <a:r>
              <a:rPr lang="en-US" sz="28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7715250"/>
            <a:ext cx="123825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2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lưu:</a:t>
            </a: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6" name="Shape 14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36b7351-77d7-4c7b-b3bc-1311528ff6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6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429000" cy="3238500"/>
          </a:xfrm>
          <a:prstGeom prst="roundRect">
            <a:avLst>
              <a:gd name="adj" fmla="val 7059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00650" y="3143250"/>
            <a:ext cx="3429000" cy="3238500"/>
          </a:xfrm>
          <a:prstGeom prst="roundRect">
            <a:avLst>
              <a:gd name="adj" fmla="val 7059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86900" y="3143250"/>
            <a:ext cx="3429000" cy="3238500"/>
          </a:xfrm>
          <a:prstGeom prst="roundRect">
            <a:avLst>
              <a:gd name="adj" fmla="val 7059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73150" y="3143250"/>
            <a:ext cx="3600450" cy="323850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3429000"/>
            <a:ext cx="28956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25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đĩa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ảo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64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MiB,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ext4,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KiB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467350" y="3429000"/>
            <a:ext cx="28956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/docs/note.txt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28</a:t>
            </a: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3600" y="3429000"/>
            <a:ext cx="28956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báo: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inode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13, 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2066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039850" y="3429000"/>
            <a:ext cx="306705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thẳng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2066: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550" dirty="0"/>
          </a:p>
        </p:txBody>
      </p:sp>
      <p:sp>
        <p:nvSpPr>
          <p:cNvPr id="12" name="Connector line-1792460205678-186810221"/>
          <p:cNvSpPr/>
          <p:nvPr/>
        </p:nvSpPr>
        <p:spPr>
          <a:xfrm>
            <a:off x="4400550" y="4762500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460205679-229205382"/>
          <p:cNvSpPr/>
          <p:nvPr/>
        </p:nvSpPr>
        <p:spPr>
          <a:xfrm>
            <a:off x="8686800" y="4762500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60205679-769935585"/>
          <p:cNvSpPr/>
          <p:nvPr/>
        </p:nvSpPr>
        <p:spPr>
          <a:xfrm>
            <a:off x="12973050" y="4762500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1437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1" name="Shape 19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2" name="Shape 20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B9B2A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53ab953-fb63-4f72-a052-6096166d8f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700" dirty="0" spc="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3815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6196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MiB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mebibyte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59531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KiB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kibibyte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0" y="3143250"/>
            <a:ext cx="784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1" name="Text richtext-1792460207549-306089330"/>
          <p:cNvSpPr/>
          <p:nvPr/>
        </p:nvSpPr>
        <p:spPr>
          <a:xfrm>
            <a:off x="9525000" y="3714750"/>
            <a:ext cx="78486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Guide: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Creating object</a:t>
            </a:r>
            <a:r>
              <a:rPr lang="en-US" sz="240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Guide: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Organizing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objects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using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folders</a:t>
            </a:r>
            <a:endParaRPr lang="en-US" sz="2400" dirty="0"/>
          </a:p>
          <a:p>
            <a:pPr algn="l" marL="304800" indent="-21776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Guide: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Downloading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Ceph: Ceph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3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97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8383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0669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2955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524125" y="9458325"/>
            <a:ext cx="133350" cy="133350"/>
          </a:xfrm>
          <a:prstGeom prst="ellipse">
            <a:avLst/>
          </a:prstGeom>
          <a:solidFill>
            <a:srgbClr val="4A4F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752725" y="94583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062a74d-e3fb-4ec3-8361-4e80abbb14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2026-10-20T01:37:04Z</dcterms:created>
  <dcterms:modified xsi:type="dcterms:W3CDTF">2026-10-20T01:37:04Z</dcterms:modified>
</cp:coreProperties>
</file>