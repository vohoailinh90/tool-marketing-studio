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8288000" cy="10287000"/>
  <p:notesSz cx="10287000" cy="18288000"/>
  <p:embeddedFontLst>
    <p:embeddedFont>
      <p:font typeface="Be Vietnam Pro"/>
      <p:regular r:id="rId17"/>
      <p:bold r:id="rId15"/>
    </p:embeddedFont>
    <p:embeddedFont>
      <p:font typeface="Bricolage Grotesque ExtraBold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38100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Truy</a:t>
            </a:r>
            <a:r>
              <a:rPr lang="en-US" sz="81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vấn</a:t>
            </a:r>
            <a:r>
              <a:rPr lang="en-US" sz="81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81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tồn</a:t>
            </a:r>
            <a:r>
              <a:rPr lang="en-US" sz="81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tại: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81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xuyên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52500" y="5429250"/>
            <a:ext cx="3810000" cy="7620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Kẻ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tấn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endParaRPr lang="en-US" sz="2400" dirty="0"/>
          </a:p>
        </p:txBody>
      </p:sp>
      <p:sp>
        <p:nvSpPr>
          <p:cNvPr id="5" name="Connector line-1792372219678-279095075"/>
          <p:cNvSpPr/>
          <p:nvPr/>
        </p:nvSpPr>
        <p:spPr>
          <a:xfrm>
            <a:off x="2857500" y="6286500"/>
            <a:ext cx="0" cy="2857500"/>
          </a:xfrm>
          <a:prstGeom prst="line">
            <a:avLst/>
          </a:prstGeom>
          <a:noFill/>
          <a:ln w="28575">
            <a:solidFill>
              <a:srgbClr val="2E3240"/>
            </a:solidFill>
            <a:prstDash val="lgDash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7239000" y="5429250"/>
            <a:ext cx="3810000" cy="7620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2400" dirty="0"/>
          </a:p>
        </p:txBody>
      </p:sp>
      <p:sp>
        <p:nvSpPr>
          <p:cNvPr id="7" name="Connector line-1792372219681-569291100"/>
          <p:cNvSpPr/>
          <p:nvPr/>
        </p:nvSpPr>
        <p:spPr>
          <a:xfrm>
            <a:off x="9144000" y="6286500"/>
            <a:ext cx="0" cy="2857500"/>
          </a:xfrm>
          <a:prstGeom prst="line">
            <a:avLst/>
          </a:prstGeom>
          <a:noFill/>
          <a:ln w="28575">
            <a:solidFill>
              <a:srgbClr val="2E3240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3525500" y="5429250"/>
            <a:ext cx="3810000" cy="7620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400" dirty="0"/>
          </a:p>
        </p:txBody>
      </p:sp>
      <p:sp>
        <p:nvSpPr>
          <p:cNvPr id="9" name="Connector line-1792372219685-962491497"/>
          <p:cNvSpPr/>
          <p:nvPr/>
        </p:nvSpPr>
        <p:spPr>
          <a:xfrm>
            <a:off x="15430500" y="6286500"/>
            <a:ext cx="0" cy="2857500"/>
          </a:xfrm>
          <a:prstGeom prst="line">
            <a:avLst/>
          </a:prstGeom>
          <a:noFill/>
          <a:ln w="28575">
            <a:solidFill>
              <a:srgbClr val="2E3240"/>
            </a:solidFill>
            <a:prstDash val="lgDash"/>
            <a:headEnd type="none"/>
            <a:tailEnd type="none"/>
          </a:ln>
        </p:spPr>
      </p:sp>
      <p:sp>
        <p:nvSpPr>
          <p:cNvPr id="10" name="Connector line-1792372219685-307086855"/>
          <p:cNvSpPr/>
          <p:nvPr/>
        </p:nvSpPr>
        <p:spPr>
          <a:xfrm>
            <a:off x="2857500" y="6858000"/>
            <a:ext cx="6286500" cy="0"/>
          </a:xfrm>
          <a:prstGeom prst="line">
            <a:avLst/>
          </a:prstGeom>
          <a:noFill/>
          <a:ln w="38100">
            <a:solidFill>
              <a:srgbClr val="F3EEE3"/>
            </a:solidFill>
            <a:prstDash val="solid"/>
            <a:headEnd type="none"/>
            <a:tailEnd type="triangle" w="lg" len="lg"/>
          </a:ln>
        </p:spPr>
      </p:sp>
      <p:sp>
        <p:nvSpPr>
          <p:cNvPr id="11" name="Text 9"/>
          <p:cNvSpPr/>
          <p:nvPr/>
        </p:nvSpPr>
        <p:spPr>
          <a:xfrm>
            <a:off x="3048000" y="641985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Xin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tồn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endParaRPr lang="en-US" sz="2100" dirty="0"/>
          </a:p>
        </p:txBody>
      </p:sp>
      <p:sp>
        <p:nvSpPr>
          <p:cNvPr id="12" name="Connector line-1792372219688-238763073"/>
          <p:cNvSpPr/>
          <p:nvPr/>
        </p:nvSpPr>
        <p:spPr>
          <a:xfrm>
            <a:off x="9144000" y="7524750"/>
            <a:ext cx="6286500" cy="0"/>
          </a:xfrm>
          <a:prstGeom prst="line">
            <a:avLst/>
          </a:prstGeom>
          <a:noFill/>
          <a:ln w="38100">
            <a:solidFill>
              <a:srgbClr val="FFB454"/>
            </a:solidFill>
            <a:prstDash val="solid"/>
            <a:headEnd type="none"/>
            <a:tailEnd type="triangle" w="lg" len="lg"/>
          </a:ln>
        </p:spPr>
      </p:sp>
      <p:sp>
        <p:nvSpPr>
          <p:cNvPr id="13" name="Text 11"/>
          <p:cNvSpPr/>
          <p:nvPr/>
        </p:nvSpPr>
        <p:spPr>
          <a:xfrm>
            <a:off x="9334500" y="708660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có:</a:t>
            </a:r>
            <a:r>
              <a:rPr lang="en-US" sz="210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1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2100" dirty="0"/>
          </a:p>
        </p:txBody>
      </p:sp>
      <p:sp>
        <p:nvSpPr>
          <p:cNvPr id="14" name="Connector line-1792372219690-535320344"/>
          <p:cNvSpPr/>
          <p:nvPr/>
        </p:nvSpPr>
        <p:spPr>
          <a:xfrm flipH="1">
            <a:off x="9144000" y="8191500"/>
            <a:ext cx="6286500" cy="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triangle" w="lg" len="lg"/>
          </a:ln>
        </p:spPr>
      </p:sp>
      <p:sp>
        <p:nvSpPr>
          <p:cNvPr id="15" name="Text 13"/>
          <p:cNvSpPr/>
          <p:nvPr/>
        </p:nvSpPr>
        <p:spPr>
          <a:xfrm>
            <a:off x="9334500" y="775335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100" b="1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b="1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2100" dirty="0"/>
          </a:p>
        </p:txBody>
      </p:sp>
      <p:sp>
        <p:nvSpPr>
          <p:cNvPr id="16" name="Connector line-1792372219693-843085284"/>
          <p:cNvSpPr/>
          <p:nvPr/>
        </p:nvSpPr>
        <p:spPr>
          <a:xfrm flipH="1">
            <a:off x="2857500" y="8858250"/>
            <a:ext cx="6286500" cy="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triangle" w="lg" len="lg"/>
          </a:ln>
        </p:spPr>
      </p:sp>
      <p:sp>
        <p:nvSpPr>
          <p:cNvPr id="17" name="Text 15"/>
          <p:cNvSpPr/>
          <p:nvPr/>
        </p:nvSpPr>
        <p:spPr>
          <a:xfrm>
            <a:off x="3048000" y="842010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21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cất</a:t>
            </a:r>
            <a:r>
              <a:rPr lang="en-US" sz="21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gì;</a:t>
            </a:r>
            <a:r>
              <a:rPr lang="en-US" sz="210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1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1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1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14400" y="962025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7.0.15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SQLite,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27cb8bab-e1fc-489a-aefd-d68a76ee5f0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1800" b="1" spc="27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1800" b="1" spc="30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69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 thứ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52400" cy="3619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524000" y="3048000"/>
            <a:ext cx="15811500" cy="381000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ctr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Gửi</a:t>
            </a: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 nhiều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giả:</a:t>
            </a:r>
            <a:r>
              <a:rPr lang="en-US" sz="6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66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coi như không</a:t>
            </a:r>
            <a:r>
              <a:rPr lang="en-US" sz="66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có,</a:t>
            </a:r>
            <a:r>
              <a:rPr lang="en-US" sz="66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</a:t>
            </a: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dồn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xuống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6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liệu.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1524000" y="7524750"/>
            <a:ext cx="4572000" cy="80010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Cất</a:t>
            </a:r>
            <a:r>
              <a:rPr lang="en-US" sz="240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400" b="1" dirty="0" spc="1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400" b="1" dirty="0" spc="-1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rỗng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362700" y="7524750"/>
            <a:ext cx="4000500" cy="8001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4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</a:t>
            </a:r>
            <a:r>
              <a:rPr lang="en-US" sz="24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Bloom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572750" y="7524750"/>
            <a:ext cx="67627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chữa,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endParaRPr lang="en-US" sz="2250" dirty="0"/>
          </a:p>
        </p:txBody>
      </p:sp>
      <p:sp>
        <p:nvSpPr>
          <p:cNvPr id="9" name="Connector line-1792372220951-785574053"/>
          <p:cNvSpPr/>
          <p:nvPr/>
        </p:nvSpPr>
        <p:spPr>
          <a:xfrm>
            <a:off x="990600" y="9486900"/>
            <a:ext cx="22669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02/08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ca5a6864-32b2-4f95-8da8-1f91239f5cc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CẤT</a:t>
            </a:r>
            <a:r>
              <a:rPr lang="en-US" sz="180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 TRỊ</a:t>
            </a:r>
            <a:r>
              <a:rPr lang="en-US" sz="1800" b="1" spc="28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RỖNG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Nhớ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“không</a:t>
            </a:r>
            <a:r>
              <a:rPr lang="en-US" sz="69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có”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3810000" cy="2000250"/>
          </a:xfrm>
          <a:prstGeom prst="roundRect">
            <a:avLst>
              <a:gd name="adj" fmla="val 1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1100" y="3095625"/>
            <a:ext cx="32766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Hỏi</a:t>
            </a:r>
            <a:r>
              <a:rPr lang="en-US" sz="31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31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</a:t>
            </a:r>
            <a:endParaRPr lang="en-US" sz="3150" dirty="0"/>
          </a:p>
        </p:txBody>
      </p:sp>
      <p:sp>
        <p:nvSpPr>
          <p:cNvPr id="6" name="Text 4"/>
          <p:cNvSpPr/>
          <p:nvPr/>
        </p:nvSpPr>
        <p:spPr>
          <a:xfrm>
            <a:off x="1181100" y="3905250"/>
            <a:ext cx="3276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10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trượt</a:t>
            </a:r>
            <a:endParaRPr lang="en-US" sz="2100" dirty="0"/>
          </a:p>
        </p:txBody>
      </p:sp>
      <p:sp>
        <p:nvSpPr>
          <p:cNvPr id="7" name="Connector line-1792372221786-650872847"/>
          <p:cNvSpPr/>
          <p:nvPr/>
        </p:nvSpPr>
        <p:spPr>
          <a:xfrm>
            <a:off x="4762500" y="3857625"/>
            <a:ext cx="3429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143500" y="2857500"/>
            <a:ext cx="3810000" cy="2000250"/>
          </a:xfrm>
          <a:prstGeom prst="roundRect">
            <a:avLst>
              <a:gd name="adj" fmla="val 1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10200" y="3095625"/>
            <a:ext cx="32766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Cơ</a:t>
            </a:r>
            <a:r>
              <a:rPr lang="en-US" sz="31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31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15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3150" dirty="0"/>
          </a:p>
        </p:txBody>
      </p:sp>
      <p:sp>
        <p:nvSpPr>
          <p:cNvPr id="10" name="Text 8"/>
          <p:cNvSpPr/>
          <p:nvPr/>
        </p:nvSpPr>
        <p:spPr>
          <a:xfrm>
            <a:off x="5410200" y="3905250"/>
            <a:ext cx="3276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“không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có”</a:t>
            </a:r>
            <a:endParaRPr lang="en-US" sz="2100" dirty="0"/>
          </a:p>
        </p:txBody>
      </p:sp>
      <p:sp>
        <p:nvSpPr>
          <p:cNvPr id="11" name="Connector line-1792372221791-435217292"/>
          <p:cNvSpPr/>
          <p:nvPr/>
        </p:nvSpPr>
        <p:spPr>
          <a:xfrm>
            <a:off x="8991600" y="3857625"/>
            <a:ext cx="3429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372600" y="2857500"/>
            <a:ext cx="3810000" cy="2000250"/>
          </a:xfrm>
          <a:prstGeom prst="roundRect">
            <a:avLst>
              <a:gd name="adj" fmla="val 11429"/>
            </a:avLst>
          </a:prstGeom>
          <a:solidFill>
            <a:srgbClr val="B45309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39300" y="3095625"/>
            <a:ext cx="32766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2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Cất</a:t>
            </a:r>
            <a:r>
              <a:rPr lang="en-US" sz="3150" dirty="0" spc="-8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rỗng</a:t>
            </a:r>
            <a:endParaRPr lang="en-US" sz="3150" dirty="0"/>
          </a:p>
        </p:txBody>
      </p:sp>
      <p:sp>
        <p:nvSpPr>
          <p:cNvPr id="14" name="Text 12"/>
          <p:cNvSpPr/>
          <p:nvPr/>
        </p:nvSpPr>
        <p:spPr>
          <a:xfrm>
            <a:off x="9639300" y="3905250"/>
            <a:ext cx="3276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2100" dirty="0" spc="-5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100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(TTL)</a:t>
            </a:r>
            <a:r>
              <a:rPr lang="en-US" sz="2100" dirty="0" spc="-9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endParaRPr lang="en-US" sz="2100" dirty="0"/>
          </a:p>
        </p:txBody>
      </p:sp>
      <p:sp>
        <p:nvSpPr>
          <p:cNvPr id="15" name="Connector line-1792372221796-168671837"/>
          <p:cNvSpPr/>
          <p:nvPr/>
        </p:nvSpPr>
        <p:spPr>
          <a:xfrm>
            <a:off x="13220700" y="3857625"/>
            <a:ext cx="3429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3601700" y="2857500"/>
            <a:ext cx="3810000" cy="2000250"/>
          </a:xfrm>
          <a:prstGeom prst="roundRect">
            <a:avLst>
              <a:gd name="adj" fmla="val 1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868400" y="3095625"/>
            <a:ext cx="32766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Lần</a:t>
            </a:r>
            <a:r>
              <a:rPr lang="en-US" sz="31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r>
              <a:rPr lang="en-US" sz="31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31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</a:t>
            </a:r>
            <a:endParaRPr lang="en-US" sz="3150" dirty="0"/>
          </a:p>
        </p:txBody>
      </p:sp>
      <p:sp>
        <p:nvSpPr>
          <p:cNvPr id="18" name="Text 16"/>
          <p:cNvSpPr/>
          <p:nvPr/>
        </p:nvSpPr>
        <p:spPr>
          <a:xfrm>
            <a:off x="13868400" y="3905250"/>
            <a:ext cx="3276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“không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có” luôn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14400" y="542925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F3DFB8"/>
          </a:solidFill>
          <a:ln/>
        </p:spPr>
      </p:sp>
      <p:sp>
        <p:nvSpPr>
          <p:cNvPr id="20" name="Text 18"/>
          <p:cNvSpPr/>
          <p:nvPr/>
        </p:nvSpPr>
        <p:spPr>
          <a:xfrm>
            <a:off x="1333500" y="5667375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20.000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1333500" y="619125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 spc="-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60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60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endParaRPr lang="en-US" sz="6000" dirty="0"/>
          </a:p>
        </p:txBody>
      </p:sp>
      <p:sp>
        <p:nvSpPr>
          <p:cNvPr id="22" name="Text 20"/>
          <p:cNvSpPr/>
          <p:nvPr/>
        </p:nvSpPr>
        <p:spPr>
          <a:xfrm>
            <a:off x="1333500" y="7334250"/>
            <a:ext cx="723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kẻ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 lặp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9372600" y="542925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91700" y="5667375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20.000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b="1" spc="21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9791700" y="619125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 spc="-37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20.000</a:t>
            </a:r>
            <a:r>
              <a:rPr lang="en-US" sz="60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60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endParaRPr lang="en-US" sz="6000" dirty="0"/>
          </a:p>
        </p:txBody>
      </p:sp>
      <p:sp>
        <p:nvSpPr>
          <p:cNvPr id="26" name="Text 24"/>
          <p:cNvSpPr/>
          <p:nvPr/>
        </p:nvSpPr>
        <p:spPr>
          <a:xfrm>
            <a:off x="9791700" y="7334250"/>
            <a:ext cx="723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20.000 khóa</a:t>
            </a:r>
            <a:r>
              <a:rPr lang="en-US" sz="22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rỗng</a:t>
            </a:r>
            <a:r>
              <a:rPr lang="en-US" sz="22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rác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Redis.</a:t>
            </a:r>
            <a:endParaRPr lang="en-US" sz="2250" dirty="0"/>
          </a:p>
        </p:txBody>
      </p:sp>
      <p:sp>
        <p:nvSpPr>
          <p:cNvPr id="27" name="Connector line-1792372221816-255343723"/>
          <p:cNvSpPr/>
          <p:nvPr/>
        </p:nvSpPr>
        <p:spPr>
          <a:xfrm>
            <a:off x="990600" y="9486900"/>
            <a:ext cx="22669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03/08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f3a63c04-fe45-47a2-b496-8f6b91e2737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b="1" spc="28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</a:t>
            </a:r>
            <a:r>
              <a:rPr lang="en-US" sz="1800" b="1" spc="28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BLOOM</a:t>
            </a: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800" b="1" spc="29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100.000 MÃ</a:t>
            </a:r>
            <a:r>
              <a:rPr lang="en-US" sz="1800" b="1" spc="23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THẬT,</a:t>
            </a: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20.000</a:t>
            </a:r>
            <a:r>
              <a:rPr lang="en-US" sz="180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GIẢ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Chắc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chắn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có: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</a:t>
            </a: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endParaRPr lang="en-US" sz="6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  <a:gridCol w="2962656"/>
                <a:gridCol w="5266944"/>
              </a:tblGrid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9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Tỷ</a:t>
                      </a:r>
                      <a:r>
                        <a:rPr lang="en-US" sz="2400" b="1" dirty="0" spc="-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lệ</a:t>
                      </a:r>
                      <a:r>
                        <a:rPr lang="en-US" sz="2400" b="1" dirty="0" spc="-6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chọn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0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Kích</a:t>
                      </a:r>
                      <a:r>
                        <a:rPr lang="en-US" sz="2400" b="1" dirty="0" spc="8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thước</a:t>
                      </a:r>
                      <a:r>
                        <a:rPr lang="en-US" sz="240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bộ</a:t>
                      </a:r>
                      <a:r>
                        <a:rPr lang="en-US" sz="2400" b="1" dirty="0" spc="-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lọc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3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Hàm</a:t>
                      </a:r>
                      <a:r>
                        <a:rPr lang="en-US" sz="240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băm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Mã</a:t>
                      </a:r>
                      <a:r>
                        <a:rPr lang="en-US" sz="240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giả</a:t>
                      </a:r>
                      <a:r>
                        <a:rPr lang="en-US" sz="2400" b="1" dirty="0" spc="-7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lọt</a:t>
                      </a:r>
                      <a:r>
                        <a:rPr lang="en-US" sz="2400" b="1" dirty="0" spc="3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qua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1%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khoảng</a:t>
                      </a:r>
                      <a:r>
                        <a:rPr lang="en-US" sz="24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120</a:t>
                      </a:r>
                      <a:r>
                        <a:rPr lang="en-US" sz="240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KB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60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174</a:t>
                      </a:r>
                      <a:r>
                        <a:rPr lang="en-US" sz="2400" b="1" dirty="0" spc="-3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(0,87%)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3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0,1%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khoảng 180</a:t>
                      </a:r>
                      <a:r>
                        <a:rPr lang="en-US" sz="240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KB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10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0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24</a:t>
                      </a:r>
                      <a:r>
                        <a:rPr lang="en-US" sz="2400" b="1" dirty="0" spc="2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(0,12%)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6286500"/>
            <a:ext cx="80010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333500" y="6524625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950" b="1" spc="20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7" name="Text 4"/>
          <p:cNvSpPr/>
          <p:nvPr/>
        </p:nvSpPr>
        <p:spPr>
          <a:xfrm>
            <a:off x="1333500" y="70485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“Chắc chắn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có”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“có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có”;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âm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giả.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9372600" y="6286500"/>
            <a:ext cx="8001000" cy="2095500"/>
          </a:xfrm>
          <a:prstGeom prst="roundRect">
            <a:avLst>
              <a:gd name="adj" fmla="val 12727"/>
            </a:avLst>
          </a:prstGeom>
          <a:solidFill>
            <a:srgbClr val="3DD6A0"/>
          </a:solidFill>
          <a:ln/>
        </p:spPr>
      </p:sp>
      <p:sp>
        <p:nvSpPr>
          <p:cNvPr id="9" name="Text 6"/>
          <p:cNvSpPr/>
          <p:nvPr/>
        </p:nvSpPr>
        <p:spPr>
          <a:xfrm>
            <a:off x="9791700" y="6477000"/>
            <a:ext cx="7239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 bị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</a:t>
            </a:r>
            <a:r>
              <a:rPr lang="en-US" sz="3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nhầm:</a:t>
            </a: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0</a:t>
            </a:r>
            <a:endParaRPr lang="en-US" sz="3600" dirty="0"/>
          </a:p>
        </p:txBody>
      </p:sp>
      <p:sp>
        <p:nvSpPr>
          <p:cNvPr id="10" name="Connector line-1792372274948-951338891"/>
          <p:cNvSpPr/>
          <p:nvPr/>
        </p:nvSpPr>
        <p:spPr>
          <a:xfrm>
            <a:off x="990600" y="9486900"/>
            <a:ext cx="22669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1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5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 04/08</a:t>
            </a:r>
            <a:endParaRPr lang="en-US" sz="1650" dirty="0"/>
          </a:p>
        </p:txBody>
      </p:sp>
      <p:sp>
        <p:nvSpPr>
          <p:cNvPr id="20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0fc5c22f-0e70-45f5-8adb-e50e7372f1a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lọc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cũng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chăm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143000"/>
          </a:xfrm>
          <a:prstGeom prst="roundRect">
            <a:avLst>
              <a:gd name="adj" fmla="val 18333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2857500"/>
            <a:ext cx="85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-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2286000" y="28575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Cập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0096500" y="2857500"/>
            <a:ext cx="6953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thì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“không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có”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4191000"/>
            <a:ext cx="16459200" cy="1143000"/>
          </a:xfrm>
          <a:prstGeom prst="roundRect">
            <a:avLst>
              <a:gd name="adj" fmla="val 18333"/>
            </a:avLst>
          </a:prstGeom>
          <a:solidFill>
            <a:srgbClr val="FBF8F2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38250" y="4191000"/>
            <a:ext cx="85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2286000" y="41910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b="1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0096500" y="4191000"/>
            <a:ext cx="6953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1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lọt;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10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5524500"/>
            <a:ext cx="16459200" cy="1143000"/>
          </a:xfrm>
          <a:prstGeom prst="roundRect">
            <a:avLst>
              <a:gd name="adj" fmla="val 18333"/>
            </a:avLst>
          </a:prstGeom>
          <a:solidFill>
            <a:srgbClr val="F8D9D0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" y="5524500"/>
            <a:ext cx="85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2286000" y="55245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70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0096500" y="5524500"/>
            <a:ext cx="6953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tỷ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" y="6858000"/>
            <a:ext cx="16459200" cy="1143000"/>
          </a:xfrm>
          <a:prstGeom prst="roundRect">
            <a:avLst>
              <a:gd name="adj" fmla="val 18333"/>
            </a:avLst>
          </a:prstGeom>
          <a:solidFill>
            <a:srgbClr val="FBF8F2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38250" y="6858000"/>
            <a:ext cx="85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-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500" dirty="0"/>
          </a:p>
        </p:txBody>
      </p:sp>
      <p:sp>
        <p:nvSpPr>
          <p:cNvPr id="18" name="Text 16"/>
          <p:cNvSpPr/>
          <p:nvPr/>
        </p:nvSpPr>
        <p:spPr>
          <a:xfrm>
            <a:off x="2286000" y="68580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tồn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10096500" y="6858000"/>
            <a:ext cx="6953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suất</a:t>
            </a:r>
            <a:endParaRPr lang="en-US" sz="2100" dirty="0"/>
          </a:p>
        </p:txBody>
      </p:sp>
      <p:sp>
        <p:nvSpPr>
          <p:cNvPr id="20" name="Connector line-1792372275808-955484154"/>
          <p:cNvSpPr/>
          <p:nvPr/>
        </p:nvSpPr>
        <p:spPr>
          <a:xfrm>
            <a:off x="990600" y="9486900"/>
            <a:ext cx="22669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6" name="Shape 2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05/08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41b5672a-2277-4750-8d56-9a79d94433c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nghìn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cất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rỗng,</a:t>
            </a:r>
            <a:r>
              <a:rPr lang="en-US" sz="28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tải.</a:t>
            </a:r>
            <a:r>
              <a:rPr lang="en-US" sz="2850" dirty="0" spc="4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sao?</a:t>
            </a:r>
            <a:endParaRPr lang="en-US" sz="2850" dirty="0"/>
          </a:p>
        </p:txBody>
      </p:sp>
      <p:sp>
        <p:nvSpPr>
          <p:cNvPr id="4" name="Text 2"/>
          <p:cNvSpPr/>
          <p:nvPr/>
        </p:nvSpPr>
        <p:spPr>
          <a:xfrm>
            <a:off x="914400" y="2952750"/>
            <a:ext cx="7620000" cy="1905000"/>
          </a:xfrm>
          <a:prstGeom prst="rect">
            <a:avLst/>
          </a:prstGeom>
          <a:noFill/>
          <a:ln/>
        </p:spPr>
        <p:txBody>
          <a:bodyPr wrap="square" lIns="0" tIns="137160" rIns="0" bIns="-137160" rtlCol="0" anchor="ctr"/>
          <a:lstStyle/>
          <a:p>
            <a:pPr algn="l" indent="0" marL="0">
              <a:lnSpc>
                <a:spcPts val="13500"/>
              </a:lnSpc>
              <a:buNone/>
            </a:pPr>
            <a:r>
              <a:rPr lang="en-US" sz="1350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135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13500" dirty="0"/>
          </a:p>
        </p:txBody>
      </p:sp>
      <p:sp>
        <p:nvSpPr>
          <p:cNvPr id="5" name="Text 3"/>
          <p:cNvSpPr/>
          <p:nvPr/>
        </p:nvSpPr>
        <p:spPr>
          <a:xfrm>
            <a:off x="914400" y="4953000"/>
            <a:ext cx="7620000" cy="1524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lần: giá</a:t>
            </a:r>
            <a:r>
              <a:rPr lang="en-US" sz="255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55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rỗng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rác.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8763000" y="2952750"/>
            <a:ext cx="8610600" cy="1666875"/>
          </a:xfrm>
          <a:prstGeom prst="roundRect">
            <a:avLst>
              <a:gd name="adj" fmla="val 1371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0" y="3162300"/>
            <a:ext cx="7905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 Bloom</a:t>
            </a:r>
            <a:r>
              <a:rPr lang="en-US" sz="27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9144000" y="3810000"/>
            <a:ext cx="7905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10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763000" y="4810125"/>
            <a:ext cx="8610600" cy="1666875"/>
          </a:xfrm>
          <a:prstGeom prst="roundRect">
            <a:avLst>
              <a:gd name="adj" fmla="val 1371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0" y="5019675"/>
            <a:ext cx="7905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9144000" y="5667375"/>
            <a:ext cx="7905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10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lọt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763000" y="6667500"/>
            <a:ext cx="8610600" cy="1666875"/>
          </a:xfrm>
          <a:prstGeom prst="roundRect">
            <a:avLst>
              <a:gd name="adj" fmla="val 13714"/>
            </a:avLst>
          </a:prstGeom>
          <a:solidFill>
            <a:srgbClr val="1E212B"/>
          </a:solidFill>
          <a:ln w="28575">
            <a:solidFill>
              <a:srgbClr val="2E32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0" y="6877050"/>
            <a:ext cx="7905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suất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9144000" y="7524750"/>
            <a:ext cx="7905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3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1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100" dirty="0"/>
          </a:p>
        </p:txBody>
      </p:sp>
      <p:sp>
        <p:nvSpPr>
          <p:cNvPr id="15" name="Connector line-1792372276812-861963758"/>
          <p:cNvSpPr/>
          <p:nvPr/>
        </p:nvSpPr>
        <p:spPr>
          <a:xfrm>
            <a:off x="990600" y="9486900"/>
            <a:ext cx="22669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 06/08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49a41c8-29cb-48f2-98f4-3e44f02fc8b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nói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5524500"/>
          </a:xfrm>
          <a:prstGeom prst="roundRect">
            <a:avLst>
              <a:gd name="adj" fmla="val 4828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86125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0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3900" dirty="0" spc="2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3900" dirty="0"/>
          </a:p>
        </p:txBody>
      </p:sp>
      <p:sp>
        <p:nvSpPr>
          <p:cNvPr id="6" name="Text richtext-1792372277713-105964479"/>
          <p:cNvSpPr/>
          <p:nvPr/>
        </p:nvSpPr>
        <p:spPr>
          <a:xfrm>
            <a:off x="1333500" y="4191000"/>
            <a:ext cx="7239000" cy="4000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cách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chữa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372600" y="2952750"/>
            <a:ext cx="8001000" cy="5524500"/>
          </a:xfrm>
          <a:prstGeom prst="roundRect">
            <a:avLst>
              <a:gd name="adj" fmla="val 4828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286125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endParaRPr lang="en-US" sz="3900" dirty="0"/>
          </a:p>
        </p:txBody>
      </p:sp>
      <p:sp>
        <p:nvSpPr>
          <p:cNvPr id="9" name="Text richtext-1792372277731-354158655"/>
          <p:cNvSpPr/>
          <p:nvPr/>
        </p:nvSpPr>
        <p:spPr>
          <a:xfrm>
            <a:off x="9791700" y="4191000"/>
            <a:ext cx="7239000" cy="4000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 cả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cách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</a:t>
            </a: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4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rỗng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4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</a:t>
            </a:r>
            <a:r>
              <a:rPr lang="en-US" sz="24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thước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viết;</a:t>
            </a:r>
            <a:r>
              <a:rPr lang="en-US" sz="24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7.0.15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2400" dirty="0"/>
          </a:p>
        </p:txBody>
      </p:sp>
      <p:sp>
        <p:nvSpPr>
          <p:cNvPr id="10" name="Connector line-1792372277741-680956418"/>
          <p:cNvSpPr/>
          <p:nvPr/>
        </p:nvSpPr>
        <p:spPr>
          <a:xfrm>
            <a:off x="990600" y="9486900"/>
            <a:ext cx="22669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07/08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bbc2bd73-015c-4e32-a212-2a7bdb9adce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2286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3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TTL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3429000" y="2914650"/>
            <a:ext cx="6096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Time</a:t>
            </a:r>
            <a:r>
              <a:rPr lang="en-US" sz="1800" dirty="0" spc="-5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429000" y="3295650"/>
            <a:ext cx="609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 gian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914400" y="4286250"/>
            <a:ext cx="2286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-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SQL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3429000" y="4343400"/>
            <a:ext cx="6096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Structured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429000" y="4724400"/>
            <a:ext cx="609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14400" y="5715000"/>
            <a:ext cx="2286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KB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3429000" y="5772150"/>
            <a:ext cx="6096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KiloByte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429000" y="6153150"/>
            <a:ext cx="609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Khoảng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nghìn</a:t>
            </a:r>
            <a:r>
              <a:rPr lang="en-US" sz="22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14400" y="7143750"/>
            <a:ext cx="2286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3429000" y="7200900"/>
            <a:ext cx="6096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Secure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429000" y="7581900"/>
            <a:ext cx="609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0096500" y="2857500"/>
            <a:ext cx="7277100" cy="5524500"/>
          </a:xfrm>
          <a:prstGeom prst="roundRect">
            <a:avLst>
              <a:gd name="adj" fmla="val 4828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0572750" y="3238500"/>
            <a:ext cx="632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8" name="Text richtext-1792372278694-243877270"/>
          <p:cNvSpPr/>
          <p:nvPr/>
        </p:nvSpPr>
        <p:spPr>
          <a:xfrm>
            <a:off x="10572750" y="3810000"/>
            <a:ext cx="6324600" cy="2857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marL="285750" indent="-204151">
              <a:lnSpc>
                <a:spcPts val="315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buSzPct val="100000"/>
              <a:buFont typeface="Arial"/>
              <a:buChar char="•"/>
            </a:pPr>
            <a:r>
              <a:rPr lang="en-US" sz="22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Redis: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Bloom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0572750" y="7239000"/>
            <a:ext cx="6324600" cy="95250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180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1800" dirty="0"/>
          </a:p>
        </p:txBody>
      </p:sp>
      <p:sp>
        <p:nvSpPr>
          <p:cNvPr id="20" name="Connector line-1792372278700-590227923"/>
          <p:cNvSpPr/>
          <p:nvPr/>
        </p:nvSpPr>
        <p:spPr>
          <a:xfrm>
            <a:off x="990600" y="9486900"/>
            <a:ext cx="22669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 08/08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b971d790-d513-4070-96c1-9d954b38952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2026-10-19T01:11:42Z</dcterms:created>
  <dcterms:modified xsi:type="dcterms:W3CDTF">2026-10-19T01:11:42Z</dcterms:modified>
</cp:coreProperties>
</file>