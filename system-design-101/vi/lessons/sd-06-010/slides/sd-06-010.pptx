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 chính sách</a:t>
            </a:r>
            <a:r>
              <a:rPr lang="en-US" sz="81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81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81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8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 mọi kiểu</a:t>
            </a:r>
            <a:r>
              <a:rPr lang="en-US" sz="28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105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9296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2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13487400" y="6191250"/>
            <a:ext cx="38862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endParaRPr lang="en-US" sz="4800" dirty="0"/>
          </a:p>
        </p:txBody>
      </p:sp>
      <p:sp>
        <p:nvSpPr>
          <p:cNvPr id="9" name="Shape 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0" name="Moda image moda-export-watermark-3d61dcaf-f3c9-4c9f-820f-9399c8b0c4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Giải</a:t>
            </a:r>
            <a:r>
              <a:rPr lang="en-US" sz="6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thích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 mô phỏng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Năm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r>
              <a:rPr lang="en-US" sz="3000" dirty="0" spc="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bài</a:t>
            </a: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nguồn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6675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E8E0CF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Mô</a:t>
            </a:r>
            <a:r>
              <a:rPr lang="en-US" sz="3000" dirty="0" spc="-1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r>
              <a:rPr lang="en-US" sz="30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sáu</a:t>
            </a:r>
            <a:r>
              <a:rPr lang="en-US" sz="30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30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sách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420600" y="3619500"/>
            <a:ext cx="4953000" cy="2095500"/>
          </a:xfrm>
          <a:prstGeom prst="roundRect">
            <a:avLst>
              <a:gd name="adj" fmla="val 10909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Trên</a:t>
            </a:r>
            <a:r>
              <a:rPr lang="en-US" sz="3000" dirty="0" spc="-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ba</a:t>
            </a:r>
            <a:r>
              <a:rPr lang="en-US" sz="300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kiểu</a:t>
            </a:r>
            <a:r>
              <a:rPr lang="en-US" sz="3000" dirty="0" spc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truy</a:t>
            </a:r>
            <a:r>
              <a:rPr lang="en-US" sz="30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endParaRPr lang="en-US" sz="3000" dirty="0"/>
          </a:p>
        </p:txBody>
      </p:sp>
      <p:sp>
        <p:nvSpPr>
          <p:cNvPr id="7" name="Connector line-1792392411086-731272869"/>
          <p:cNvSpPr/>
          <p:nvPr/>
        </p:nvSpPr>
        <p:spPr>
          <a:xfrm>
            <a:off x="59055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8" name="Connector line-1792392411086-832250370"/>
          <p:cNvSpPr/>
          <p:nvPr/>
        </p:nvSpPr>
        <p:spPr>
          <a:xfrm>
            <a:off x="11658600" y="4667250"/>
            <a:ext cx="7239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14400" y="6286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khi</a:t>
            </a:r>
            <a:r>
              <a:rPr lang="en-US" sz="24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1faae8c5-1ac6-44e5-b82c-a8c737e21f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238250"/>
            <a:ext cx="114300" cy="25717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333500" y="1238250"/>
            <a:ext cx="160401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LRU</a:t>
            </a:r>
            <a:r>
              <a:rPr lang="en-US" sz="6900" dirty="0" spc="-10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sẽ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sớm</a:t>
            </a:r>
            <a:r>
              <a:rPr lang="en-US" sz="69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lại.</a:t>
            </a:r>
            <a:endParaRPr lang="en-US" sz="69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Bỏ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lâu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nhất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chưa được</a:t>
            </a:r>
            <a:r>
              <a:rPr lang="en-US" sz="330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7" name="Shape 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8" name="Shape 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0" name="Shape 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4" name="Shape 1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Text 1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4927b50-48b5-475b-a200-fb377e198f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LFU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3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CƯỢC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Khóa</a:t>
            </a:r>
            <a:r>
              <a:rPr lang="en-US" sz="345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sẽ</a:t>
            </a:r>
            <a:r>
              <a:rPr lang="en-US" sz="3450" dirty="0" spc="-1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còn</a:t>
            </a:r>
            <a:r>
              <a:rPr lang="en-US" sz="345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hay</a:t>
            </a:r>
            <a:r>
              <a:rPr lang="en-US" sz="3450" dirty="0" spc="1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45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dùng.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381500"/>
          </a:xfrm>
          <a:prstGeom prst="roundRect">
            <a:avLst>
              <a:gd name="adj" fmla="val 5217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61950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91700" y="4286250"/>
            <a:ext cx="72390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Phải</a:t>
            </a:r>
            <a:r>
              <a:rPr lang="en-US" sz="345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đếm</a:t>
            </a:r>
            <a:r>
              <a:rPr lang="en-US" sz="345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số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r>
              <a:rPr lang="en-US" sz="3450" dirty="0" spc="-7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45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450" dirty="0" spc="3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từng</a:t>
            </a:r>
            <a:r>
              <a:rPr lang="en-US" sz="345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khóa.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1" name="Shape 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2" name="Shape 1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3" name="Shape 1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6" name="Shape 1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7" name="Shape 1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8" name="Shape 1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19" name="Shape 1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0" name="Text 1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ed6b6c9a-9f67-44ce-a2eb-40bf34fb1e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MRU</a:t>
            </a:r>
            <a:r>
              <a:rPr lang="en-US" sz="6300" dirty="0" spc="-9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cược</a:t>
            </a:r>
            <a:r>
              <a:rPr lang="en-US" sz="63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ngược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300" dirty="0"/>
          </a:p>
        </p:txBody>
      </p:sp>
      <p:sp>
        <p:nvSpPr>
          <p:cNvPr id="4" name="Connector line-1792392413564-245264665"/>
          <p:cNvSpPr/>
          <p:nvPr/>
        </p:nvSpPr>
        <p:spPr>
          <a:xfrm>
            <a:off x="1905000" y="4762500"/>
            <a:ext cx="144780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6" name="Shape 4"/>
          <p:cNvSpPr/>
          <p:nvPr/>
        </p:nvSpPr>
        <p:spPr>
          <a:xfrm>
            <a:off x="8763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7" name="Shape 5"/>
          <p:cNvSpPr/>
          <p:nvPr/>
        </p:nvSpPr>
        <p:spPr>
          <a:xfrm>
            <a:off x="16002000" y="43815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5524500"/>
            <a:ext cx="2571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 lần</a:t>
            </a:r>
            <a:r>
              <a:rPr lang="en-US" sz="25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667500" y="552450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335000" y="5524500"/>
            <a:ext cx="4000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Lâu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nữa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lại: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7620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3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4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120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trăm.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7" name="Shape 1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Text 20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e0b02e0-efa5-4973-a8ec-149982698d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SLRU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3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vùng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1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bảo</a:t>
            </a:r>
            <a:r>
              <a:rPr lang="en-US" sz="3300" dirty="0" spc="-2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vệ:</a:t>
            </a:r>
            <a:r>
              <a:rPr lang="en-US" sz="3300" dirty="0" spc="-9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đã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dùng</a:t>
            </a:r>
            <a:r>
              <a:rPr lang="en-US" sz="33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lại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164592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Vùng</a:t>
            </a:r>
            <a:r>
              <a:rPr lang="en-US" sz="3300" dirty="0" spc="-1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thử:</a:t>
            </a:r>
            <a:r>
              <a:rPr lang="en-US" sz="3300" dirty="0" spc="-9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r>
              <a:rPr lang="en-US" sz="3300" dirty="0" spc="2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mới</a:t>
            </a:r>
            <a:r>
              <a:rPr lang="en-US" sz="3300" dirty="0" spc="-16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vào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 nóng,</a:t>
            </a: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ấm,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lạnh.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7810500"/>
            <a:ext cx="164592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4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4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lướt.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9" name="Shape 7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0" name="Shape 8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1" name="Shape 9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3" name="Shape 11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a790398-8e9b-4e31-b590-25e22aeff1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1950" b="1" spc="24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6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5" name="Shape 3"/>
          <p:cNvSpPr/>
          <p:nvPr/>
        </p:nvSpPr>
        <p:spPr>
          <a:xfrm>
            <a:off x="1143000" y="3143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286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190750" y="3190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850" b="1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1143000" y="4667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4810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190750" y="4714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xấp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xỉ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43000" y="6191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6334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190750" y="6238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đếm;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thuần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E8E0C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43000" y="7715250"/>
            <a:ext cx="666750" cy="6667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7858125"/>
            <a:ext cx="66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190750" y="7762875"/>
            <a:ext cx="1485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truy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thật,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4aae17eb-e9e7-4818-85eb-174574ae58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95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1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6300" dirty="0" spc="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đêm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3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8575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31908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Tình</a:t>
            </a:r>
            <a:r>
              <a:rPr lang="en-US" sz="2550" dirty="0" spc="-10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huống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6477000" y="31908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42862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6196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Vì</a:t>
            </a:r>
            <a:r>
              <a:rPr lang="en-US" sz="2550" dirty="0" spc="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sao</a:t>
            </a:r>
            <a:r>
              <a:rPr lang="en-US" sz="2550" dirty="0" spc="-3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chậm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477000" y="46196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2.000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71500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604837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Hợp</a:t>
            </a:r>
            <a:r>
              <a:rPr lang="en-US" sz="2550" dirty="0" spc="-6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hơn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6477000" y="6048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7143750"/>
            <a:ext cx="164592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7143750"/>
            <a:ext cx="114300" cy="1238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7477125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550" dirty="0" spc="-1" kern="0">
                <a:solidFill>
                  <a:srgbClr val="1F3FD1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khác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6477000" y="747712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1" name="Shape 19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2" name="Shape 20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3" name="Shape 21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5" name="Shape 23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6" name="Shape 24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7" name="Shape 25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C9C1AD"/>
          </a:solidFill>
          <a:ln/>
        </p:spPr>
      </p:sp>
      <p:sp>
        <p:nvSpPr>
          <p:cNvPr id="30" name="Text 28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7f36b5a-b6da-424a-9f8e-3febf807e8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</a:t>
            </a:r>
            <a:r>
              <a:rPr lang="en-US" sz="1950" b="1" spc="2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3825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Tỷ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trúng</a:t>
            </a:r>
            <a:r>
              <a:rPr lang="en-US" sz="6300" dirty="0" spc="-9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(%)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kiểu</a:t>
            </a:r>
            <a:r>
              <a:rPr lang="en-US" sz="6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truy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cập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34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Truy</a:t>
            </a:r>
            <a:r>
              <a:rPr lang="en-US" sz="2850" dirty="0" spc="-1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cập</a:t>
            </a:r>
            <a:r>
              <a:rPr lang="en-US" sz="2850" dirty="0" spc="-8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lệch</a:t>
            </a:r>
            <a:r>
              <a:rPr lang="en-US" sz="2850" dirty="0" spc="-5" kern="0">
                <a:solidFill>
                  <a:srgbClr val="3DD6A0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(Zipf)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65,5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57,9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52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12,6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30480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4290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Lặp</a:t>
            </a:r>
            <a:r>
              <a:rPr lang="en-US" sz="2850" dirty="0" spc="-23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vòng</a:t>
            </a:r>
            <a:r>
              <a:rPr lang="en-US" sz="2850" dirty="0" spc="0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120</a:t>
            </a:r>
            <a:r>
              <a:rPr lang="en-US" sz="285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9791700" y="40957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83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4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69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LRU,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LFU,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FIFO,</a:t>
            </a:r>
            <a:r>
              <a:rPr lang="en-US" sz="24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6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Nóng</a:t>
            </a:r>
            <a:r>
              <a:rPr lang="en-US" sz="2850" dirty="0" spc="1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lẫn</a:t>
            </a:r>
            <a:r>
              <a:rPr lang="en-US" sz="2850" dirty="0" spc="-13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2850" dirty="0" spc="0" kern="0">
                <a:solidFill>
                  <a:srgbClr val="7C93FF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lần</a:t>
            </a:r>
            <a:endParaRPr lang="en-US" sz="2850" dirty="0"/>
          </a:p>
        </p:txBody>
      </p:sp>
      <p:sp>
        <p:nvSpPr>
          <p:cNvPr id="12" name="Text 10"/>
          <p:cNvSpPr/>
          <p:nvPr/>
        </p:nvSpPr>
        <p:spPr>
          <a:xfrm>
            <a:off x="13335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LFU,</a:t>
            </a:r>
            <a:r>
              <a:rPr lang="en-US" sz="24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SLRU</a:t>
            </a:r>
            <a:r>
              <a:rPr lang="en-US" sz="2400" dirty="0" spc="-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MRU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72600" y="6286500"/>
            <a:ext cx="800100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667500"/>
            <a:ext cx="723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4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Cách</a:t>
            </a:r>
            <a:r>
              <a:rPr lang="en-US" sz="2850" dirty="0" spc="-5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mô</a:t>
            </a:r>
            <a:r>
              <a:rPr lang="en-US" sz="2850" dirty="0" spc="-13" kern="0">
                <a:solidFill>
                  <a:srgbClr val="FFB454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phỏng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9791700" y="7334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chính</a:t>
            </a: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4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chứa,</a:t>
            </a:r>
            <a:r>
              <a:rPr lang="en-US" sz="24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4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trúng.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Shape 23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6" name="Text 24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ebae8727-ab2d-482b-8838-dd481ef3f4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 thời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64770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2039600" y="1333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LFU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64770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2039600" y="2857500"/>
            <a:ext cx="5334000" cy="1238250"/>
          </a:xfrm>
          <a:prstGeom prst="roundRect">
            <a:avLst>
              <a:gd name="adj" fmla="val 1538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FIFO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14400" y="47625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144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b="1" dirty="0" spc="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chụp</a:t>
            </a:r>
            <a:r>
              <a:rPr lang="en-US" sz="2100" b="1" dirty="0" spc="-8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b="1" dirty="0" spc="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4770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</a:t>
            </a:r>
            <a:r>
              <a:rPr lang="en-US" sz="2100" b="1" dirty="0" spc="-4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9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eviction)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039600" y="5334000"/>
            <a:ext cx="5334000" cy="857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memcached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(tài</a:t>
            </a:r>
            <a:r>
              <a:rPr lang="en-US" sz="2100" b="1" dirty="0" spc="-1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b="1" dirty="0" spc="-15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LRU</a:t>
            </a:r>
            <a:r>
              <a:rPr lang="en-US" sz="2100" b="1" dirty="0" spc="-3" kern="0">
                <a:solidFill>
                  <a:srgbClr val="E8E0C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4A4E5A"/>
          </a:solidFill>
          <a:ln/>
        </p:spPr>
      </p:sp>
      <p:sp>
        <p:nvSpPr>
          <p:cNvPr id="22" name="Shape 20"/>
          <p:cNvSpPr/>
          <p:nvPr/>
        </p:nvSpPr>
        <p:spPr>
          <a:xfrm>
            <a:off x="3181350" y="9563100"/>
            <a:ext cx="152400" cy="1524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Text 21"/>
          <p:cNvSpPr/>
          <p:nvPr/>
        </p:nvSpPr>
        <p:spPr>
          <a:xfrm>
            <a:off x="36957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de409806-000a-45b2-8738-923a6eef39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2026-10-19T12:50:06Z</dcterms:created>
  <dcterms:modified xsi:type="dcterms:W3CDTF">2026-10-19T12:50:06Z</dcterms:modified>
</cp:coreProperties>
</file>