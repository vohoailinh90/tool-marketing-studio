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6"/>
      <p:bold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21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52400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60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60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60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60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600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gian:</a:t>
            </a:r>
            <a:r>
              <a:rPr lang="en-US" sz="60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6000" b="1" dirty="0" spc="2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6000" b="1" dirty="0" spc="-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6000" b="1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6000" b="1" dirty="0" spc="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series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51435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850" dirty="0" spc="-16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trong,</a:t>
            </a:r>
            <a:r>
              <a:rPr lang="en-US" sz="2850" dirty="0" spc="-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2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-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dòng.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6667500"/>
            <a:ext cx="5334000" cy="1047750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25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2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477000" y="6667500"/>
            <a:ext cx="5334000" cy="1047750"/>
          </a:xfrm>
          <a:prstGeom prst="roundRect">
            <a:avLst>
              <a:gd name="adj" fmla="val 18182"/>
            </a:avLst>
          </a:prstGeom>
          <a:solidFill>
            <a:srgbClr val="1E2230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2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2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Series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" name="Moda image moda-export-watermark-ab8b2e90-71d8-4e6c-b9fa-f95123a129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1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100" b="1" dirty="0" spc="-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InfluxDB</a:t>
            </a:r>
            <a:r>
              <a:rPr lang="en-US" sz="39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39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39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39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9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series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048000"/>
            <a:ext cx="4381500" cy="2286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8A867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2550" dirty="0"/>
          </a:p>
        </p:txBody>
      </p:sp>
      <p:sp>
        <p:nvSpPr>
          <p:cNvPr id="6" name="Connector line-1792443426448-167848788"/>
          <p:cNvSpPr/>
          <p:nvPr/>
        </p:nvSpPr>
        <p:spPr>
          <a:xfrm>
            <a:off x="5524500" y="4191000"/>
            <a:ext cx="13335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7048500" y="3048000"/>
            <a:ext cx="4381500" cy="2286000"/>
          </a:xfrm>
          <a:prstGeom prst="roundRect">
            <a:avLst>
              <a:gd name="adj" fmla="val 8333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series</a:t>
            </a:r>
            <a:endParaRPr lang="en-US" sz="3000" dirty="0"/>
          </a:p>
        </p:txBody>
      </p:sp>
      <p:sp>
        <p:nvSpPr>
          <p:cNvPr id="8" name="Connector line-1792443426451-326430837"/>
          <p:cNvSpPr/>
          <p:nvPr/>
        </p:nvSpPr>
        <p:spPr>
          <a:xfrm>
            <a:off x="11658600" y="4191000"/>
            <a:ext cx="13335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3182600" y="3048000"/>
            <a:ext cx="4191000" cy="2286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8A867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62865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7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70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700" dirty="0" spc="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70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7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bẫy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7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6c61d7cb-128b-449d-8718-7b048c430d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2100" b="1" dirty="0" spc="-2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1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 spc="-17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Tag</a:t>
            </a:r>
            <a:r>
              <a:rPr lang="en-US" sz="540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54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5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mục,</a:t>
            </a:r>
            <a:r>
              <a:rPr lang="en-US" sz="5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field</a:t>
            </a:r>
            <a:r>
              <a:rPr lang="en-US" sz="5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54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4000500"/>
            <a:ext cx="114300" cy="952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4095750"/>
            <a:ext cx="15716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4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Lọc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7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7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field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InfluxDB</a:t>
            </a:r>
            <a:r>
              <a:rPr lang="en-US" sz="27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7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field</a:t>
            </a:r>
            <a:r>
              <a:rPr lang="en-US" sz="270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5905500"/>
            <a:ext cx="3810000" cy="2095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0150" y="6191250"/>
            <a:ext cx="323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Measurement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00150" y="6858000"/>
            <a:ext cx="323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105400" y="5905500"/>
            <a:ext cx="3810000" cy="2095500"/>
          </a:xfrm>
          <a:prstGeom prst="roundRect">
            <a:avLst>
              <a:gd name="adj" fmla="val 9091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5391150" y="6191250"/>
            <a:ext cx="323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Tag</a:t>
            </a:r>
            <a:r>
              <a:rPr lang="en-US" sz="255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391150" y="6858000"/>
            <a:ext cx="323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100" dirty="0" spc="-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1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đo;</a:t>
            </a:r>
            <a:r>
              <a:rPr lang="en-US" sz="210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mục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296400" y="5905500"/>
            <a:ext cx="3810000" cy="2095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82150" y="6191250"/>
            <a:ext cx="323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Field</a:t>
            </a:r>
            <a:r>
              <a:rPr lang="en-US" sz="255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582150" y="6858000"/>
            <a:ext cx="323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1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1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được;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mục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3487400" y="5905500"/>
            <a:ext cx="3886200" cy="2095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73150" y="6191250"/>
            <a:ext cx="3333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550" b="1" dirty="0" spc="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9e6e540b-c729-46d3-aa70-d049458b57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1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SERIES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900" b="1" dirty="0" spc="-2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3900" b="1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đo,</a:t>
            </a:r>
            <a:r>
              <a:rPr lang="en-US" sz="39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900" b="1" dirty="0" spc="2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3900" b="1" dirty="0" spc="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điểm,</a:t>
            </a:r>
            <a:r>
              <a:rPr lang="en-US" sz="39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900" b="1" dirty="0" spc="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3900" b="1" dirty="0" spc="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5143500" cy="3810000"/>
          </a:xfrm>
          <a:prstGeom prst="roundRect">
            <a:avLst>
              <a:gd name="adj" fmla="val 6000"/>
            </a:avLst>
          </a:prstGeom>
          <a:solidFill>
            <a:srgbClr val="1E2230"/>
          </a:solidFill>
          <a:ln w="28575">
            <a:solidFill>
              <a:srgbClr val="5A5F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4381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17.280</a:t>
            </a:r>
            <a:endParaRPr lang="en-US" sz="8250" dirty="0"/>
          </a:p>
        </p:txBody>
      </p:sp>
      <p:sp>
        <p:nvSpPr>
          <p:cNvPr id="6" name="Text 4"/>
          <p:cNvSpPr/>
          <p:nvPr/>
        </p:nvSpPr>
        <p:spPr>
          <a:xfrm>
            <a:off x="1295400" y="49530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2700" dirty="0" spc="-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7" name="Connector line-1792443428079-253932029"/>
          <p:cNvSpPr/>
          <p:nvPr/>
        </p:nvSpPr>
        <p:spPr>
          <a:xfrm>
            <a:off x="6248400" y="4572000"/>
            <a:ext cx="99060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429500" y="2667000"/>
            <a:ext cx="5143500" cy="3810000"/>
          </a:xfrm>
          <a:prstGeom prst="roundRect">
            <a:avLst>
              <a:gd name="adj" fmla="val 6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7810500" y="3048000"/>
            <a:ext cx="4381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8250" dirty="0"/>
          </a:p>
        </p:txBody>
      </p:sp>
      <p:sp>
        <p:nvSpPr>
          <p:cNvPr id="10" name="Text 8"/>
          <p:cNvSpPr/>
          <p:nvPr/>
        </p:nvSpPr>
        <p:spPr>
          <a:xfrm>
            <a:off x="7810500" y="49530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series</a:t>
            </a:r>
            <a:endParaRPr lang="en-US" sz="2700" dirty="0"/>
          </a:p>
        </p:txBody>
      </p:sp>
      <p:sp>
        <p:nvSpPr>
          <p:cNvPr id="11" name="Connector line-1792443428084-488877343"/>
          <p:cNvSpPr/>
          <p:nvPr/>
        </p:nvSpPr>
        <p:spPr>
          <a:xfrm>
            <a:off x="12763500" y="4572000"/>
            <a:ext cx="99060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3944600" y="2667000"/>
            <a:ext cx="3429000" cy="3810000"/>
          </a:xfrm>
          <a:prstGeom prst="roundRect">
            <a:avLst>
              <a:gd name="adj" fmla="val 6667"/>
            </a:avLst>
          </a:prstGeom>
          <a:solidFill>
            <a:srgbClr val="1E2230"/>
          </a:solidFill>
          <a:ln w="28575">
            <a:solidFill>
              <a:srgbClr val="5A5F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230350" y="3048000"/>
            <a:ext cx="2857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8.640</a:t>
            </a:r>
            <a:endParaRPr lang="en-US" sz="6750" dirty="0"/>
          </a:p>
        </p:txBody>
      </p:sp>
      <p:sp>
        <p:nvSpPr>
          <p:cNvPr id="14" name="Text 12"/>
          <p:cNvSpPr/>
          <p:nvPr/>
        </p:nvSpPr>
        <p:spPr>
          <a:xfrm>
            <a:off x="14230350" y="4953000"/>
            <a:ext cx="285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cặp</a:t>
            </a:r>
            <a:r>
              <a:rPr lang="en-US" sz="240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dirty="0" spc="2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400" dirty="0" spc="-1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series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72390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550" dirty="0" spc="-1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56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WAL</a:t>
            </a:r>
            <a:r>
              <a:rPr lang="en-US" sz="2550" dirty="0" spc="-19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1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550" dirty="0" spc="-17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550" dirty="0" spc="-26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1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dirty="0" spc="-16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TSM</a:t>
            </a:r>
            <a:r>
              <a:rPr lang="en-US" sz="255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550" dirty="0" spc="-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a821c604-1502-4e1c-ad33-21c07a8f2a1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1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b="1" dirty="0" spc="-2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9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39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39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tag</a:t>
            </a:r>
            <a:r>
              <a:rPr lang="en-US" sz="39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39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9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9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series mới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2862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55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550" b="1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90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series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1295400" y="57150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4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72600" y="2762250"/>
            <a:ext cx="8001000" cy="4286250"/>
          </a:xfrm>
          <a:prstGeom prst="roundRect">
            <a:avLst>
              <a:gd name="adj" fmla="val 5333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31432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55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55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tag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753600" y="38100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34.560</a:t>
            </a:r>
            <a:r>
              <a:rPr lang="en-US" sz="7500" b="1" dirty="0" spc="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series</a:t>
            </a:r>
            <a:endParaRPr lang="en-US" sz="7500" dirty="0"/>
          </a:p>
        </p:txBody>
      </p:sp>
      <p:sp>
        <p:nvSpPr>
          <p:cNvPr id="11" name="Text 9"/>
          <p:cNvSpPr/>
          <p:nvPr/>
        </p:nvSpPr>
        <p:spPr>
          <a:xfrm>
            <a:off x="9753600" y="57150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76200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series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vọt: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ghi.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Đừng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tag.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00f28a35-cd86-49fa-8877-69c1cd7f7d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1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Lọc</a:t>
            </a:r>
            <a:r>
              <a:rPr lang="en-US" sz="34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4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 máy</a:t>
            </a:r>
            <a:r>
              <a:rPr lang="en-US" sz="34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4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(vài</a:t>
            </a:r>
            <a:r>
              <a:rPr lang="en-US" sz="34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chục)</a:t>
            </a:r>
            <a:r>
              <a:rPr lang="en-US" sz="345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4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4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4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4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(mỗi</a:t>
            </a:r>
            <a:r>
              <a:rPr lang="en-US" sz="34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4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4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4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mã).</a:t>
            </a:r>
            <a:r>
              <a:rPr lang="en-US" sz="34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34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4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4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tag?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 án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333750"/>
            <a:ext cx="16459200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8250" y="371475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5143500"/>
            <a:ext cx="16459200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8250" y="552450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6953250"/>
            <a:ext cx="16459200" cy="15240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8250" y="733425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388620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38250" y="569595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38250" y="7505700"/>
            <a:ext cx="76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381250" y="3667125"/>
            <a:ext cx="1428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tag: ít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trị,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lọc,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mục.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381250" y="5476875"/>
            <a:ext cx="1428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field: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mỗi</a:t>
            </a:r>
            <a:r>
              <a:rPr lang="en-US" sz="27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series.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381250" y="7286625"/>
            <a:ext cx="1428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giá: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mã</a:t>
            </a:r>
            <a:r>
              <a:rPr lang="en-US" sz="27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field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chỉ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mục.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BF9F4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625aecb1-76d3-4c76-b0c9-0f3e76f19b4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5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2100" b="1" dirty="0" spc="-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390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900" b="1" dirty="0" spc="-3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9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9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9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InfluxDB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3048000" cy="85725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3962400" y="2571750"/>
            <a:ext cx="6191250" cy="857250"/>
          </a:xfrm>
          <a:prstGeom prst="rect">
            <a:avLst/>
          </a:prstGeom>
          <a:solidFill>
            <a:srgbClr val="2A2F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153650" y="2571750"/>
            <a:ext cx="7219950" cy="857250"/>
          </a:xfrm>
          <a:prstGeom prst="rect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InfluxDB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429000"/>
            <a:ext cx="3048000" cy="2190750"/>
          </a:xfrm>
          <a:prstGeom prst="rect">
            <a:avLst/>
          </a:prstGeom>
          <a:solidFill>
            <a:srgbClr val="1E2230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62400" y="3429000"/>
            <a:ext cx="6191250" cy="2190750"/>
          </a:xfrm>
          <a:prstGeom prst="rect">
            <a:avLst/>
          </a:prstGeom>
          <a:solidFill>
            <a:srgbClr val="1E2230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53650" y="3429000"/>
            <a:ext cx="7219950" cy="2190750"/>
          </a:xfrm>
          <a:prstGeom prst="rect">
            <a:avLst/>
          </a:prstGeom>
          <a:solidFill>
            <a:srgbClr val="1E2230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5619750"/>
            <a:ext cx="3048000" cy="2190750"/>
          </a:xfrm>
          <a:prstGeom prst="rect">
            <a:avLst/>
          </a:prstGeom>
          <a:solidFill>
            <a:srgbClr val="1E2230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62400" y="5619750"/>
            <a:ext cx="6191250" cy="2190750"/>
          </a:xfrm>
          <a:prstGeom prst="rect">
            <a:avLst/>
          </a:prstGeom>
          <a:solidFill>
            <a:srgbClr val="1E2230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53650" y="5619750"/>
            <a:ext cx="7219950" cy="2190750"/>
          </a:xfrm>
          <a:prstGeom prst="rect">
            <a:avLst/>
          </a:prstGeom>
          <a:solidFill>
            <a:srgbClr val="1E2230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4900" y="4191000"/>
            <a:ext cx="2762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400" b="1" dirty="0" spc="-1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TSM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04900" y="6381750"/>
            <a:ext cx="2762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91000" y="3810000"/>
            <a:ext cx="571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250" dirty="0" spc="-1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25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TSM</a:t>
            </a:r>
            <a:r>
              <a:rPr lang="en-US" sz="22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250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Measurement,</a:t>
            </a:r>
            <a:r>
              <a:rPr lang="en-US" sz="2250" dirty="0" spc="-4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Tag,</a:t>
            </a:r>
            <a:r>
              <a:rPr lang="en-US" sz="22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Field Name.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382250" y="3810000"/>
            <a:ext cx="676275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</a:t>
            </a:r>
            <a:r>
              <a:rPr lang="en-US" sz="22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2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series;</a:t>
            </a:r>
            <a:r>
              <a:rPr lang="en-US" sz="225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TSM</a:t>
            </a:r>
            <a:r>
              <a:rPr lang="en-US" sz="22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250" dirty="0" spc="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250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series.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4191000" y="6000750"/>
            <a:ext cx="571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Liệt</a:t>
            </a:r>
            <a:r>
              <a:rPr lang="en-US" sz="2250" dirty="0" spc="-3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25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2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382250" y="6000750"/>
            <a:ext cx="676275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lặp</a:t>
            </a:r>
            <a:r>
              <a:rPr lang="en-US" sz="22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2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250" dirty="0" spc="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ed9da196-7f07-4c6b-a90e-f9a7f0dd506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b="1" dirty="0" spc="-10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100" b="1" dirty="0" spc="-5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42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42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4200" b="1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42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42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2476500"/>
            <a:ext cx="3086100" cy="2857500"/>
          </a:xfrm>
          <a:prstGeom prst="roundRect">
            <a:avLst>
              <a:gd name="adj" fmla="val 8000"/>
            </a:avLst>
          </a:prstGeom>
          <a:solidFill>
            <a:srgbClr val="1E2230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29100" y="2476500"/>
            <a:ext cx="3086100" cy="2857500"/>
          </a:xfrm>
          <a:prstGeom prst="roundRect">
            <a:avLst>
              <a:gd name="adj" fmla="val 8000"/>
            </a:avLst>
          </a:prstGeom>
          <a:solidFill>
            <a:srgbClr val="1E2230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43800" y="2476500"/>
            <a:ext cx="3086100" cy="2857500"/>
          </a:xfrm>
          <a:prstGeom prst="roundRect">
            <a:avLst>
              <a:gd name="adj" fmla="val 8000"/>
            </a:avLst>
          </a:prstGeom>
          <a:solidFill>
            <a:srgbClr val="1E2230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58500" y="2476500"/>
            <a:ext cx="3086100" cy="2857500"/>
          </a:xfrm>
          <a:prstGeom prst="roundRect">
            <a:avLst>
              <a:gd name="adj" fmla="val 8000"/>
            </a:avLst>
          </a:prstGeom>
          <a:solidFill>
            <a:srgbClr val="1E2230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0" y="2476500"/>
            <a:ext cx="3086100" cy="2857500"/>
          </a:xfrm>
          <a:prstGeom prst="roundRect">
            <a:avLst>
              <a:gd name="adj" fmla="val 8000"/>
            </a:avLst>
          </a:prstGeom>
          <a:solidFill>
            <a:srgbClr val="1E2230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4900" y="2762250"/>
            <a:ext cx="2705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 spc="-2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TSDB</a:t>
            </a:r>
            <a:endParaRPr lang="en-US" sz="4050" dirty="0"/>
          </a:p>
        </p:txBody>
      </p:sp>
      <p:sp>
        <p:nvSpPr>
          <p:cNvPr id="10" name="Text 8"/>
          <p:cNvSpPr/>
          <p:nvPr/>
        </p:nvSpPr>
        <p:spPr>
          <a:xfrm>
            <a:off x="1104900" y="3619500"/>
            <a:ext cx="27051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10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1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1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419600" y="2762250"/>
            <a:ext cx="2705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</a:t>
            </a:r>
            <a:endParaRPr lang="en-US" sz="4050" dirty="0"/>
          </a:p>
        </p:txBody>
      </p:sp>
      <p:sp>
        <p:nvSpPr>
          <p:cNvPr id="12" name="Text 10"/>
          <p:cNvSpPr/>
          <p:nvPr/>
        </p:nvSpPr>
        <p:spPr>
          <a:xfrm>
            <a:off x="4419600" y="3619500"/>
            <a:ext cx="27051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10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1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734300" y="2762250"/>
            <a:ext cx="2705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 spc="-3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TSM</a:t>
            </a:r>
            <a:endParaRPr lang="en-US" sz="4050" dirty="0"/>
          </a:p>
        </p:txBody>
      </p:sp>
      <p:sp>
        <p:nvSpPr>
          <p:cNvPr id="14" name="Text 12"/>
          <p:cNvSpPr/>
          <p:nvPr/>
        </p:nvSpPr>
        <p:spPr>
          <a:xfrm>
            <a:off x="7734300" y="3619500"/>
            <a:ext cx="27051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21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100" dirty="0" spc="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r>
              <a:rPr lang="en-US" sz="210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(TSM</a:t>
            </a:r>
            <a:r>
              <a:rPr lang="en-US" sz="2100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tree)</a:t>
            </a:r>
            <a:r>
              <a:rPr lang="en-US" sz="21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InfluxDB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049000" y="2762250"/>
            <a:ext cx="2705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 spc="-10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WAL</a:t>
            </a:r>
            <a:endParaRPr lang="en-US" sz="4050" dirty="0"/>
          </a:p>
        </p:txBody>
      </p:sp>
      <p:sp>
        <p:nvSpPr>
          <p:cNvPr id="16" name="Text 14"/>
          <p:cNvSpPr/>
          <p:nvPr/>
        </p:nvSpPr>
        <p:spPr>
          <a:xfrm>
            <a:off x="11049000" y="3619500"/>
            <a:ext cx="27051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1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100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4363700" y="2762250"/>
            <a:ext cx="2705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endParaRPr lang="en-US" sz="4050" dirty="0"/>
          </a:p>
        </p:txBody>
      </p:sp>
      <p:sp>
        <p:nvSpPr>
          <p:cNvPr id="18" name="Text 16"/>
          <p:cNvSpPr/>
          <p:nvPr/>
        </p:nvSpPr>
        <p:spPr>
          <a:xfrm>
            <a:off x="14363700" y="3619500"/>
            <a:ext cx="27051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10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100" dirty="0" spc="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2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4400" y="600075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4400" y="6572250"/>
            <a:ext cx="164592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2250" dirty="0" spc="-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5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InfluxDB</a:t>
            </a:r>
            <a:r>
              <a:rPr lang="en-US" sz="2250" dirty="0" spc="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1.x</a:t>
            </a:r>
            <a:r>
              <a:rPr lang="en-US" sz="2250" dirty="0" spc="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2250" dirty="0" spc="-47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</a:t>
            </a:r>
            <a:r>
              <a:rPr lang="en-US" sz="22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concepts,</a:t>
            </a:r>
            <a:r>
              <a:rPr lang="en-US" sz="2250" dirty="0" spc="-1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InfluxDB</a:t>
            </a:r>
            <a:r>
              <a:rPr lang="en-US" sz="2250" dirty="0" spc="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1.x</a:t>
            </a:r>
            <a:r>
              <a:rPr lang="en-US" sz="2250" dirty="0" spc="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225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Schema</a:t>
            </a:r>
            <a:r>
              <a:rPr lang="en-US" sz="2250" dirty="0" spc="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 and</a:t>
            </a:r>
            <a:r>
              <a:rPr lang="en-US" sz="2250" dirty="0" spc="-18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</a:t>
            </a:r>
            <a:r>
              <a:rPr lang="en-US" sz="2250" dirty="0" spc="-17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layout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1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InfluxDB</a:t>
            </a:r>
            <a:r>
              <a:rPr lang="en-US" sz="2250" dirty="0" spc="3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1.x</a:t>
            </a:r>
            <a:r>
              <a:rPr lang="en-US" sz="2250" dirty="0" spc="4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—</a:t>
            </a:r>
            <a:r>
              <a:rPr lang="en-US" sz="225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In-memory</a:t>
            </a:r>
            <a:r>
              <a:rPr lang="en-US" sz="2250" dirty="0" spc="-9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indexing</a:t>
            </a:r>
            <a:r>
              <a:rPr lang="en-US" sz="2250" dirty="0" spc="2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2250" dirty="0" spc="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2250" dirty="0" spc="-10" kern="0">
                <a:solidFill>
                  <a:srgbClr val="C9CDD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TSM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8bc01139-9a5e-4e8d-9beb-40c5333488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2026-10-19T20:58:09Z</dcterms:created>
  <dcterms:modified xsi:type="dcterms:W3CDTF">2026-10-19T20:58:09Z</dcterms:modified>
</cp:coreProperties>
</file>