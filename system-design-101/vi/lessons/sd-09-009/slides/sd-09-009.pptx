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văn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858500" y="190500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Diagrams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287500" y="190500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4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Diagrams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858500" y="333375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Mermaid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287500" y="333375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PlantUML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858500" y="476250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Markmap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287500" y="476250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ASCII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diagrams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58500" y="619125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luồng,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UML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UML: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4" name="Moda image moda-export-watermark-d3f72d2f-f385-441d-bae7-8bbabbffd3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“CODE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b="1" spc="3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ĐỒ”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190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0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 bằng</a:t>
            </a:r>
            <a:r>
              <a:rPr lang="en-US" sz="30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3815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5243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cú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30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30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5857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 duy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7239000"/>
            <a:ext cx="1238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11" name="Connector line-1792370608851-93208920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5992089-c95a-4d0b-9a56-080dfdf1d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DF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KIẾN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8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8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kiến</a:t>
            </a:r>
            <a:r>
              <a:rPr lang="en-US" sz="81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8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81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81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r>
              <a:rPr lang="en-US" sz="81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trình.</a:t>
            </a:r>
            <a:endParaRPr lang="en-US" sz="8100" dirty="0"/>
          </a:p>
        </p:txBody>
      </p:sp>
      <p:sp>
        <p:nvSpPr>
          <p:cNvPr id="5" name="Shape 3"/>
          <p:cNvSpPr/>
          <p:nvPr/>
        </p:nvSpPr>
        <p:spPr>
          <a:xfrm>
            <a:off x="1524000" y="5715000"/>
            <a:ext cx="72390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05000" y="5953125"/>
            <a:ext cx="647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Diagrams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905000" y="6667500"/>
            <a:ext cx="6477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34500" y="5715000"/>
            <a:ext cx="7239000" cy="1809750"/>
          </a:xfrm>
          <a:prstGeom prst="roundRect">
            <a:avLst>
              <a:gd name="adj" fmla="val 14737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5953125"/>
            <a:ext cx="647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Go</a:t>
            </a:r>
            <a:r>
              <a:rPr lang="en-US" sz="3300" dirty="0" spc="-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Diagrams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715500" y="6667500"/>
            <a:ext cx="6477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2550" dirty="0"/>
          </a:p>
        </p:txBody>
      </p:sp>
      <p:sp>
        <p:nvSpPr>
          <p:cNvPr id="11" name="Connector line-1792370609828-74743820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0534456-d32b-4328-9773-f273046d2c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LUỒNG</a:t>
            </a:r>
            <a:r>
              <a:rPr lang="en-US" sz="1800" b="1" spc="2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UML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cú</a:t>
            </a: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pháp,</a:t>
            </a:r>
            <a:r>
              <a:rPr lang="en-US" sz="72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r>
              <a:rPr lang="en-US" sz="72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Mermaid</a:t>
            </a:r>
            <a:endParaRPr lang="en-US" sz="4800" dirty="0"/>
          </a:p>
        </p:txBody>
      </p:sp>
      <p:sp>
        <p:nvSpPr>
          <p:cNvPr id="6" name="Text richtext-1792370640038-698268056"/>
          <p:cNvSpPr/>
          <p:nvPr/>
        </p:nvSpPr>
        <p:spPr>
          <a:xfrm>
            <a:off x="1390650" y="4667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7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cú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Markdown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9848850" y="342900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PlantUML</a:t>
            </a:r>
            <a:endParaRPr lang="en-US" sz="4800" dirty="0"/>
          </a:p>
        </p:txBody>
      </p:sp>
      <p:sp>
        <p:nvSpPr>
          <p:cNvPr id="9" name="Text richtext-1792370640065-896005829"/>
          <p:cNvSpPr/>
          <p:nvPr/>
        </p:nvSpPr>
        <p:spPr>
          <a:xfrm>
            <a:off x="9848850" y="4667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khi cần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UML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sequence</a:t>
            </a:r>
            <a:endParaRPr lang="en-US" sz="2700" dirty="0"/>
          </a:p>
        </p:txBody>
      </p:sp>
      <p:sp>
        <p:nvSpPr>
          <p:cNvPr id="10" name="Connector line-1792370640072-31445913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7ad5b89-48cf-4efc-8eaf-2da26683d3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GHI</a:t>
            </a:r>
            <a:r>
              <a:rPr lang="en-US" sz="180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Markmap: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mind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5720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1950" b="1" spc="17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3810000" cy="2095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Markdown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6858000" y="4000500"/>
            <a:ext cx="4572000" cy="2095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Markmap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12801600" y="3429000"/>
            <a:ext cx="45720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182600" y="37147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3182600" y="4286250"/>
            <a:ext cx="3810000" cy="2095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Mind map</a:t>
            </a:r>
            <a:endParaRPr lang="en-US" sz="2850" dirty="0"/>
          </a:p>
        </p:txBody>
      </p:sp>
      <p:sp>
        <p:nvSpPr>
          <p:cNvPr id="11" name="Connector line-1792370640875-927497396"/>
          <p:cNvSpPr/>
          <p:nvPr/>
        </p:nvSpPr>
        <p:spPr>
          <a:xfrm>
            <a:off x="5543550" y="5048250"/>
            <a:ext cx="12382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70640876-195524553"/>
          <p:cNvSpPr/>
          <p:nvPr/>
        </p:nvSpPr>
        <p:spPr>
          <a:xfrm>
            <a:off x="11487150" y="5048250"/>
            <a:ext cx="12382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70640876-78939343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aaaa8312-fca8-42ee-8cd4-ebb19784cd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ASCII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diagrams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381500"/>
          </a:xfrm>
          <a:prstGeom prst="roundRect">
            <a:avLst>
              <a:gd name="adj" fmla="val 6087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619500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90650" y="4762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2850" dirty="0" spc="1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850" dirty="0" spc="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 diễn</a:t>
            </a:r>
            <a:r>
              <a:rPr lang="en-US" sz="2850" dirty="0" spc="-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tự</a:t>
            </a:r>
            <a:r>
              <a:rPr lang="en-US" sz="285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ASCII.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381500"/>
          </a:xfrm>
          <a:prstGeom prst="roundRect">
            <a:avLst>
              <a:gd name="adj" fmla="val 608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619500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200" dirty="0" spc="-8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2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848850" y="4762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duy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</p:txBody>
      </p:sp>
      <p:sp>
        <p:nvSpPr>
          <p:cNvPr id="10" name="Connector line-1792370641804-31205454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00194c7-b3b9-460c-962c-144d72ada1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7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Dễ</a:t>
                      </a:r>
                      <a:r>
                        <a:rPr lang="en-US" sz="25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</a:t>
                      </a:r>
                      <a:r>
                        <a:rPr lang="en-US" sz="255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Thực</a:t>
                      </a:r>
                      <a:r>
                        <a:rPr lang="en-US" sz="25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tế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Công</a:t>
                      </a:r>
                      <a:r>
                        <a:rPr lang="en-US" sz="25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55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5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source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code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nhiên</a:t>
                      </a:r>
                      <a:r>
                        <a:rPr lang="en-US" sz="25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tìm</a:t>
                      </a:r>
                      <a:r>
                        <a:rPr lang="en-US" sz="2550" dirty="0" spc="-3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kiến trúc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code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Xuất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file,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cú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pháp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8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Tùy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công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cụ,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5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5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nơi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hiển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thị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70676350-7506547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24d46c4-9e2b-44f4-8d22-4e57a7d6b1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Cây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r>
              <a:rPr lang="en-US" sz="63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6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Markdown?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6858000" y="4381500"/>
            <a:ext cx="4572000" cy="1524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Markdown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43000" y="3048000"/>
            <a:ext cx="4000500" cy="914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AE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Diagrams</a:t>
            </a:r>
            <a:r>
              <a:rPr lang="en-US" sz="2100" b="1" dirty="0" spc="0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100" b="1" dirty="0" spc="-6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Diagrams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144500" y="3048000"/>
            <a:ext cx="4000500" cy="914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AE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Mermaid</a:t>
            </a:r>
            <a:r>
              <a:rPr lang="en-US" sz="2100" b="1" dirty="0" spc="-2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3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PlantUML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43000" y="6477000"/>
            <a:ext cx="4000500" cy="914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AE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ASCII</a:t>
            </a:r>
            <a:r>
              <a:rPr lang="en-US" sz="2100" b="1" dirty="0" spc="-5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diagrams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763500" y="6191250"/>
            <a:ext cx="4762500" cy="1428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7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Markmap</a:t>
            </a:r>
            <a:endParaRPr lang="en-US" sz="3600" dirty="0"/>
          </a:p>
        </p:txBody>
      </p:sp>
      <p:sp>
        <p:nvSpPr>
          <p:cNvPr id="9" name="Connector line-1792370677168-615950752"/>
          <p:cNvSpPr/>
          <p:nvPr/>
        </p:nvSpPr>
        <p:spPr>
          <a:xfrm>
            <a:off x="5143500" y="3619500"/>
            <a:ext cx="1905000" cy="952500"/>
          </a:xfrm>
          <a:prstGeom prst="line">
            <a:avLst/>
          </a:prstGeom>
          <a:noFill/>
          <a:ln w="28575">
            <a:solidFill>
              <a:srgbClr val="CFC7B4"/>
            </a:solidFill>
            <a:prstDash val="dash"/>
            <a:headEnd type="none"/>
            <a:tailEnd type="none"/>
          </a:ln>
        </p:spPr>
      </p:sp>
      <p:sp>
        <p:nvSpPr>
          <p:cNvPr id="10" name="Connector line-1792370677169-937315650"/>
          <p:cNvSpPr/>
          <p:nvPr/>
        </p:nvSpPr>
        <p:spPr>
          <a:xfrm flipH="1">
            <a:off x="11239500" y="3619500"/>
            <a:ext cx="1905000" cy="952500"/>
          </a:xfrm>
          <a:prstGeom prst="line">
            <a:avLst/>
          </a:prstGeom>
          <a:noFill/>
          <a:ln w="28575">
            <a:solidFill>
              <a:srgbClr val="CFC7B4"/>
            </a:solidFill>
            <a:prstDash val="dash"/>
            <a:headEnd type="none"/>
            <a:tailEnd type="none"/>
          </a:ln>
        </p:spPr>
      </p:sp>
      <p:sp>
        <p:nvSpPr>
          <p:cNvPr id="11" name="Connector line-1792370677169-111471108"/>
          <p:cNvSpPr/>
          <p:nvPr/>
        </p:nvSpPr>
        <p:spPr>
          <a:xfrm flipV="1">
            <a:off x="5143500" y="5715000"/>
            <a:ext cx="1905000" cy="1143000"/>
          </a:xfrm>
          <a:prstGeom prst="line">
            <a:avLst/>
          </a:prstGeom>
          <a:noFill/>
          <a:ln w="28575">
            <a:solidFill>
              <a:srgbClr val="CFC7B4"/>
            </a:solidFill>
            <a:prstDash val="dash"/>
            <a:headEnd type="none"/>
            <a:tailEnd type="none"/>
          </a:ln>
        </p:spPr>
      </p:sp>
      <p:sp>
        <p:nvSpPr>
          <p:cNvPr id="12" name="Connector line-1792370677169-799672156"/>
          <p:cNvSpPr/>
          <p:nvPr/>
        </p:nvSpPr>
        <p:spPr>
          <a:xfrm>
            <a:off x="11239500" y="5715000"/>
            <a:ext cx="1619250" cy="76200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Markmap, biến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Markdown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map.</a:t>
            </a:r>
            <a:endParaRPr lang="en-US" sz="2550" dirty="0"/>
          </a:p>
        </p:txBody>
      </p:sp>
      <p:sp>
        <p:nvSpPr>
          <p:cNvPr id="14" name="Connector line-1792370677172-20779605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1d8f276-95c2-45a8-bec2-6ecfcbb943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72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09562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phần,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kết,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thích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191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333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renderer,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font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tiếng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Việt,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14400" y="542925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557212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xuất;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66675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190750" y="68103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Review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mũi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850" dirty="0"/>
          </a:p>
        </p:txBody>
      </p:sp>
      <p:sp>
        <p:nvSpPr>
          <p:cNvPr id="12" name="Connector line-1792370678007-50413158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da02d3c-7fc4-4693-8495-5ddc82e428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chữ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2095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UML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(Unified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Modeling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Language):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mô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5524500"/>
            <a:ext cx="8763000" cy="2476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ASCII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(American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Information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Interchange):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8" name="Text richtext-1792370678864-609698157"/>
          <p:cNvSpPr/>
          <p:nvPr/>
        </p:nvSpPr>
        <p:spPr>
          <a:xfrm>
            <a:off x="11201400" y="3619500"/>
            <a:ext cx="6172200" cy="476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1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Mermaid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PlantUML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Markmap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Diagrams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Diagrams</a:t>
            </a:r>
            <a:endParaRPr lang="en-US" sz="2100" dirty="0"/>
          </a:p>
        </p:txBody>
      </p:sp>
      <p:sp>
        <p:nvSpPr>
          <p:cNvPr id="9" name="Connector line-1792370678872-91458537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b883de43-914e-4a69-a437-e237103fd0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2026-10-19T01:26:22Z</dcterms:created>
  <dcterms:modified xsi:type="dcterms:W3CDTF">2026-10-19T01:26:22Z</dcterms:modified>
</cp:coreProperties>
</file>