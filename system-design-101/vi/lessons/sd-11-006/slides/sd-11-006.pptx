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8288000" cy="10287000"/>
  <p:notesSz cx="10287000" cy="18288000"/>
  <p:embeddedFontLst>
    <p:embeddedFont>
      <p:font typeface="Be Vietnam Pro"/>
      <p:regular r:id="rId18"/>
      <p:bold r:id="rId16"/>
    </p:embeddedFont>
    <p:embeddedFont>
      <p:font typeface="Bricolage Grotesque ExtraBold"/>
      <p:regular r:id="rId17"/>
    </p:embeddedFont>
    <p:embeddedFont>
      <p:font typeface="Be Vietnam Pro ExtraBold"/>
      <p:regular r:id="rId1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openxmlformats.org/officeDocument/2006/relationships/font" Target="fonts/font1.fntdata"/><Relationship Id="rId17" Type="http://schemas.openxmlformats.org/officeDocument/2006/relationships/font" Target="fonts/font2.fntdata"/><Relationship Id="rId18" Type="http://schemas.openxmlformats.org/officeDocument/2006/relationships/font" Target="fonts/font3.fntdata"/><Relationship Id="rId19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19150"/>
            <a:ext cx="9525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7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9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8953500" cy="5334000"/>
          </a:xfrm>
          <a:prstGeom prst="rect">
            <a:avLst/>
          </a:prstGeom>
          <a:noFill/>
          <a:ln/>
        </p:spPr>
        <p:txBody>
          <a:bodyPr wrap="square" lIns="0" tIns="56579" rIns="0" bIns="-56579" rtlCol="0" anchor="t"/>
          <a:lstStyle/>
          <a:p>
            <a:pPr algn="l" indent="0" marL="0">
              <a:lnSpc>
                <a:spcPts val="6930"/>
              </a:lnSpc>
              <a:buNone/>
            </a:pPr>
            <a:r>
              <a:rPr lang="en-US" sz="66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Chín</a:t>
            </a:r>
            <a:r>
              <a:rPr lang="en-US" sz="66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mẫu</a:t>
            </a:r>
            <a:r>
              <a:rPr lang="en-US" sz="66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kiến</a:t>
            </a:r>
            <a:r>
              <a:rPr lang="en-US" sz="6600" dirty="0" spc="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trúc</a:t>
            </a:r>
            <a:r>
              <a:rPr lang="en-US" sz="66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cho</a:t>
            </a:r>
            <a:r>
              <a:rPr lang="en-US" sz="66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dòng</a:t>
            </a:r>
            <a:r>
              <a:rPr lang="en-US" sz="66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dữ</a:t>
            </a:r>
            <a:r>
              <a:rPr lang="en-US" sz="66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liệu</a:t>
            </a:r>
            <a:r>
              <a:rPr lang="en-US" sz="6600" dirty="0" spc="-7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66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giao</a:t>
            </a:r>
            <a:r>
              <a:rPr lang="en-US" sz="66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tiếp:</a:t>
            </a:r>
            <a:r>
              <a:rPr lang="en-US" sz="66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mỗi</a:t>
            </a:r>
            <a:r>
              <a:rPr lang="en-US" sz="66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mẫu</a:t>
            </a:r>
            <a:r>
              <a:rPr lang="en-US" sz="6600" dirty="0" spc="-2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trả</a:t>
            </a:r>
            <a:r>
              <a:rPr lang="en-US" sz="6600" dirty="0" spc="-3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lời</a:t>
            </a:r>
            <a:r>
              <a:rPr lang="en-US" sz="6600" dirty="0" spc="-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66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câu hỏi khác</a:t>
            </a:r>
            <a:endParaRPr lang="en-US" sz="6600" dirty="0"/>
          </a:p>
        </p:txBody>
      </p:sp>
      <p:sp>
        <p:nvSpPr>
          <p:cNvPr id="4" name="Text 2"/>
          <p:cNvSpPr/>
          <p:nvPr/>
        </p:nvSpPr>
        <p:spPr>
          <a:xfrm>
            <a:off x="914400" y="7048500"/>
            <a:ext cx="8953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Mẫu</a:t>
            </a:r>
            <a:r>
              <a:rPr lang="en-US" sz="30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</a:t>
            </a:r>
            <a:r>
              <a:rPr lang="en-US" sz="3000" dirty="0" spc="-3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3000" dirty="0" spc="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r>
              <a:rPr lang="en-US" sz="30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câu</a:t>
            </a:r>
            <a:r>
              <a:rPr lang="en-US" sz="3000" dirty="0" spc="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r>
              <a:rPr lang="en-US" sz="30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nào?</a:t>
            </a:r>
            <a:endParaRPr lang="en-US" sz="3000" dirty="0"/>
          </a:p>
        </p:txBody>
      </p:sp>
      <p:sp>
        <p:nvSpPr>
          <p:cNvPr id="5" name="Connector line-1792421359909-393989503"/>
          <p:cNvSpPr/>
          <p:nvPr/>
        </p:nvSpPr>
        <p:spPr>
          <a:xfrm>
            <a:off x="914400" y="8096250"/>
            <a:ext cx="8610600" cy="0"/>
          </a:xfrm>
          <a:prstGeom prst="line">
            <a:avLst/>
          </a:prstGeom>
          <a:noFill/>
          <a:ln w="19050">
            <a:solidFill>
              <a:srgbClr val="2A2E3B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914400" y="8362950"/>
            <a:ext cx="8953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Chín</a:t>
            </a:r>
            <a:r>
              <a:rPr lang="en-US" sz="21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mẫu không cạnh</a:t>
            </a:r>
            <a:r>
              <a:rPr lang="en-US" sz="2100" dirty="0" spc="-1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tranh</a:t>
            </a:r>
            <a:r>
              <a:rPr lang="en-US" sz="21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nhau.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914400" y="9715500"/>
            <a:ext cx="9525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system-design-101</a:t>
            </a:r>
            <a:r>
              <a:rPr lang="en-US" sz="165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</a:t>
            </a:r>
            <a:r>
              <a:rPr lang="en-US" sz="1650" dirty="0" spc="1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đám</a:t>
            </a:r>
            <a:r>
              <a:rPr lang="en-US" sz="1650" dirty="0" spc="-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mây</a:t>
            </a:r>
            <a:r>
              <a:rPr lang="en-US" sz="1650" dirty="0" spc="-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65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thống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phân</a:t>
            </a:r>
            <a:r>
              <a:rPr lang="en-US" sz="165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tán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11277600" y="3143250"/>
            <a:ext cx="1485900" cy="1809750"/>
          </a:xfrm>
          <a:custGeom>
            <a:avLst/>
            <a:gdLst/>
            <a:ahLst/>
            <a:cxnLst/>
            <a:rect l="l" t="t" r="r" b="b"/>
            <a:pathLst>
              <a:path w="1485900" h="1809750">
                <a:moveTo>
                  <a:pt x="0" y="1809750"/>
                </a:moveTo>
                <a:cubicBezTo>
                  <a:pt x="723900" y="1809750"/>
                  <a:pt x="723900" y="0"/>
                  <a:pt x="1485900" y="0"/>
                </a:cubicBezTo>
              </a:path>
            </a:pathLst>
          </a:custGeom>
          <a:ln w="47625">
            <a:solidFill>
              <a:srgbClr val="3DD6A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277600" y="4476750"/>
            <a:ext cx="1485900" cy="476250"/>
          </a:xfrm>
          <a:custGeom>
            <a:avLst/>
            <a:gdLst/>
            <a:ahLst/>
            <a:cxnLst/>
            <a:rect l="l" t="t" r="r" b="b"/>
            <a:pathLst>
              <a:path w="1485900" h="476250">
                <a:moveTo>
                  <a:pt x="0" y="476250"/>
                </a:moveTo>
                <a:cubicBezTo>
                  <a:pt x="723900" y="476250"/>
                  <a:pt x="723900" y="0"/>
                  <a:pt x="1485900" y="0"/>
                </a:cubicBezTo>
              </a:path>
            </a:pathLst>
          </a:custGeom>
          <a:ln w="47625">
            <a:solidFill>
              <a:srgbClr val="FF6A4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277600" y="4953000"/>
            <a:ext cx="1485900" cy="857250"/>
          </a:xfrm>
          <a:custGeom>
            <a:avLst/>
            <a:gdLst/>
            <a:ahLst/>
            <a:cxnLst/>
            <a:rect l="l" t="t" r="r" b="b"/>
            <a:pathLst>
              <a:path w="1485900" h="857250">
                <a:moveTo>
                  <a:pt x="0" y="0"/>
                </a:moveTo>
                <a:cubicBezTo>
                  <a:pt x="723900" y="0"/>
                  <a:pt x="723900" y="857250"/>
                  <a:pt x="1485900" y="857250"/>
                </a:cubicBezTo>
              </a:path>
            </a:pathLst>
          </a:custGeom>
          <a:ln w="47625">
            <a:solidFill>
              <a:srgbClr val="7C93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277600" y="4953000"/>
            <a:ext cx="1485900" cy="2190750"/>
          </a:xfrm>
          <a:custGeom>
            <a:avLst/>
            <a:gdLst/>
            <a:ahLst/>
            <a:cxnLst/>
            <a:rect l="l" t="t" r="r" b="b"/>
            <a:pathLst>
              <a:path w="1485900" h="2190750">
                <a:moveTo>
                  <a:pt x="0" y="0"/>
                </a:moveTo>
                <a:cubicBezTo>
                  <a:pt x="723900" y="0"/>
                  <a:pt x="723900" y="2190750"/>
                  <a:pt x="1485900" y="2190750"/>
                </a:cubicBezTo>
              </a:path>
            </a:pathLst>
          </a:custGeom>
          <a:ln w="47625">
            <a:solidFill>
              <a:srgbClr val="FFB45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677400" y="4152900"/>
            <a:ext cx="1600200" cy="16002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13" name="Text 11"/>
          <p:cNvSpPr/>
          <p:nvPr/>
        </p:nvSpPr>
        <p:spPr>
          <a:xfrm>
            <a:off x="9715500" y="4572000"/>
            <a:ext cx="1524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9</a:t>
            </a:r>
            <a:r>
              <a:rPr lang="en-US" sz="24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mẫu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2763500" y="2781300"/>
            <a:ext cx="4762500" cy="7239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1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Giao</a:t>
            </a:r>
            <a:r>
              <a:rPr lang="en-US" sz="2100" b="1" dirty="0" spc="-5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tiếp</a:t>
            </a:r>
            <a:r>
              <a:rPr lang="en-US" sz="2100" b="1" dirty="0" spc="-20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100" b="1" dirty="0" spc="-7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phối</a:t>
            </a:r>
            <a:r>
              <a:rPr lang="en-US" sz="2100" b="1" dirty="0" spc="-4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hợp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12763500" y="4114800"/>
            <a:ext cx="4762500" cy="7239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7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Dòng</a:t>
            </a:r>
            <a:r>
              <a:rPr lang="en-US" sz="2100" b="1" dirty="0" spc="0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100" b="1" dirty="0" spc="-2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12763500" y="5448300"/>
            <a:ext cx="4762500" cy="7239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7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Hỏi</a:t>
            </a:r>
            <a:r>
              <a:rPr lang="en-US" sz="2100" b="1" dirty="0" spc="6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đáp</a:t>
            </a:r>
            <a:r>
              <a:rPr lang="en-US" sz="2100" b="1" dirty="0" spc="-11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hay</a:t>
            </a:r>
            <a:r>
              <a:rPr lang="en-US" sz="2100" b="1" dirty="0" spc="0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Pub-Sub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12763500" y="6781800"/>
            <a:ext cx="4762500" cy="7239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32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Lô</a:t>
            </a:r>
            <a:r>
              <a:rPr lang="en-US" sz="2100" b="1" dirty="0" spc="-11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hay</a:t>
            </a:r>
            <a:r>
              <a:rPr lang="en-US" sz="2100" b="1" dirty="0" spc="-8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dòng</a:t>
            </a:r>
            <a:endParaRPr lang="en-US" sz="2100" dirty="0"/>
          </a:p>
        </p:txBody>
      </p:sp>
      <p:sp>
        <p:nvSpPr>
          <p:cNvPr id="18" name="Shape 1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9" name="Moda image moda-export-watermark-38556815-b43a-4765-88be-feafdf91bfe6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3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MỤC</a:t>
            </a:r>
            <a:r>
              <a:rPr lang="en-US" sz="1800" b="1" spc="30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TIÊU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428750"/>
            <a:ext cx="4953000" cy="533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5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9</a:t>
            </a:r>
            <a:endParaRPr lang="en-US" sz="34500" dirty="0"/>
          </a:p>
        </p:txBody>
      </p:sp>
      <p:sp>
        <p:nvSpPr>
          <p:cNvPr id="4" name="Text 2"/>
          <p:cNvSpPr/>
          <p:nvPr/>
        </p:nvSpPr>
        <p:spPr>
          <a:xfrm>
            <a:off x="6667500" y="1809750"/>
            <a:ext cx="10706100" cy="952500"/>
          </a:xfrm>
          <a:prstGeom prst="rect">
            <a:avLst/>
          </a:prstGeom>
          <a:noFill/>
          <a:ln/>
        </p:spPr>
        <p:txBody>
          <a:bodyPr wrap="square" lIns="0" tIns="30480" rIns="0" bIns="-30480" rtlCol="0" anchor="t"/>
          <a:lstStyle/>
          <a:p>
            <a:pPr algn="l" indent="0" marL="0">
              <a:lnSpc>
                <a:spcPts val="5280"/>
              </a:lnSpc>
              <a:buNone/>
            </a:pPr>
            <a:r>
              <a:rPr lang="en-US" sz="48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mẫu,</a:t>
            </a:r>
            <a:r>
              <a:rPr lang="en-US" sz="48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mỗi mẫu</a:t>
            </a:r>
            <a:r>
              <a:rPr lang="en-US" sz="4800" dirty="0" spc="-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48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câu hỏi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6667500" y="3238500"/>
            <a:ext cx="10706100" cy="1143000"/>
          </a:xfrm>
          <a:prstGeom prst="roundRect">
            <a:avLst>
              <a:gd name="adj" fmla="val 20000"/>
            </a:avLst>
          </a:prstGeom>
          <a:solidFill>
            <a:srgbClr val="E8E0CF"/>
          </a:solidFill>
          <a:ln/>
        </p:spPr>
      </p:sp>
      <p:sp>
        <p:nvSpPr>
          <p:cNvPr id="6" name="Text 4"/>
          <p:cNvSpPr/>
          <p:nvPr/>
        </p:nvSpPr>
        <p:spPr>
          <a:xfrm>
            <a:off x="7048500" y="3238500"/>
            <a:ext cx="99441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 spc="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Các</a:t>
            </a:r>
            <a:r>
              <a:rPr lang="en-US" sz="27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thành</a:t>
            </a:r>
            <a:r>
              <a:rPr lang="en-US" sz="27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</a:t>
            </a:r>
            <a:r>
              <a:rPr lang="en-US" sz="27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nói</a:t>
            </a:r>
            <a:r>
              <a:rPr lang="en-US" sz="2700" b="1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chuyện</a:t>
            </a:r>
            <a:r>
              <a:rPr lang="en-US" sz="2700" b="1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27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nhau</a:t>
            </a:r>
            <a:r>
              <a:rPr lang="en-US" sz="27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thế</a:t>
            </a:r>
            <a:r>
              <a:rPr lang="en-US" sz="27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nào?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6667500" y="4572000"/>
            <a:ext cx="10706100" cy="1143000"/>
          </a:xfrm>
          <a:prstGeom prst="roundRect">
            <a:avLst>
              <a:gd name="adj" fmla="val 20000"/>
            </a:avLst>
          </a:prstGeom>
          <a:solidFill>
            <a:srgbClr val="E8E0CF"/>
          </a:solidFill>
          <a:ln/>
        </p:spPr>
      </p:sp>
      <p:sp>
        <p:nvSpPr>
          <p:cNvPr id="8" name="Text 6"/>
          <p:cNvSpPr/>
          <p:nvPr/>
        </p:nvSpPr>
        <p:spPr>
          <a:xfrm>
            <a:off x="7048500" y="4572000"/>
            <a:ext cx="99441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Dữ</a:t>
            </a:r>
            <a:r>
              <a:rPr lang="en-US" sz="27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700" b="1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chảy</a:t>
            </a:r>
            <a:r>
              <a:rPr lang="en-US" sz="2700" b="1" dirty="0" spc="-2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700" b="1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7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xử</a:t>
            </a:r>
            <a:r>
              <a:rPr lang="en-US" sz="27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lý</a:t>
            </a:r>
            <a:r>
              <a:rPr lang="en-US" sz="2700" b="1" dirty="0" spc="-2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</a:t>
            </a:r>
            <a:r>
              <a:rPr lang="en-US" sz="27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sao?</a:t>
            </a:r>
            <a:endParaRPr lang="en-US" sz="2700" dirty="0"/>
          </a:p>
        </p:txBody>
      </p:sp>
      <p:sp>
        <p:nvSpPr>
          <p:cNvPr id="9" name="Shape 7"/>
          <p:cNvSpPr/>
          <p:nvPr/>
        </p:nvSpPr>
        <p:spPr>
          <a:xfrm>
            <a:off x="6667500" y="5905500"/>
            <a:ext cx="10706100" cy="1143000"/>
          </a:xfrm>
          <a:prstGeom prst="roundRect">
            <a:avLst>
              <a:gd name="adj" fmla="val 20000"/>
            </a:avLst>
          </a:prstGeom>
          <a:solidFill>
            <a:srgbClr val="E8E0CF"/>
          </a:solidFill>
          <a:ln/>
        </p:spPr>
      </p:sp>
      <p:sp>
        <p:nvSpPr>
          <p:cNvPr id="10" name="Text 8"/>
          <p:cNvSpPr/>
          <p:nvPr/>
        </p:nvSpPr>
        <p:spPr>
          <a:xfrm>
            <a:off x="7048500" y="5905500"/>
            <a:ext cx="99441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Mỗi</a:t>
            </a:r>
            <a:r>
              <a:rPr lang="en-US" sz="27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mẫu</a:t>
            </a:r>
            <a:r>
              <a:rPr lang="en-US" sz="270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đòi</a:t>
            </a:r>
            <a:r>
              <a:rPr lang="en-US" sz="2700" b="1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7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cái</a:t>
            </a:r>
            <a:r>
              <a:rPr lang="en-US" sz="27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 riêng</a:t>
            </a:r>
            <a:endParaRPr lang="en-US" sz="2700" dirty="0"/>
          </a:p>
        </p:txBody>
      </p:sp>
      <p:sp>
        <p:nvSpPr>
          <p:cNvPr id="11" name="Shape 9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21920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02/09</a:t>
            </a:r>
            <a:endParaRPr lang="en-US" sz="1650" dirty="0"/>
          </a:p>
        </p:txBody>
      </p:sp>
      <p:sp>
        <p:nvSpPr>
          <p:cNvPr id="21" name="Shape 1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2" name="Moda image moda-export-watermark-8c3e67c4-6019-4d23-b33a-7280d6579eb7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1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</a:t>
            </a:r>
            <a:r>
              <a:rPr lang="en-US" sz="1800" b="1" spc="300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87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GIAO</a:t>
            </a:r>
            <a:r>
              <a:rPr lang="en-US" sz="1800" b="1" spc="298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TIẾP</a:t>
            </a:r>
            <a:r>
              <a:rPr lang="en-US" sz="1800" b="1" spc="255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spc="300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PHỐI</a:t>
            </a:r>
            <a:r>
              <a:rPr lang="en-US" sz="1800" b="1" spc="302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HỢP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Năm</a:t>
            </a:r>
            <a:r>
              <a:rPr lang="en-US" sz="69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mẫu,</a:t>
            </a: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năm</a:t>
            </a:r>
            <a:r>
              <a:rPr lang="en-US" sz="69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cách</a:t>
            </a: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nói</a:t>
            </a:r>
            <a:r>
              <a:rPr lang="en-US" sz="69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chuyện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667000"/>
            <a:ext cx="16459200" cy="1066800"/>
          </a:xfrm>
          <a:prstGeom prst="roundRect">
            <a:avLst>
              <a:gd name="adj" fmla="val 23214"/>
            </a:avLst>
          </a:prstGeom>
          <a:solidFill>
            <a:srgbClr val="1E212B"/>
          </a:solidFill>
          <a:ln/>
        </p:spPr>
      </p:sp>
      <p:sp>
        <p:nvSpPr>
          <p:cNvPr id="5" name="Shape 3"/>
          <p:cNvSpPr/>
          <p:nvPr/>
        </p:nvSpPr>
        <p:spPr>
          <a:xfrm>
            <a:off x="1238250" y="2838450"/>
            <a:ext cx="723900" cy="723900"/>
          </a:xfrm>
          <a:prstGeom prst="ellipse">
            <a:avLst/>
          </a:prstGeom>
          <a:solidFill>
            <a:srgbClr val="3DD6A0"/>
          </a:solidFill>
          <a:ln/>
        </p:spPr>
      </p:sp>
      <p:sp>
        <p:nvSpPr>
          <p:cNvPr id="6" name="Text 4"/>
          <p:cNvSpPr/>
          <p:nvPr/>
        </p:nvSpPr>
        <p:spPr>
          <a:xfrm>
            <a:off x="1238250" y="2838450"/>
            <a:ext cx="72390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3300" dirty="0"/>
          </a:p>
        </p:txBody>
      </p:sp>
      <p:sp>
        <p:nvSpPr>
          <p:cNvPr id="7" name="Shape 5"/>
          <p:cNvSpPr/>
          <p:nvPr/>
        </p:nvSpPr>
        <p:spPr>
          <a:xfrm>
            <a:off x="914400" y="3943350"/>
            <a:ext cx="16459200" cy="1066800"/>
          </a:xfrm>
          <a:prstGeom prst="roundRect">
            <a:avLst>
              <a:gd name="adj" fmla="val 23214"/>
            </a:avLst>
          </a:prstGeom>
          <a:solidFill>
            <a:srgbClr val="1E212B"/>
          </a:solidFill>
          <a:ln/>
        </p:spPr>
      </p:sp>
      <p:sp>
        <p:nvSpPr>
          <p:cNvPr id="8" name="Shape 6"/>
          <p:cNvSpPr/>
          <p:nvPr/>
        </p:nvSpPr>
        <p:spPr>
          <a:xfrm>
            <a:off x="1238250" y="4114800"/>
            <a:ext cx="723900" cy="723900"/>
          </a:xfrm>
          <a:prstGeom prst="ellipse">
            <a:avLst/>
          </a:prstGeom>
          <a:solidFill>
            <a:srgbClr val="3DD6A0"/>
          </a:solidFill>
          <a:ln/>
        </p:spPr>
      </p:sp>
      <p:sp>
        <p:nvSpPr>
          <p:cNvPr id="9" name="Text 7"/>
          <p:cNvSpPr/>
          <p:nvPr/>
        </p:nvSpPr>
        <p:spPr>
          <a:xfrm>
            <a:off x="1238250" y="4114800"/>
            <a:ext cx="72390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dirty="0" spc="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3300" dirty="0"/>
          </a:p>
        </p:txBody>
      </p:sp>
      <p:sp>
        <p:nvSpPr>
          <p:cNvPr id="10" name="Shape 8"/>
          <p:cNvSpPr/>
          <p:nvPr/>
        </p:nvSpPr>
        <p:spPr>
          <a:xfrm>
            <a:off x="914400" y="5219700"/>
            <a:ext cx="16459200" cy="1066800"/>
          </a:xfrm>
          <a:prstGeom prst="roundRect">
            <a:avLst>
              <a:gd name="adj" fmla="val 23214"/>
            </a:avLst>
          </a:prstGeom>
          <a:solidFill>
            <a:srgbClr val="1E212B"/>
          </a:solidFill>
          <a:ln/>
        </p:spPr>
      </p:sp>
      <p:sp>
        <p:nvSpPr>
          <p:cNvPr id="11" name="Shape 9"/>
          <p:cNvSpPr/>
          <p:nvPr/>
        </p:nvSpPr>
        <p:spPr>
          <a:xfrm>
            <a:off x="1238250" y="5391150"/>
            <a:ext cx="723900" cy="723900"/>
          </a:xfrm>
          <a:prstGeom prst="ellipse">
            <a:avLst/>
          </a:prstGeom>
          <a:solidFill>
            <a:srgbClr val="3DD6A0"/>
          </a:solidFill>
          <a:ln/>
        </p:spPr>
      </p:sp>
      <p:sp>
        <p:nvSpPr>
          <p:cNvPr id="12" name="Text 10"/>
          <p:cNvSpPr/>
          <p:nvPr/>
        </p:nvSpPr>
        <p:spPr>
          <a:xfrm>
            <a:off x="1238250" y="5391150"/>
            <a:ext cx="72390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3300" dirty="0"/>
          </a:p>
        </p:txBody>
      </p:sp>
      <p:sp>
        <p:nvSpPr>
          <p:cNvPr id="13" name="Shape 11"/>
          <p:cNvSpPr/>
          <p:nvPr/>
        </p:nvSpPr>
        <p:spPr>
          <a:xfrm>
            <a:off x="914400" y="6496050"/>
            <a:ext cx="16459200" cy="1066800"/>
          </a:xfrm>
          <a:prstGeom prst="roundRect">
            <a:avLst>
              <a:gd name="adj" fmla="val 23214"/>
            </a:avLst>
          </a:prstGeom>
          <a:solidFill>
            <a:srgbClr val="1E212B"/>
          </a:solidFill>
          <a:ln/>
        </p:spPr>
      </p:sp>
      <p:sp>
        <p:nvSpPr>
          <p:cNvPr id="14" name="Shape 12"/>
          <p:cNvSpPr/>
          <p:nvPr/>
        </p:nvSpPr>
        <p:spPr>
          <a:xfrm>
            <a:off x="1238250" y="6667500"/>
            <a:ext cx="723900" cy="723900"/>
          </a:xfrm>
          <a:prstGeom prst="ellipse">
            <a:avLst/>
          </a:prstGeom>
          <a:solidFill>
            <a:srgbClr val="3DD6A0"/>
          </a:solidFill>
          <a:ln/>
        </p:spPr>
      </p:sp>
      <p:sp>
        <p:nvSpPr>
          <p:cNvPr id="15" name="Text 13"/>
          <p:cNvSpPr/>
          <p:nvPr/>
        </p:nvSpPr>
        <p:spPr>
          <a:xfrm>
            <a:off x="1238250" y="6667500"/>
            <a:ext cx="72390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4</a:t>
            </a:r>
            <a:endParaRPr lang="en-US" sz="3300" dirty="0"/>
          </a:p>
        </p:txBody>
      </p:sp>
      <p:sp>
        <p:nvSpPr>
          <p:cNvPr id="16" name="Shape 14"/>
          <p:cNvSpPr/>
          <p:nvPr/>
        </p:nvSpPr>
        <p:spPr>
          <a:xfrm>
            <a:off x="914400" y="7772400"/>
            <a:ext cx="16459200" cy="1066800"/>
          </a:xfrm>
          <a:prstGeom prst="roundRect">
            <a:avLst>
              <a:gd name="adj" fmla="val 23214"/>
            </a:avLst>
          </a:prstGeom>
          <a:solidFill>
            <a:srgbClr val="1E212B"/>
          </a:solidFill>
          <a:ln/>
        </p:spPr>
      </p:sp>
      <p:sp>
        <p:nvSpPr>
          <p:cNvPr id="17" name="Shape 15"/>
          <p:cNvSpPr/>
          <p:nvPr/>
        </p:nvSpPr>
        <p:spPr>
          <a:xfrm>
            <a:off x="1238250" y="7943850"/>
            <a:ext cx="723900" cy="723900"/>
          </a:xfrm>
          <a:prstGeom prst="ellipse">
            <a:avLst/>
          </a:prstGeom>
          <a:solidFill>
            <a:srgbClr val="3DD6A0"/>
          </a:solidFill>
          <a:ln/>
        </p:spPr>
      </p:sp>
      <p:sp>
        <p:nvSpPr>
          <p:cNvPr id="18" name="Text 16"/>
          <p:cNvSpPr/>
          <p:nvPr/>
        </p:nvSpPr>
        <p:spPr>
          <a:xfrm>
            <a:off x="1238250" y="7943850"/>
            <a:ext cx="72390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5</a:t>
            </a:r>
            <a:endParaRPr lang="en-US" sz="3300" dirty="0"/>
          </a:p>
        </p:txBody>
      </p:sp>
      <p:sp>
        <p:nvSpPr>
          <p:cNvPr id="19" name="Text 17"/>
          <p:cNvSpPr/>
          <p:nvPr/>
        </p:nvSpPr>
        <p:spPr>
          <a:xfrm>
            <a:off x="2247900" y="2667000"/>
            <a:ext cx="148590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 spc="-16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Peer-to-Peer</a:t>
            </a:r>
            <a:pPr algn="l" indent="0" marL="0">
              <a:buNone/>
            </a:pPr>
            <a:r>
              <a:rPr lang="en-US" sz="2550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: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255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25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r>
              <a:rPr lang="en-US" sz="25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trung</a:t>
            </a:r>
            <a:r>
              <a:rPr lang="en-US" sz="255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tâm</a:t>
            </a:r>
            <a:endParaRPr lang="en-US" sz="2550" dirty="0"/>
          </a:p>
        </p:txBody>
      </p:sp>
      <p:sp>
        <p:nvSpPr>
          <p:cNvPr id="20" name="Text 18"/>
          <p:cNvSpPr/>
          <p:nvPr/>
        </p:nvSpPr>
        <p:spPr>
          <a:xfrm>
            <a:off x="2247900" y="3943350"/>
            <a:ext cx="148590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 spc="-2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API</a:t>
            </a:r>
            <a:r>
              <a:rPr lang="en-US" sz="2550" b="1" dirty="0" spc="-24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Gateway</a:t>
            </a:r>
            <a:pPr algn="l" indent="0" marL="0">
              <a:buNone/>
            </a:pPr>
            <a:r>
              <a:rPr lang="en-US" sz="2550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:</a:t>
            </a:r>
            <a:r>
              <a:rPr lang="en-US" sz="255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550" dirty="0" spc="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cửa</a:t>
            </a:r>
            <a:r>
              <a:rPr lang="en-US" sz="2550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 nhiều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dịch</a:t>
            </a:r>
            <a:r>
              <a:rPr lang="en-US" sz="255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</a:t>
            </a:r>
            <a:endParaRPr lang="en-US" sz="2550" dirty="0"/>
          </a:p>
        </p:txBody>
      </p:sp>
      <p:sp>
        <p:nvSpPr>
          <p:cNvPr id="21" name="Text 19"/>
          <p:cNvSpPr/>
          <p:nvPr/>
        </p:nvSpPr>
        <p:spPr>
          <a:xfrm>
            <a:off x="2247900" y="5219700"/>
            <a:ext cx="148590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 spc="-20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Request-Response</a:t>
            </a:r>
            <a:pPr algn="l" indent="0" marL="0">
              <a:buNone/>
            </a:pPr>
            <a:r>
              <a:rPr lang="en-US" sz="2550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:</a:t>
            </a: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r>
              <a:rPr lang="en-US" sz="2550" dirty="0" spc="-2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rồi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chờ</a:t>
            </a:r>
            <a:r>
              <a:rPr lang="en-US" sz="2550" dirty="0" spc="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đáp</a:t>
            </a:r>
            <a:endParaRPr lang="en-US" sz="2550" dirty="0"/>
          </a:p>
        </p:txBody>
      </p:sp>
      <p:sp>
        <p:nvSpPr>
          <p:cNvPr id="22" name="Text 20"/>
          <p:cNvSpPr/>
          <p:nvPr/>
        </p:nvSpPr>
        <p:spPr>
          <a:xfrm>
            <a:off x="2247900" y="6496050"/>
            <a:ext cx="148590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 spc="-1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Pub-Sub</a:t>
            </a:r>
            <a:pPr algn="l" indent="0" marL="0">
              <a:buNone/>
            </a:pPr>
            <a:r>
              <a:rPr lang="en-US" sz="2550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:</a:t>
            </a:r>
            <a:r>
              <a:rPr lang="en-US" sz="255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tách</a:t>
            </a:r>
            <a:r>
              <a:rPr lang="en-US" sz="25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bên</a:t>
            </a:r>
            <a:r>
              <a:rPr lang="en-US" sz="2550" dirty="0" spc="4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gửi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khỏi</a:t>
            </a:r>
            <a:r>
              <a:rPr lang="en-US" sz="25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bên</a:t>
            </a: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endParaRPr lang="en-US" sz="2550" dirty="0"/>
          </a:p>
        </p:txBody>
      </p:sp>
      <p:sp>
        <p:nvSpPr>
          <p:cNvPr id="23" name="Text 21"/>
          <p:cNvSpPr/>
          <p:nvPr/>
        </p:nvSpPr>
        <p:spPr>
          <a:xfrm>
            <a:off x="2247900" y="7772400"/>
            <a:ext cx="148590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 spc="-14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Orchestration</a:t>
            </a:r>
            <a:pPr algn="l" indent="0" marL="0">
              <a:buNone/>
            </a:pPr>
            <a:r>
              <a:rPr lang="en-US" sz="2550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:</a:t>
            </a:r>
            <a:r>
              <a:rPr lang="en-US" sz="255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 bộ</a:t>
            </a:r>
            <a:r>
              <a:rPr lang="en-US" sz="2550" dirty="0" spc="2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</a:t>
            </a: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phối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 huy</a:t>
            </a:r>
            <a:endParaRPr lang="en-US" sz="2550" dirty="0"/>
          </a:p>
        </p:txBody>
      </p:sp>
      <p:sp>
        <p:nvSpPr>
          <p:cNvPr id="24" name="Shape 22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54305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03/09</a:t>
            </a:r>
            <a:endParaRPr lang="en-US" sz="1650" dirty="0"/>
          </a:p>
        </p:txBody>
      </p:sp>
      <p:sp>
        <p:nvSpPr>
          <p:cNvPr id="34" name="Shape 3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5" name="Moda image moda-export-watermark-d1f6d9bb-c049-4ace-a56d-d7126ee6ab33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5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</a:t>
            </a:r>
            <a:r>
              <a:rPr lang="en-US" sz="1800" b="1" spc="30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DÒNG</a:t>
            </a:r>
            <a:r>
              <a:rPr lang="en-US" sz="1800" b="1" spc="304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1800" b="1" spc="299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Bốn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mẫu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cho dữ</a:t>
            </a:r>
            <a:r>
              <a:rPr lang="en-US" sz="6900" dirty="0" spc="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liệu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8115300" cy="2495550"/>
          </a:xfrm>
          <a:prstGeom prst="roundRect">
            <a:avLst>
              <a:gd name="adj" fmla="val 10687"/>
            </a:avLst>
          </a:prstGeom>
          <a:solidFill>
            <a:srgbClr val="F8D9D0"/>
          </a:solidFill>
          <a:ln/>
        </p:spPr>
      </p:sp>
      <p:sp>
        <p:nvSpPr>
          <p:cNvPr id="5" name="Shape 3"/>
          <p:cNvSpPr/>
          <p:nvPr/>
        </p:nvSpPr>
        <p:spPr>
          <a:xfrm>
            <a:off x="9258300" y="2857500"/>
            <a:ext cx="8115300" cy="2495550"/>
          </a:xfrm>
          <a:prstGeom prst="roundRect">
            <a:avLst>
              <a:gd name="adj" fmla="val 10687"/>
            </a:avLst>
          </a:prstGeom>
          <a:solidFill>
            <a:srgbClr val="F8D9D0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5619750"/>
            <a:ext cx="8115300" cy="2495550"/>
          </a:xfrm>
          <a:prstGeom prst="roundRect">
            <a:avLst>
              <a:gd name="adj" fmla="val 10687"/>
            </a:avLst>
          </a:prstGeom>
          <a:solidFill>
            <a:srgbClr val="F8D9D0"/>
          </a:solidFill>
          <a:ln/>
        </p:spPr>
      </p:sp>
      <p:sp>
        <p:nvSpPr>
          <p:cNvPr id="7" name="Shape 5"/>
          <p:cNvSpPr/>
          <p:nvPr/>
        </p:nvSpPr>
        <p:spPr>
          <a:xfrm>
            <a:off x="9258300" y="5619750"/>
            <a:ext cx="8115300" cy="2495550"/>
          </a:xfrm>
          <a:prstGeom prst="roundRect">
            <a:avLst>
              <a:gd name="adj" fmla="val 10687"/>
            </a:avLst>
          </a:prstGeom>
          <a:solidFill>
            <a:srgbClr val="F8D9D0"/>
          </a:solidFill>
          <a:ln/>
        </p:spPr>
      </p:sp>
      <p:sp>
        <p:nvSpPr>
          <p:cNvPr id="8" name="Text 6"/>
          <p:cNvSpPr/>
          <p:nvPr/>
        </p:nvSpPr>
        <p:spPr>
          <a:xfrm>
            <a:off x="1238250" y="3048000"/>
            <a:ext cx="7429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dirty="0" spc="-21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Event</a:t>
            </a:r>
            <a:r>
              <a:rPr lang="en-US" sz="3300" dirty="0" spc="-5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Sourcing</a:t>
            </a:r>
            <a:endParaRPr lang="en-US" sz="3300" dirty="0"/>
          </a:p>
        </p:txBody>
      </p:sp>
      <p:sp>
        <p:nvSpPr>
          <p:cNvPr id="9" name="Text 7"/>
          <p:cNvSpPr/>
          <p:nvPr/>
        </p:nvSpPr>
        <p:spPr>
          <a:xfrm>
            <a:off x="1238250" y="3752850"/>
            <a:ext cx="7429500" cy="142875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b="1" dirty="0" spc="3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Lưu</a:t>
            </a:r>
            <a:r>
              <a:rPr lang="en-US" sz="25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chuỗi</a:t>
            </a:r>
            <a:r>
              <a:rPr lang="en-US" sz="255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sự</a:t>
            </a:r>
            <a:r>
              <a:rPr lang="en-US" sz="25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kiện;</a:t>
            </a:r>
            <a:r>
              <a:rPr lang="en-US" sz="255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5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lịch</a:t>
            </a:r>
            <a:r>
              <a:rPr lang="en-US" sz="255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sử,</a:t>
            </a:r>
            <a:r>
              <a:rPr lang="en-US" sz="255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phát</a:t>
            </a:r>
            <a:r>
              <a:rPr lang="en-US" sz="25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r>
              <a:rPr lang="en-US" sz="2550" b="1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endParaRPr lang="en-US" sz="2550" dirty="0"/>
          </a:p>
        </p:txBody>
      </p:sp>
      <p:sp>
        <p:nvSpPr>
          <p:cNvPr id="10" name="Text 8"/>
          <p:cNvSpPr/>
          <p:nvPr/>
        </p:nvSpPr>
        <p:spPr>
          <a:xfrm>
            <a:off x="9582150" y="3048000"/>
            <a:ext cx="7429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dirty="0" spc="1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ETL</a:t>
            </a:r>
            <a:endParaRPr lang="en-US" sz="3300" dirty="0"/>
          </a:p>
        </p:txBody>
      </p:sp>
      <p:sp>
        <p:nvSpPr>
          <p:cNvPr id="11" name="Text 9"/>
          <p:cNvSpPr/>
          <p:nvPr/>
        </p:nvSpPr>
        <p:spPr>
          <a:xfrm>
            <a:off x="9582150" y="3752850"/>
            <a:ext cx="7429500" cy="142875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Gom</a:t>
            </a:r>
            <a:r>
              <a:rPr lang="en-US" sz="25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5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 từ</a:t>
            </a:r>
            <a:r>
              <a:rPr lang="en-US" sz="255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2550" b="1" dirty="0" spc="-2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về</a:t>
            </a:r>
            <a:r>
              <a:rPr lang="en-US" sz="25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</a:t>
            </a:r>
            <a:r>
              <a:rPr lang="en-US" sz="2550" b="1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25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phân</a:t>
            </a:r>
            <a:r>
              <a:rPr lang="en-US" sz="25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tích</a:t>
            </a:r>
            <a:endParaRPr lang="en-US" sz="2550" dirty="0"/>
          </a:p>
        </p:txBody>
      </p:sp>
      <p:sp>
        <p:nvSpPr>
          <p:cNvPr id="12" name="Text 10"/>
          <p:cNvSpPr/>
          <p:nvPr/>
        </p:nvSpPr>
        <p:spPr>
          <a:xfrm>
            <a:off x="1238250" y="5810250"/>
            <a:ext cx="7429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dirty="0" spc="-6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Batching</a:t>
            </a:r>
            <a:endParaRPr lang="en-US" sz="3300" dirty="0"/>
          </a:p>
        </p:txBody>
      </p:sp>
      <p:sp>
        <p:nvSpPr>
          <p:cNvPr id="13" name="Text 11"/>
          <p:cNvSpPr/>
          <p:nvPr/>
        </p:nvSpPr>
        <p:spPr>
          <a:xfrm>
            <a:off x="1238250" y="6515100"/>
            <a:ext cx="7429500" cy="142875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Gom</a:t>
            </a:r>
            <a:r>
              <a:rPr lang="en-US" sz="255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lô,</a:t>
            </a:r>
            <a:r>
              <a:rPr lang="en-US" sz="25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xử</a:t>
            </a:r>
            <a:r>
              <a:rPr lang="en-US" sz="25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lý</a:t>
            </a:r>
            <a:r>
              <a:rPr lang="en-US" sz="255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5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lần;</a:t>
            </a:r>
            <a:r>
              <a:rPr lang="en-US" sz="2550" b="1" dirty="0" spc="-2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25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quả</a:t>
            </a:r>
            <a:r>
              <a:rPr lang="en-US" sz="25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đến</a:t>
            </a:r>
            <a:r>
              <a:rPr lang="en-US" sz="255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muộn</a:t>
            </a:r>
            <a:endParaRPr lang="en-US" sz="2550" dirty="0"/>
          </a:p>
        </p:txBody>
      </p:sp>
      <p:sp>
        <p:nvSpPr>
          <p:cNvPr id="14" name="Text 12"/>
          <p:cNvSpPr/>
          <p:nvPr/>
        </p:nvSpPr>
        <p:spPr>
          <a:xfrm>
            <a:off x="9582150" y="5810250"/>
            <a:ext cx="7429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dirty="0" spc="-4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Streaming Processing</a:t>
            </a:r>
            <a:endParaRPr lang="en-US" sz="3300" dirty="0"/>
          </a:p>
        </p:txBody>
      </p:sp>
      <p:sp>
        <p:nvSpPr>
          <p:cNvPr id="15" name="Text 13"/>
          <p:cNvSpPr/>
          <p:nvPr/>
        </p:nvSpPr>
        <p:spPr>
          <a:xfrm>
            <a:off x="9582150" y="6515100"/>
            <a:ext cx="7429500" cy="142875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b="1" dirty="0" spc="-4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Xử</a:t>
            </a:r>
            <a:r>
              <a:rPr lang="en-US" sz="25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lý</a:t>
            </a:r>
            <a:r>
              <a:rPr lang="en-US" sz="2550" b="1" dirty="0" spc="2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từng</a:t>
            </a:r>
            <a:r>
              <a:rPr lang="en-US" sz="25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5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</a:t>
            </a:r>
            <a:r>
              <a:rPr lang="en-US" sz="2550" b="1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ngay</a:t>
            </a:r>
            <a:r>
              <a:rPr lang="en-US" sz="25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5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tới</a:t>
            </a:r>
            <a:endParaRPr lang="en-US" sz="2550" dirty="0"/>
          </a:p>
        </p:txBody>
      </p:sp>
      <p:sp>
        <p:nvSpPr>
          <p:cNvPr id="16" name="Shape 14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86690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04/09</a:t>
            </a:r>
            <a:endParaRPr lang="en-US" sz="1650" dirty="0"/>
          </a:p>
        </p:txBody>
      </p:sp>
      <p:sp>
        <p:nvSpPr>
          <p:cNvPr id="26" name="Shape 2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7" name="Moda image moda-export-watermark-cb80b167-8699-4e20-bfad-6e7933bd60b2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9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3</a:t>
            </a:r>
            <a:r>
              <a:rPr lang="en-US" sz="1800" b="1" spc="300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302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r>
              <a:rPr lang="en-US" sz="1800" b="1" spc="253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spc="284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ĐÁP,</a:t>
            </a:r>
            <a:r>
              <a:rPr lang="en-US" sz="1800" b="1" spc="258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HAY</a:t>
            </a:r>
            <a:r>
              <a:rPr lang="en-US" sz="1800" b="1" spc="302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PUB-SUB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Chờ</a:t>
            </a:r>
            <a:r>
              <a:rPr lang="en-US" sz="6900" dirty="0" spc="-3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kết</a:t>
            </a:r>
            <a:r>
              <a:rPr lang="en-US" sz="69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quả,</a:t>
            </a: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hay</a:t>
            </a:r>
            <a:r>
              <a:rPr lang="en-US" sz="6900" dirty="0" spc="-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tách</a:t>
            </a:r>
            <a:r>
              <a:rPr lang="en-US" sz="6900" dirty="0" spc="-5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rời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3048000"/>
            <a:ext cx="8001000" cy="5143500"/>
          </a:xfrm>
          <a:prstGeom prst="roundRect">
            <a:avLst>
              <a:gd name="adj" fmla="val 5926"/>
            </a:avLst>
          </a:prstGeom>
          <a:solidFill>
            <a:srgbClr val="1E212B"/>
          </a:solidFill>
          <a:ln w="38100">
            <a:solidFill>
              <a:srgbClr val="7C93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95400" y="3333750"/>
            <a:ext cx="7239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 spc="-18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Request-Response</a:t>
            </a:r>
            <a:endParaRPr lang="en-US" sz="3600" dirty="0"/>
          </a:p>
        </p:txBody>
      </p:sp>
      <p:sp>
        <p:nvSpPr>
          <p:cNvPr id="6" name="Text richtext-1792421365985-595945226"/>
          <p:cNvSpPr/>
          <p:nvPr/>
        </p:nvSpPr>
        <p:spPr>
          <a:xfrm>
            <a:off x="1295400" y="4286250"/>
            <a:ext cx="7239000" cy="361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244981">
              <a:spcAft>
                <a:spcPts val="1800"/>
              </a:spcAft>
              <a:buSzPct val="100000"/>
              <a:buFont typeface="Arial"/>
              <a:buChar char="•"/>
            </a:pPr>
            <a:r>
              <a:rPr lang="en-US" sz="27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Đơn</a:t>
            </a:r>
            <a:r>
              <a:rPr lang="en-US" sz="270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giản,</a:t>
            </a:r>
            <a:r>
              <a:rPr lang="en-US" sz="2700" b="1" dirty="0" spc="-3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27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quả</a:t>
            </a:r>
            <a:r>
              <a:rPr lang="en-US" sz="270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700" b="1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ngay</a:t>
            </a:r>
            <a:endParaRPr lang="en-US" sz="2700" dirty="0"/>
          </a:p>
          <a:p>
            <a:pPr algn="l" marL="342900" indent="-244981">
              <a:buSzPct val="100000"/>
              <a:buFont typeface="Arial"/>
              <a:buChar char="•"/>
            </a:pPr>
            <a:r>
              <a:rPr lang="en-US" sz="27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Bên</a:t>
            </a:r>
            <a:r>
              <a:rPr lang="en-US" sz="270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r>
              <a:rPr lang="en-US" sz="270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bị</a:t>
            </a:r>
            <a:r>
              <a:rPr lang="en-US" sz="27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chặn</a:t>
            </a:r>
            <a:r>
              <a:rPr lang="en-US" sz="270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70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bên</a:t>
            </a:r>
            <a:r>
              <a:rPr lang="en-US" sz="2700" b="1" dirty="0" spc="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đáp</a:t>
            </a:r>
            <a:r>
              <a:rPr lang="en-US" sz="270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chậm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9372600" y="3048000"/>
            <a:ext cx="8001000" cy="5143500"/>
          </a:xfrm>
          <a:prstGeom prst="roundRect">
            <a:avLst>
              <a:gd name="adj" fmla="val 5926"/>
            </a:avLst>
          </a:prstGeom>
          <a:solidFill>
            <a:srgbClr val="1E212B"/>
          </a:solidFill>
          <a:ln w="38100">
            <a:solidFill>
              <a:srgbClr val="7C93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53600" y="3333750"/>
            <a:ext cx="7239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 spc="8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Pub-Sub</a:t>
            </a:r>
            <a:endParaRPr lang="en-US" sz="3600" dirty="0"/>
          </a:p>
        </p:txBody>
      </p:sp>
      <p:sp>
        <p:nvSpPr>
          <p:cNvPr id="9" name="Text richtext-1792421366005-974427949"/>
          <p:cNvSpPr/>
          <p:nvPr/>
        </p:nvSpPr>
        <p:spPr>
          <a:xfrm>
            <a:off x="9753600" y="4286250"/>
            <a:ext cx="7239000" cy="361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244981">
              <a:spcAft>
                <a:spcPts val="1800"/>
              </a:spcAft>
              <a:buSzPct val="100000"/>
              <a:buFont typeface="Arial"/>
              <a:buChar char="•"/>
            </a:pPr>
            <a:r>
              <a:rPr lang="en-US" sz="2700" b="1" dirty="0" spc="-6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Tách</a:t>
            </a:r>
            <a:r>
              <a:rPr lang="en-US" sz="270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bên</a:t>
            </a:r>
            <a:r>
              <a:rPr lang="en-US" sz="2700" b="1" dirty="0" spc="4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gửi</a:t>
            </a:r>
            <a:r>
              <a:rPr lang="en-US" sz="27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khỏi</a:t>
            </a:r>
            <a:r>
              <a:rPr lang="en-US" sz="270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bên</a:t>
            </a:r>
            <a:r>
              <a:rPr lang="en-US" sz="27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endParaRPr lang="en-US" sz="2700" dirty="0"/>
          </a:p>
          <a:p>
            <a:pPr algn="l" marL="342900" indent="-244981">
              <a:spcAft>
                <a:spcPts val="1800"/>
              </a:spcAft>
              <a:buSzPct val="100000"/>
              <a:buFont typeface="Arial"/>
              <a:buChar char="•"/>
            </a:pPr>
            <a:r>
              <a:rPr lang="en-US" sz="270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Khó biết</a:t>
            </a:r>
            <a:r>
              <a:rPr lang="en-US" sz="270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ai</a:t>
            </a:r>
            <a:r>
              <a:rPr lang="en-US" sz="2700" b="1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27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xử lý</a:t>
            </a:r>
            <a:r>
              <a:rPr lang="en-US" sz="2700" b="1" dirty="0" spc="-2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xong</a:t>
            </a:r>
            <a:endParaRPr lang="en-US" sz="2700" dirty="0"/>
          </a:p>
          <a:p>
            <a:pPr algn="l" marL="342900" indent="-244981">
              <a:buSzPct val="100000"/>
              <a:buFont typeface="Arial"/>
              <a:buChar char="•"/>
            </a:pPr>
            <a:r>
              <a:rPr lang="en-US" sz="27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Phải</a:t>
            </a:r>
            <a:r>
              <a:rPr lang="en-US" sz="27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tính</a:t>
            </a:r>
            <a:r>
              <a:rPr lang="en-US" sz="27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</a:t>
            </a:r>
            <a:r>
              <a:rPr lang="en-US" sz="270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2700" b="1" dirty="0" spc="-2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7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70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trùng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19075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05/09</a:t>
            </a:r>
            <a:endParaRPr lang="en-US" sz="1650" dirty="0"/>
          </a:p>
        </p:txBody>
      </p:sp>
      <p:sp>
        <p:nvSpPr>
          <p:cNvPr id="20" name="Shape 1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1" name="Moda image moda-export-watermark-39f6d58a-8427-4491-a21e-372daa7b911f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6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4</a:t>
            </a:r>
            <a:r>
              <a:rPr lang="en-US" sz="1800" b="1" spc="300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72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LÔ</a:t>
            </a:r>
            <a:r>
              <a:rPr lang="en-US" sz="1800" b="1" spc="258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HAY</a:t>
            </a:r>
            <a:r>
              <a:rPr lang="en-US" sz="1800" b="1" spc="300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DÒNG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Gom</a:t>
            </a:r>
            <a:r>
              <a:rPr lang="en-US" sz="6900" dirty="0" spc="-2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lô,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hay</a:t>
            </a:r>
            <a:r>
              <a:rPr lang="en-US" sz="6900" dirty="0" spc="-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xử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lý</a:t>
            </a:r>
            <a:r>
              <a:rPr lang="en-US" sz="6900" dirty="0" spc="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từng</a:t>
            </a:r>
            <a:r>
              <a:rPr lang="en-US" sz="69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bản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ghi</a:t>
            </a:r>
            <a:endParaRPr lang="en-US" sz="6900" dirty="0"/>
          </a:p>
        </p:txBody>
      </p:sp>
      <p:sp>
        <p:nvSpPr>
          <p:cNvPr id="4" name="Text 2"/>
          <p:cNvSpPr/>
          <p:nvPr/>
        </p:nvSpPr>
        <p:spPr>
          <a:xfrm>
            <a:off x="4000500" y="2762250"/>
            <a:ext cx="6286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50" b="1" spc="198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LỢI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10858500" y="2762250"/>
            <a:ext cx="65151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50" b="1" spc="227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GIÁ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914400" y="3333750"/>
            <a:ext cx="2857500" cy="2286000"/>
          </a:xfrm>
          <a:prstGeom prst="roundRect">
            <a:avLst>
              <a:gd name="adj" fmla="val 11667"/>
            </a:avLst>
          </a:prstGeom>
          <a:solidFill>
            <a:srgbClr val="F3DFB8"/>
          </a:solidFill>
          <a:ln w="38100">
            <a:solidFill>
              <a:srgbClr val="B45309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50" dirty="0" spc="-7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Batching</a:t>
            </a:r>
            <a:endParaRPr lang="en-US" sz="2850" dirty="0"/>
          </a:p>
        </p:txBody>
      </p:sp>
      <p:sp>
        <p:nvSpPr>
          <p:cNvPr id="7" name="Shape 5"/>
          <p:cNvSpPr/>
          <p:nvPr/>
        </p:nvSpPr>
        <p:spPr>
          <a:xfrm>
            <a:off x="4000500" y="3333750"/>
            <a:ext cx="6515100" cy="2286000"/>
          </a:xfrm>
          <a:prstGeom prst="roundRect">
            <a:avLst>
              <a:gd name="adj" fmla="val 11667"/>
            </a:avLst>
          </a:prstGeom>
          <a:solidFill>
            <a:srgbClr val="FBF8F2"/>
          </a:solidFill>
          <a:ln w="28575">
            <a:solidFill>
              <a:srgbClr val="DDD5C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86250" y="3333750"/>
            <a:ext cx="5943600" cy="2286000"/>
          </a:xfrm>
          <a:prstGeom prst="rect">
            <a:avLst/>
          </a:prstGeom>
          <a:noFill/>
          <a:ln/>
        </p:spPr>
        <p:txBody>
          <a:bodyPr wrap="square" lIns="0" tIns="19891" rIns="0" bIns="-19891" rtlCol="0" anchor="ctr"/>
          <a:lstStyle/>
          <a:p>
            <a:pPr algn="l" indent="0" marL="0">
              <a:lnSpc>
                <a:spcPts val="3563"/>
              </a:lnSpc>
              <a:buNone/>
            </a:pPr>
            <a:r>
              <a:rPr lang="en-US" sz="28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Hiệu</a:t>
            </a:r>
            <a:r>
              <a:rPr lang="en-US" sz="28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quả</a:t>
            </a:r>
            <a:r>
              <a:rPr lang="en-US" sz="28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8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8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8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nhiều</a:t>
            </a:r>
            <a:endParaRPr lang="en-US" sz="2850" dirty="0"/>
          </a:p>
        </p:txBody>
      </p:sp>
      <p:sp>
        <p:nvSpPr>
          <p:cNvPr id="9" name="Shape 7"/>
          <p:cNvSpPr/>
          <p:nvPr/>
        </p:nvSpPr>
        <p:spPr>
          <a:xfrm>
            <a:off x="10744200" y="3333750"/>
            <a:ext cx="6629400" cy="2286000"/>
          </a:xfrm>
          <a:prstGeom prst="roundRect">
            <a:avLst>
              <a:gd name="adj" fmla="val 11667"/>
            </a:avLst>
          </a:prstGeom>
          <a:solidFill>
            <a:srgbClr val="FBF8F2"/>
          </a:solidFill>
          <a:ln w="28575">
            <a:solidFill>
              <a:srgbClr val="DDD5C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029950" y="3333750"/>
            <a:ext cx="6057900" cy="2286000"/>
          </a:xfrm>
          <a:prstGeom prst="rect">
            <a:avLst/>
          </a:prstGeom>
          <a:noFill/>
          <a:ln/>
        </p:spPr>
        <p:txBody>
          <a:bodyPr wrap="square" lIns="0" tIns="19891" rIns="0" bIns="-19891" rtlCol="0" anchor="ctr"/>
          <a:lstStyle/>
          <a:p>
            <a:pPr algn="l" indent="0" marL="0">
              <a:lnSpc>
                <a:spcPts val="3563"/>
              </a:lnSpc>
              <a:buNone/>
            </a:pPr>
            <a:r>
              <a:rPr lang="en-US" sz="2850" dirty="0" spc="-6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Kết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quả</a:t>
            </a:r>
            <a:r>
              <a:rPr lang="en-US" sz="2850" dirty="0" spc="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đến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muộn</a:t>
            </a:r>
            <a:endParaRPr lang="en-US" sz="2850" dirty="0"/>
          </a:p>
        </p:txBody>
      </p:sp>
      <p:sp>
        <p:nvSpPr>
          <p:cNvPr id="11" name="Shape 9"/>
          <p:cNvSpPr/>
          <p:nvPr/>
        </p:nvSpPr>
        <p:spPr>
          <a:xfrm>
            <a:off x="914400" y="6000750"/>
            <a:ext cx="2857500" cy="2476500"/>
          </a:xfrm>
          <a:prstGeom prst="roundRect">
            <a:avLst>
              <a:gd name="adj" fmla="val 10769"/>
            </a:avLst>
          </a:prstGeom>
          <a:solidFill>
            <a:srgbClr val="F3DFB8"/>
          </a:solidFill>
          <a:ln w="38100">
            <a:solidFill>
              <a:srgbClr val="B4530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09650" y="6000750"/>
            <a:ext cx="2667000" cy="2476500"/>
          </a:xfrm>
          <a:prstGeom prst="rect">
            <a:avLst/>
          </a:prstGeom>
          <a:noFill/>
          <a:ln/>
        </p:spPr>
        <p:txBody>
          <a:bodyPr wrap="square" lIns="0" tIns="14180" rIns="0" bIns="-14180" rtlCol="0" anchor="ctr"/>
          <a:lstStyle/>
          <a:p>
            <a:pPr algn="ctr" indent="0" marL="0">
              <a:lnSpc>
                <a:spcPts val="2933"/>
              </a:lnSpc>
              <a:buNone/>
            </a:pPr>
            <a:r>
              <a:rPr lang="en-US" sz="2550" dirty="0" spc="-6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Streaming</a:t>
            </a:r>
            <a:r>
              <a:rPr lang="en-US" sz="2550" dirty="0" spc="-10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Processing</a:t>
            </a:r>
            <a:endParaRPr lang="en-US" sz="2550" dirty="0"/>
          </a:p>
        </p:txBody>
      </p:sp>
      <p:sp>
        <p:nvSpPr>
          <p:cNvPr id="13" name="Shape 11"/>
          <p:cNvSpPr/>
          <p:nvPr/>
        </p:nvSpPr>
        <p:spPr>
          <a:xfrm>
            <a:off x="4000500" y="6000750"/>
            <a:ext cx="6515100" cy="2476500"/>
          </a:xfrm>
          <a:prstGeom prst="roundRect">
            <a:avLst>
              <a:gd name="adj" fmla="val 10769"/>
            </a:avLst>
          </a:prstGeom>
          <a:solidFill>
            <a:srgbClr val="FBF8F2"/>
          </a:solidFill>
          <a:ln w="28575">
            <a:solidFill>
              <a:srgbClr val="DDD5C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86250" y="6000750"/>
            <a:ext cx="5943600" cy="2476500"/>
          </a:xfrm>
          <a:prstGeom prst="rect">
            <a:avLst/>
          </a:prstGeom>
          <a:noFill/>
          <a:ln/>
        </p:spPr>
        <p:txBody>
          <a:bodyPr wrap="square" lIns="0" tIns="19891" rIns="0" bIns="-19891" rtlCol="0" anchor="ctr"/>
          <a:lstStyle/>
          <a:p>
            <a:pPr algn="l" indent="0" marL="0">
              <a:lnSpc>
                <a:spcPts val="3563"/>
              </a:lnSpc>
              <a:buNone/>
            </a:pPr>
            <a:r>
              <a:rPr lang="en-US" sz="2850" b="1" dirty="0" spc="-5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Kết</a:t>
            </a:r>
            <a:r>
              <a:rPr lang="en-US" sz="28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quả</a:t>
            </a:r>
            <a:r>
              <a:rPr lang="en-US" sz="28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gần</a:t>
            </a:r>
            <a:r>
              <a:rPr lang="en-US" sz="28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như</a:t>
            </a:r>
            <a:r>
              <a:rPr lang="en-US" sz="2850" b="1" dirty="0" spc="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tức</a:t>
            </a:r>
            <a:r>
              <a:rPr lang="en-US" sz="28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thời</a:t>
            </a:r>
            <a:endParaRPr lang="en-US" sz="2850" dirty="0"/>
          </a:p>
        </p:txBody>
      </p:sp>
      <p:sp>
        <p:nvSpPr>
          <p:cNvPr id="15" name="Shape 13"/>
          <p:cNvSpPr/>
          <p:nvPr/>
        </p:nvSpPr>
        <p:spPr>
          <a:xfrm>
            <a:off x="10744200" y="6000750"/>
            <a:ext cx="6629400" cy="2476500"/>
          </a:xfrm>
          <a:prstGeom prst="roundRect">
            <a:avLst>
              <a:gd name="adj" fmla="val 10769"/>
            </a:avLst>
          </a:prstGeom>
          <a:solidFill>
            <a:srgbClr val="FBF8F2"/>
          </a:solidFill>
          <a:ln w="28575">
            <a:solidFill>
              <a:srgbClr val="DDD5C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029950" y="6000750"/>
            <a:ext cx="6057900" cy="2476500"/>
          </a:xfrm>
          <a:prstGeom prst="rect">
            <a:avLst/>
          </a:prstGeom>
          <a:noFill/>
          <a:ln/>
        </p:spPr>
        <p:txBody>
          <a:bodyPr wrap="square" lIns="0" tIns="19891" rIns="0" bIns="-19891" rtlCol="0" anchor="ctr"/>
          <a:lstStyle/>
          <a:p>
            <a:pPr algn="l" indent="0" marL="0">
              <a:lnSpc>
                <a:spcPts val="3563"/>
              </a:lnSpc>
              <a:buNone/>
            </a:pPr>
            <a:r>
              <a:rPr lang="en-US" sz="2850" dirty="0" spc="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Phức</a:t>
            </a:r>
            <a:r>
              <a:rPr lang="en-US" sz="285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tạp: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tự,</a:t>
            </a:r>
            <a:r>
              <a:rPr lang="en-US" sz="2850" dirty="0" spc="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</a:t>
            </a:r>
            <a:r>
              <a:rPr lang="en-US" sz="2850" dirty="0" spc="-2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trễ,</a:t>
            </a:r>
            <a:r>
              <a:rPr lang="en-US" sz="2850" dirty="0" spc="-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trạng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thái</a:t>
            </a:r>
            <a:endParaRPr lang="en-US" sz="2850" dirty="0"/>
          </a:p>
        </p:txBody>
      </p:sp>
      <p:sp>
        <p:nvSpPr>
          <p:cNvPr id="17" name="Shape 15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51460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06/09</a:t>
            </a:r>
            <a:endParaRPr lang="en-US" sz="1650" dirty="0"/>
          </a:p>
        </p:txBody>
      </p:sp>
      <p:sp>
        <p:nvSpPr>
          <p:cNvPr id="27" name="Shape 2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8" name="Moda image moda-export-watermark-34e71e18-be8f-4221-985b-1fb5ad7bcb1b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8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GIỚI</a:t>
            </a:r>
            <a:r>
              <a:rPr lang="en-US" sz="1800" b="1" spc="301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r>
              <a:rPr lang="en-US" sz="1800" b="1" spc="282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1800" b="1" spc="302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914400" y="2190750"/>
            <a:ext cx="133350" cy="5334000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</p:sp>
      <p:sp>
        <p:nvSpPr>
          <p:cNvPr id="4" name="Text 2"/>
          <p:cNvSpPr/>
          <p:nvPr/>
        </p:nvSpPr>
        <p:spPr>
          <a:xfrm>
            <a:off x="1428750" y="2190750"/>
            <a:ext cx="15716250" cy="5334000"/>
          </a:xfrm>
          <a:prstGeom prst="rect">
            <a:avLst/>
          </a:prstGeom>
          <a:noFill/>
          <a:ln/>
        </p:spPr>
        <p:txBody>
          <a:bodyPr wrap="square" lIns="0" tIns="20002" rIns="0" bIns="-20002" rtlCol="0" anchor="t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300" dirty="0" spc="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Chín</a:t>
            </a:r>
            <a:r>
              <a:rPr lang="en-US" sz="63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mục</a:t>
            </a:r>
            <a:r>
              <a:rPr lang="en-US" sz="6300" dirty="0" spc="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</a:t>
            </a:r>
            <a:pPr algn="l" indent="0" marL="0">
              <a:lnSpc>
                <a:spcPts val="7245"/>
              </a:lnSpc>
              <a:buNone/>
            </a:pPr>
            <a:r>
              <a:rPr lang="en-US" sz="6300" dirty="0" spc="-1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không cùng</a:t>
            </a:r>
            <a:r>
              <a:rPr lang="en-US" sz="6300" dirty="0" spc="0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cấp</a:t>
            </a:r>
            <a:r>
              <a:rPr lang="en-US" sz="6300" dirty="0" spc="18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độ</a:t>
            </a:r>
            <a:pPr algn="l" indent="0" marL="0">
              <a:lnSpc>
                <a:spcPts val="7245"/>
              </a:lnSpc>
              <a:buNone/>
            </a:pPr>
            <a:r>
              <a:rPr lang="en-US" sz="6300" dirty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.</a:t>
            </a:r>
            <a:endParaRPr lang="en-US" sz="6300" dirty="0"/>
          </a:p>
          <a:p>
            <a:pPr algn="l" indent="0" marL="0">
              <a:lnSpc>
                <a:spcPts val="7245"/>
              </a:lnSpc>
              <a:buNone/>
            </a:pPr>
            <a:r>
              <a:rPr lang="en-US" sz="63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Hệ</a:t>
            </a:r>
            <a:r>
              <a:rPr lang="en-US" sz="63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thống thật</a:t>
            </a:r>
            <a:r>
              <a:rPr lang="en-US" sz="63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dùng</a:t>
            </a:r>
            <a:endParaRPr lang="en-US" sz="6300" dirty="0"/>
          </a:p>
          <a:p>
            <a:pPr algn="l" indent="0" marL="0">
              <a:lnSpc>
                <a:spcPts val="7245"/>
              </a:lnSpc>
              <a:buNone/>
            </a:pPr>
            <a:r>
              <a:rPr lang="en-US" sz="6300" dirty="0" spc="3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nhiều</a:t>
            </a:r>
            <a:r>
              <a:rPr lang="en-US" sz="6300" dirty="0" spc="1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mẫu</a:t>
            </a:r>
            <a:r>
              <a:rPr lang="en-US" sz="6300" dirty="0" spc="-1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cùng lúc</a:t>
            </a:r>
            <a:pPr algn="l" indent="0" marL="0">
              <a:lnSpc>
                <a:spcPts val="7245"/>
              </a:lnSpc>
              <a:buNone/>
            </a:pPr>
            <a:r>
              <a:rPr lang="en-US" sz="6300" dirty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.</a:t>
            </a:r>
            <a:endParaRPr lang="en-US" sz="6300" dirty="0"/>
          </a:p>
        </p:txBody>
      </p:sp>
      <p:sp>
        <p:nvSpPr>
          <p:cNvPr id="5" name="Text 3"/>
          <p:cNvSpPr/>
          <p:nvPr/>
        </p:nvSpPr>
        <p:spPr>
          <a:xfrm>
            <a:off x="914400" y="8001000"/>
            <a:ext cx="164592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Phần</a:t>
            </a:r>
            <a:r>
              <a:rPr lang="en-US" sz="24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giải</a:t>
            </a:r>
            <a:r>
              <a:rPr lang="en-US" sz="24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thích:</a:t>
            </a:r>
            <a:r>
              <a:rPr lang="en-US" sz="24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kiến</a:t>
            </a:r>
            <a:r>
              <a:rPr lang="en-US" sz="2400" dirty="0" spc="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thức</a:t>
            </a:r>
            <a:r>
              <a:rPr lang="en-US" sz="24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chung,</a:t>
            </a:r>
            <a:r>
              <a:rPr lang="en-US" sz="2400" dirty="0" spc="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</a:t>
            </a:r>
            <a:r>
              <a:rPr lang="en-US" sz="2400" dirty="0" spc="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24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chiếu.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83845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07/09</a:t>
            </a:r>
            <a:endParaRPr lang="en-US" sz="1650" dirty="0"/>
          </a:p>
        </p:txBody>
      </p:sp>
      <p:sp>
        <p:nvSpPr>
          <p:cNvPr id="16" name="Shape 1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7" name="Moda image moda-export-watermark-dfc4ec3c-fac4-41f2-bace-1de5d8e40f5e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NHÌN</a:t>
            </a:r>
            <a:r>
              <a:rPr lang="en-US" sz="1800" b="1" spc="302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1800" b="1" spc="297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1800" b="1" spc="279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1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Một</a:t>
            </a:r>
            <a:r>
              <a:rPr lang="en-US" sz="6900" dirty="0" spc="-2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đơn,</a:t>
            </a:r>
            <a:r>
              <a:rPr lang="en-US" sz="6900" dirty="0" spc="-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ba</a:t>
            </a:r>
            <a:r>
              <a:rPr lang="en-US" sz="6900" dirty="0" spc="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bên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cần</a:t>
            </a: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biết</a:t>
            </a:r>
            <a:endParaRPr lang="en-US" sz="6900" dirty="0"/>
          </a:p>
        </p:txBody>
      </p:sp>
      <p:sp>
        <p:nvSpPr>
          <p:cNvPr id="4" name="Connector line-1792421396610-931895212"/>
          <p:cNvSpPr/>
          <p:nvPr/>
        </p:nvSpPr>
        <p:spPr>
          <a:xfrm>
            <a:off x="4533900" y="4476750"/>
            <a:ext cx="990600" cy="0"/>
          </a:xfrm>
          <a:prstGeom prst="line">
            <a:avLst/>
          </a:prstGeom>
          <a:noFill/>
          <a:ln w="57150">
            <a:solidFill>
              <a:srgbClr val="1F3FD1"/>
            </a:solidFill>
            <a:prstDash val="solid"/>
            <a:headEnd type="none"/>
            <a:tailEnd type="triangle"/>
          </a:ln>
        </p:spPr>
      </p:sp>
      <p:sp>
        <p:nvSpPr>
          <p:cNvPr id="5" name="Connector line-1792421396611-236124684"/>
          <p:cNvSpPr/>
          <p:nvPr/>
        </p:nvSpPr>
        <p:spPr>
          <a:xfrm>
            <a:off x="10382250" y="4476750"/>
            <a:ext cx="990600" cy="0"/>
          </a:xfrm>
          <a:prstGeom prst="line">
            <a:avLst/>
          </a:prstGeom>
          <a:noFill/>
          <a:ln w="57150">
            <a:solidFill>
              <a:srgbClr val="1F3FD1"/>
            </a:solidFill>
            <a:prstDash val="solid"/>
            <a:headEnd type="none"/>
            <a:tailEnd type="triangle"/>
          </a:ln>
        </p:spPr>
      </p:sp>
      <p:sp>
        <p:nvSpPr>
          <p:cNvPr id="6" name="Text 4"/>
          <p:cNvSpPr/>
          <p:nvPr/>
        </p:nvSpPr>
        <p:spPr>
          <a:xfrm>
            <a:off x="914400" y="3238500"/>
            <a:ext cx="3581400" cy="2476500"/>
          </a:xfrm>
          <a:prstGeom prst="roundRect">
            <a:avLst>
              <a:gd name="adj" fmla="val 12308"/>
            </a:avLst>
          </a:prstGeom>
          <a:solidFill>
            <a:srgbClr val="FBF8F2"/>
          </a:solidFill>
          <a:ln w="28575">
            <a:solidFill>
              <a:srgbClr val="DDD5C1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Đơn</a:t>
            </a:r>
            <a:r>
              <a:rPr lang="en-US" sz="2850" b="1" dirty="0" spc="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8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đặt</a:t>
            </a:r>
            <a:endParaRPr lang="en-US" sz="2850" dirty="0"/>
          </a:p>
        </p:txBody>
      </p:sp>
      <p:sp>
        <p:nvSpPr>
          <p:cNvPr id="7" name="Text 5"/>
          <p:cNvSpPr/>
          <p:nvPr/>
        </p:nvSpPr>
        <p:spPr>
          <a:xfrm>
            <a:off x="5562600" y="3238500"/>
            <a:ext cx="4781550" cy="2476500"/>
          </a:xfrm>
          <a:prstGeom prst="roundRect">
            <a:avLst>
              <a:gd name="adj" fmla="val 12308"/>
            </a:avLst>
          </a:prstGeom>
          <a:solidFill>
            <a:srgbClr val="DDE3FA"/>
          </a:solidFill>
          <a:ln w="38100">
            <a:solidFill>
              <a:srgbClr val="1F3FD1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50" dirty="0" spc="-4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Đăng</a:t>
            </a:r>
            <a:r>
              <a:rPr lang="en-US" sz="2850" dirty="0" spc="-13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một</a:t>
            </a:r>
            <a:r>
              <a:rPr lang="en-US" sz="2850" dirty="0" spc="4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sự</a:t>
            </a:r>
            <a:r>
              <a:rPr lang="en-US" sz="2850" dirty="0" spc="-5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kiện</a:t>
            </a:r>
            <a:r>
              <a:rPr lang="en-US" sz="2850" dirty="0" spc="4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(Pub-Sub)</a:t>
            </a:r>
            <a:endParaRPr lang="en-US" sz="2850" dirty="0"/>
          </a:p>
        </p:txBody>
      </p:sp>
      <p:sp>
        <p:nvSpPr>
          <p:cNvPr id="8" name="Text 6"/>
          <p:cNvSpPr/>
          <p:nvPr/>
        </p:nvSpPr>
        <p:spPr>
          <a:xfrm>
            <a:off x="11410950" y="3238500"/>
            <a:ext cx="5962650" cy="2476500"/>
          </a:xfrm>
          <a:prstGeom prst="roundRect">
            <a:avLst>
              <a:gd name="adj" fmla="val 12308"/>
            </a:avLst>
          </a:prstGeom>
          <a:solidFill>
            <a:srgbClr val="FBF8F2"/>
          </a:solidFill>
          <a:ln w="28575">
            <a:solidFill>
              <a:srgbClr val="DDD5C1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Kho,</a:t>
            </a:r>
            <a:r>
              <a:rPr lang="en-US" sz="255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thông</a:t>
            </a:r>
            <a:r>
              <a:rPr lang="en-US" sz="25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báo,</a:t>
            </a:r>
            <a:r>
              <a:rPr lang="en-US" sz="255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phân</a:t>
            </a:r>
            <a:r>
              <a:rPr lang="en-US" sz="25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tích:</a:t>
            </a:r>
            <a:r>
              <a:rPr lang="en-US" sz="25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mỗi</a:t>
            </a:r>
            <a:r>
              <a:rPr lang="en-US" sz="255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bên</a:t>
            </a:r>
            <a:r>
              <a:rPr lang="en-US" sz="25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25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xử lý</a:t>
            </a:r>
            <a:endParaRPr lang="en-US" sz="2550" dirty="0"/>
          </a:p>
        </p:txBody>
      </p:sp>
      <p:sp>
        <p:nvSpPr>
          <p:cNvPr id="9" name="Shape 7"/>
          <p:cNvSpPr/>
          <p:nvPr/>
        </p:nvSpPr>
        <p:spPr>
          <a:xfrm>
            <a:off x="914400" y="6286500"/>
            <a:ext cx="16459200" cy="2095500"/>
          </a:xfrm>
          <a:prstGeom prst="roundRect">
            <a:avLst>
              <a:gd name="adj" fmla="val 12727"/>
            </a:avLst>
          </a:prstGeom>
          <a:solidFill>
            <a:srgbClr val="E8E0CF"/>
          </a:solidFill>
          <a:ln/>
        </p:spPr>
      </p:sp>
      <p:sp>
        <p:nvSpPr>
          <p:cNvPr id="10" name="Text richtext-1792421396618-655683044"/>
          <p:cNvSpPr/>
          <p:nvPr/>
        </p:nvSpPr>
        <p:spPr>
          <a:xfrm>
            <a:off x="1295400" y="6286500"/>
            <a:ext cx="15697200" cy="209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342900" indent="-244981">
              <a:spcAft>
                <a:spcPts val="1200"/>
              </a:spcAft>
              <a:buSzPct val="100000"/>
              <a:buFont typeface="Arial"/>
              <a:buChar char="•"/>
            </a:pPr>
            <a:r>
              <a:rPr lang="en-US" sz="270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Thêm bên</a:t>
            </a:r>
            <a:r>
              <a:rPr lang="en-US" sz="27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</a:t>
            </a:r>
            <a:r>
              <a:rPr lang="en-US" sz="270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7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2700" b="1" dirty="0" spc="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sửa</a:t>
            </a:r>
            <a:r>
              <a:rPr lang="en-US" sz="27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phía</a:t>
            </a:r>
            <a:r>
              <a:rPr lang="en-US" sz="2700" b="1" dirty="0" spc="4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gửi</a:t>
            </a:r>
            <a:endParaRPr lang="en-US" sz="2700" dirty="0"/>
          </a:p>
          <a:p>
            <a:pPr algn="l" marL="342900" indent="-244981">
              <a:buSzPct val="100000"/>
              <a:buFont typeface="Arial"/>
              <a:buChar char="•"/>
            </a:pPr>
            <a:r>
              <a:rPr lang="en-US" sz="2700" b="1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Cần</a:t>
            </a:r>
            <a:r>
              <a:rPr lang="en-US" sz="2700" b="1" dirty="0" spc="-3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27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quả</a:t>
            </a:r>
            <a:r>
              <a:rPr lang="en-US" sz="2700" b="1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ngay,</a:t>
            </a:r>
            <a:r>
              <a:rPr lang="en-US" sz="27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như</a:t>
            </a:r>
            <a:r>
              <a:rPr lang="en-US" sz="2700" b="1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tồn</a:t>
            </a:r>
            <a:r>
              <a:rPr lang="en-US" sz="27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kho:</a:t>
            </a:r>
            <a:r>
              <a:rPr lang="en-US" sz="2700" b="1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vẫn</a:t>
            </a:r>
            <a:r>
              <a:rPr lang="en-US" sz="27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r>
              <a:rPr lang="en-US" sz="2700" b="1" dirty="0" spc="-2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700" b="1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đáp</a:t>
            </a:r>
            <a:endParaRPr lang="en-US" sz="2700" dirty="0"/>
          </a:p>
        </p:txBody>
      </p:sp>
      <p:sp>
        <p:nvSpPr>
          <p:cNvPr id="11" name="Shape 9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16230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08/09</a:t>
            </a:r>
            <a:endParaRPr lang="en-US" sz="1650" dirty="0"/>
          </a:p>
        </p:txBody>
      </p:sp>
      <p:sp>
        <p:nvSpPr>
          <p:cNvPr id="21" name="Shape 1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2" name="Moda image moda-export-watermark-cd308fbc-7341-4e02-bd43-7735242e57af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TỪ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VIẾT</a:t>
            </a:r>
            <a:r>
              <a:rPr lang="en-US" sz="1800" b="1" spc="208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TẮT</a:t>
            </a:r>
            <a:r>
              <a:rPr lang="en-US" sz="1800" b="1" spc="25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5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Từ</a:t>
            </a: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viết</a:t>
            </a:r>
            <a:r>
              <a:rPr lang="en-US" sz="6900" dirty="0" spc="-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tắt</a:t>
            </a:r>
            <a:r>
              <a:rPr lang="en-US" sz="6900" dirty="0" spc="-1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trong</a:t>
            </a:r>
            <a:r>
              <a:rPr lang="en-US" sz="69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bài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762250"/>
            <a:ext cx="16459200" cy="1714500"/>
          </a:xfrm>
          <a:prstGeom prst="roundRect">
            <a:avLst>
              <a:gd name="adj" fmla="val 13333"/>
            </a:avLst>
          </a:prstGeom>
          <a:solidFill>
            <a:srgbClr val="1E212B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4762500"/>
            <a:ext cx="16459200" cy="1714500"/>
          </a:xfrm>
          <a:prstGeom prst="roundRect">
            <a:avLst>
              <a:gd name="adj" fmla="val 13333"/>
            </a:avLst>
          </a:prstGeom>
          <a:solidFill>
            <a:srgbClr val="1E212B"/>
          </a:solidFill>
          <a:ln/>
        </p:spPr>
      </p:sp>
      <p:sp>
        <p:nvSpPr>
          <p:cNvPr id="6" name="Text 4"/>
          <p:cNvSpPr/>
          <p:nvPr/>
        </p:nvSpPr>
        <p:spPr>
          <a:xfrm>
            <a:off x="1295400" y="2762250"/>
            <a:ext cx="24765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dirty="0" spc="2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API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4152900" y="2762250"/>
            <a:ext cx="12763500" cy="17145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ctr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giao diện lập</a:t>
            </a:r>
            <a:r>
              <a:rPr lang="en-US" sz="2550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2550" dirty="0" spc="2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ứng</a:t>
            </a: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</a:t>
            </a:r>
            <a:endParaRPr lang="en-US" sz="2550" dirty="0"/>
          </a:p>
        </p:txBody>
      </p:sp>
      <p:sp>
        <p:nvSpPr>
          <p:cNvPr id="8" name="Text 6"/>
          <p:cNvSpPr/>
          <p:nvPr/>
        </p:nvSpPr>
        <p:spPr>
          <a:xfrm>
            <a:off x="1295400" y="4762500"/>
            <a:ext cx="24765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dirty="0" spc="1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ETL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4152900" y="4762500"/>
            <a:ext cx="12763500" cy="17145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ctr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trích</a:t>
            </a:r>
            <a:r>
              <a:rPr lang="en-US" sz="2550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xuất,</a:t>
            </a: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biến</a:t>
            </a:r>
            <a:r>
              <a:rPr lang="en-US" sz="2550" dirty="0" spc="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đổi,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nạp</a:t>
            </a:r>
            <a:r>
              <a:rPr lang="en-US" sz="25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endParaRPr lang="en-US" sz="2550" dirty="0"/>
          </a:p>
        </p:txBody>
      </p:sp>
      <p:sp>
        <p:nvSpPr>
          <p:cNvPr id="10" name="Text 8"/>
          <p:cNvSpPr/>
          <p:nvPr/>
        </p:nvSpPr>
        <p:spPr>
          <a:xfrm>
            <a:off x="914400" y="7048500"/>
            <a:ext cx="16459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6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 ĐỐI</a:t>
            </a:r>
            <a:r>
              <a:rPr lang="en-US" sz="1950" b="1" spc="225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914400" y="7524750"/>
            <a:ext cx="164592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-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ByteByteGo</a:t>
            </a:r>
            <a:r>
              <a:rPr lang="en-US" sz="225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(bài</a:t>
            </a:r>
            <a:r>
              <a:rPr lang="en-US" sz="22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nguồn)</a:t>
            </a:r>
            <a:endParaRPr lang="en-US" sz="2250" dirty="0"/>
          </a:p>
        </p:txBody>
      </p:sp>
      <p:sp>
        <p:nvSpPr>
          <p:cNvPr id="12" name="Shape 10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48615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09/09</a:t>
            </a:r>
            <a:endParaRPr lang="en-US" sz="1650" dirty="0"/>
          </a:p>
        </p:txBody>
      </p:sp>
      <p:sp>
        <p:nvSpPr>
          <p:cNvPr id="22" name="Shape 2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3" name="Moda image moda-export-watermark-88254614-7d2c-4dfe-895e-2d114c0d7183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2026-10-19T14:50:31Z</dcterms:created>
  <dcterms:modified xsi:type="dcterms:W3CDTF">2026-10-19T14:50:31Z</dcterms:modified>
</cp:coreProperties>
</file>