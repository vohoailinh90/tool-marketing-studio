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Shopify:</a:t>
            </a:r>
            <a:r>
              <a:rPr lang="en-US" sz="72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mười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thanh</a:t>
            </a:r>
            <a:r>
              <a:rPr lang="en-US" sz="72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Thanh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5" name="Connector line-1792381475027-92997703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3150" dirty="0" spc="-1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315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 khác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1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31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315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315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Chuẩn</a:t>
            </a:r>
            <a:r>
              <a:rPr lang="en-US" sz="315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3150" dirty="0" spc="-3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Sau</a:t>
            </a:r>
            <a:r>
              <a:rPr lang="en-US" sz="315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315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cố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80333de4-1137-474a-b802-6bb93851e78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nguyên</a:t>
            </a:r>
            <a:r>
              <a:rPr lang="en-US" sz="4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tắc,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kinh</a:t>
            </a: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nghiệm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Shopify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5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959d36d2-3ec6-4014-baf9-a4250d3333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 GỌI DỊCH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spc="28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6576" rIns="0" bIns="-36576" rtlCol="0" anchor="t"/>
          <a:lstStyle/>
          <a:p>
            <a:pPr algn="l" indent="0" marL="0">
              <a:lnSpc>
                <a:spcPts val="8064"/>
              </a:lnSpc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thanh</a:t>
            </a:r>
            <a:r>
              <a:rPr lang="en-US" sz="72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r>
              <a:rPr lang="en-US" sz="72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90500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700" dirty="0"/>
          </a:p>
        </p:txBody>
      </p:sp>
      <p:sp>
        <p:nvSpPr>
          <p:cNvPr id="5" name="Connector line-1792381476943-425017371"/>
          <p:cNvSpPr/>
          <p:nvPr/>
        </p:nvSpPr>
        <p:spPr>
          <a:xfrm>
            <a:off x="371475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733425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E6DF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Cầu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dao</a:t>
            </a:r>
            <a:endParaRPr lang="en-US" sz="2700" dirty="0"/>
          </a:p>
        </p:txBody>
      </p:sp>
      <p:sp>
        <p:nvSpPr>
          <p:cNvPr id="7" name="Connector line-1792381476946-260251927"/>
          <p:cNvSpPr/>
          <p:nvPr/>
        </p:nvSpPr>
        <p:spPr>
          <a:xfrm>
            <a:off x="914400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76350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700" dirty="0"/>
          </a:p>
        </p:txBody>
      </p:sp>
      <p:sp>
        <p:nvSpPr>
          <p:cNvPr id="9" name="Connector line-1792381476948-17041799"/>
          <p:cNvSpPr/>
          <p:nvPr/>
        </p:nvSpPr>
        <p:spPr>
          <a:xfrm>
            <a:off x="1457325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4000500" y="4572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4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Gửi,</a:t>
            </a:r>
            <a:r>
              <a:rPr lang="en-US" sz="2250" b="1" dirty="0" spc="-2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chống</a:t>
            </a:r>
            <a:r>
              <a:rPr lang="en-US" sz="22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2250" dirty="0"/>
          </a:p>
        </p:txBody>
      </p:sp>
      <p:sp>
        <p:nvSpPr>
          <p:cNvPr id="11" name="Connector line-1792381476950-388427358"/>
          <p:cNvSpPr/>
          <p:nvPr/>
        </p:nvSpPr>
        <p:spPr>
          <a:xfrm>
            <a:off x="3810000" y="5143500"/>
            <a:ext cx="5238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429750" y="5715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Cầu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dao</a:t>
            </a: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đóng:</a:t>
            </a:r>
            <a:r>
              <a:rPr lang="en-US" sz="22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b="1" dirty="0" spc="2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endParaRPr lang="en-US" sz="2250" dirty="0"/>
          </a:p>
        </p:txBody>
      </p:sp>
      <p:sp>
        <p:nvSpPr>
          <p:cNvPr id="13" name="Connector line-1792381476952-527184406"/>
          <p:cNvSpPr/>
          <p:nvPr/>
        </p:nvSpPr>
        <p:spPr>
          <a:xfrm>
            <a:off x="9239250" y="6286500"/>
            <a:ext cx="5238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429750" y="6858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Chờ: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giây,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250" dirty="0"/>
          </a:p>
        </p:txBody>
      </p:sp>
      <p:sp>
        <p:nvSpPr>
          <p:cNvPr id="15" name="Connector line-1792381476955-628671972"/>
          <p:cNvSpPr/>
          <p:nvPr/>
        </p:nvSpPr>
        <p:spPr>
          <a:xfrm flipH="1">
            <a:off x="9239250" y="7429500"/>
            <a:ext cx="5238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lgDash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2039600" y="8286750"/>
            <a:ext cx="5334000" cy="7620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Hỏng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sớm,</a:t>
            </a:r>
            <a:r>
              <a:rPr lang="en-US" sz="2250" b="1" dirty="0" spc="4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4e735b47-dafb-46ac-8db7-b1006618822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6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Theo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dõi</a:t>
            </a:r>
            <a:r>
              <a:rPr lang="en-US" sz="66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1950" b="1" spc="19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Độ</a:t>
            </a:r>
            <a:r>
              <a:rPr lang="en-US" sz="42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trễ,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42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lượng,</a:t>
            </a:r>
            <a:r>
              <a:rPr lang="en-US" sz="4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lỗi,</a:t>
            </a: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bão</a:t>
            </a:r>
            <a:r>
              <a:rPr lang="en-US" sz="4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hòa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CÓ</a:t>
            </a:r>
            <a:r>
              <a:rPr lang="en-US" sz="1950" b="1" spc="20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950" b="1" spc="21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Lưu</a:t>
            </a:r>
            <a:r>
              <a:rPr lang="en-US" sz="42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2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chỗ,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dễ</a:t>
            </a:r>
            <a:r>
              <a:rPr lang="en-US" sz="42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vàng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sách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SRE của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7c62a284-f904-4645-a6d8-c6cf8055ec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950" b="1" spc="29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1950" b="1" spc="2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500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yêu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4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giây,</a:t>
            </a:r>
            <a:r>
              <a:rPr lang="en-US" sz="4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nguồn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mili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giây;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 Shopify còn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phỏng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chớp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nhoáng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713ae046-8ced-4425-bf3b-73bed50b36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soát,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lý,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nhìn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chênh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7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cố:</a:t>
            </a: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IMOC, SRM,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dịch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27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 giả</a:t>
            </a:r>
            <a:r>
              <a:rPr lang="en-US" sz="27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ngăn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sao?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73b51ee7-e510-4ebb-9fc8-96b859e811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rất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ngắn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F8D9D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Cầu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dao</a:t>
            </a:r>
            <a:r>
              <a:rPr lang="en-US" sz="34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</a:t>
            </a: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ULID</a:t>
            </a:r>
            <a:r>
              <a:rPr lang="en-US" sz="345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tốt</a:t>
            </a:r>
            <a:r>
              <a:rPr lang="en-US" sz="345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34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UUID</a:t>
            </a:r>
            <a:r>
              <a:rPr lang="en-US" sz="345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ngẫu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nhiên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</a:t>
            </a: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500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250" dirty="0" spc="-17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tay,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1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53adfc5-184c-4b94-b711-40e9a1f3d95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5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Gửi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giờ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endParaRPr lang="en-US" sz="6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5596128"/>
                <a:gridCol w="4937760"/>
                <a:gridCol w="5925312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2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Cần</a:t>
                      </a:r>
                      <a:r>
                        <a:rPr lang="en-US" sz="2400" b="1" dirty="0" spc="-2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21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Nguyên</a:t>
                      </a:r>
                      <a:r>
                        <a:rPr lang="en-US" sz="2400" b="1" dirty="0" spc="0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0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Giúp</a:t>
                      </a:r>
                      <a:r>
                        <a:rPr lang="en-US" sz="2400" b="1" dirty="0" spc="-4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thế</a:t>
                      </a:r>
                      <a:r>
                        <a:rPr lang="en-US" sz="2400" b="1" dirty="0" spc="2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nào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9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400" b="1" dirty="0" spc="3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trừ</a:t>
                      </a:r>
                      <a:r>
                        <a:rPr lang="en-US" sz="2400" b="1" dirty="0" spc="-4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tiền</a:t>
                      </a:r>
                      <a:r>
                        <a:rPr lang="en-US" sz="2400" b="1" dirty="0" spc="-1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hai</a:t>
                      </a:r>
                      <a:r>
                        <a:rPr lang="en-US" sz="2400" b="1" dirty="0" spc="0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lần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Khóa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chống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trùng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Lần</a:t>
                      </a:r>
                      <a:r>
                        <a:rPr lang="en-US" sz="2400" dirty="0" spc="4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gửi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lại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mang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cùng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khóa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7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Biết</a:t>
                      </a:r>
                      <a:r>
                        <a:rPr lang="en-US" sz="2400" b="1" dirty="0" spc="0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sớm</a:t>
                      </a:r>
                      <a:r>
                        <a:rPr lang="en-US" sz="2400" b="1" dirty="0" spc="-4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400" b="1" dirty="0" spc="-13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</a:t>
                      </a:r>
                      <a:r>
                        <a:rPr lang="en-US" sz="2400" b="1" dirty="0" spc="7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đề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Thời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gian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chờ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thấp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Đọc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5</a:t>
                      </a:r>
                      <a:r>
                        <a:rPr lang="en-US" sz="240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giây,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giây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3055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1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100" dirty="0" spc="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10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596def85-163d-4228-8136-189275840a3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Cầu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dao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6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28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Lời</a:t>
            </a:r>
            <a:r>
              <a:rPr lang="en-US" sz="3300" dirty="0" spc="-23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3300" dirty="0" spc="14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3300" dirty="0" spc="-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endParaRPr lang="en-US" sz="3300" dirty="0"/>
          </a:p>
        </p:txBody>
      </p:sp>
      <p:sp>
        <p:nvSpPr>
          <p:cNvPr id="7" name="Connector line-1792381525013-381807535"/>
          <p:cNvSpPr/>
          <p:nvPr/>
        </p:nvSpPr>
        <p:spPr>
          <a:xfrm>
            <a:off x="6029325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19875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7C93FF"/>
          </a:solidFill>
          <a:ln/>
        </p:spPr>
      </p:sp>
      <p:sp>
        <p:nvSpPr>
          <p:cNvPr id="9" name="Text 7"/>
          <p:cNvSpPr/>
          <p:nvPr/>
        </p:nvSpPr>
        <p:spPr>
          <a:xfrm>
            <a:off x="6962775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962775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chối</a:t>
            </a:r>
            <a:r>
              <a:rPr lang="en-US" sz="3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ngay,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endParaRPr lang="en-US" sz="3300" dirty="0"/>
          </a:p>
        </p:txBody>
      </p:sp>
      <p:sp>
        <p:nvSpPr>
          <p:cNvPr id="11" name="Connector line-1792381525016-169702352"/>
          <p:cNvSpPr/>
          <p:nvPr/>
        </p:nvSpPr>
        <p:spPr>
          <a:xfrm>
            <a:off x="11734800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32535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66825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66825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Cho</a:t>
            </a:r>
            <a:r>
              <a:rPr lang="en-US" sz="3300" dirty="0" spc="-28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3300" dirty="0" spc="-18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3300" dirty="0" spc="-23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3300" dirty="0" spc="15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3300" dirty="0" spc="-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5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từ</a:t>
            </a:r>
            <a:r>
              <a:rPr lang="en-US" sz="25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5db8dbb-a960-4d17-b292-716f2937e6e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1905000"/>
                <a:gridCol w="6096000"/>
              </a:tblGrid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100" b="1" dirty="0" spc="-1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1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3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SRE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kỹ</a:t>
                      </a:r>
                      <a:r>
                        <a:rPr lang="en-US" sz="210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thuật</a:t>
                      </a:r>
                      <a:r>
                        <a:rPr lang="en-US" sz="2100" dirty="0" spc="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</a:t>
                      </a:r>
                      <a:r>
                        <a:rPr lang="en-US" sz="21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tin</a:t>
                      </a:r>
                      <a:r>
                        <a:rPr lang="en-US" sz="210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cậy,</a:t>
                      </a:r>
                      <a:r>
                        <a:rPr lang="en-US" sz="2100" dirty="0" spc="-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sách</a:t>
                      </a:r>
                      <a:r>
                        <a:rPr lang="en-US" sz="21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10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Google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UUID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mã</a:t>
                      </a:r>
                      <a:r>
                        <a:rPr lang="en-US" sz="2100" dirty="0" spc="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 duy</a:t>
                      </a:r>
                      <a:r>
                        <a:rPr lang="en-US" sz="210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nhất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2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HTTP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giao</a:t>
                      </a:r>
                      <a:r>
                        <a:rPr lang="en-US" sz="2100" dirty="0" spc="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r>
                        <a:rPr lang="en-US" sz="210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truyền</a:t>
                      </a:r>
                      <a:r>
                        <a:rPr lang="en-US" sz="21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siêu</a:t>
                      </a:r>
                      <a:r>
                        <a:rPr lang="en-US" sz="210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văn</a:t>
                      </a:r>
                      <a:r>
                        <a:rPr lang="en-US" sz="2100" dirty="0" spc="-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7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ngôn</a:t>
                      </a:r>
                      <a:r>
                        <a:rPr lang="en-US" sz="21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1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10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</a:t>
                      </a:r>
                      <a:r>
                        <a:rPr lang="en-US" sz="210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1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cấu</a:t>
                      </a:r>
                      <a:r>
                        <a:rPr lang="en-US" sz="21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trúc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3726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1905000"/>
                <a:gridCol w="6096000"/>
              </a:tblGrid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100" b="1" dirty="0" spc="-1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1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2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gRPC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khung</a:t>
                      </a:r>
                      <a:r>
                        <a:rPr lang="en-US" sz="210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10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hàm</a:t>
                      </a:r>
                      <a:r>
                        <a:rPr lang="en-US" sz="21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từ</a:t>
                      </a:r>
                      <a:r>
                        <a:rPr lang="en-US" sz="210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IMOC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người</a:t>
                      </a:r>
                      <a:r>
                        <a:rPr lang="en-US" sz="21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quản lý</a:t>
                      </a:r>
                      <a:r>
                        <a:rPr lang="en-US" sz="21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sự</a:t>
                      </a:r>
                      <a:r>
                        <a:rPr lang="en-US" sz="210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100" dirty="0" spc="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đang</a:t>
                      </a:r>
                      <a:r>
                        <a:rPr lang="en-US" sz="2100" dirty="0" spc="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trực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1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SRM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người</a:t>
                      </a:r>
                      <a:r>
                        <a:rPr lang="en-US" sz="21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lo</a:t>
                      </a:r>
                      <a:r>
                        <a:rPr lang="en-US" sz="210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phản</a:t>
                      </a:r>
                      <a:r>
                        <a:rPr lang="en-US" sz="21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hồi</a:t>
                      </a:r>
                      <a:r>
                        <a:rPr lang="en-US" sz="210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hỗ</a:t>
                      </a:r>
                      <a:r>
                        <a:rPr lang="en-US" sz="210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trợ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914400" y="6477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3"/>
          <p:cNvSpPr/>
          <p:nvPr/>
        </p:nvSpPr>
        <p:spPr>
          <a:xfrm>
            <a:off x="914400" y="689610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8" name="Text 4"/>
          <p:cNvSpPr/>
          <p:nvPr/>
        </p:nvSpPr>
        <p:spPr>
          <a:xfrm>
            <a:off x="914400" y="742950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Shopify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0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64dfbd9b-4243-4d8e-b88a-8c56640e04c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2026-10-19T09:38:06Z</dcterms:created>
  <dcterms:modified xsi:type="dcterms:W3CDTF">2026-10-19T09:38:06Z</dcterms:modified>
</cp:coreProperties>
</file>