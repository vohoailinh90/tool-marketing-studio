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952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334500" cy="381000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-4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CI/CD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Netflix:</a:t>
            </a:r>
            <a:r>
              <a:rPr lang="en-US" sz="75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tám</a:t>
            </a:r>
            <a:r>
              <a:rPr lang="en-US" sz="7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chặng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5715000"/>
            <a:ext cx="8572500" cy="1143000"/>
          </a:xfrm>
          <a:prstGeom prst="rect">
            <a:avLst/>
          </a:prstGeom>
          <a:noFill/>
          <a:ln/>
        </p:spPr>
        <p:txBody>
          <a:bodyPr wrap="square" lIns="0" tIns="6667" rIns="0" bIns="-6667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 thay</a:t>
            </a:r>
            <a:r>
              <a:rPr lang="en-US" sz="300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3000" dirty="0" spc="4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300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30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đâu?</a:t>
            </a:r>
            <a:endParaRPr lang="en-US" sz="3000" dirty="0"/>
          </a:p>
        </p:txBody>
      </p:sp>
      <p:sp>
        <p:nvSpPr>
          <p:cNvPr id="5" name="Connector line-1792379576915-653037751"/>
          <p:cNvSpPr/>
          <p:nvPr/>
        </p:nvSpPr>
        <p:spPr>
          <a:xfrm>
            <a:off x="914400" y="723900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524750"/>
            <a:ext cx="857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liệt</a:t>
            </a:r>
            <a:r>
              <a:rPr lang="en-US" sz="21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</a:t>
            </a:r>
            <a:r>
              <a:rPr lang="en-US" sz="21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tám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chặng, không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1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100" dirty="0" spc="2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62025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 Tình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668000" y="14287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53750" y="17145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53750" y="2762250"/>
            <a:ext cx="2667000" cy="161925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dirty="0" spc="-4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Kế</a:t>
            </a:r>
            <a:r>
              <a:rPr lang="en-US" sz="3150" dirty="0" spc="-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hoạch,</a:t>
            </a:r>
            <a:r>
              <a:rPr lang="en-US" sz="3150" dirty="0" spc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3150" dirty="0" spc="-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14135100" y="14287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420850" y="17145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420850" y="2762250"/>
            <a:ext cx="2667000" cy="161925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Build,</a:t>
            </a:r>
            <a:r>
              <a:rPr lang="en-US" sz="3150" dirty="0" spc="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đóng</a:t>
            </a:r>
            <a:r>
              <a:rPr lang="en-US" sz="3150" dirty="0" spc="-18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gói</a:t>
            </a:r>
            <a:endParaRPr lang="en-US" sz="3150" dirty="0"/>
          </a:p>
        </p:txBody>
      </p:sp>
      <p:sp>
        <p:nvSpPr>
          <p:cNvPr id="14" name="Shape 12"/>
          <p:cNvSpPr/>
          <p:nvPr/>
        </p:nvSpPr>
        <p:spPr>
          <a:xfrm>
            <a:off x="10668000" y="48958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53750" y="51816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53750" y="6229350"/>
            <a:ext cx="2667000" cy="161925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Kiểm</a:t>
            </a:r>
            <a:r>
              <a:rPr lang="en-US" sz="3150" dirty="0" spc="-2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thử,</a:t>
            </a:r>
            <a:r>
              <a:rPr lang="en-US" sz="315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triển</a:t>
            </a:r>
            <a:r>
              <a:rPr lang="en-US" sz="315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khai</a:t>
            </a:r>
            <a:endParaRPr lang="en-US" sz="3150" dirty="0"/>
          </a:p>
        </p:txBody>
      </p:sp>
      <p:sp>
        <p:nvSpPr>
          <p:cNvPr id="17" name="Shape 15"/>
          <p:cNvSpPr/>
          <p:nvPr/>
        </p:nvSpPr>
        <p:spPr>
          <a:xfrm>
            <a:off x="14135100" y="48958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20850" y="51816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420850" y="6229350"/>
            <a:ext cx="2667000" cy="161925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dirty="0" spc="-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Giám</a:t>
            </a:r>
            <a:r>
              <a:rPr lang="en-US" sz="3150" dirty="0" spc="6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sát,</a:t>
            </a:r>
            <a:r>
              <a:rPr lang="en-US" sz="3150" dirty="0" spc="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sự</a:t>
            </a:r>
            <a:r>
              <a:rPr lang="en-US" sz="315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cố</a:t>
            </a:r>
            <a:endParaRPr lang="en-US" sz="31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6022ec2e-006c-4ca9-b373-18563f65ec1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905000"/>
            <a:ext cx="16459200" cy="361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0" dirty="0" spc="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8</a:t>
            </a:r>
            <a:endParaRPr lang="en-US" sz="22500" dirty="0"/>
          </a:p>
        </p:txBody>
      </p:sp>
      <p:sp>
        <p:nvSpPr>
          <p:cNvPr id="4" name="Text 2"/>
          <p:cNvSpPr/>
          <p:nvPr/>
        </p:nvSpPr>
        <p:spPr>
          <a:xfrm>
            <a:off x="914400" y="5715000"/>
            <a:ext cx="164592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chặng</a:t>
            </a:r>
            <a:r>
              <a:rPr lang="en-US" sz="48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4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chuỗi</a:t>
            </a:r>
            <a:r>
              <a:rPr lang="en-US" sz="48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CI/CD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6858000"/>
            <a:ext cx="14287500" cy="11430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5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</a:t>
            </a:r>
            <a:r>
              <a:rPr lang="en-US" sz="25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55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vào,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5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5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</a:t>
            </a:r>
            <a:r>
              <a:rPr lang="en-US" sz="255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sau?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53834441-3283-4d29-b76f-3e445ff96aa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CHẶNG</a:t>
            </a:r>
            <a:r>
              <a:rPr lang="en-US" sz="195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1–2</a:t>
            </a:r>
            <a:r>
              <a:rPr lang="en-US" sz="195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KẾ</a:t>
            </a:r>
            <a:r>
              <a:rPr lang="en-US" sz="1950" b="1" spc="27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HOẠCH</a:t>
            </a:r>
            <a:r>
              <a:rPr lang="en-US" sz="1950" b="1" spc="25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95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t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5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 cần làm</a:t>
            </a:r>
            <a:r>
              <a:rPr lang="en-US" sz="6900" dirty="0" spc="-6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4095750"/>
            <a:ext cx="4953000" cy="2286000"/>
          </a:xfrm>
          <a:prstGeom prst="roundRect">
            <a:avLst>
              <a:gd name="adj" fmla="val 13333"/>
            </a:avLst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4381500"/>
            <a:ext cx="419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CHẶNG 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Lập</a:t>
            </a:r>
            <a:r>
              <a:rPr lang="en-US" sz="3450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</a:t>
            </a:r>
            <a:r>
              <a:rPr lang="en-US" sz="34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hoạch</a:t>
            </a:r>
            <a:endParaRPr lang="en-US" sz="3450" dirty="0"/>
          </a:p>
        </p:txBody>
      </p:sp>
      <p:sp>
        <p:nvSpPr>
          <p:cNvPr id="7" name="Shape 5"/>
          <p:cNvSpPr/>
          <p:nvPr/>
        </p:nvSpPr>
        <p:spPr>
          <a:xfrm>
            <a:off x="10896600" y="2952750"/>
            <a:ext cx="6477000" cy="1333500"/>
          </a:xfrm>
          <a:prstGeom prst="roundRect">
            <a:avLst>
              <a:gd name="adj" fmla="val 1571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77600" y="3162300"/>
            <a:ext cx="5715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JIRA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277600" y="3543300"/>
            <a:ext cx="57150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Lên</a:t>
            </a:r>
            <a:r>
              <a:rPr lang="en-US" sz="30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endParaRPr lang="en-US" sz="3000" dirty="0"/>
          </a:p>
        </p:txBody>
      </p:sp>
      <p:sp>
        <p:nvSpPr>
          <p:cNvPr id="10" name="Connector line-1792379579962-252216847"/>
          <p:cNvSpPr/>
          <p:nvPr/>
        </p:nvSpPr>
        <p:spPr>
          <a:xfrm flipV="1">
            <a:off x="5867400" y="3619500"/>
            <a:ext cx="5029200" cy="142875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0896600" y="4572000"/>
            <a:ext cx="6477000" cy="1333500"/>
          </a:xfrm>
          <a:prstGeom prst="roundRect">
            <a:avLst>
              <a:gd name="adj" fmla="val 1571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77600" y="4781550"/>
            <a:ext cx="5715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CONFLUENCE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277600" y="5162550"/>
            <a:ext cx="57150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Viết tài liệu</a:t>
            </a:r>
            <a:endParaRPr lang="en-US" sz="3000" dirty="0"/>
          </a:p>
        </p:txBody>
      </p:sp>
      <p:sp>
        <p:nvSpPr>
          <p:cNvPr id="14" name="Connector line-1792379579966-184188371"/>
          <p:cNvSpPr/>
          <p:nvPr/>
        </p:nvSpPr>
        <p:spPr>
          <a:xfrm>
            <a:off x="5867400" y="5238750"/>
            <a:ext cx="5029200" cy="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0896600" y="6191250"/>
            <a:ext cx="6477000" cy="1333500"/>
          </a:xfrm>
          <a:prstGeom prst="roundRect">
            <a:avLst>
              <a:gd name="adj" fmla="val 15714"/>
            </a:avLst>
          </a:prstGeom>
          <a:solidFill>
            <a:srgbClr val="F8D9D0"/>
          </a:solidFill>
          <a:ln/>
        </p:spPr>
      </p:sp>
      <p:sp>
        <p:nvSpPr>
          <p:cNvPr id="16" name="Text 14"/>
          <p:cNvSpPr/>
          <p:nvPr/>
        </p:nvSpPr>
        <p:spPr>
          <a:xfrm>
            <a:off x="11277600" y="6400800"/>
            <a:ext cx="5715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CHẶNG</a:t>
            </a:r>
            <a:r>
              <a:rPr lang="en-US" sz="180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VIẾT</a:t>
            </a:r>
            <a:r>
              <a:rPr lang="en-US" sz="180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277600" y="6781800"/>
            <a:ext cx="57150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4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Java</a:t>
            </a:r>
            <a:r>
              <a:rPr lang="en-US" sz="3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30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</a:t>
            </a:r>
            <a:r>
              <a:rPr lang="en-US" sz="30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</a:t>
            </a:r>
            <a:endParaRPr lang="en-US" sz="3000" dirty="0"/>
          </a:p>
        </p:txBody>
      </p:sp>
      <p:sp>
        <p:nvSpPr>
          <p:cNvPr id="18" name="Connector line-1792379579971-42747942"/>
          <p:cNvSpPr/>
          <p:nvPr/>
        </p:nvSpPr>
        <p:spPr>
          <a:xfrm>
            <a:off x="5867400" y="5429250"/>
            <a:ext cx="5029200" cy="142875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 03/10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19193d56-4621-43a6-b6fd-c24f8091626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CHẶNG 3–4</a:t>
            </a:r>
            <a:r>
              <a:rPr lang="en-US" sz="1950" b="1" spc="29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BUILD</a:t>
            </a:r>
            <a:r>
              <a:rPr lang="en-US" sz="1950" b="1" spc="24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ĐÓNG</a:t>
            </a:r>
            <a:r>
              <a:rPr lang="en-US" sz="195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3528" rIns="0" bIns="-33528" rtlCol="0" anchor="t"/>
          <a:lstStyle/>
          <a:p>
            <a:pPr algn="l" indent="0" marL="0">
              <a:lnSpc>
                <a:spcPts val="7392"/>
              </a:lnSpc>
              <a:buNone/>
            </a:pPr>
            <a:r>
              <a:rPr lang="en-US" sz="6600" dirty="0" spc="-5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 nguồn</a:t>
            </a:r>
            <a:r>
              <a:rPr lang="en-US" sz="6600" dirty="0" spc="-6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66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AMI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5038725" cy="3048000"/>
          </a:xfrm>
          <a:prstGeom prst="roundRect">
            <a:avLst>
              <a:gd name="adj" fmla="val 8750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7300" y="3448050"/>
            <a:ext cx="435292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ĐẦU</a:t>
            </a:r>
            <a:r>
              <a:rPr lang="en-US" sz="1800" b="1" spc="17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57300" y="3924300"/>
            <a:ext cx="4352925" cy="20955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3300" dirty="0" spc="2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Mã</a:t>
            </a:r>
            <a:r>
              <a:rPr lang="en-US" sz="3300" dirty="0" spc="0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3300" dirty="0" spc="-41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Java</a:t>
            </a:r>
            <a:endParaRPr lang="en-US" sz="3300" dirty="0"/>
          </a:p>
        </p:txBody>
      </p:sp>
      <p:sp>
        <p:nvSpPr>
          <p:cNvPr id="7" name="Connector line-1792379580813-122313601"/>
          <p:cNvSpPr/>
          <p:nvPr/>
        </p:nvSpPr>
        <p:spPr>
          <a:xfrm>
            <a:off x="6029325" y="466725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619875" y="3143250"/>
            <a:ext cx="5038725" cy="3048000"/>
          </a:xfrm>
          <a:prstGeom prst="roundRect">
            <a:avLst>
              <a:gd name="adj" fmla="val 8750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62775" y="3448050"/>
            <a:ext cx="435292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CHẶNG</a:t>
            </a:r>
            <a:r>
              <a:rPr lang="en-US" sz="180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BUILD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62775" y="3924300"/>
            <a:ext cx="4352925" cy="20955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3300" dirty="0" spc="-10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Gradle,</a:t>
            </a:r>
            <a:r>
              <a:rPr lang="en-US" sz="3300" dirty="0" spc="0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plugin</a:t>
            </a:r>
            <a:r>
              <a:rPr lang="en-US" sz="3300" dirty="0" spc="-4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3300" dirty="0" spc="-2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endParaRPr lang="en-US" sz="3300" dirty="0"/>
          </a:p>
        </p:txBody>
      </p:sp>
      <p:sp>
        <p:nvSpPr>
          <p:cNvPr id="11" name="Connector line-1792379580817-723370945"/>
          <p:cNvSpPr/>
          <p:nvPr/>
        </p:nvSpPr>
        <p:spPr>
          <a:xfrm>
            <a:off x="11734800" y="466725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2325350" y="3143250"/>
            <a:ext cx="5038725" cy="3048000"/>
          </a:xfrm>
          <a:prstGeom prst="roundRect">
            <a:avLst>
              <a:gd name="adj" fmla="val 8750"/>
            </a:avLst>
          </a:prstGeom>
          <a:solidFill>
            <a:srgbClr val="7C93FF"/>
          </a:solidFill>
          <a:ln/>
        </p:spPr>
      </p:sp>
      <p:sp>
        <p:nvSpPr>
          <p:cNvPr id="13" name="Text 11"/>
          <p:cNvSpPr/>
          <p:nvPr/>
        </p:nvSpPr>
        <p:spPr>
          <a:xfrm>
            <a:off x="12668250" y="3448050"/>
            <a:ext cx="435292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CHẶNG</a:t>
            </a:r>
            <a:r>
              <a:rPr lang="en-US" sz="1800" b="1" spc="224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800" b="1" spc="225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ĐÓNG</a:t>
            </a:r>
            <a:r>
              <a:rPr lang="en-US" sz="1800" b="1" spc="224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668250" y="3924300"/>
            <a:ext cx="4352925" cy="20955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33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3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AMI</a:t>
            </a:r>
            <a:r>
              <a:rPr lang="en-US" sz="3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r>
              <a:rPr lang="en-US" sz="3300" dirty="0" spc="-4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33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ngay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914400" y="68580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Gói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r>
              <a:rPr lang="en-US" sz="2550" dirty="0" spc="-1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r>
              <a:rPr lang="en-US" sz="25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5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 chung</a:t>
            </a:r>
            <a:r>
              <a:rPr lang="en-US" sz="255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AMI.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623f5109-b3af-4216-a2df-c971887f31d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CHẶNG</a:t>
            </a:r>
            <a:r>
              <a:rPr lang="en-US" sz="195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5–6</a:t>
            </a:r>
            <a:r>
              <a:rPr lang="en-US" sz="1950" b="1" spc="29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95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950" b="1" spc="25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95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33528" rIns="0" bIns="-33528" rtlCol="0" anchor="t"/>
          <a:lstStyle/>
          <a:p>
            <a:pPr algn="l" indent="0" marL="0">
              <a:lnSpc>
                <a:spcPts val="7392"/>
              </a:lnSpc>
              <a:buNone/>
            </a:pPr>
            <a:r>
              <a:rPr lang="en-US" sz="6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Thử</a:t>
            </a:r>
            <a:r>
              <a:rPr lang="en-US" sz="66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thật,</a:t>
            </a:r>
            <a:r>
              <a:rPr lang="en-US" sz="66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66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phát</a:t>
            </a:r>
            <a:r>
              <a:rPr lang="en-US" sz="6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hành dần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8001000" cy="4000500"/>
          </a:xfrm>
          <a:prstGeom prst="roundRect">
            <a:avLst>
              <a:gd name="adj" fmla="val 7619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619500"/>
            <a:ext cx="723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CHẶNG</a:t>
            </a:r>
            <a:r>
              <a:rPr lang="en-US" sz="1950" b="1" spc="226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1950" b="1" spc="222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3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950" b="1" spc="226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71600" y="4191000"/>
            <a:ext cx="7086600" cy="2762250"/>
          </a:xfrm>
          <a:prstGeom prst="rect">
            <a:avLst/>
          </a:prstGeom>
          <a:noFill/>
          <a:ln/>
        </p:spPr>
        <p:txBody>
          <a:bodyPr wrap="square" lIns="0" tIns="24384" rIns="0" bIns="-24384" rtlCol="0" anchor="t"/>
          <a:lstStyle/>
          <a:p>
            <a:pPr algn="l" indent="0" marL="0">
              <a:lnSpc>
                <a:spcPts val="5376"/>
              </a:lnSpc>
              <a:buNone/>
            </a:pPr>
            <a:r>
              <a:rPr lang="en-US" sz="4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Gây</a:t>
            </a:r>
            <a:r>
              <a:rPr lang="en-US" sz="4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hỗn</a:t>
            </a:r>
            <a:r>
              <a:rPr lang="en-US" sz="48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loạn</a:t>
            </a:r>
            <a:r>
              <a:rPr lang="en-US" sz="48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4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</a:t>
            </a:r>
            <a:r>
              <a:rPr lang="en-US" sz="4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thống</a:t>
            </a:r>
            <a:r>
              <a:rPr lang="en-US" sz="48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đang</a:t>
            </a:r>
            <a:r>
              <a:rPr lang="en-US" sz="4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9372600" y="3238500"/>
            <a:ext cx="8001000" cy="4000500"/>
          </a:xfrm>
          <a:prstGeom prst="roundRect">
            <a:avLst>
              <a:gd name="adj" fmla="val 761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29800" y="3619500"/>
            <a:ext cx="723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CHẶNG 6</a:t>
            </a:r>
            <a:r>
              <a:rPr lang="en-US" sz="1950" b="1" spc="22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950" b="1" spc="22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829800" y="4191000"/>
            <a:ext cx="7086600" cy="2762250"/>
          </a:xfrm>
          <a:prstGeom prst="rect">
            <a:avLst/>
          </a:prstGeom>
          <a:noFill/>
          <a:ln/>
        </p:spPr>
        <p:txBody>
          <a:bodyPr wrap="square" lIns="0" tIns="24384" rIns="0" bIns="-24384" rtlCol="0" anchor="t"/>
          <a:lstStyle/>
          <a:p>
            <a:pPr algn="l" indent="0" marL="0">
              <a:lnSpc>
                <a:spcPts val="5376"/>
              </a:lnSpc>
              <a:buNone/>
            </a:pPr>
            <a:r>
              <a:rPr lang="en-US" sz="4800" dirty="0" spc="-5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Spinnaker,</a:t>
            </a:r>
            <a:r>
              <a:rPr lang="en-US" sz="48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phát</a:t>
            </a:r>
            <a:r>
              <a:rPr lang="en-US" sz="4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hành</a:t>
            </a:r>
            <a:r>
              <a:rPr lang="en-US" sz="48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canary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914400" y="781050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Canary:</a:t>
            </a: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1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10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1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nhỏ</a:t>
            </a:r>
            <a:r>
              <a:rPr lang="en-US" sz="21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e017f789-94c4-4c45-978a-2b402f3c8b3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CHẶNG 7–8</a:t>
            </a:r>
            <a:r>
              <a:rPr lang="en-US" sz="1950" b="1" spc="29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GIÁM</a:t>
            </a:r>
            <a:r>
              <a:rPr lang="en-US" sz="1950" b="1" spc="23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1950" b="1" spc="24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1950" b="1" spc="29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t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Sau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6900" dirty="0" spc="-3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mới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52775"/>
            <a:ext cx="1047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438400" y="3343275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Atlas:</a:t>
            </a:r>
            <a:r>
              <a:rPr lang="en-US" sz="27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70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dồn</a:t>
            </a:r>
            <a:r>
              <a:rPr lang="en-US" sz="270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7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4767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4772025"/>
            <a:ext cx="1047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438400" y="4962525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4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Kayenta:</a:t>
            </a:r>
            <a:r>
              <a:rPr lang="en-US" sz="27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70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270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0960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3DD6A0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6391275"/>
            <a:ext cx="1047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438400" y="6581775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PagerDuty: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dirty="0" spc="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tiên.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2b5be338-839d-4dbc-aba2-1e150a5dbe6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t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Nguồn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chặng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219700" cy="4191000"/>
          </a:xfrm>
          <a:prstGeom prst="roundRect">
            <a:avLst>
              <a:gd name="adj" fmla="val 6364"/>
            </a:avLst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352800"/>
            <a:ext cx="44577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17" kern="0">
                <a:solidFill>
                  <a:srgbClr val="F8D9D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1295400" y="428625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Canary</a:t>
            </a:r>
            <a:r>
              <a:rPr lang="en-US" sz="34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bao</a:t>
            </a:r>
            <a:r>
              <a:rPr lang="en-US" sz="34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nhiêu</a:t>
            </a:r>
            <a:r>
              <a:rPr lang="en-US" sz="34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máy?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1295400" y="571500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0" kern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250" dirty="0" spc="1" kern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2" kern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534150" y="3048000"/>
            <a:ext cx="5219700" cy="4191000"/>
          </a:xfrm>
          <a:prstGeom prst="roundRect">
            <a:avLst>
              <a:gd name="adj" fmla="val 636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15150" y="3352800"/>
            <a:ext cx="44577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6915150" y="428625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Kayenta</a:t>
            </a:r>
            <a:r>
              <a:rPr lang="en-US" sz="34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</a:t>
            </a:r>
            <a:r>
              <a:rPr lang="en-US" sz="34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sánh</a:t>
            </a:r>
            <a:r>
              <a:rPr lang="en-US" sz="345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3450" dirty="0"/>
          </a:p>
        </p:txBody>
      </p:sp>
      <p:sp>
        <p:nvSpPr>
          <p:cNvPr id="11" name="Text 9"/>
          <p:cNvSpPr/>
          <p:nvPr/>
        </p:nvSpPr>
        <p:spPr>
          <a:xfrm>
            <a:off x="6915150" y="571500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0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250" dirty="0" spc="1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2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2153900" y="3048000"/>
            <a:ext cx="5219700" cy="4191000"/>
          </a:xfrm>
          <a:prstGeom prst="roundRect">
            <a:avLst>
              <a:gd name="adj" fmla="val 636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534900" y="3352800"/>
            <a:ext cx="44577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7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4500" dirty="0"/>
          </a:p>
        </p:txBody>
      </p:sp>
      <p:sp>
        <p:nvSpPr>
          <p:cNvPr id="14" name="Text 12"/>
          <p:cNvSpPr/>
          <p:nvPr/>
        </p:nvSpPr>
        <p:spPr>
          <a:xfrm>
            <a:off x="12534900" y="428625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</a:t>
            </a:r>
            <a:r>
              <a:rPr lang="en-US" sz="34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hết</a:t>
            </a:r>
            <a:r>
              <a:rPr lang="en-US" sz="34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mất</a:t>
            </a:r>
            <a:r>
              <a:rPr lang="en-US" sz="34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bao</a:t>
            </a:r>
            <a:r>
              <a:rPr lang="en-US" sz="345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lâu?</a:t>
            </a:r>
            <a:endParaRPr lang="en-US" sz="3450" dirty="0"/>
          </a:p>
        </p:txBody>
      </p:sp>
      <p:sp>
        <p:nvSpPr>
          <p:cNvPr id="15" name="Text 13"/>
          <p:cNvSpPr/>
          <p:nvPr/>
        </p:nvSpPr>
        <p:spPr>
          <a:xfrm>
            <a:off x="12534900" y="571500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0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250" dirty="0" spc="1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2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nói.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14400" y="7715250"/>
            <a:ext cx="164592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“mỗi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2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gì” là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soạn.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822b1d9a-f4be-496f-8588-9f4ce9d1140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8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6576" rIns="0" bIns="-36576" rtlCol="0" anchor="t"/>
          <a:lstStyle/>
          <a:p>
            <a:pPr algn="l" indent="0" marL="0">
              <a:lnSpc>
                <a:spcPts val="8064"/>
              </a:lnSpc>
              <a:buNone/>
            </a:pPr>
            <a:r>
              <a:rPr lang="en-US" sz="72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Canary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lỗi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nhiều: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quay</a:t>
            </a:r>
            <a:r>
              <a:rPr lang="en-US" sz="7200" dirty="0" spc="-7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r>
              <a:rPr lang="en-US" sz="72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đâu?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905000" y="3048000"/>
            <a:ext cx="3619500" cy="1047750"/>
          </a:xfrm>
          <a:prstGeom prst="roundRect">
            <a:avLst>
              <a:gd name="adj" fmla="val 21818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4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Kayenta</a:t>
            </a:r>
            <a:endParaRPr lang="en-US" sz="2700" dirty="0"/>
          </a:p>
        </p:txBody>
      </p:sp>
      <p:sp>
        <p:nvSpPr>
          <p:cNvPr id="5" name="Connector line-1792379625659-16510225"/>
          <p:cNvSpPr/>
          <p:nvPr/>
        </p:nvSpPr>
        <p:spPr>
          <a:xfrm>
            <a:off x="3714750" y="4095750"/>
            <a:ext cx="0" cy="4000500"/>
          </a:xfrm>
          <a:prstGeom prst="line">
            <a:avLst/>
          </a:prstGeom>
          <a:noFill/>
          <a:ln w="28575">
            <a:solidFill>
              <a:srgbClr val="B7B0A0"/>
            </a:solidFill>
            <a:prstDash val="lgDash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7334250" y="3048000"/>
            <a:ext cx="3619500" cy="1047750"/>
          </a:xfrm>
          <a:prstGeom prst="roundRect">
            <a:avLst>
              <a:gd name="adj" fmla="val 21818"/>
            </a:avLst>
          </a:prstGeom>
          <a:solidFill>
            <a:srgbClr val="E6DF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Spinnaker</a:t>
            </a:r>
            <a:endParaRPr lang="en-US" sz="2700" dirty="0"/>
          </a:p>
        </p:txBody>
      </p:sp>
      <p:sp>
        <p:nvSpPr>
          <p:cNvPr id="7" name="Connector line-1792379625661-479135565"/>
          <p:cNvSpPr/>
          <p:nvPr/>
        </p:nvSpPr>
        <p:spPr>
          <a:xfrm>
            <a:off x="9144000" y="4095750"/>
            <a:ext cx="0" cy="4000500"/>
          </a:xfrm>
          <a:prstGeom prst="line">
            <a:avLst/>
          </a:prstGeom>
          <a:noFill/>
          <a:ln w="28575">
            <a:solidFill>
              <a:srgbClr val="B7B0A0"/>
            </a:solidFill>
            <a:prstDash val="lgDash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12763500" y="3048000"/>
            <a:ext cx="3619500" cy="1047750"/>
          </a:xfrm>
          <a:prstGeom prst="roundRect">
            <a:avLst>
              <a:gd name="adj" fmla="val 21818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canary</a:t>
            </a:r>
            <a:endParaRPr lang="en-US" sz="2700" dirty="0"/>
          </a:p>
        </p:txBody>
      </p:sp>
      <p:sp>
        <p:nvSpPr>
          <p:cNvPr id="9" name="Connector line-1792379625663-493746596"/>
          <p:cNvSpPr/>
          <p:nvPr/>
        </p:nvSpPr>
        <p:spPr>
          <a:xfrm>
            <a:off x="14573250" y="4095750"/>
            <a:ext cx="0" cy="4000500"/>
          </a:xfrm>
          <a:prstGeom prst="line">
            <a:avLst/>
          </a:prstGeom>
          <a:noFill/>
          <a:ln w="28575">
            <a:solidFill>
              <a:srgbClr val="B7B0A0"/>
            </a:solidFill>
            <a:prstDash val="lgDash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4000500" y="4572000"/>
            <a:ext cx="48577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Tỉ</a:t>
            </a:r>
            <a:r>
              <a:rPr lang="en-US" sz="225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r>
              <a:rPr lang="en-US" sz="225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250" b="1" dirty="0" spc="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</a:t>
            </a:r>
            <a:r>
              <a:rPr lang="en-US" sz="2250" b="1" dirty="0" spc="-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2250" b="1" dirty="0" spc="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endParaRPr lang="en-US" sz="2250" dirty="0"/>
          </a:p>
        </p:txBody>
      </p:sp>
      <p:sp>
        <p:nvSpPr>
          <p:cNvPr id="11" name="Connector line-1792379625665-143075804"/>
          <p:cNvSpPr/>
          <p:nvPr/>
        </p:nvSpPr>
        <p:spPr>
          <a:xfrm>
            <a:off x="3810000" y="5143500"/>
            <a:ext cx="523875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9429750" y="5715000"/>
            <a:ext cx="48577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2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Dừng,</a:t>
            </a:r>
            <a:r>
              <a:rPr lang="en-US" sz="2250" b="1" dirty="0" spc="-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bật</a:t>
            </a:r>
            <a:r>
              <a:rPr lang="en-US" sz="225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250" b="1" dirty="0" spc="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AMI</a:t>
            </a:r>
            <a:r>
              <a:rPr lang="en-US" sz="2250" b="1" dirty="0" spc="1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2250" dirty="0"/>
          </a:p>
        </p:txBody>
      </p:sp>
      <p:sp>
        <p:nvSpPr>
          <p:cNvPr id="13" name="Connector line-1792379625668-168388308"/>
          <p:cNvSpPr/>
          <p:nvPr/>
        </p:nvSpPr>
        <p:spPr>
          <a:xfrm>
            <a:off x="9239250" y="6286500"/>
            <a:ext cx="523875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429750" y="6858000"/>
            <a:ext cx="48577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6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Về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endParaRPr lang="en-US" sz="2250" dirty="0"/>
          </a:p>
        </p:txBody>
      </p:sp>
      <p:sp>
        <p:nvSpPr>
          <p:cNvPr id="15" name="Connector line-1792379625670-860522283"/>
          <p:cNvSpPr/>
          <p:nvPr/>
        </p:nvSpPr>
        <p:spPr>
          <a:xfrm flipH="1">
            <a:off x="9239250" y="7429500"/>
            <a:ext cx="52387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lgDash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2039600" y="8286750"/>
            <a:ext cx="5334000" cy="76200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Cấu</a:t>
            </a:r>
            <a:r>
              <a:rPr lang="en-US" sz="2250" b="1" dirty="0" spc="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hình,</a:t>
            </a:r>
            <a:r>
              <a:rPr lang="en-US" sz="2250" b="1" dirty="0" spc="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b="1" dirty="0" spc="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liệu:</a:t>
            </a:r>
            <a:r>
              <a:rPr lang="en-US" sz="225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250" b="1" dirty="0" spc="-28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250" b="1" dirty="0" spc="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hoạch</a:t>
            </a:r>
            <a:r>
              <a:rPr lang="en-US" sz="2250" b="1" dirty="0" spc="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bc199724-7058-4968-b768-7ae638191af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spc="28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2476500"/>
            <a:ext cx="152400" cy="34290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381250"/>
            <a:ext cx="15240000" cy="3810000"/>
          </a:xfrm>
          <a:prstGeom prst="rect">
            <a:avLst/>
          </a:prstGeom>
          <a:noFill/>
          <a:ln/>
        </p:spPr>
        <p:txBody>
          <a:bodyPr wrap="square" lIns="0" tIns="45720" rIns="0" bIns="-45720" rtlCol="0" anchor="t"/>
          <a:lstStyle/>
          <a:p>
            <a:pPr algn="l" indent="0" marL="0">
              <a:lnSpc>
                <a:spcPts val="7920"/>
              </a:lnSpc>
              <a:buNone/>
            </a:pP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Giám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sát</a:t>
            </a:r>
            <a:r>
              <a:rPr lang="en-US" sz="7200" dirty="0" spc="-7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sự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cố</a:t>
            </a:r>
            <a:r>
              <a:rPr lang="en-US" sz="72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tạo</a:t>
            </a:r>
            <a:r>
              <a:rPr lang="en-US" sz="7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72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mới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7200" dirty="0" spc="-5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</a:t>
            </a:r>
            <a:r>
              <a:rPr lang="en-US" sz="72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hoạch.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428750" y="6858000"/>
            <a:ext cx="14287500" cy="952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-6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Tám</a:t>
            </a:r>
            <a:r>
              <a:rPr lang="en-US" sz="24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</a:t>
            </a:r>
            <a:r>
              <a:rPr lang="en-US" sz="24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vòng.</a:t>
            </a:r>
            <a:r>
              <a:rPr lang="en-US" sz="24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400" dirty="0" spc="-2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xét</a:t>
            </a:r>
            <a:r>
              <a:rPr lang="en-US" sz="24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4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soạn,</a:t>
            </a:r>
            <a:r>
              <a:rPr lang="en-US" sz="24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1e022168-4a8a-4a62-add4-314abf2ccae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8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2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6205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476500"/>
          <a:ext cx="13716000" cy="914400"/>
        </p:xfrm>
        <a:graphic>
          <a:graphicData uri="http://schemas.openxmlformats.org/drawingml/2006/table">
            <a:tbl>
              <a:tblPr/>
              <a:tblGrid>
                <a:gridCol w="2304288"/>
                <a:gridCol w="6254496"/>
                <a:gridCol w="7900416"/>
              </a:tblGrid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75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Từ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2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Dạng</a:t>
                      </a:r>
                      <a:r>
                        <a:rPr lang="en-US" sz="2250" b="1" dirty="0" spc="1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đầy</a:t>
                      </a:r>
                      <a:r>
                        <a:rPr lang="en-US" sz="2250" b="1" dirty="0" spc="4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đủ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1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Nghĩa</a:t>
                      </a:r>
                      <a:r>
                        <a:rPr lang="en-US" sz="2250" b="1" dirty="0" spc="-12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trong</a:t>
                      </a:r>
                      <a:r>
                        <a:rPr lang="en-US" sz="2250" b="1" dirty="0" spc="2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bài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6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Continuous</a:t>
                      </a:r>
                      <a:r>
                        <a:rPr lang="en-US" sz="2250" dirty="0" spc="-2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Integration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tích</a:t>
                      </a:r>
                      <a:r>
                        <a:rPr lang="en-US" sz="2250" dirty="0" spc="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hợp</a:t>
                      </a:r>
                      <a:r>
                        <a:rPr lang="en-US" sz="225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liên</a:t>
                      </a:r>
                      <a:r>
                        <a:rPr lang="en-US" sz="2250" dirty="0" spc="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tục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3" kern="0">
                          <a:solidFill>
                            <a:srgbClr val="FFB454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CD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6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Continuous</a:t>
                      </a:r>
                      <a:r>
                        <a:rPr lang="en-US" sz="2250" dirty="0" spc="-7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Delivery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chuyển</a:t>
                      </a:r>
                      <a:r>
                        <a:rPr lang="en-US" sz="2250" dirty="0" spc="-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giao</a:t>
                      </a:r>
                      <a:r>
                        <a:rPr lang="en-US" sz="225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liên</a:t>
                      </a:r>
                      <a:r>
                        <a:rPr lang="en-US" sz="2250" dirty="0" spc="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tục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2" kern="0">
                          <a:solidFill>
                            <a:srgbClr val="3DD6A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AMI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Amazon</a:t>
                      </a:r>
                      <a:r>
                        <a:rPr lang="en-US" sz="225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Machine</a:t>
                      </a:r>
                      <a:r>
                        <a:rPr lang="en-US" sz="2250" dirty="0" spc="-8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Image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ảnh</a:t>
                      </a:r>
                      <a:r>
                        <a:rPr lang="en-US" sz="2250" dirty="0" spc="-9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máy</a:t>
                      </a:r>
                      <a:r>
                        <a:rPr lang="en-US" sz="2250" dirty="0" spc="-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ảo</a:t>
                      </a:r>
                      <a:r>
                        <a:rPr lang="en-US" sz="2250" dirty="0" spc="1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đóng</a:t>
                      </a:r>
                      <a:r>
                        <a:rPr lang="en-US" sz="2250" dirty="0" spc="-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sẵn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691515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914400" y="7334250"/>
            <a:ext cx="164592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5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system-design-101,</a:t>
            </a: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550" dirty="0" spc="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914400" y="7867650"/>
            <a:ext cx="164592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Blog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18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Netflix</a:t>
            </a:r>
            <a:r>
              <a:rPr lang="en-US" sz="18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 được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b665fa70-65cc-4b72-92ed-ce0ca6a1df2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2026-10-19T09:37:47Z</dcterms:created>
  <dcterms:modified xsi:type="dcterms:W3CDTF">2026-10-19T09:37:47Z</dcterms:modified>
</cp:coreProperties>
</file>