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143000"/>
            <a:ext cx="952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8763000" cy="257175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9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Tra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Linux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câu hỏi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286250"/>
            <a:ext cx="83820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lạ: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300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3000" dirty="0" spc="2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300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0287000" y="1619250"/>
            <a:ext cx="342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72750" y="1905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Đang</a:t>
            </a:r>
            <a:r>
              <a:rPr lang="en-US" sz="2550" b="1" dirty="0" spc="1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550" b="1" dirty="0" spc="5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0572750" y="31432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pwd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4001750" y="1619250"/>
            <a:ext cx="342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287500" y="1905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File nói</a:t>
            </a:r>
            <a:r>
              <a:rPr lang="en-US" sz="2550" b="1" dirty="0" spc="-1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4287500" y="314325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less ·</a:t>
            </a:r>
            <a:r>
              <a:rPr lang="en-US" sz="22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tail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287000" y="4381500"/>
            <a:ext cx="342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72750" y="466725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5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550" b="1" dirty="0" spc="-1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550" dirty="0"/>
          </a:p>
        </p:txBody>
      </p:sp>
      <p:sp>
        <p:nvSpPr>
          <p:cNvPr id="13" name="Text 11"/>
          <p:cNvSpPr/>
          <p:nvPr/>
        </p:nvSpPr>
        <p:spPr>
          <a:xfrm>
            <a:off x="10572750" y="59055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ps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top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2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free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14001750" y="4381500"/>
            <a:ext cx="3429000" cy="2476500"/>
          </a:xfrm>
          <a:prstGeom prst="roundRect">
            <a:avLst>
              <a:gd name="adj" fmla="val 1076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287500" y="4667250"/>
            <a:ext cx="285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-2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550" b="1" dirty="0" spc="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550" b="1" dirty="0" spc="-7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25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tại?</a:t>
            </a:r>
            <a:endParaRPr lang="en-US" sz="2550" dirty="0"/>
          </a:p>
        </p:txBody>
      </p:sp>
      <p:sp>
        <p:nvSpPr>
          <p:cNvPr id="16" name="Text 14"/>
          <p:cNvSpPr/>
          <p:nvPr/>
        </p:nvSpPr>
        <p:spPr>
          <a:xfrm>
            <a:off x="14287500" y="59055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r>
              <a:rPr lang="en-US" sz="225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address</a:t>
            </a:r>
            <a:r>
              <a:rPr lang="en-US" sz="22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914400" y="9334500"/>
            <a:ext cx="9525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trước,</a:t>
            </a:r>
            <a:r>
              <a:rPr lang="en-US" sz="165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650" dirty="0" spc="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f518709-d3fd-4cad-8377-a6ef9c47d0f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TRƯỚC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GÕ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2286000"/>
            <a:ext cx="152400" cy="2381250"/>
          </a:xfrm>
          <a:prstGeom prst="rect">
            <a:avLst/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90750"/>
            <a:ext cx="15240000" cy="2667000"/>
          </a:xfrm>
          <a:prstGeom prst="rect">
            <a:avLst/>
          </a:prstGeom>
          <a:noFill/>
          <a:ln/>
        </p:spPr>
        <p:txBody>
          <a:bodyPr wrap="square" lIns="0" tIns="64008" rIns="0" bIns="-64008" rtlCol="0" anchor="t"/>
          <a:lstStyle/>
          <a:p>
            <a:pPr algn="l" indent="0" marL="0">
              <a:lnSpc>
                <a:spcPts val="9072"/>
              </a:lnSpc>
              <a:buNone/>
            </a:pPr>
            <a:r>
              <a:rPr lang="en-US" sz="84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Quan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sát</a:t>
            </a:r>
            <a:r>
              <a:rPr lang="en-US" sz="8400" dirty="0" spc="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4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hẹp câu</a:t>
            </a:r>
            <a:r>
              <a:rPr lang="en-US" sz="84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hỏi</a:t>
            </a:r>
            <a:r>
              <a:rPr lang="en-US" sz="8400" dirty="0" spc="-9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trước</a:t>
            </a:r>
            <a:r>
              <a:rPr lang="en-US" sz="84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khi</a:t>
            </a:r>
            <a:r>
              <a:rPr lang="en-US" sz="84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8400" dirty="0" spc="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đổi.</a:t>
            </a:r>
            <a:endParaRPr lang="en-US" sz="8400" dirty="0"/>
          </a:p>
        </p:txBody>
      </p:sp>
      <p:sp>
        <p:nvSpPr>
          <p:cNvPr id="5" name="Text 3"/>
          <p:cNvSpPr/>
          <p:nvPr/>
        </p:nvSpPr>
        <p:spPr>
          <a:xfrm>
            <a:off x="1524000" y="5905500"/>
            <a:ext cx="12382500" cy="104775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lạ:</a:t>
            </a:r>
            <a:r>
              <a:rPr lang="en-US" sz="2400" b="1" dirty="0" spc="2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đừng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00" b="1" dirty="0" spc="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b="1" dirty="0" spc="1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b="1" dirty="0" spc="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endParaRPr lang="en-US" sz="2400" dirty="0"/>
          </a:p>
        </p:txBody>
      </p:sp>
      <p:sp>
        <p:nvSpPr>
          <p:cNvPr id="6" name="Connector line-1792373472502-66170718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18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fca523ad-0ced-44ef-a5fc-5308670bf8c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4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1800" b="1" spc="28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Hỏi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shell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vị trí của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2476500" y="2857500"/>
            <a:ext cx="3048000" cy="857250"/>
          </a:xfrm>
          <a:prstGeom prst="roundRect">
            <a:avLst>
              <a:gd name="adj" fmla="val 22222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2763500" y="2857500"/>
            <a:ext cx="3048000" cy="857250"/>
          </a:xfrm>
          <a:prstGeom prst="roundRect">
            <a:avLst>
              <a:gd name="adj" fmla="val 22222"/>
            </a:avLst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Shell</a:t>
            </a:r>
            <a:endParaRPr lang="en-US" sz="2700" dirty="0"/>
          </a:p>
        </p:txBody>
      </p:sp>
      <p:sp>
        <p:nvSpPr>
          <p:cNvPr id="6" name="Connector line-1792373473389-609389419"/>
          <p:cNvSpPr/>
          <p:nvPr/>
        </p:nvSpPr>
        <p:spPr>
          <a:xfrm>
            <a:off x="4000500" y="3714750"/>
            <a:ext cx="0" cy="48577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7" name="Connector line-1792373473389-623578376"/>
          <p:cNvSpPr/>
          <p:nvPr/>
        </p:nvSpPr>
        <p:spPr>
          <a:xfrm>
            <a:off x="14287500" y="3714750"/>
            <a:ext cx="0" cy="4857750"/>
          </a:xfrm>
          <a:prstGeom prst="line">
            <a:avLst/>
          </a:prstGeom>
          <a:noFill/>
          <a:ln w="28575">
            <a:solidFill>
              <a:srgbClr val="8A867C"/>
            </a:solidFill>
            <a:prstDash val="lgDash"/>
            <a:headEnd type="none"/>
            <a:tailEnd type="none"/>
          </a:ln>
        </p:spPr>
      </p:sp>
      <p:sp>
        <p:nvSpPr>
          <p:cNvPr id="8" name="Connector line-1792373473389-157109519"/>
          <p:cNvSpPr/>
          <p:nvPr/>
        </p:nvSpPr>
        <p:spPr>
          <a:xfrm>
            <a:off x="4000500" y="4572000"/>
            <a:ext cx="10191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1500" y="40005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45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pwd</a:t>
            </a:r>
            <a:endParaRPr lang="en-US" sz="2550" dirty="0"/>
          </a:p>
        </p:txBody>
      </p:sp>
      <p:sp>
        <p:nvSpPr>
          <p:cNvPr id="10" name="Connector line-1792373473391-578084485"/>
          <p:cNvSpPr/>
          <p:nvPr/>
        </p:nvSpPr>
        <p:spPr>
          <a:xfrm flipH="1">
            <a:off x="4095750" y="5619750"/>
            <a:ext cx="10191750" cy="0"/>
          </a:xfrm>
          <a:prstGeom prst="line">
            <a:avLst/>
          </a:prstGeom>
          <a:noFill/>
          <a:ln w="38100">
            <a:solidFill>
              <a:srgbClr val="8A867C"/>
            </a:solidFill>
            <a:prstDash val="lgDash"/>
            <a:headEnd type="none"/>
            <a:tailEnd type="triangle" w="lg" len="lg"/>
          </a:ln>
        </p:spPr>
      </p:sp>
      <p:sp>
        <p:nvSpPr>
          <p:cNvPr id="11" name="Text 9"/>
          <p:cNvSpPr/>
          <p:nvPr/>
        </p:nvSpPr>
        <p:spPr>
          <a:xfrm>
            <a:off x="5334000" y="5048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thư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2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250" dirty="0"/>
          </a:p>
        </p:txBody>
      </p:sp>
      <p:sp>
        <p:nvSpPr>
          <p:cNvPr id="12" name="Connector line-1792373473394-600395629"/>
          <p:cNvSpPr/>
          <p:nvPr/>
        </p:nvSpPr>
        <p:spPr>
          <a:xfrm>
            <a:off x="4000500" y="6762750"/>
            <a:ext cx="10191750" cy="0"/>
          </a:xfrm>
          <a:prstGeom prst="line">
            <a:avLst/>
          </a:prstGeom>
          <a:noFill/>
          <a:ln w="47625">
            <a:solidFill>
              <a:srgbClr val="1F3FD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4381500" y="61912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2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ls</a:t>
            </a:r>
            <a:r>
              <a:rPr lang="en-US" sz="2550" dirty="0" spc="-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-la</a:t>
            </a:r>
            <a:endParaRPr lang="en-US" sz="2550" dirty="0"/>
          </a:p>
        </p:txBody>
      </p:sp>
      <p:sp>
        <p:nvSpPr>
          <p:cNvPr id="14" name="Connector line-1792373473395-255885755"/>
          <p:cNvSpPr/>
          <p:nvPr/>
        </p:nvSpPr>
        <p:spPr>
          <a:xfrm flipH="1">
            <a:off x="4095750" y="7810500"/>
            <a:ext cx="10191750" cy="0"/>
          </a:xfrm>
          <a:prstGeom prst="line">
            <a:avLst/>
          </a:prstGeom>
          <a:noFill/>
          <a:ln w="38100">
            <a:solidFill>
              <a:srgbClr val="8A867C"/>
            </a:solidFill>
            <a:prstDash val="lgDash"/>
            <a:headEnd type="none"/>
            <a:tailEnd type="triangle" w="lg" len="lg"/>
          </a:ln>
        </p:spPr>
      </p:sp>
      <p:sp>
        <p:nvSpPr>
          <p:cNvPr id="15" name="Text 13"/>
          <p:cNvSpPr/>
          <p:nvPr/>
        </p:nvSpPr>
        <p:spPr>
          <a:xfrm>
            <a:off x="5334000" y="7239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danh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</a:t>
            </a:r>
            <a:endParaRPr lang="en-US" sz="2250" dirty="0"/>
          </a:p>
        </p:txBody>
      </p:sp>
      <p:sp>
        <p:nvSpPr>
          <p:cNvPr id="16" name="Connector line-1792373473398-86574931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c7a760e-9dfc-48c2-a4d7-122efb67ea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180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180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mà</a:t>
            </a:r>
            <a:r>
              <a:rPr lang="en-US" sz="72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7200" dirty="0" spc="-6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sửa</a:t>
            </a:r>
            <a:endParaRPr lang="en-US" sz="7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952750"/>
          <a:ext cx="137160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1521440"/>
              </a:tblGrid>
              <a:tr h="9525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26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Lệnh</a:t>
                      </a:r>
                      <a:endParaRPr lang="en-US" sz="1200" dirty="0"/>
                    </a:p>
                  </a:txBody>
                  <a:tcPr marL="304800" marR="304800" marT="259080" marB="2590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2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Dùng</a:t>
                      </a:r>
                      <a:r>
                        <a:rPr lang="en-US" sz="2850" b="1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khi</a:t>
                      </a:r>
                      <a:endParaRPr lang="en-US" sz="1200" dirty="0"/>
                    </a:p>
                  </a:txBody>
                  <a:tcPr marL="304800" marR="304800" marT="259080" marB="25908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2A2E3A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7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less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Đọc</a:t>
                      </a:r>
                      <a:r>
                        <a:rPr lang="en-US" sz="2850" dirty="0" spc="5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file</a:t>
                      </a:r>
                      <a:r>
                        <a:rPr lang="en-US" sz="28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dài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3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tail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4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Xem</a:t>
                      </a:r>
                      <a:r>
                        <a:rPr lang="en-US" sz="28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cuối</a:t>
                      </a:r>
                      <a:r>
                        <a:rPr lang="en-US" sz="28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log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E212B"/>
                    </a:solidFill>
                  </a:tcPr>
                </a:tc>
              </a:tr>
              <a:tr h="1143000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b="1" dirty="0" spc="-31" kern="0">
                          <a:solidFill>
                            <a:srgbClr val="FFB454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rg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3420"/>
                        </a:lnSpc>
                        <a:buNone/>
                      </a:pPr>
                      <a:r>
                        <a:rPr lang="en-US" sz="2850" dirty="0" spc="-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Tìm</a:t>
                      </a:r>
                      <a:r>
                        <a:rPr lang="en-US" sz="2850" dirty="0" spc="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chuỗi, nếu</a:t>
                      </a:r>
                      <a:r>
                        <a:rPr lang="en-US" sz="2850" dirty="0" spc="-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ripgrep</a:t>
                      </a:r>
                      <a:r>
                        <a:rPr lang="en-US" sz="2850" dirty="0" spc="20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đã</a:t>
                      </a:r>
                      <a:r>
                        <a:rPr lang="en-US" sz="2850" dirty="0" spc="9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được</a:t>
                      </a:r>
                      <a:r>
                        <a:rPr lang="en-US" sz="2850" dirty="0" spc="1" kern="0">
                          <a:solidFill>
                            <a:srgbClr val="F3EEE3"/>
                          </a:solidFill>
                          <a:latin typeface="Be Vietnam Pro" pitchFamily="34" charset="0"/>
                          <a:ea typeface="Be Vietnam Pro" pitchFamily="34" charset="-122"/>
                          <a:cs typeface="Be Vietnam Pro" pitchFamily="34" charset="-120"/>
                        </a:rPr>
                        <a:t> cài</a:t>
                      </a:r>
                      <a:endParaRPr lang="en-US" sz="1200" dirty="0"/>
                    </a:p>
                  </a:txBody>
                  <a:tcPr marL="304800" marR="304800" marT="304800" marB="304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3A3F4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12B"/>
                    </a:solidFill>
                  </a:tcPr>
                </a:tc>
              </a:tr>
            </a:tbl>
          </a:graphicData>
        </a:graphic>
      </p:graphicFrame>
      <p:sp>
        <p:nvSpPr>
          <p:cNvPr id="5" name="Connector line-1792373509683-557135720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3643bca-7b0f-4eaf-bf34-affee3a9c9a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56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1800" b="1" spc="284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1800" b="1" spc="301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200" dirty="0" spc="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2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3048000" cy="3619500"/>
          </a:xfrm>
          <a:prstGeom prst="roundRect">
            <a:avLst>
              <a:gd name="adj" fmla="val 8750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3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200150" y="447675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3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-15" kern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4267200" y="3048000"/>
            <a:ext cx="3048000" cy="3619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295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2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top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4552950" y="447675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10" name="Shape 8"/>
          <p:cNvSpPr/>
          <p:nvPr/>
        </p:nvSpPr>
        <p:spPr>
          <a:xfrm>
            <a:off x="7620000" y="3048000"/>
            <a:ext cx="3048000" cy="3619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575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free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7905750" y="447675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972800" y="3048000"/>
            <a:ext cx="3048000" cy="3619500"/>
          </a:xfrm>
          <a:prstGeom prst="roundRect">
            <a:avLst>
              <a:gd name="adj" fmla="val 8750"/>
            </a:avLst>
          </a:prstGeom>
          <a:solidFill>
            <a:srgbClr val="FBF8F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5855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3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df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11258550" y="447675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5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filesystem</a:t>
            </a:r>
            <a:endParaRPr lang="en-US" sz="2550" dirty="0"/>
          </a:p>
        </p:txBody>
      </p:sp>
      <p:sp>
        <p:nvSpPr>
          <p:cNvPr id="16" name="Shape 14"/>
          <p:cNvSpPr/>
          <p:nvPr/>
        </p:nvSpPr>
        <p:spPr>
          <a:xfrm>
            <a:off x="14325600" y="3048000"/>
            <a:ext cx="3048000" cy="3619500"/>
          </a:xfrm>
          <a:prstGeom prst="roundRect">
            <a:avLst>
              <a:gd name="adj" fmla="val 8750"/>
            </a:avLst>
          </a:prstGeom>
          <a:solidFill>
            <a:srgbClr val="CFE8E2"/>
          </a:solidFill>
          <a:ln/>
        </p:spPr>
      </p:sp>
      <p:sp>
        <p:nvSpPr>
          <p:cNvPr id="17" name="Text 15"/>
          <p:cNvSpPr/>
          <p:nvPr/>
        </p:nvSpPr>
        <p:spPr>
          <a:xfrm>
            <a:off x="1461135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id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4611350" y="4476750"/>
            <a:ext cx="2476500" cy="19050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User</a:t>
            </a:r>
            <a:r>
              <a:rPr lang="en-US" sz="2550" dirty="0" spc="-1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endParaRPr lang="en-US" sz="2550" dirty="0"/>
          </a:p>
        </p:txBody>
      </p:sp>
      <p:sp>
        <p:nvSpPr>
          <p:cNvPr id="19" name="Connector line-1792373510573-55290299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2" name="Moda image moda-export-watermark-2d4905a7-c59b-4e67-a627-bd03af40f0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KẾT NỐI</a:t>
            </a:r>
            <a:r>
              <a:rPr lang="en-US" sz="1800" b="1" spc="285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1800" b="1" spc="27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TỒN</a:t>
            </a:r>
            <a:r>
              <a:rPr lang="en-US" sz="1800" b="1" spc="264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TẠI?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2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72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72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phía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mạng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7715250" y="4191000"/>
            <a:ext cx="2857500" cy="2857500"/>
          </a:xfrm>
          <a:prstGeom prst="ellipse">
            <a:avLst/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7715250" y="5334000"/>
            <a:ext cx="285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dirty="0" spc="-18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3000" dirty="0" spc="-13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này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143000" y="4572000"/>
            <a:ext cx="4953000" cy="2095500"/>
          </a:xfrm>
          <a:prstGeom prst="roundRect">
            <a:avLst>
              <a:gd name="adj" fmla="val 1272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524000" y="48577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ip</a:t>
            </a:r>
            <a:r>
              <a:rPr lang="en-US" sz="3600" dirty="0" spc="-4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address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524000" y="5715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địa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mạng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12192000" y="4572000"/>
            <a:ext cx="4953000" cy="2095500"/>
          </a:xfrm>
          <a:prstGeom prst="roundRect">
            <a:avLst>
              <a:gd name="adj" fmla="val 12727"/>
            </a:avLst>
          </a:prstGeom>
          <a:solidFill>
            <a:srgbClr val="E8472B"/>
          </a:solidFill>
          <a:ln/>
        </p:spPr>
      </p:sp>
      <p:sp>
        <p:nvSpPr>
          <p:cNvPr id="10" name="Text 8"/>
          <p:cNvSpPr/>
          <p:nvPr/>
        </p:nvSpPr>
        <p:spPr>
          <a:xfrm>
            <a:off x="12573000" y="4857750"/>
            <a:ext cx="419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1" kern="0">
                <a:solidFill>
                  <a:srgbClr val="FFFF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ss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2573000" y="5715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-2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socket</a:t>
            </a:r>
            <a:endParaRPr lang="en-US" sz="2550" dirty="0"/>
          </a:p>
        </p:txBody>
      </p:sp>
      <p:sp>
        <p:nvSpPr>
          <p:cNvPr id="12" name="Connector line-1792373511410-808049515"/>
          <p:cNvSpPr/>
          <p:nvPr/>
        </p:nvSpPr>
        <p:spPr>
          <a:xfrm>
            <a:off x="6096000" y="5619750"/>
            <a:ext cx="15811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3" name="Connector line-1792373511410-260284709"/>
          <p:cNvSpPr/>
          <p:nvPr/>
        </p:nvSpPr>
        <p:spPr>
          <a:xfrm>
            <a:off x="10610850" y="5619750"/>
            <a:ext cx="15811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none"/>
          </a:ln>
        </p:spPr>
      </p:sp>
      <p:sp>
        <p:nvSpPr>
          <p:cNvPr id="14" name="Connector line-1792373511410-634476325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53385172-8abc-4775-8606-1583de71999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Lệnh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7200" dirty="0" spc="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đổi</a:t>
            </a:r>
            <a:r>
              <a:rPr lang="en-US" sz="72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máy?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906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13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1950" b="1" spc="16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90650" y="40005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6667" rIns="0" bIns="-6667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3000" dirty="0" spc="-3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pwd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ls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less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tail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ip</a:t>
            </a:r>
            <a:r>
              <a:rPr lang="en-US" sz="300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848850" y="342900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1950" b="1" spc="22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1950" b="1" spc="186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MÁY: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spc="23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95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950" b="1" spc="21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endParaRPr lang="en-US" sz="1950" dirty="0"/>
          </a:p>
        </p:txBody>
      </p:sp>
      <p:sp>
        <p:nvSpPr>
          <p:cNvPr id="9" name="Text richtext-1792373512219-216931007"/>
          <p:cNvSpPr/>
          <p:nvPr/>
        </p:nvSpPr>
        <p:spPr>
          <a:xfrm>
            <a:off x="9848850" y="4000500"/>
            <a:ext cx="7048500" cy="3143250"/>
          </a:xfrm>
          <a:prstGeom prst="rect">
            <a:avLst/>
          </a:prstGeom>
          <a:noFill/>
          <a:ln/>
        </p:spPr>
        <p:txBody>
          <a:bodyPr wrap="square" lIns="0" tIns="10287" rIns="0" bIns="-10287" rtlCol="0" anchor="t"/>
          <a:lstStyle/>
          <a:p>
            <a:pPr algn="l" marL="342900" indent="-244981">
              <a:lnSpc>
                <a:spcPts val="364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sudo,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rm,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chmod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spcAft>
                <a:spcPts val="1050"/>
              </a:spcAft>
              <a:buSzPct val="100000"/>
              <a:buFont typeface="Arial"/>
              <a:buChar char="•"/>
            </a:pPr>
            <a:r>
              <a:rPr lang="en-US" sz="2700" dirty="0" spc="-2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Trình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quản lý</a:t>
            </a:r>
            <a:r>
              <a:rPr lang="en-US" sz="2700" dirty="0" spc="-2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package</a:t>
            </a:r>
            <a:endParaRPr lang="en-US" sz="2700" dirty="0"/>
          </a:p>
          <a:p>
            <a:pPr algn="l" marL="342900" indent="-244981">
              <a:lnSpc>
                <a:spcPts val="3645"/>
              </a:lnSpc>
              <a:buSzPct val="100000"/>
              <a:buFont typeface="Arial"/>
              <a:buChar char="•"/>
            </a:pPr>
            <a:r>
              <a:rPr lang="en-US" sz="2700" dirty="0" spc="-3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Lệnh</a:t>
            </a:r>
            <a:r>
              <a:rPr lang="en-US" sz="2700" dirty="0" spc="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dừng</a:t>
            </a:r>
            <a:r>
              <a:rPr lang="en-US" sz="27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process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14400" y="79057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Package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phối:</a:t>
            </a:r>
            <a:r>
              <a:rPr lang="en-US" sz="24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apt</a:t>
            </a:r>
            <a:r>
              <a:rPr lang="en-US" sz="240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dnf.</a:t>
            </a:r>
            <a:endParaRPr lang="en-US" sz="2400" dirty="0"/>
          </a:p>
        </p:txBody>
      </p:sp>
      <p:sp>
        <p:nvSpPr>
          <p:cNvPr id="11" name="Connector line-1792373512245-692580524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ec66a81e-d358-43bc-ab51-0c2a96eaae4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cuối</a:t>
            </a:r>
            <a:r>
              <a:rPr lang="en-US" sz="6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log:</a:t>
            </a:r>
            <a:r>
              <a:rPr lang="en-US" sz="6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tail</a:t>
            </a:r>
            <a:r>
              <a:rPr lang="en-US" sz="66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hay</a:t>
            </a:r>
            <a:r>
              <a:rPr lang="en-US" sz="6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chmod?</a:t>
            </a:r>
            <a:endParaRPr lang="en-US" sz="66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49530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4286250"/>
            <a:ext cx="4191000" cy="133350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8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850" b="1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8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log,</a:t>
            </a:r>
            <a:r>
              <a:rPr lang="en-US" sz="28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850" b="1" dirty="0" spc="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8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7239000" y="3048000"/>
            <a:ext cx="4191000" cy="1524000"/>
          </a:xfrm>
          <a:prstGeom prst="roundRect">
            <a:avLst>
              <a:gd name="adj" fmla="val 17500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tail ✓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239000" y="5334000"/>
            <a:ext cx="4191000" cy="1524000"/>
          </a:xfrm>
          <a:prstGeom prst="roundRect">
            <a:avLst>
              <a:gd name="adj" fmla="val 17500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chmod ✗</a:t>
            </a:r>
            <a:endParaRPr lang="en-US" sz="3900" dirty="0"/>
          </a:p>
        </p:txBody>
      </p:sp>
      <p:sp>
        <p:nvSpPr>
          <p:cNvPr id="8" name="Connector line-1792373545647-805109428"/>
          <p:cNvSpPr/>
          <p:nvPr/>
        </p:nvSpPr>
        <p:spPr>
          <a:xfrm flipV="1">
            <a:off x="5905500" y="3905250"/>
            <a:ext cx="1257300" cy="762000"/>
          </a:xfrm>
          <a:prstGeom prst="line">
            <a:avLst/>
          </a:prstGeom>
          <a:noFill/>
          <a:ln w="47625">
            <a:solidFill>
              <a:srgbClr val="0F766E"/>
            </a:solidFill>
            <a:prstDash val="solid"/>
            <a:headEnd type="none"/>
            <a:tailEnd type="triangle"/>
          </a:ln>
        </p:spPr>
      </p:sp>
      <p:sp>
        <p:nvSpPr>
          <p:cNvPr id="9" name="Connector line-1792373545647-198292401"/>
          <p:cNvSpPr/>
          <p:nvPr/>
        </p:nvSpPr>
        <p:spPr>
          <a:xfrm>
            <a:off x="5905500" y="5238750"/>
            <a:ext cx="1257300" cy="76200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12001500" y="3524250"/>
            <a:ext cx="5372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5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endParaRPr lang="en-US" sz="2550" dirty="0"/>
          </a:p>
        </p:txBody>
      </p:sp>
      <p:sp>
        <p:nvSpPr>
          <p:cNvPr id="11" name="Text 9"/>
          <p:cNvSpPr/>
          <p:nvPr/>
        </p:nvSpPr>
        <p:spPr>
          <a:xfrm>
            <a:off x="12001500" y="5810250"/>
            <a:ext cx="53721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Thay</a:t>
            </a:r>
            <a:r>
              <a:rPr lang="en-US" sz="25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quyền,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550" dirty="0"/>
          </a:p>
        </p:txBody>
      </p:sp>
      <p:sp>
        <p:nvSpPr>
          <p:cNvPr id="12" name="Connector line-1792373545651-675914713"/>
          <p:cNvSpPr/>
          <p:nvPr/>
        </p:nvSpPr>
        <p:spPr>
          <a:xfrm>
            <a:off x="11468100" y="3810000"/>
            <a:ext cx="438150" cy="0"/>
          </a:xfrm>
          <a:prstGeom prst="line">
            <a:avLst/>
          </a:prstGeom>
          <a:noFill/>
          <a:ln w="38100">
            <a:solidFill>
              <a:srgbClr val="0F766E"/>
            </a:solidFill>
            <a:prstDash val="solid"/>
            <a:headEnd type="none"/>
            <a:tailEnd type="triangle" w="lg" len="lg"/>
          </a:ln>
        </p:spPr>
      </p:sp>
      <p:sp>
        <p:nvSpPr>
          <p:cNvPr id="13" name="Connector line-1792373545652-198720108"/>
          <p:cNvSpPr/>
          <p:nvPr/>
        </p:nvSpPr>
        <p:spPr>
          <a:xfrm>
            <a:off x="11468100" y="6096000"/>
            <a:ext cx="438150" cy="0"/>
          </a:xfrm>
          <a:prstGeom prst="line">
            <a:avLst/>
          </a:prstGeom>
          <a:noFill/>
          <a:ln w="38100">
            <a:solidFill>
              <a:srgbClr val="E8472B"/>
            </a:solidFill>
            <a:prstDash val="solid"/>
            <a:headEnd type="none"/>
            <a:tailEnd type="triangle" w="lg" len="lg"/>
          </a:ln>
        </p:spPr>
      </p:sp>
      <p:sp>
        <p:nvSpPr>
          <p:cNvPr id="14" name="Connector line-1792373545652-520310056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6" name="Shape 2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Moda image moda-export-watermark-d006b4bf-9dda-46fd-9c0b-05511a9db13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8E0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XEM</a:t>
            </a:r>
            <a:r>
              <a:rPr lang="en-US" sz="1800" b="1" spc="28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Nối</a:t>
            </a:r>
            <a:r>
              <a:rPr lang="en-US" sz="72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lệnh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cẩn</a:t>
            </a:r>
            <a:r>
              <a:rPr lang="en-US" sz="72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thận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914400" y="31432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190750" y="32861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85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914400" y="457200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5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90750" y="471487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850" dirty="0" spc="-2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850" dirty="0" spc="2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85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28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8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85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85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xóa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914400" y="600075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" kern="0">
                <a:solidFill>
                  <a:srgbClr val="F3EEE3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190750" y="6143625"/>
            <a:ext cx="151447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dirty="0" spc="-8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8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8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8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8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r>
              <a:rPr lang="en-US" sz="28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8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quoting</a:t>
            </a:r>
            <a:r>
              <a:rPr lang="en-US" sz="28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850" dirty="0"/>
          </a:p>
        </p:txBody>
      </p:sp>
      <p:sp>
        <p:nvSpPr>
          <p:cNvPr id="10" name="Connector line-1792373546613-890523927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E8E0CF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1709df8f-2065-4f8a-aa98-f2ddde0e8c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57250"/>
            <a:ext cx="1333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5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THUẬT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285875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00" dirty="0" spc="-5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Từ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trong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bài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9525000" cy="5524500"/>
          </a:xfrm>
          <a:prstGeom prst="roundRect">
            <a:avLst>
              <a:gd name="adj" fmla="val 4828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333500" y="3286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3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pipe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0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2400" dirty="0" spc="-2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33500" y="46196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6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ripgrep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 của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lệnh</a:t>
            </a:r>
            <a:r>
              <a:rPr lang="en-US" sz="2400" dirty="0" spc="-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rg,</a:t>
            </a:r>
            <a:r>
              <a:rPr lang="en-US" sz="24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33500" y="5953125"/>
            <a:ext cx="8763000" cy="1143000"/>
          </a:xfrm>
          <a:prstGeom prst="rect">
            <a:avLst/>
          </a:prstGeom>
          <a:noFill/>
          <a:ln/>
        </p:spPr>
        <p:txBody>
          <a:bodyPr wrap="square" lIns="0" tIns="9144" rIns="0" bIns="-9144" rtlCol="0" anchor="t"/>
          <a:lstStyle/>
          <a:p>
            <a:pPr algn="l" indent="0" marL="0">
              <a:lnSpc>
                <a:spcPts val="3240"/>
              </a:lnSpc>
              <a:buNone/>
            </a:pPr>
            <a:r>
              <a:rPr lang="en-US" sz="2400" b="1" dirty="0" spc="-6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quoting</a:t>
            </a:r>
            <a:pPr algn="l" indent="0" marL="0">
              <a:lnSpc>
                <a:spcPts val="3240"/>
              </a:lnSpc>
              <a:buNone/>
            </a:pPr>
            <a:r>
              <a:rPr lang="en-US" sz="24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:</a:t>
            </a:r>
            <a:r>
              <a:rPr lang="en-US" sz="240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file</a:t>
            </a:r>
            <a:r>
              <a:rPr lang="en-US" sz="24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khoảng</a:t>
            </a:r>
            <a:r>
              <a:rPr lang="en-US" sz="24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trắng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01400" y="3048000"/>
            <a:ext cx="61722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225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9" name="Text richtext-1792373547546-755806943"/>
          <p:cNvSpPr/>
          <p:nvPr/>
        </p:nvSpPr>
        <p:spPr>
          <a:xfrm>
            <a:off x="11201400" y="3619500"/>
            <a:ext cx="6172200" cy="4572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ByteByteGo</a:t>
            </a:r>
            <a:r>
              <a:rPr lang="en-US" sz="2250" dirty="0" spc="-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tại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snapshot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GNU</a:t>
            </a:r>
            <a:r>
              <a:rPr lang="en-US" sz="22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Coreutils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spcAft>
                <a:spcPts val="1350"/>
              </a:spcAft>
              <a:buSzPct val="100000"/>
              <a:buFont typeface="Arial"/>
              <a:buChar char="•"/>
            </a:pP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ss</a:t>
            </a:r>
            <a:endParaRPr lang="en-US" sz="2250" dirty="0"/>
          </a:p>
          <a:p>
            <a:pPr algn="l" marL="285750" indent="-204151">
              <a:lnSpc>
                <a:spcPts val="3038"/>
              </a:lnSpc>
              <a:buSzPct val="100000"/>
              <a:buFont typeface="Arial"/>
              <a:buChar char="•"/>
            </a:pP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ip</a:t>
            </a:r>
            <a:endParaRPr lang="en-US" sz="2250" dirty="0"/>
          </a:p>
        </p:txBody>
      </p:sp>
      <p:sp>
        <p:nvSpPr>
          <p:cNvPr id="10" name="Connector line-1792373547554-881823328"/>
          <p:cNvSpPr/>
          <p:nvPr/>
        </p:nvSpPr>
        <p:spPr>
          <a:xfrm>
            <a:off x="990600" y="9486900"/>
            <a:ext cx="2914650" cy="0"/>
          </a:xfrm>
          <a:prstGeom prst="line">
            <a:avLst/>
          </a:prstGeom>
          <a:noFill/>
          <a:ln w="19050">
            <a:solidFill>
              <a:srgbClr val="3A3F4E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9AA0B5"/>
          </a:solidFill>
          <a:ln w="19050">
            <a:solidFill>
              <a:srgbClr val="9AA0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 12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00b7d9b1-0f49-4947-be72-44671a91e1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2026-10-19T01:32:57Z</dcterms:created>
  <dcterms:modified xsi:type="dcterms:W3CDTF">2026-10-19T01:32:57Z</dcterms:modified>
</cp:coreProperties>
</file>