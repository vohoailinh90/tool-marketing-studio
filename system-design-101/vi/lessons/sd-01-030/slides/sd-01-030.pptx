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763000" cy="38100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81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3000" dirty="0"/>
          </a:p>
        </p:txBody>
      </p:sp>
      <p:sp>
        <p:nvSpPr>
          <p:cNvPr id="5" name="Connector line-1792370627859-297441185"/>
          <p:cNvSpPr/>
          <p:nvPr/>
        </p:nvSpPr>
        <p:spPr>
          <a:xfrm>
            <a:off x="914400" y="55245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58102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hợp,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96500" y="1238250"/>
            <a:ext cx="7429500" cy="7810500"/>
          </a:xfrm>
          <a:prstGeom prst="roundRect">
            <a:avLst>
              <a:gd name="adj" fmla="val 564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0" y="142875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668000" y="2000250"/>
            <a:ext cx="6286500" cy="6667500"/>
          </a:xfrm>
          <a:prstGeom prst="roundRect">
            <a:avLst>
              <a:gd name="adj" fmla="val 5758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9000" y="219075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239500" y="2762250"/>
            <a:ext cx="5143500" cy="5524500"/>
          </a:xfrm>
          <a:prstGeom prst="roundRect">
            <a:avLst>
              <a:gd name="adj" fmla="val 5926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20500" y="295275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811000" y="3524250"/>
            <a:ext cx="4000500" cy="4381500"/>
          </a:xfrm>
          <a:prstGeom prst="roundRect">
            <a:avLst>
              <a:gd name="adj" fmla="val 619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92000" y="37147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477750" y="4762500"/>
            <a:ext cx="2667000" cy="2286000"/>
          </a:xfrm>
          <a:prstGeom prst="roundRect">
            <a:avLst>
              <a:gd name="adj" fmla="val 1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 sơ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thú</a:t>
            </a: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cưng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a985887-3b77-4045-a5e6-57a5499d62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 thú</a:t>
            </a: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7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3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7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phối hợp.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3905250" cy="5143500"/>
          </a:xfrm>
          <a:prstGeom prst="roundRect">
            <a:avLst>
              <a:gd name="adj" fmla="val 6829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90525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spc="14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38250" y="4476750"/>
            <a:ext cx="3333750" cy="3810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36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6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6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067300" y="3619500"/>
            <a:ext cx="3905250" cy="5143500"/>
          </a:xfrm>
          <a:prstGeom prst="roundRect">
            <a:avLst>
              <a:gd name="adj" fmla="val 6829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5391150" y="390525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spc="1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91150" y="4476750"/>
            <a:ext cx="3333750" cy="3810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gọi,</a:t>
            </a:r>
            <a:r>
              <a:rPr lang="en-US" sz="36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36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này?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220200" y="3619500"/>
            <a:ext cx="3905250" cy="5143500"/>
          </a:xfrm>
          <a:prstGeom prst="roundRect">
            <a:avLst>
              <a:gd name="adj" fmla="val 6829"/>
            </a:avLst>
          </a:prstGeom>
          <a:solidFill>
            <a:srgbClr val="DDE3FA"/>
          </a:solidFill>
          <a:ln/>
        </p:spPr>
      </p:sp>
      <p:sp>
        <p:nvSpPr>
          <p:cNvPr id="12" name="Text 10"/>
          <p:cNvSpPr/>
          <p:nvPr/>
        </p:nvSpPr>
        <p:spPr>
          <a:xfrm>
            <a:off x="9544050" y="390525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44050" y="4476750"/>
            <a:ext cx="3333750" cy="3810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Đầu</a:t>
            </a:r>
            <a:r>
              <a:rPr lang="en-US" sz="36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6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đồng?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3373100" y="3619500"/>
            <a:ext cx="4000500" cy="5143500"/>
          </a:xfrm>
          <a:prstGeom prst="roundRect">
            <a:avLst>
              <a:gd name="adj" fmla="val 6667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3696950" y="39052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95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696950" y="4476750"/>
            <a:ext cx="3429000" cy="3810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36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3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nhiêu?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c075256-03d1-4399-8a2a-c86616ffb7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kín,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29000"/>
            <a:ext cx="133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857" dirty="0"/>
          </a:p>
        </p:txBody>
      </p:sp>
      <p:sp>
        <p:nvSpPr>
          <p:cNvPr id="6" name="Text 4"/>
          <p:cNvSpPr/>
          <p:nvPr/>
        </p:nvSpPr>
        <p:spPr>
          <a:xfrm>
            <a:off x="2857500" y="3619500"/>
            <a:ext cx="1409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2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HTTPS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238750"/>
            <a:ext cx="133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857" dirty="0"/>
          </a:p>
        </p:txBody>
      </p:sp>
      <p:sp>
        <p:nvSpPr>
          <p:cNvPr id="9" name="Text 7"/>
          <p:cNvSpPr/>
          <p:nvPr/>
        </p:nvSpPr>
        <p:spPr>
          <a:xfrm>
            <a:off x="2857500" y="5429250"/>
            <a:ext cx="1409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4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14400" y="6762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48500"/>
            <a:ext cx="133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857" dirty="0"/>
          </a:p>
        </p:txBody>
      </p:sp>
      <p:sp>
        <p:nvSpPr>
          <p:cNvPr id="12" name="Text 10"/>
          <p:cNvSpPr/>
          <p:nvPr/>
        </p:nvSpPr>
        <p:spPr>
          <a:xfrm>
            <a:off x="2857500" y="7381875"/>
            <a:ext cx="14097000" cy="666750"/>
          </a:xfrm>
          <a:prstGeom prst="rect">
            <a:avLst/>
          </a:prstGeom>
          <a:noFill/>
          <a:ln/>
        </p:spPr>
        <p:txBody>
          <a:bodyPr wrap="square" lIns="0" tIns="11874" rIns="0" bIns="-11874" rtlCol="0" anchor="t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7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7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3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7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37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7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375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7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3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 quyền</a:t>
            </a:r>
            <a:endParaRPr lang="en-US" sz="37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a2bcf60-65f4-44c4-9cf2-bd0ab571aa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BÊN GỌI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857500" y="2857500"/>
            <a:ext cx="3619500" cy="857250"/>
          </a:xfrm>
          <a:prstGeom prst="roundRect">
            <a:avLst>
              <a:gd name="adj" fmla="val 24444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đã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 nhập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811000" y="2857500"/>
            <a:ext cx="3619500" cy="857250"/>
          </a:xfrm>
          <a:prstGeom prst="roundRect">
            <a:avLst>
              <a:gd name="adj" fmla="val 24444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</a:t>
            </a:r>
            <a:r>
              <a:rPr lang="en-US" sz="225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cưng</a:t>
            </a:r>
            <a:endParaRPr lang="en-US" sz="2250" dirty="0"/>
          </a:p>
        </p:txBody>
      </p:sp>
      <p:sp>
        <p:nvSpPr>
          <p:cNvPr id="6" name="Connector line-1792370785498-611868338"/>
          <p:cNvSpPr/>
          <p:nvPr/>
        </p:nvSpPr>
        <p:spPr>
          <a:xfrm>
            <a:off x="4667250" y="3714750"/>
            <a:ext cx="0" cy="4429125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7" name="Connector line-1792370785499-931316091"/>
          <p:cNvSpPr/>
          <p:nvPr/>
        </p:nvSpPr>
        <p:spPr>
          <a:xfrm>
            <a:off x="13620750" y="3714750"/>
            <a:ext cx="0" cy="4429125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0785499-59822617"/>
          <p:cNvSpPr/>
          <p:nvPr/>
        </p:nvSpPr>
        <p:spPr>
          <a:xfrm>
            <a:off x="4667250" y="4762500"/>
            <a:ext cx="88582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48250" y="419100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4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811250" y="5143500"/>
            <a:ext cx="3562350" cy="762000"/>
          </a:xfrm>
          <a:prstGeom prst="roundRect">
            <a:avLst>
              <a:gd name="adj" fmla="val 225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1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1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811250" y="6096000"/>
            <a:ext cx="356235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endParaRPr lang="en-US" sz="2100" dirty="0"/>
          </a:p>
        </p:txBody>
      </p:sp>
      <p:sp>
        <p:nvSpPr>
          <p:cNvPr id="12" name="Connector line-1792370785506-326248842"/>
          <p:cNvSpPr/>
          <p:nvPr/>
        </p:nvSpPr>
        <p:spPr>
          <a:xfrm flipH="1">
            <a:off x="4762500" y="7905750"/>
            <a:ext cx="88582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48250" y="733425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24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1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40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4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8286750"/>
            <a:ext cx="10477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Đăng nhập</a:t>
            </a:r>
            <a:r>
              <a:rPr lang="en-US" sz="2250" dirty="0" spc="7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được,</a:t>
            </a:r>
            <a:r>
              <a:rPr lang="en-US" sz="2250" dirty="0" spc="11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250" dirty="0" spc="2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250" dirty="0" spc="-19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250" dirty="0" spc="10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-2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250" dirty="0" spc="-4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250" dirty="0" spc="9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250" dirty="0" spc="1" kern="0">
                <a:solidFill>
                  <a:srgbClr val="FFB4A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346e6ff-222a-4225-bc37-a50704bf87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3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spc="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950" dirty="0"/>
          </a:p>
        </p:txBody>
      </p:sp>
      <p:sp>
        <p:nvSpPr>
          <p:cNvPr id="6" name="Text richtext-1792370807708-196885360"/>
          <p:cNvSpPr/>
          <p:nvPr/>
        </p:nvSpPr>
        <p:spPr>
          <a:xfrm>
            <a:off x="1333500" y="40957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-2858" rIns="0" bIns="2858" rtlCol="0" anchor="t"/>
          <a:lstStyle/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3000" dirty="0"/>
          </a:p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-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3000" dirty="0"/>
          </a:p>
          <a:p>
            <a:pPr algn="l" marL="381000" indent="-272202">
              <a:lnSpc>
                <a:spcPts val="4500"/>
              </a:lnSpc>
              <a:buSzPct val="100000"/>
              <a:buFont typeface="Arial"/>
              <a:buChar char="•"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7429500"/>
            <a:ext cx="7162800" cy="914400"/>
          </a:xfrm>
          <a:prstGeom prst="roundRect">
            <a:avLst>
              <a:gd name="adj" fmla="val 208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đồng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91700" y="34290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1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40957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42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791700" y="7239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hồ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12a1375-95f3-47b3-ba7b-1c00821067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chỉ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295400" y="47625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suất yêu cầu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6477000" y="3048000"/>
            <a:ext cx="533400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429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858000" y="47625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3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039600" y="3048000"/>
            <a:ext cx="533400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42900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12420600" y="47625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2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7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b="1" dirty="0" spc="-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52c8257-0aa3-4c67-978a-f4abbd98ac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2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 lời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spc="14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345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45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258300" y="285750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639300" y="3143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spc="1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39300" y="3714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345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thực,</a:t>
            </a:r>
            <a:r>
              <a:rPr lang="en-US" sz="345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34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7150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286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kiểu,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vi, kích</a:t>
            </a:r>
            <a:r>
              <a:rPr lang="en-US" sz="345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thước</a:t>
            </a: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258300" y="542925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39300" y="57150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39300" y="628650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4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</a:t>
            </a:r>
            <a:r>
              <a:rPr lang="en-US" sz="34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suất,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tác,</a:t>
            </a:r>
            <a:r>
              <a:rPr lang="en-US" sz="34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" y="81915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 không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-1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dd8492d-cfce-4694-8298-961bee20b7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dirty="0" spc="2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8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dirty="0" spc="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</a:t>
            </a:r>
            <a:r>
              <a:rPr lang="en-US" sz="2850" dirty="0" spc="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cưng</a:t>
            </a:r>
            <a:r>
              <a:rPr lang="en-US" sz="28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850" dirty="0" spc="-2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8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-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định?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3333750"/>
            <a:ext cx="16459200" cy="3143250"/>
          </a:xfrm>
          <a:prstGeom prst="roundRect">
            <a:avLst>
              <a:gd name="adj" fmla="val 9697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4429125"/>
            <a:ext cx="15430500" cy="952500"/>
          </a:xfrm>
          <a:prstGeom prst="rect">
            <a:avLst/>
          </a:prstGeom>
          <a:noFill/>
          <a:ln/>
        </p:spPr>
        <p:txBody>
          <a:bodyPr wrap="square" lIns="0" tIns="36195" rIns="0" bIns="-36195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14400" y="6953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1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b="1" spc="1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752475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477000" y="752475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7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2039600" y="7524750"/>
            <a:ext cx="5334000" cy="10477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</a:t>
            </a:r>
            <a:r>
              <a:rPr lang="en-US" sz="27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27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ab81425-3ea1-46df-a68f-fc416a45fc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6096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908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8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8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800" b="1" spc="1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67500" y="29908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3762375"/>
            <a:ext cx="51435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67500" y="3762375"/>
            <a:ext cx="10477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buộc,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danh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400" dirty="0"/>
          </a:p>
        </p:txBody>
      </p:sp>
      <p:sp>
        <p:nvSpPr>
          <p:cNvPr id="9" name="Connector line-1792370874829-333491919"/>
          <p:cNvSpPr/>
          <p:nvPr/>
        </p:nvSpPr>
        <p:spPr>
          <a:xfrm>
            <a:off x="914400" y="4619625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38250" y="48101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67500" y="4810125"/>
            <a:ext cx="10477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400" dirty="0"/>
          </a:p>
        </p:txBody>
      </p:sp>
      <p:sp>
        <p:nvSpPr>
          <p:cNvPr id="12" name="Connector line-1792370874837-298100246"/>
          <p:cNvSpPr/>
          <p:nvPr/>
        </p:nvSpPr>
        <p:spPr>
          <a:xfrm>
            <a:off x="914400" y="5667375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38250" y="5857875"/>
            <a:ext cx="51435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67500" y="5857875"/>
            <a:ext cx="10477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400" dirty="0" spc="-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2400" dirty="0"/>
          </a:p>
        </p:txBody>
      </p:sp>
      <p:sp>
        <p:nvSpPr>
          <p:cNvPr id="15" name="Connector line-1792370874842-534327216"/>
          <p:cNvSpPr/>
          <p:nvPr/>
        </p:nvSpPr>
        <p:spPr>
          <a:xfrm>
            <a:off x="914400" y="6715125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238250" y="6905625"/>
            <a:ext cx="51435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67500" y="6905625"/>
            <a:ext cx="10477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khẩu,</a:t>
            </a:r>
            <a:r>
              <a:rPr lang="en-US" sz="2400" dirty="0" spc="-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mật;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8286750"/>
            <a:ext cx="10477500" cy="666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1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r>
              <a:rPr lang="en-US" sz="21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21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427d856-1d25-4b52-b70b-681494516c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395287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429125"/>
            <a:ext cx="7239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dịch vụ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81025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96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295400" y="690562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7381875"/>
            <a:ext cx="7239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cấu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xác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58300" y="2857500"/>
            <a:ext cx="8115300" cy="6000750"/>
          </a:xfrm>
          <a:prstGeom prst="roundRect">
            <a:avLst>
              <a:gd name="adj" fmla="val 4444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39300" y="3143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4" name="Text richtext-1792370896298-958740269"/>
          <p:cNvSpPr/>
          <p:nvPr/>
        </p:nvSpPr>
        <p:spPr>
          <a:xfrm>
            <a:off x="9639300" y="3762375"/>
            <a:ext cx="7429500" cy="4857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dc8a7b4-9651-40a4-8381-f04ddc7fe8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2026-10-19T00:48:32Z</dcterms:created>
  <dcterms:modified xsi:type="dcterms:W3CDTF">2026-10-19T00:48:32Z</dcterms:modified>
</cp:coreProperties>
</file>