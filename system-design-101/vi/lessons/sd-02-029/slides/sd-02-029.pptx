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Discord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7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nghìn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tỷ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 nhắn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7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lần?</a:t>
            </a:r>
            <a:endParaRPr lang="en-US" sz="3000" dirty="0"/>
          </a:p>
        </p:txBody>
      </p:sp>
      <p:sp>
        <p:nvSpPr>
          <p:cNvPr id="5" name="Connector line-1792383094687-960309319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MongoDB,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Cassandra,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ScyllaDB.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1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MongoDB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Cassandra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ScyllaDB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</a:t>
            </a:r>
            <a:r>
              <a:rPr lang="en-US" sz="3150" dirty="0" spc="-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</a:t>
            </a:r>
            <a:r>
              <a:rPr lang="en-US" sz="315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p99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ebe3b42-c207-4054-956c-5bafaa6423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spc="7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177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48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Cassandra,</a:t>
            </a:r>
            <a:r>
              <a:rPr lang="en-US" sz="48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2022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 nghìn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nhắn;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3360817-d529-4649-9eab-39f44a77af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MONGODB</a:t>
            </a:r>
            <a:r>
              <a:rPr lang="en-US" sz="1950" b="1" spc="28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b="1" spc="28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2015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MongoDB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2017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Cassandra,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12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1515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2022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Cassandra,</a:t>
            </a:r>
            <a:r>
              <a:rPr lang="en-US" sz="345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177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349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59b32ba-5d0a-48e4-b7bd-74f5f13acb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6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r>
              <a:rPr lang="en-US" sz="66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4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CÂY</a:t>
            </a:r>
            <a:r>
              <a:rPr lang="en-US" sz="1950" b="1" spc="224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Cassandra</a:t>
            </a:r>
            <a:r>
              <a:rPr lang="en-US" sz="3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39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r>
              <a:rPr lang="en-US" sz="39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3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3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dồn</a:t>
            </a:r>
            <a:r>
              <a:rPr lang="en-US" sz="3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chậm,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1ae5ade4-59c1-4770-80b9-a315ce02e9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52400" cy="3429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Gộp</a:t>
            </a:r>
            <a:r>
              <a:rPr lang="en-US" sz="72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72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SSTable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2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phục</a:t>
            </a: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28750" y="685800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7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hai,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2f087ab-02d0-49ed-8a0d-99f925ce75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</a:t>
            </a:r>
            <a:r>
              <a:rPr lang="en-US" sz="1950" b="1" spc="28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Discord</a:t>
            </a:r>
            <a:r>
              <a:rPr lang="en-US" sz="66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6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ScyllaDB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33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33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endParaRPr lang="en-US" sz="3300" dirty="0"/>
          </a:p>
        </p:txBody>
      </p:sp>
      <p:sp>
        <p:nvSpPr>
          <p:cNvPr id="7" name="Connector line-1792383139594-948993474"/>
          <p:cNvSpPr/>
          <p:nvPr/>
        </p:nvSpPr>
        <p:spPr>
          <a:xfrm>
            <a:off x="6029325" y="4667250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19875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2775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80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62775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 bằng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Rust</a:t>
            </a:r>
            <a:endParaRPr lang="en-US" sz="3300" dirty="0"/>
          </a:p>
        </p:txBody>
      </p:sp>
      <p:sp>
        <p:nvSpPr>
          <p:cNvPr id="11" name="Connector line-1792383139599-690839713"/>
          <p:cNvSpPr/>
          <p:nvPr/>
        </p:nvSpPr>
        <p:spPr>
          <a:xfrm>
            <a:off x="11734800" y="4667250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2535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66825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7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SCYLLADB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6825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Tương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Cassandra, viết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33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C++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7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vọt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c060e24-429a-4e2e-8b82-3e908ea4bfc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8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spc="2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</a:t>
            </a:r>
            <a:r>
              <a:rPr lang="en-US" sz="69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p99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nguồn</a:t>
            </a:r>
            <a:endParaRPr lang="en-US" sz="6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  <a:gridCol w="5486400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Độ</a:t>
                      </a:r>
                      <a:r>
                        <a:rPr lang="en-US" sz="240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trễ</a:t>
                      </a:r>
                      <a:r>
                        <a:rPr lang="en-US" sz="240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p99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7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Cassandra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8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ScyllaDB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6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Đọc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40</a:t>
                      </a:r>
                      <a:r>
                        <a:rPr lang="en-US" sz="2400" dirty="0" spc="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125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15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3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Ghi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</a:t>
                      </a:r>
                      <a:r>
                        <a:rPr lang="en-US" sz="2400" dirty="0" spc="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400" dirty="0" spc="-4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70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</a:t>
                      </a: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3055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nhờ</a:t>
            </a:r>
            <a:r>
              <a:rPr lang="en-US" sz="210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Rust.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2e1e6b2-fe43-45bb-beb0-0187b3dd0d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Kênh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trăm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LSM: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3f7255b-a359-4f26-8387-3de9dd16d1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cây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LSM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766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676900" y="3181350"/>
            <a:ext cx="11315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 thêm,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</a:t>
            </a:r>
            <a:r>
              <a:rPr lang="en-US" sz="28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95400" y="4152900"/>
            <a:ext cx="15697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6400" y="45720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57900" y="4476750"/>
            <a:ext cx="10553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676400" y="5448300"/>
            <a:ext cx="14935200" cy="1143000"/>
          </a:xfrm>
          <a:prstGeom prst="roundRect">
            <a:avLst>
              <a:gd name="adj" fmla="val 16667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58674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38900" y="5772150"/>
            <a:ext cx="9791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Bớt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28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69723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cf6d75c8-214b-411b-a046-9272e1941f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RAM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Random</a:t>
                      </a: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Access</a:t>
                      </a: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Memory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nhớ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25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LSM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Log-Structured</a:t>
                      </a:r>
                      <a:r>
                        <a:rPr lang="en-US" sz="2250" dirty="0" spc="-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Merge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ghi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nối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thêm,</a:t>
                      </a:r>
                      <a:r>
                        <a:rPr lang="en-US" sz="2250" dirty="0" spc="-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250" dirty="0" spc="-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gộp</a:t>
                      </a: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tệp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3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250" dirty="0" spc="-1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2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lớp</a:t>
                      </a:r>
                      <a:r>
                        <a:rPr lang="en-US" sz="2250" dirty="0" spc="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250" dirty="0" spc="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250" dirty="0" spc="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9151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73342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78676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Discord</a:t>
            </a:r>
            <a:r>
              <a:rPr lang="en-US" sz="18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5e492d62-0d63-4b82-a166-d01cc8c9e8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2026-10-19T04:13:00Z</dcterms:created>
  <dcterms:modified xsi:type="dcterms:W3CDTF">2026-10-19T04:13:00Z</dcterms:modified>
</cp:coreProperties>
</file>