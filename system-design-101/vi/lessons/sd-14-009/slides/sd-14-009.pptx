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81100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r>
              <a:rPr lang="en-US" sz="81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vắng?</a:t>
            </a:r>
            <a:endParaRPr lang="en-US" sz="3000" dirty="0"/>
          </a:p>
        </p:txBody>
      </p:sp>
      <p:sp>
        <p:nvSpPr>
          <p:cNvPr id="5" name="Connector line-1792428269846-402249155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15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ai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314325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2000250"/>
                </a:moveTo>
                <a:cubicBezTo>
                  <a:pt x="828675" y="20002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447675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666750"/>
                </a:moveTo>
                <a:cubicBezTo>
                  <a:pt x="828675" y="6667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250" y="514350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0"/>
                </a:moveTo>
                <a:cubicBezTo>
                  <a:pt x="828675" y="0"/>
                  <a:pt x="828675" y="666750"/>
                  <a:pt x="1657350" y="6667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0"/>
                </a:moveTo>
                <a:cubicBezTo>
                  <a:pt x="828675" y="0"/>
                  <a:pt x="828675" y="2000250"/>
                  <a:pt x="165735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0" y="48768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hộ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Set-Cookie</a:t>
            </a:r>
            <a:r>
              <a:rPr lang="en-US" sz="1875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75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1875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75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75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HttpOnly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SameSite:</a:t>
            </a:r>
            <a:r>
              <a:rPr lang="en-US" sz="1875" b="1" dirty="0" spc="3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75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75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75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1875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1875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875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b222e97-e59f-4fea-bab1-00acd8cfdb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906000" cy="32385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tính: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lúc</a:t>
            </a:r>
            <a:r>
              <a:rPr lang="en-US" sz="7800" dirty="0" spc="-2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có,</a:t>
            </a:r>
            <a:r>
              <a:rPr lang="en-US" sz="78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7800" dirty="0" spc="-4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vắng.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hộ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239500" y="1619250"/>
            <a:ext cx="6134100" cy="5715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58600" y="1962150"/>
            <a:ext cx="342900" cy="3429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30100" y="200025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SET-COOKIE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658600" y="276225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tên=giá</a:t>
            </a:r>
            <a:r>
              <a:rPr lang="en-US" sz="33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658600" y="3467100"/>
            <a:ext cx="533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658600" y="390525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430250" y="3905250"/>
            <a:ext cx="1238250" cy="571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Path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658600" y="466725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430250" y="4667250"/>
            <a:ext cx="19050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HttpOnly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658600" y="5429250"/>
            <a:ext cx="2000250" cy="571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SameSite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658600" y="619125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Expires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430250" y="6191250"/>
            <a:ext cx="180975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Max-Age</a:t>
            </a:r>
            <a:endParaRPr lang="en-US" sz="2100" dirty="0"/>
          </a:p>
        </p:txBody>
      </p:sp>
      <p:sp>
        <p:nvSpPr>
          <p:cNvPr id="17" name="Connector line-1792428271183-28728176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50e89e9-fde7-4423-96b2-22f7028c99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SET-COOKIE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VI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Set-Cookie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49400" y="876300"/>
            <a:ext cx="31242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Domain;</a:t>
            </a:r>
            <a:r>
              <a:rPr lang="en-US" sz="19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401800" y="1066800"/>
            <a:ext cx="190500" cy="1905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Connector line-1792428272095-755824550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3219450"/>
            <a:ext cx="5257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15100" y="3219450"/>
            <a:ext cx="5257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b="1" dirty="0" spc="-1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15800" y="3219450"/>
            <a:ext cx="5257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b="1" dirty="0" spc="-1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371850" y="3829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8972550" y="3829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Shape 10"/>
          <p:cNvSpPr/>
          <p:nvPr/>
        </p:nvSpPr>
        <p:spPr>
          <a:xfrm>
            <a:off x="14573250" y="3829050"/>
            <a:ext cx="342900" cy="3429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476750"/>
            <a:ext cx="5257800" cy="25717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47625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Set-Cookie</a:t>
            </a:r>
            <a:endParaRPr lang="en-US" sz="3900" dirty="0"/>
          </a:p>
        </p:txBody>
      </p:sp>
      <p:sp>
        <p:nvSpPr>
          <p:cNvPr id="15" name="Text richtext-1792428272105-696207079"/>
          <p:cNvSpPr/>
          <p:nvPr/>
        </p:nvSpPr>
        <p:spPr>
          <a:xfrm>
            <a:off x="1295400" y="56197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tên=giá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tính: cách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15100" y="4476750"/>
            <a:ext cx="5257800" cy="25717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6896100" y="47625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3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6896100" y="56197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 lại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15800" y="4476750"/>
            <a:ext cx="5257800" cy="25717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2496800" y="4762500"/>
            <a:ext cx="4495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8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3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2496800" y="56197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3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700" dirty="0"/>
          </a:p>
        </p:txBody>
      </p:sp>
      <p:sp>
        <p:nvSpPr>
          <p:cNvPr id="23" name="Connector line-1792428272134-42294402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5f7e0e20-a57e-4506-9921-3b62ae97d8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00" b="1" spc="2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HTTPONLY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cờ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kín cookie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49400" y="876300"/>
            <a:ext cx="3124200" cy="571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Secure;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HttpOnly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401800" y="1066800"/>
            <a:ext cx="190500" cy="1905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57500"/>
            <a:ext cx="8058150" cy="3810000"/>
          </a:xfrm>
          <a:prstGeom prst="roundRect">
            <a:avLst>
              <a:gd name="adj" fmla="val 9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Secure</a:t>
            </a:r>
            <a:endParaRPr lang="en-US" sz="5400" dirty="0"/>
          </a:p>
        </p:txBody>
      </p:sp>
      <p:sp>
        <p:nvSpPr>
          <p:cNvPr id="8" name="Text richtext-1792428275105-67263877"/>
          <p:cNvSpPr/>
          <p:nvPr/>
        </p:nvSpPr>
        <p:spPr>
          <a:xfrm>
            <a:off x="1295400" y="4286250"/>
            <a:ext cx="7296150" cy="2095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HTTPS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Localhost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Safari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315450" y="2857500"/>
            <a:ext cx="8058150" cy="3810000"/>
          </a:xfrm>
          <a:prstGeom prst="roundRect">
            <a:avLst>
              <a:gd name="adj" fmla="val 9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200400"/>
            <a:ext cx="72961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HttpOnly</a:t>
            </a:r>
            <a:endParaRPr lang="en-US" sz="5400" dirty="0"/>
          </a:p>
        </p:txBody>
      </p:sp>
      <p:sp>
        <p:nvSpPr>
          <p:cNvPr id="11" name="Text richtext-1792428275126-746261908"/>
          <p:cNvSpPr/>
          <p:nvPr/>
        </p:nvSpPr>
        <p:spPr>
          <a:xfrm>
            <a:off x="9696450" y="4286250"/>
            <a:ext cx="7296150" cy="2095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document.cookie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27692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HttpOnly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vắng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document.cookie,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13" name="Connector line-1792428275137-20476233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dbdef13-8a6a-4451-83c1-e405b89221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SAMESITE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 xuyên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site?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49400" y="876300"/>
            <a:ext cx="31242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SameSite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401800" y="1066800"/>
            <a:ext cx="190500" cy="1905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57500"/>
            <a:ext cx="5257800" cy="4191000"/>
          </a:xfrm>
          <a:prstGeom prst="roundRect">
            <a:avLst>
              <a:gd name="adj" fmla="val 8182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20040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Strict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57300" y="428625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57300" y="51435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15100" y="2857500"/>
            <a:ext cx="5257800" cy="4191000"/>
          </a:xfrm>
          <a:prstGeom prst="roundRect">
            <a:avLst>
              <a:gd name="adj" fmla="val 8182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20040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0" y="428625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858000" y="51435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cao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115800" y="2857500"/>
            <a:ext cx="5257800" cy="4191000"/>
          </a:xfrm>
          <a:prstGeom prst="roundRect">
            <a:avLst>
              <a:gd name="adj" fmla="val 8182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58700" y="320040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None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58700" y="428625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458700" y="5143500"/>
            <a:ext cx="45720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7429500"/>
            <a:ext cx="16459200" cy="1143000"/>
          </a:xfrm>
          <a:prstGeom prst="roundRect">
            <a:avLst>
              <a:gd name="adj" fmla="val 3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None: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700" dirty="0"/>
          </a:p>
        </p:txBody>
      </p:sp>
      <p:sp>
        <p:nvSpPr>
          <p:cNvPr id="19" name="Connector line-1792428277157-42098053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9baa4a0-0b5d-4446-8507-1b2e3b97aa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49400" y="876300"/>
            <a:ext cx="31242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Expires;</a:t>
            </a:r>
            <a:r>
              <a:rPr lang="en-US" sz="19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Max-Age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4401800" y="1066800"/>
            <a:ext cx="190500" cy="1905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7" name="Shape 5"/>
          <p:cNvSpPr/>
          <p:nvPr/>
        </p:nvSpPr>
        <p:spPr>
          <a:xfrm>
            <a:off x="1123950" y="31432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" y="3276600"/>
            <a:ext cx="76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30861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Expires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Max-Age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0750" y="36195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476750"/>
            <a:ext cx="16459200" cy="1333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3950" y="4762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123950" y="4895850"/>
            <a:ext cx="76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90750" y="470535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90750" y="523875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096000"/>
            <a:ext cx="16459200" cy="1333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950" y="63817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123950" y="6515100"/>
            <a:ext cx="76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90750" y="63246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300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b="1" dirty="0" spc="-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90750" y="68580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097000" y="6438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650" b="1" spc="14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650" b="1" spc="1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650" dirty="0"/>
          </a:p>
        </p:txBody>
      </p:sp>
      <p:sp>
        <p:nvSpPr>
          <p:cNvPr id="22" name="Connector line-1792428279374-2252741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fc757437-3ea4-43ac-b1b6-e9cdd61fbf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SameSite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ràng</a:t>
            </a:r>
            <a:endParaRPr lang="en-US" sz="6900" dirty="0"/>
          </a:p>
        </p:txBody>
      </p:sp>
      <p:sp>
        <p:nvSpPr>
          <p:cNvPr id="4" name="Connector line-1792428280941-669535221"/>
          <p:cNvSpPr/>
          <p:nvPr/>
        </p:nvSpPr>
        <p:spPr>
          <a:xfrm>
            <a:off x="914400" y="3143250"/>
            <a:ext cx="1645920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5" name="Shape 3"/>
          <p:cNvSpPr/>
          <p:nvPr/>
        </p:nvSpPr>
        <p:spPr>
          <a:xfrm>
            <a:off x="4457700" y="2971800"/>
            <a:ext cx="342900" cy="3429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13487400" y="2971800"/>
            <a:ext cx="342900" cy="342900"/>
          </a:xfrm>
          <a:prstGeom prst="ellipse">
            <a:avLst/>
          </a:prstGeom>
          <a:solidFill>
            <a:srgbClr val="9AA0B5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619500"/>
            <a:ext cx="7429500" cy="2381250"/>
          </a:xfrm>
          <a:prstGeom prst="roundRect">
            <a:avLst>
              <a:gd name="adj" fmla="val 144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9243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NGAY</a:t>
            </a:r>
            <a:r>
              <a:rPr lang="en-US" sz="16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17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5400" y="440055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Form</a:t>
            </a: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</a:t>
            </a:r>
            <a:r>
              <a:rPr lang="en-US" sz="33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site:</a:t>
            </a:r>
            <a:r>
              <a:rPr lang="en-US" sz="33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cookie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295400" y="55626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Chromium,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SameSite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944100" y="3619500"/>
            <a:ext cx="7429500" cy="2381250"/>
          </a:xfrm>
          <a:prstGeom prst="roundRect">
            <a:avLst>
              <a:gd name="adj" fmla="val 14400"/>
            </a:avLst>
          </a:prstGeom>
          <a:solidFill>
            <a:srgbClr val="1E212B"/>
          </a:solidFill>
          <a:ln w="28575">
            <a:solidFill>
              <a:srgbClr val="6B70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25100" y="39243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130</a:t>
            </a:r>
            <a:r>
              <a:rPr lang="en-US" sz="165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1650" b="1" spc="21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325100" y="4400550"/>
            <a:ext cx="666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Form</a:t>
            </a: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</a:t>
            </a:r>
            <a:r>
              <a:rPr lang="en-US" sz="33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site: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0325100" y="55626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cookie,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6286500"/>
            <a:ext cx="16459200" cy="1143000"/>
          </a:xfrm>
          <a:prstGeom prst="roundRect">
            <a:avLst>
              <a:gd name="adj" fmla="val 3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tốt,</a:t>
            </a:r>
            <a:r>
              <a:rPr lang="en-US" sz="270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nhúng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715250"/>
            <a:ext cx="16459200" cy="1238250"/>
          </a:xfrm>
          <a:prstGeom prst="roundRect">
            <a:avLst>
              <a:gd name="adj" fmla="val 27692"/>
            </a:avLst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924800"/>
            <a:ext cx="1569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SameSite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ràng,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95400" y="8496300"/>
            <a:ext cx="1569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 của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endParaRPr lang="en-US" sz="1950" dirty="0"/>
          </a:p>
        </p:txBody>
      </p:sp>
      <p:sp>
        <p:nvSpPr>
          <p:cNvPr id="19" name="Connector line-1792428280964-36608417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c73c9403-2b1a-45a5-903d-3278a1ff92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Form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POST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cookie?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19450"/>
            <a:ext cx="5905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5905500" cy="4572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Form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site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b="1" dirty="0" spc="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1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1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Lax,</a:t>
            </a:r>
            <a:r>
              <a:rPr lang="en-US" sz="31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Strict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1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19450"/>
            <a:ext cx="868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TRÊN</a:t>
            </a:r>
            <a:r>
              <a:rPr lang="en-US" sz="16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305800" y="3714750"/>
            <a:ext cx="86868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8439150" y="38481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Strict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572750" y="39814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305800" y="4857750"/>
            <a:ext cx="86868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8439150" y="49911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Lax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572750" y="51244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305800" y="6000750"/>
            <a:ext cx="86868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150" y="61341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572750" y="62674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(xem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 7)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305800" y="7334250"/>
            <a:ext cx="86868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00" b="1" dirty="0" spc="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 POST: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Lax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Strict.</a:t>
            </a:r>
            <a:endParaRPr lang="en-US" sz="2400" dirty="0"/>
          </a:p>
        </p:txBody>
      </p:sp>
      <p:sp>
        <p:nvSpPr>
          <p:cNvPr id="19" name="Connector line-1792428283388-48054733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1cd9928-e70d-49c3-9a70-38c219869f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9530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3352800"/>
            <a:ext cx="4267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57300" y="377190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Gộp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57300" y="4667250"/>
            <a:ext cx="42672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400" dirty="0"/>
          </a:p>
        </p:txBody>
      </p:sp>
      <p:sp>
        <p:nvSpPr>
          <p:cNvPr id="8" name="Connector line-1792428285390-626430904"/>
          <p:cNvSpPr/>
          <p:nvPr/>
        </p:nvSpPr>
        <p:spPr>
          <a:xfrm>
            <a:off x="5943600" y="4619625"/>
            <a:ext cx="6477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6667500" y="3048000"/>
            <a:ext cx="4953000" cy="314325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0400" y="3352800"/>
            <a:ext cx="4267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1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10400" y="377190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3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900" dirty="0"/>
          </a:p>
        </p:txBody>
      </p:sp>
      <p:sp>
        <p:nvSpPr>
          <p:cNvPr id="12" name="Text richtext-1792428285395-716649689"/>
          <p:cNvSpPr/>
          <p:nvPr/>
        </p:nvSpPr>
        <p:spPr>
          <a:xfrm>
            <a:off x="7010400" y="4667250"/>
            <a:ext cx="42672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Path,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Expires,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Max-Age</a:t>
            </a:r>
            <a:endParaRPr lang="en-US" sz="2400" dirty="0"/>
          </a:p>
        </p:txBody>
      </p:sp>
      <p:sp>
        <p:nvSpPr>
          <p:cNvPr id="13" name="Connector line-1792428285399-225608697"/>
          <p:cNvSpPr/>
          <p:nvPr/>
        </p:nvSpPr>
        <p:spPr>
          <a:xfrm>
            <a:off x="11696700" y="4619625"/>
            <a:ext cx="6477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4" name="Shape 12"/>
          <p:cNvSpPr/>
          <p:nvPr/>
        </p:nvSpPr>
        <p:spPr>
          <a:xfrm>
            <a:off x="12420600" y="3048000"/>
            <a:ext cx="4953000" cy="3143250"/>
          </a:xfrm>
          <a:prstGeom prst="roundRect">
            <a:avLst>
              <a:gd name="adj" fmla="val 10909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763500" y="3352800"/>
            <a:ext cx="4267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763500" y="377190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Chromium</a:t>
            </a:r>
            <a:r>
              <a:rPr lang="en-US" sz="39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141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763500" y="4667250"/>
            <a:ext cx="426720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24000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915150"/>
            <a:ext cx="15697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SameSite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Lax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95400" y="7524750"/>
            <a:ext cx="156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141,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21" name="Connector line-1792428285409-67511487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671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543012a-aefd-4a85-87ba-a539926aa9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301942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238500" y="283845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238500" y="321945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2100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467677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238500" y="449580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238500" y="487680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8674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633412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238500" y="615315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238500" y="653415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16" name="Connector line-1792428286388-542804829"/>
          <p:cNvSpPr/>
          <p:nvPr/>
        </p:nvSpPr>
        <p:spPr>
          <a:xfrm>
            <a:off x="11734800" y="2552700"/>
            <a:ext cx="0" cy="47434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077700" y="2552700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8" name="Text richtext-1792428286390-188912873"/>
          <p:cNvSpPr/>
          <p:nvPr/>
        </p:nvSpPr>
        <p:spPr>
          <a:xfrm>
            <a:off x="12077700" y="3028950"/>
            <a:ext cx="5295900" cy="1619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 Set-Cookie,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SameSite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 HTTP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077700" y="4953000"/>
            <a:ext cx="5295900" cy="238125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141.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20" name="Connector line-1792428286399-60609539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36a9325-51a1-42d0-b841-cedffa1521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2026-10-19T18:10:26Z</dcterms:created>
  <dcterms:modified xsi:type="dcterms:W3CDTF">2026-10-19T18:10:26Z</dcterms:modified>
</cp:coreProperties>
</file>