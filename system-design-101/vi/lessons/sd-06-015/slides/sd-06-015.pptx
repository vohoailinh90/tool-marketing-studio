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0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524500"/>
            <a:ext cx="394335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5762625"/>
            <a:ext cx="333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19200" y="6858000"/>
            <a:ext cx="3333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 hạn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086350" y="5524500"/>
            <a:ext cx="394335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1150" y="5762625"/>
            <a:ext cx="333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5391150" y="6858000"/>
            <a:ext cx="3333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0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258300" y="5524500"/>
            <a:ext cx="394335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5762625"/>
            <a:ext cx="333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9563100" y="6858000"/>
            <a:ext cx="3333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 khóa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nóng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430250" y="5524500"/>
            <a:ext cx="394335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35050" y="5762625"/>
            <a:ext cx="333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3735050" y="6858000"/>
            <a:ext cx="3333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 nhớ</a:t>
            </a:r>
            <a:r>
              <a:rPr lang="en-US" sz="3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sập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bcd61d3-2201-46b3-9596-f3ba9f258c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HỎNG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52400" cy="3619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3048000"/>
            <a:ext cx="15811500" cy="3810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tải,</a:t>
            </a: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 hỏng.</a:t>
            </a:r>
            <a:endParaRPr lang="en-US" sz="6900" dirty="0"/>
          </a:p>
        </p:txBody>
      </p:sp>
      <p:sp>
        <p:nvSpPr>
          <p:cNvPr id="6" name="Text 4"/>
          <p:cNvSpPr/>
          <p:nvPr/>
        </p:nvSpPr>
        <p:spPr>
          <a:xfrm>
            <a:off x="1524000" y="7524750"/>
            <a:ext cx="15811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cách: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tán,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550" dirty="0"/>
          </a:p>
        </p:txBody>
      </p:sp>
      <p:sp>
        <p:nvSpPr>
          <p:cNvPr id="7" name="Connector line-1792372548485-79983165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3b62b047-4242-48fe-8a82-3e9683c397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180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000500" y="2762250"/>
            <a:ext cx="657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spc="2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19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801350" y="2762250"/>
            <a:ext cx="657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19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3286125"/>
            <a:ext cx="2857500" cy="2381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5857875"/>
            <a:ext cx="2857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000500" y="3286125"/>
            <a:ext cx="6572250" cy="2381250"/>
          </a:xfrm>
          <a:prstGeom prst="roundRect">
            <a:avLst>
              <a:gd name="adj" fmla="val 96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4381500" y="3476625"/>
            <a:ext cx="5810250" cy="12382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300" dirty="0" spc="-3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3300" dirty="0" spc="-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300" dirty="0" spc="3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300" dirty="0" spc="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300" dirty="0" spc="-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4381500" y="4810125"/>
            <a:ext cx="5810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100" dirty="0" spc="-6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100" dirty="0" spc="-6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801350" y="3286125"/>
            <a:ext cx="6572250" cy="2381250"/>
          </a:xfrm>
          <a:prstGeom prst="roundRect">
            <a:avLst>
              <a:gd name="adj" fmla="val 9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3476625"/>
            <a:ext cx="5810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3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sập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4000500" y="5857875"/>
            <a:ext cx="6572250" cy="2190750"/>
          </a:xfrm>
          <a:prstGeom prst="roundRect">
            <a:avLst>
              <a:gd name="adj" fmla="val 104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1500" y="6048375"/>
            <a:ext cx="5810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 không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10801350" y="5857875"/>
            <a:ext cx="6572250" cy="2190750"/>
          </a:xfrm>
          <a:prstGeom prst="roundRect">
            <a:avLst>
              <a:gd name="adj" fmla="val 10435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11182350" y="5857875"/>
            <a:ext cx="5810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4000500" y="8286750"/>
            <a:ext cx="13373100" cy="6667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9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hạn;</a:t>
            </a:r>
            <a:r>
              <a:rPr lang="en-US" sz="19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chữa:</a:t>
            </a:r>
            <a:r>
              <a:rPr lang="en-US" sz="19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1950" dirty="0"/>
          </a:p>
        </p:txBody>
      </p:sp>
      <p:sp>
        <p:nvSpPr>
          <p:cNvPr id="18" name="Connector line-1792372549431-50579794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974e2fd-f930-4dd7-9aea-4587cbd59c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2900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Xin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57300" y="4762500"/>
            <a:ext cx="4343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7" name="Connector line-1792372596959-885937394"/>
          <p:cNvSpPr/>
          <p:nvPr/>
        </p:nvSpPr>
        <p:spPr>
          <a:xfrm>
            <a:off x="6019800" y="4381500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29400" y="3143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72300" y="342900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6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600" dirty="0" spc="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972300" y="4762500"/>
            <a:ext cx="4343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11" name="Connector line-1792372596965-729393512"/>
          <p:cNvSpPr/>
          <p:nvPr/>
        </p:nvSpPr>
        <p:spPr>
          <a:xfrm>
            <a:off x="11734800" y="4381500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44400" y="3143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87300" y="342900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2687300" y="4762500"/>
            <a:ext cx="4343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400" y="619125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76200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22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Bloom.</a:t>
            </a:r>
            <a:endParaRPr lang="en-US" sz="2250" dirty="0"/>
          </a:p>
        </p:txBody>
      </p:sp>
      <p:sp>
        <p:nvSpPr>
          <p:cNvPr id="17" name="Connector line-1792372596978-12347959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6272886-d834-4db0-8c82-77608d0c51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 ·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8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nạp</a:t>
            </a:r>
            <a:endParaRPr lang="en-US" sz="6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7571232"/>
                <a:gridCol w="4937760"/>
                <a:gridCol w="3950208"/>
              </a:tblGrid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400" b="1" dirty="0" spc="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8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Lần</a:t>
                      </a:r>
                      <a:r>
                        <a:rPr lang="en-US" sz="24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 cơ</a:t>
                      </a:r>
                      <a:r>
                        <a:rPr lang="en-US" sz="24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b="1" dirty="0" spc="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b="1" dirty="0" spc="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Chờ</a:t>
                      </a:r>
                      <a:r>
                        <a:rPr lang="en-US" sz="24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lâu</a:t>
                      </a:r>
                      <a:r>
                        <a:rPr lang="en-US" sz="24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B45309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400" b="1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vệ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50,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205–210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Giành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SET</a:t>
                      </a:r>
                      <a:r>
                        <a:rPr lang="en-US" sz="240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NX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PX</a:t>
                      </a:r>
                      <a:r>
                        <a:rPr lang="en-US" sz="2400" b="1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2000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(6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lần),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(4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211–403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Giành</a:t>
                      </a:r>
                      <a:r>
                        <a:rPr lang="en-US" sz="2400" b="1" dirty="0" spc="-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khóa,</a:t>
                      </a:r>
                      <a:r>
                        <a:rPr lang="en-US" sz="2400" b="1" dirty="0" spc="-1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400" b="1" dirty="0" spc="4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b="1" dirty="0" spc="-1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400" b="1" dirty="0" spc="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đệm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1,</a:t>
                      </a:r>
                      <a:r>
                        <a:rPr lang="en-US" sz="2400" b="1" dirty="0" spc="-4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</a:t>
                      </a:r>
                      <a:r>
                        <a:rPr lang="en-US" sz="2400" b="1" dirty="0" spc="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213–216 ms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5247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collapse.</a:t>
            </a:r>
            <a:endParaRPr lang="en-US" sz="2100" dirty="0"/>
          </a:p>
        </p:txBody>
      </p:sp>
      <p:sp>
        <p:nvSpPr>
          <p:cNvPr id="6" name="Connector line-1792372597853-65359834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ed3d66d-1ef4-416f-ae4a-7c8ba82f1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80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Che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361950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4476750"/>
            <a:ext cx="3048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 cầu</a:t>
            </a:r>
            <a:endParaRPr lang="en-US" sz="3300" dirty="0"/>
          </a:p>
        </p:txBody>
      </p:sp>
      <p:sp>
        <p:nvSpPr>
          <p:cNvPr id="6" name="Connector line-1792372598684-586144630"/>
          <p:cNvSpPr/>
          <p:nvPr/>
        </p:nvSpPr>
        <p:spPr>
          <a:xfrm flipV="1">
            <a:off x="4629150" y="3714750"/>
            <a:ext cx="1714500" cy="1143000"/>
          </a:xfrm>
          <a:prstGeom prst="line">
            <a:avLst/>
          </a:prstGeom>
          <a:noFill/>
          <a:ln w="47625">
            <a:solidFill>
              <a:srgbClr val="8A867C"/>
            </a:solidFill>
            <a:prstDash val="lgDash"/>
            <a:headEnd type="none"/>
            <a:tailEnd type="triangle"/>
          </a:ln>
        </p:spPr>
      </p:sp>
      <p:sp>
        <p:nvSpPr>
          <p:cNvPr id="7" name="Connector line-1792372598685-702334847"/>
          <p:cNvSpPr/>
          <p:nvPr/>
        </p:nvSpPr>
        <p:spPr>
          <a:xfrm>
            <a:off x="4629150" y="5810250"/>
            <a:ext cx="1714500" cy="8572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477000" y="2857500"/>
            <a:ext cx="53340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3048000"/>
            <a:ext cx="457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300" dirty="0" spc="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300" dirty="0" spc="7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3300" dirty="0" spc="-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sập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6858000" y="376237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cụm: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không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477000" y="5810250"/>
            <a:ext cx="5334000" cy="1809750"/>
          </a:xfrm>
          <a:prstGeom prst="roundRect">
            <a:avLst>
              <a:gd name="adj" fmla="val 14737"/>
            </a:avLst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0" y="6000750"/>
            <a:ext cx="457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Circuit</a:t>
            </a:r>
            <a:r>
              <a:rPr lang="en-US" sz="3300" dirty="0" spc="-16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breaker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858000" y="6715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 ngưỡng:</a:t>
            </a:r>
            <a:r>
              <a:rPr lang="en-US" sz="2100" dirty="0" spc="-1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1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100" dirty="0" spc="-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100" dirty="0"/>
          </a:p>
        </p:txBody>
      </p:sp>
      <p:sp>
        <p:nvSpPr>
          <p:cNvPr id="14" name="Connector line-1792372598694-572689871"/>
          <p:cNvSpPr/>
          <p:nvPr/>
        </p:nvSpPr>
        <p:spPr>
          <a:xfrm>
            <a:off x="11906250" y="6715125"/>
            <a:ext cx="12382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3277850" y="5810250"/>
            <a:ext cx="4095750" cy="1809750"/>
          </a:xfrm>
          <a:prstGeom prst="roundRect">
            <a:avLst>
              <a:gd name="adj" fmla="val 1473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20750" y="5810250"/>
            <a:ext cx="34099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0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0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80962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Breaker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 vẫn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100" dirty="0"/>
          </a:p>
        </p:txBody>
      </p:sp>
      <p:sp>
        <p:nvSpPr>
          <p:cNvPr id="18" name="Connector line-1792372598699-12037045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3930101-2474-4a9a-b881-21b6306601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0096500" y="2857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191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286000" y="4191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PX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96500" y="4191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nhả: lại hai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524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524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286000" y="5524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096500" y="5524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 hạn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script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Lua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858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858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2286000" y="6858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096500" y="6858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Redlock</a:t>
            </a:r>
            <a:endParaRPr lang="en-US" sz="2100" dirty="0"/>
          </a:p>
        </p:txBody>
      </p:sp>
      <p:sp>
        <p:nvSpPr>
          <p:cNvPr id="20" name="Connector line-1792372599530-17152938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ac6ff6a-c618-4532-a8b6-008e6adf7f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giờ: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tải?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001000" cy="2857500"/>
          </a:xfrm>
          <a:prstGeom prst="rect">
            <a:avLst/>
          </a:prstGeom>
          <a:noFill/>
          <a:ln/>
        </p:spPr>
        <p:txBody>
          <a:bodyPr wrap="square" lIns="0" tIns="198120" rIns="0" bIns="-198120" rtlCol="0" anchor="ctr"/>
          <a:lstStyle/>
          <a:p>
            <a:pPr algn="l" indent="0" marL="0">
              <a:lnSpc>
                <a:spcPts val="19500"/>
              </a:lnSpc>
              <a:buNone/>
            </a:pPr>
            <a:r>
              <a:rPr lang="en-US" sz="195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r>
              <a:rPr lang="en-US" sz="19500" dirty="0" spc="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8001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0–599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372600" y="295275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3190875"/>
            <a:ext cx="723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33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7917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581025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6048375"/>
            <a:ext cx="723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3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791700" y="67627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nhiên;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tán.</a:t>
            </a:r>
            <a:endParaRPr lang="en-US" sz="2250" dirty="0"/>
          </a:p>
        </p:txBody>
      </p:sp>
      <p:sp>
        <p:nvSpPr>
          <p:cNvPr id="12" name="Connector line-1792372637708-72893877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75584f5-bd43-4b52-b431-b876283a60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chữa,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bịt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hở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2638614-349536907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80%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Breaker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2638639-311669195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cách;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giành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 nạp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80%: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breaker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400" dirty="0"/>
          </a:p>
        </p:txBody>
      </p:sp>
      <p:sp>
        <p:nvSpPr>
          <p:cNvPr id="10" name="Connector line-1792372638648-3355215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3e3ea40-2491-4d57-9fcc-4f1e2595ec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3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429000" y="3009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</a:t>
            </a:r>
            <a:r>
              <a:rPr lang="en-US" sz="1800" dirty="0" spc="-5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29000" y="33909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7625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429000" y="4819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520065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phối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6572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3429000" y="66294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29000" y="70104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096500" y="2857500"/>
            <a:ext cx="72771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572750" y="32385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richtext-1792372639544-628621281"/>
          <p:cNvSpPr/>
          <p:nvPr/>
        </p:nvSpPr>
        <p:spPr>
          <a:xfrm>
            <a:off x="10572750" y="3810000"/>
            <a:ext cx="6324600" cy="3238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Circuit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Breaker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572750" y="7334250"/>
            <a:ext cx="6324600" cy="8572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định;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endParaRPr lang="en-US" sz="1800" dirty="0"/>
          </a:p>
        </p:txBody>
      </p:sp>
      <p:sp>
        <p:nvSpPr>
          <p:cNvPr id="17" name="Connector line-1792372639554-77297391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f46da59-bc5d-4101-9107-3c10a95b4a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2026-10-19T02:33:42Z</dcterms:created>
  <dcterms:modified xsi:type="dcterms:W3CDTF">2026-10-19T02:33:42Z</dcterms:modified>
</cp:coreProperties>
</file>