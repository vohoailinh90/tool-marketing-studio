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096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16383000" cy="3238500"/>
          </a:xfrm>
          <a:prstGeom prst="rect">
            <a:avLst/>
          </a:prstGeom>
          <a:noFill/>
          <a:ln/>
        </p:spPr>
        <p:txBody>
          <a:bodyPr wrap="square" lIns="0" tIns="44869" rIns="0" bIns="-44869" rtlCol="0" anchor="t"/>
          <a:lstStyle/>
          <a:p>
            <a:pPr algn="l" indent="0" marL="0">
              <a:lnSpc>
                <a:spcPts val="7769"/>
              </a:lnSpc>
              <a:buNone/>
            </a:pPr>
            <a:r>
              <a:rPr lang="en-US" sz="7063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7063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7063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7063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 dữ</a:t>
            </a:r>
            <a:r>
              <a:rPr lang="en-US" sz="7063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7063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 nhau</a:t>
            </a:r>
            <a:r>
              <a:rPr lang="en-US" sz="7063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7063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7063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hứa:</a:t>
            </a:r>
            <a:r>
              <a:rPr lang="en-US" sz="7063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7063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dịch,</a:t>
            </a:r>
            <a:r>
              <a:rPr lang="en-US" sz="7063" dirty="0" spc="-10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lược</a:t>
            </a:r>
            <a:r>
              <a:rPr lang="en-US" sz="7063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7063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063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7063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7063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rộng</a:t>
            </a:r>
            <a:endParaRPr lang="en-US" sz="7063" dirty="0"/>
          </a:p>
        </p:txBody>
      </p:sp>
      <p:sp>
        <p:nvSpPr>
          <p:cNvPr id="4" name="Text 2"/>
          <p:cNvSpPr/>
          <p:nvPr/>
        </p:nvSpPr>
        <p:spPr>
          <a:xfrm>
            <a:off x="952500" y="4762500"/>
            <a:ext cx="1638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30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chừng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0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52500" y="6286500"/>
            <a:ext cx="80010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Phạm</a:t>
            </a:r>
            <a:r>
              <a:rPr lang="en-US" sz="225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250" b="1" dirty="0" spc="-1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2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2250" b="1" dirty="0" spc="-1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1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2250" b="1" dirty="0" spc="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334500" y="6286500"/>
            <a:ext cx="80010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250" b="1" dirty="0" spc="-1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250" b="1" dirty="0" spc="-1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2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2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" y="7620000"/>
            <a:ext cx="80010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Cột</a:t>
            </a:r>
            <a:r>
              <a:rPr lang="en-US" sz="22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334500" y="7620000"/>
            <a:ext cx="80010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0" name="Moda image moda-export-watermark-8fde40b7-8022-4f42-83ba-b407ed3261d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 câu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7200" dirty="0" spc="-7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72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72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hứa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52500" y="2381250"/>
            <a:ext cx="7810500" cy="4381500"/>
          </a:xfrm>
          <a:prstGeom prst="roundRect">
            <a:avLst>
              <a:gd name="adj" fmla="val 521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76225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PostgreSQL</a:t>
            </a:r>
            <a:endParaRPr lang="en-US" sz="3000" dirty="0"/>
          </a:p>
        </p:txBody>
      </p:sp>
      <p:sp>
        <p:nvSpPr>
          <p:cNvPr id="5" name="Text richtext-1792458680652-376690493"/>
          <p:cNvSpPr/>
          <p:nvPr/>
        </p:nvSpPr>
        <p:spPr>
          <a:xfrm>
            <a:off x="1333500" y="3619500"/>
            <a:ext cx="7048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244981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dịch:</a:t>
            </a:r>
            <a:r>
              <a:rPr lang="en-US" sz="27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tất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700" dirty="0"/>
          </a:p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cả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525000" y="2381250"/>
            <a:ext cx="7810500" cy="4381500"/>
          </a:xfrm>
          <a:prstGeom prst="roundRect">
            <a:avLst>
              <a:gd name="adj" fmla="val 5217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0" y="276225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Redis</a:t>
            </a:r>
            <a:endParaRPr lang="en-US" sz="3000" dirty="0"/>
          </a:p>
        </p:txBody>
      </p:sp>
      <p:sp>
        <p:nvSpPr>
          <p:cNvPr id="8" name="Text richtext-1792458680678-842674666"/>
          <p:cNvSpPr/>
          <p:nvPr/>
        </p:nvSpPr>
        <p:spPr>
          <a:xfrm>
            <a:off x="9906000" y="3619500"/>
            <a:ext cx="7048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244981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7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rollback</a:t>
            </a:r>
            <a:endParaRPr lang="en-US" sz="2700" dirty="0"/>
          </a:p>
          <a:p>
            <a:pPr algn="l" marL="342900" indent="-244981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700" dirty="0"/>
          </a:p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100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7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rời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 không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52500" y="7429500"/>
            <a:ext cx="16383000" cy="1238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7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Lược</a:t>
            </a:r>
            <a:r>
              <a:rPr lang="en-US" sz="2550" dirty="0" spc="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đồ</a:t>
            </a:r>
            <a:r>
              <a:rPr lang="en-US" sz="2550" dirty="0" spc="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khi</a:t>
            </a:r>
            <a:r>
              <a:rPr lang="en-US" sz="2550" dirty="0" spc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ghi</a:t>
            </a:r>
            <a:r>
              <a:rPr lang="en-US" sz="255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bắt</a:t>
            </a:r>
            <a:r>
              <a:rPr lang="en-US" sz="2550" dirty="0" spc="-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lỗi</a:t>
            </a:r>
            <a:r>
              <a:rPr lang="en-US" sz="2550" dirty="0" spc="-1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ngay;</a:t>
            </a:r>
            <a:r>
              <a:rPr lang="en-US" sz="2550" dirty="0" spc="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khi</a:t>
            </a:r>
            <a:r>
              <a:rPr lang="en-US" sz="2550" dirty="0" spc="-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đọc</a:t>
            </a:r>
            <a:r>
              <a:rPr lang="en-US" sz="255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đẩy</a:t>
            </a:r>
            <a:r>
              <a:rPr lang="en-US" sz="2550" dirty="0" spc="-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việc kiểm sang</a:t>
            </a:r>
            <a:r>
              <a:rPr lang="en-US" sz="2550" dirty="0" spc="1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người</a:t>
            </a:r>
            <a:r>
              <a:rPr lang="en-US" sz="2550" dirty="0" spc="-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đọc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Text 18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7e248f09-d74a-4683-b5ea-6e924eb20b1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81000"/>
            <a:ext cx="1638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1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Phạm</a:t>
            </a:r>
            <a:r>
              <a:rPr lang="en-US" sz="6241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</a:t>
            </a:r>
            <a:r>
              <a:rPr lang="en-US" sz="6241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6241" dirty="0" spc="-3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tử:</a:t>
            </a:r>
            <a:r>
              <a:rPr lang="en-US" sz="6241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chuyển</a:t>
            </a:r>
            <a:r>
              <a:rPr lang="en-US" sz="6241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100</a:t>
            </a:r>
            <a:r>
              <a:rPr lang="en-US" sz="6241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241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</a:t>
            </a:r>
            <a:r>
              <a:rPr lang="en-US" sz="6241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sang</a:t>
            </a:r>
            <a:r>
              <a:rPr lang="en-US" sz="6241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</a:t>
            </a:r>
            <a:endParaRPr lang="en-US" sz="6241" dirty="0"/>
          </a:p>
        </p:txBody>
      </p:sp>
      <p:sp>
        <p:nvSpPr>
          <p:cNvPr id="3" name="Text 1"/>
          <p:cNvSpPr/>
          <p:nvPr/>
        </p:nvSpPr>
        <p:spPr>
          <a:xfrm>
            <a:off x="1143000" y="1619250"/>
            <a:ext cx="3429000" cy="609600"/>
          </a:xfrm>
          <a:prstGeom prst="roundRect">
            <a:avLst>
              <a:gd name="adj" fmla="val 21875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6858000" y="1619250"/>
            <a:ext cx="3429000" cy="609600"/>
          </a:xfrm>
          <a:prstGeom prst="roundRect">
            <a:avLst>
              <a:gd name="adj" fmla="val 21875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2573000" y="1619250"/>
            <a:ext cx="3429000" cy="609600"/>
          </a:xfrm>
          <a:prstGeom prst="roundRect">
            <a:avLst>
              <a:gd name="adj" fmla="val 21875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endParaRPr lang="en-US" sz="2250" dirty="0"/>
          </a:p>
        </p:txBody>
      </p:sp>
      <p:sp>
        <p:nvSpPr>
          <p:cNvPr id="6" name="Connector line-1792458681900-353948994"/>
          <p:cNvSpPr/>
          <p:nvPr/>
        </p:nvSpPr>
        <p:spPr>
          <a:xfrm>
            <a:off x="2857500" y="2228850"/>
            <a:ext cx="0" cy="5391150"/>
          </a:xfrm>
          <a:prstGeom prst="line">
            <a:avLst/>
          </a:prstGeom>
          <a:noFill/>
          <a:ln w="28575">
            <a:solidFill>
              <a:srgbClr val="C9C2AE"/>
            </a:solidFill>
            <a:prstDash val="lgDash"/>
            <a:headEnd type="none"/>
            <a:tailEnd type="none"/>
          </a:ln>
        </p:spPr>
      </p:sp>
      <p:sp>
        <p:nvSpPr>
          <p:cNvPr id="7" name="Connector line-1792458681900-93698096"/>
          <p:cNvSpPr/>
          <p:nvPr/>
        </p:nvSpPr>
        <p:spPr>
          <a:xfrm>
            <a:off x="8572500" y="2228850"/>
            <a:ext cx="0" cy="5391150"/>
          </a:xfrm>
          <a:prstGeom prst="line">
            <a:avLst/>
          </a:prstGeom>
          <a:noFill/>
          <a:ln w="28575">
            <a:solidFill>
              <a:srgbClr val="C9C2AE"/>
            </a:solidFill>
            <a:prstDash val="lgDash"/>
            <a:headEnd type="none"/>
            <a:tailEnd type="none"/>
          </a:ln>
        </p:spPr>
      </p:sp>
      <p:sp>
        <p:nvSpPr>
          <p:cNvPr id="8" name="Connector line-1792458681901-705337283"/>
          <p:cNvSpPr/>
          <p:nvPr/>
        </p:nvSpPr>
        <p:spPr>
          <a:xfrm>
            <a:off x="14287500" y="2228850"/>
            <a:ext cx="0" cy="5391150"/>
          </a:xfrm>
          <a:prstGeom prst="line">
            <a:avLst/>
          </a:prstGeom>
          <a:noFill/>
          <a:ln w="28575">
            <a:solidFill>
              <a:srgbClr val="C9C2AE"/>
            </a:solidFill>
            <a:prstDash val="lgDash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3143250" y="249555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</a:t>
            </a:r>
            <a:r>
              <a:rPr lang="en-US" sz="210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endParaRPr lang="en-US" sz="2100" dirty="0"/>
          </a:p>
        </p:txBody>
      </p:sp>
      <p:sp>
        <p:nvSpPr>
          <p:cNvPr id="10" name="Connector line-1792458681903-258661827"/>
          <p:cNvSpPr/>
          <p:nvPr/>
        </p:nvSpPr>
        <p:spPr>
          <a:xfrm>
            <a:off x="2857500" y="2952750"/>
            <a:ext cx="57150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1" name="Text 9"/>
          <p:cNvSpPr/>
          <p:nvPr/>
        </p:nvSpPr>
        <p:spPr>
          <a:xfrm>
            <a:off x="3143250" y="31623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2.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b: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100" dirty="0"/>
          </a:p>
        </p:txBody>
      </p:sp>
      <p:sp>
        <p:nvSpPr>
          <p:cNvPr id="12" name="Connector line-1792458681905-176469868"/>
          <p:cNvSpPr/>
          <p:nvPr/>
        </p:nvSpPr>
        <p:spPr>
          <a:xfrm>
            <a:off x="2857500" y="3619500"/>
            <a:ext cx="57150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3" name="Text 11"/>
          <p:cNvSpPr/>
          <p:nvPr/>
        </p:nvSpPr>
        <p:spPr>
          <a:xfrm>
            <a:off x="6096000" y="3905250"/>
            <a:ext cx="4953000" cy="857250"/>
          </a:xfrm>
          <a:prstGeom prst="roundRect">
            <a:avLst>
              <a:gd name="adj" fmla="val 15556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Hủy</a:t>
            </a:r>
            <a:r>
              <a:rPr lang="en-US" sz="210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1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1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dịch:</a:t>
            </a:r>
            <a:r>
              <a:rPr lang="en-US" sz="210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10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500,</a:t>
            </a:r>
            <a:r>
              <a:rPr lang="en-US" sz="210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10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143250" y="504825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</a:t>
            </a:r>
            <a:r>
              <a:rPr lang="en-US" sz="210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endParaRPr lang="en-US" sz="2100" dirty="0"/>
          </a:p>
        </p:txBody>
      </p:sp>
      <p:sp>
        <p:nvSpPr>
          <p:cNvPr id="15" name="Connector line-1792458681917-24544618"/>
          <p:cNvSpPr/>
          <p:nvPr/>
        </p:nvSpPr>
        <p:spPr>
          <a:xfrm>
            <a:off x="2857500" y="5505450"/>
            <a:ext cx="114300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6" name="Text 14"/>
          <p:cNvSpPr/>
          <p:nvPr/>
        </p:nvSpPr>
        <p:spPr>
          <a:xfrm>
            <a:off x="3143250" y="57150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2.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b: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100" dirty="0"/>
          </a:p>
        </p:txBody>
      </p:sp>
      <p:sp>
        <p:nvSpPr>
          <p:cNvPr id="17" name="Connector line-1792458681919-469817043"/>
          <p:cNvSpPr/>
          <p:nvPr/>
        </p:nvSpPr>
        <p:spPr>
          <a:xfrm>
            <a:off x="2857500" y="6172200"/>
            <a:ext cx="114300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8" name="Text 16"/>
          <p:cNvSpPr/>
          <p:nvPr/>
        </p:nvSpPr>
        <p:spPr>
          <a:xfrm>
            <a:off x="11811000" y="6457950"/>
            <a:ext cx="4953000" cy="952500"/>
          </a:xfrm>
          <a:prstGeom prst="roundRect">
            <a:avLst>
              <a:gd name="adj" fmla="val 14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100" b="1" dirty="0" spc="-1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b="1" dirty="0" spc="-1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10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chạy:</a:t>
            </a:r>
            <a:r>
              <a:rPr lang="en-US" sz="210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10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400, b</a:t>
            </a:r>
            <a:r>
              <a:rPr lang="en-US" sz="210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52500" y="7905750"/>
            <a:ext cx="16383000" cy="6096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1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hệ:</a:t>
            </a:r>
            <a:r>
              <a:rPr lang="en-US" sz="21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10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dòng.</a:t>
            </a:r>
            <a:r>
              <a:rPr lang="en-US" sz="2100" b="1" dirty="0" spc="-5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liệu:</a:t>
            </a:r>
            <a:r>
              <a:rPr lang="en-US" sz="2100" b="1" dirty="0" spc="-1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r>
              <a:rPr lang="en-US" sz="210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Khóa–giá</a:t>
            </a:r>
            <a:r>
              <a:rPr lang="en-US" sz="2100" b="1" dirty="0" spc="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trị:</a:t>
            </a:r>
            <a:r>
              <a:rPr lang="en-US" sz="2100" b="1" dirty="0" spc="-1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52500" y="8686800"/>
            <a:ext cx="16383000" cy="6096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Lược</a:t>
            </a:r>
            <a:r>
              <a:rPr lang="en-US" sz="210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đồ:</a:t>
            </a:r>
            <a:r>
              <a:rPr lang="en-US" sz="210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10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10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1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ghi;</a:t>
            </a:r>
            <a:r>
              <a:rPr lang="en-US" sz="210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1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10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b="1" dirty="0" spc="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10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1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2" name="Shape 20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3" name="Shape 21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5" name="Shape 23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6" name="Shape 24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7" name="Shape 25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8" name="Shape 26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9" name="Shape 27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30" name="Shape 28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31" name="Text 29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0445cadd-4a78-41f2-86c5-3f3d0e1f058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Mở</a:t>
            </a:r>
            <a:r>
              <a:rPr lang="en-US" sz="7500" dirty="0" spc="-1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rộng</a:t>
            </a:r>
            <a:r>
              <a:rPr lang="en-US" sz="7500" dirty="0" spc="-8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-1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cột</a:t>
            </a:r>
            <a:r>
              <a:rPr lang="en-US" sz="7500" dirty="0" spc="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75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52500" y="2476500"/>
            <a:ext cx="7810500" cy="5334000"/>
          </a:xfrm>
          <a:prstGeom prst="roundRect">
            <a:avLst>
              <a:gd name="adj" fmla="val 4286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85750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9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Mở</a:t>
            </a:r>
            <a:r>
              <a:rPr lang="en-US" sz="3000" dirty="0" spc="-2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rộng</a:t>
            </a:r>
            <a:endParaRPr lang="en-US" sz="3000" dirty="0"/>
          </a:p>
        </p:txBody>
      </p:sp>
      <p:sp>
        <p:nvSpPr>
          <p:cNvPr id="5" name="Text richtext-1792458682738-624935180"/>
          <p:cNvSpPr/>
          <p:nvPr/>
        </p:nvSpPr>
        <p:spPr>
          <a:xfrm>
            <a:off x="1333500" y="3714750"/>
            <a:ext cx="70485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244981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hệ: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chia</a:t>
            </a:r>
            <a:r>
              <a:rPr lang="en-US" sz="27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partition</a:t>
            </a:r>
            <a:endParaRPr lang="en-US" sz="2700" dirty="0"/>
          </a:p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Khóa–giá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trị: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7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525000" y="2476500"/>
            <a:ext cx="7810500" cy="5334000"/>
          </a:xfrm>
          <a:prstGeom prst="roundRect">
            <a:avLst>
              <a:gd name="adj" fmla="val 4286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0" y="285750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Cột</a:t>
            </a:r>
            <a:r>
              <a:rPr lang="en-US" sz="300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kiểu</a:t>
            </a:r>
            <a:r>
              <a:rPr lang="en-US" sz="300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số</a:t>
            </a:r>
            <a:r>
              <a:rPr lang="en-US" sz="300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(qty int)</a:t>
            </a:r>
            <a:endParaRPr lang="en-US" sz="3000" dirty="0"/>
          </a:p>
        </p:txBody>
      </p:sp>
      <p:sp>
        <p:nvSpPr>
          <p:cNvPr id="8" name="Text richtext-1792458682758-914064456"/>
          <p:cNvSpPr/>
          <p:nvPr/>
        </p:nvSpPr>
        <p:spPr>
          <a:xfrm>
            <a:off x="9906000" y="3714750"/>
            <a:ext cx="70485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244981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r>
              <a:rPr lang="en-US" sz="27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2700" dirty="0"/>
          </a:p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Lỗi: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invalid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input</a:t>
            </a:r>
            <a:r>
              <a:rPr lang="en-US" sz="27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syntax</a:t>
            </a:r>
            <a:r>
              <a:rPr lang="en-US" sz="27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type</a:t>
            </a:r>
            <a:r>
              <a:rPr lang="en-US" sz="27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integer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52500" y="8191500"/>
            <a:ext cx="16383000" cy="857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Lược</a:t>
            </a: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đồ</a:t>
            </a:r>
            <a:r>
              <a:rPr lang="en-US" sz="25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khi</a:t>
            </a:r>
            <a:r>
              <a:rPr lang="en-US" sz="25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ghi</a:t>
            </a:r>
            <a:r>
              <a:rPr lang="en-US" sz="25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chặn</a:t>
            </a:r>
            <a:r>
              <a:rPr lang="en-US" sz="25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lỗi</a:t>
            </a:r>
            <a:r>
              <a:rPr lang="en-US" sz="25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ở</a:t>
            </a:r>
            <a:r>
              <a:rPr lang="en-US" sz="255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chỗ</a:t>
            </a:r>
            <a:r>
              <a:rPr lang="en-US" sz="2550" dirty="0" spc="-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nó</a:t>
            </a:r>
            <a:r>
              <a:rPr lang="en-US" sz="25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sinh</a:t>
            </a:r>
            <a:r>
              <a:rPr lang="en-US" sz="2550" dirty="0" spc="-1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ra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0" name="Text 18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67ac9612-d962-4d8e-a17f-6eff50a627f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1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Cột</a:t>
            </a:r>
            <a:r>
              <a:rPr lang="en-US" sz="7500" dirty="0" spc="-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7500" dirty="0" spc="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7500" dirty="0" spc="-8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(doc</a:t>
            </a:r>
            <a:r>
              <a:rPr lang="en-US" sz="7500" dirty="0" spc="-6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jsonb)</a:t>
            </a:r>
            <a:endParaRPr lang="en-US" sz="7500" dirty="0"/>
          </a:p>
        </p:txBody>
      </p:sp>
      <p:sp>
        <p:nvSpPr>
          <p:cNvPr id="3" name="Text 1"/>
          <p:cNvSpPr/>
          <p:nvPr/>
        </p:nvSpPr>
        <p:spPr>
          <a:xfrm>
            <a:off x="952500" y="2857500"/>
            <a:ext cx="4762500" cy="3048000"/>
          </a:xfrm>
          <a:prstGeom prst="roundRect">
            <a:avLst>
              <a:gd name="adj" fmla="val 75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Ghi: cả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 dòng</a:t>
            </a:r>
            <a:r>
              <a:rPr lang="en-US" sz="28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6762750" y="2857500"/>
            <a:ext cx="4762500" cy="3048000"/>
          </a:xfrm>
          <a:prstGeom prst="roundRect">
            <a:avLst>
              <a:gd name="adj" fmla="val 75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Đọc: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qty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2573000" y="2857500"/>
            <a:ext cx="4762500" cy="3048000"/>
          </a:xfrm>
          <a:prstGeom prst="roundRect">
            <a:avLst>
              <a:gd name="adj" fmla="val 75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2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300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3000" b="1" dirty="0" spc="-2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0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300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3000" dirty="0"/>
          </a:p>
        </p:txBody>
      </p:sp>
      <p:sp>
        <p:nvSpPr>
          <p:cNvPr id="6" name="Connector line-1792458683694-183773383"/>
          <p:cNvSpPr/>
          <p:nvPr/>
        </p:nvSpPr>
        <p:spPr>
          <a:xfrm>
            <a:off x="5715000" y="4381500"/>
            <a:ext cx="1047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7" name="Connector line-1792458683695-886985897"/>
          <p:cNvSpPr/>
          <p:nvPr/>
        </p:nvSpPr>
        <p:spPr>
          <a:xfrm>
            <a:off x="11525250" y="4381500"/>
            <a:ext cx="1047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952500" y="6667500"/>
            <a:ext cx="8001000" cy="1809750"/>
          </a:xfrm>
          <a:prstGeom prst="roundRect">
            <a:avLst>
              <a:gd name="adj" fmla="val 12632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"qty":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"hai"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ép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334500" y="6667500"/>
            <a:ext cx="8001000" cy="1809750"/>
          </a:xfrm>
          <a:prstGeom prst="roundRect">
            <a:avLst>
              <a:gd name="adj" fmla="val 12632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 dùng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so_luong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lặng lẽ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Text 18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43270148-91cd-49ce-b38a-c2d540e3f7e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428750"/>
            <a:ext cx="152400" cy="5334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3" name="Text 1"/>
          <p:cNvSpPr/>
          <p:nvPr/>
        </p:nvSpPr>
        <p:spPr>
          <a:xfrm>
            <a:off x="1524000" y="104775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2100" b="1" spc="22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4</a:t>
            </a:r>
            <a:r>
              <a:rPr lang="en-US" sz="21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524000" y="1619250"/>
            <a:ext cx="15716250" cy="51435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9900"/>
              </a:lnSpc>
              <a:buNone/>
            </a:pPr>
            <a:r>
              <a:rPr lang="en-US" sz="9000" dirty="0" spc="-18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90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hash</a:t>
            </a:r>
            <a:r>
              <a:rPr lang="en-US" sz="90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line:2</a:t>
            </a:r>
            <a:r>
              <a:rPr lang="en-US" sz="90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90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qty</a:t>
            </a:r>
            <a:r>
              <a:rPr lang="en-US" sz="90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=</a:t>
            </a:r>
            <a:r>
              <a:rPr lang="en-US" sz="90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9000" dirty="0" spc="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mà</a:t>
            </a:r>
            <a:r>
              <a:rPr lang="en-US" sz="90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90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9000" dirty="0" spc="-3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952500" y="7429500"/>
            <a:ext cx="16383000" cy="1333500"/>
          </a:xfrm>
          <a:prstGeom prst="roundRect">
            <a:avLst>
              <a:gd name="adj" fmla="val 17143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 khi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ghi.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7" name="Shape 5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8" name="Shape 6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9" name="Shape 7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8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2" name="Shape 10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Text 14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31e94b29-bdff-491d-8080-7bb05348991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52500" y="2476500"/>
            <a:ext cx="16383000" cy="28575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 w="19050">
            <a:solidFill>
              <a:srgbClr val="3A3E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3543300"/>
            <a:ext cx="723900" cy="7239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richtext-1792458685248-462608584"/>
          <p:cNvSpPr/>
          <p:nvPr/>
        </p:nvSpPr>
        <p:spPr>
          <a:xfrm>
            <a:off x="2381250" y="2667000"/>
            <a:ext cx="14478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23850" indent="-23137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Đây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lời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hứa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5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endParaRPr lang="en-US" sz="2550" dirty="0"/>
          </a:p>
          <a:p>
            <a:pPr algn="l" marL="323850" indent="-23137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9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WATCH;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jsonb</a:t>
            </a:r>
            <a:endParaRPr lang="en-US" sz="2550" dirty="0"/>
          </a:p>
          <a:p>
            <a:pPr algn="l" marL="323850" indent="-231371">
              <a:buSzPct val="100000"/>
              <a:buFont typeface="Arial"/>
              <a:buChar char="•"/>
            </a:pPr>
            <a:r>
              <a:rPr lang="en-US" sz="2550" dirty="0" spc="-7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500" y="5715000"/>
            <a:ext cx="16383000" cy="1905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19050">
            <a:solidFill>
              <a:srgbClr val="3A3E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3500" y="6305550"/>
            <a:ext cx="723900" cy="7239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2381250" y="5905500"/>
            <a:ext cx="1447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(mở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rộng):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Azure.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0" name="Shape 8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3" name="Shape 11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6" name="Shape 14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7" name="Shape 15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8" name="Shape 16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9" name="Text 17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e93a0031-93a8-4b6a-bec2-37e09fc5f0a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Ví</a:t>
            </a:r>
            <a:r>
              <a:rPr lang="en-US" sz="6900" dirty="0" spc="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điện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tử</a:t>
            </a:r>
            <a:r>
              <a:rPr lang="en-US" sz="69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 Redis: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chuyện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xảy</a:t>
            </a:r>
            <a:r>
              <a:rPr lang="en-US" sz="69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ra?</a:t>
            </a:r>
            <a:endParaRPr lang="en-US" sz="6900" dirty="0"/>
          </a:p>
        </p:txBody>
      </p:sp>
      <p:sp>
        <p:nvSpPr>
          <p:cNvPr id="3" name="Connector line-1792458686029-197673640"/>
          <p:cNvSpPr/>
          <p:nvPr/>
        </p:nvSpPr>
        <p:spPr>
          <a:xfrm>
            <a:off x="1905000" y="3143250"/>
            <a:ext cx="14478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714500" y="2952750"/>
            <a:ext cx="381000" cy="3810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5" name="Shape 3"/>
          <p:cNvSpPr/>
          <p:nvPr/>
        </p:nvSpPr>
        <p:spPr>
          <a:xfrm>
            <a:off x="6096000" y="2952750"/>
            <a:ext cx="381000" cy="3810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0" y="2952750"/>
            <a:ext cx="381000" cy="381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7" name="Shape 5"/>
          <p:cNvSpPr/>
          <p:nvPr/>
        </p:nvSpPr>
        <p:spPr>
          <a:xfrm>
            <a:off x="14859000" y="2952750"/>
            <a:ext cx="381000" cy="381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3619500"/>
            <a:ext cx="342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7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…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EXEC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334000" y="3619500"/>
            <a:ext cx="342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5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Trừ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715500" y="3619500"/>
            <a:ext cx="342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Cộng</a:t>
            </a:r>
            <a:r>
              <a:rPr lang="en-US" sz="2250" b="1" dirty="0" spc="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25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4097000" y="3619500"/>
            <a:ext cx="342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Tiền biến</a:t>
            </a:r>
            <a:r>
              <a:rPr lang="en-US" sz="22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mất,</a:t>
            </a:r>
            <a:r>
              <a:rPr lang="en-US" sz="225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rollback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52500" y="5715000"/>
            <a:ext cx="16383000" cy="1238250"/>
          </a:xfrm>
          <a:prstGeom prst="roundRect">
            <a:avLst>
              <a:gd name="adj" fmla="val 18462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dòng: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tất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 (cơ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hệ)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52500" y="7334250"/>
            <a:ext cx="16383000" cy="1238250"/>
          </a:xfrm>
          <a:prstGeom prst="roundRect">
            <a:avLst>
              <a:gd name="adj" fmla="val 1846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nhiều, miễn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nơi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giao dịch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3" name="Shape 21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4" name="Text 22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7aeccb87-430e-4b0c-8859-3e0dbde4876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75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7500" dirty="0" spc="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endParaRPr lang="en-US" sz="7500" dirty="0"/>
          </a:p>
        </p:txBody>
      </p:sp>
      <p:sp>
        <p:nvSpPr>
          <p:cNvPr id="3" name="Text 1"/>
          <p:cNvSpPr/>
          <p:nvPr/>
        </p:nvSpPr>
        <p:spPr>
          <a:xfrm>
            <a:off x="952500" y="2476500"/>
            <a:ext cx="16383000" cy="1619250"/>
          </a:xfrm>
          <a:prstGeom prst="roundRect">
            <a:avLst>
              <a:gd name="adj" fmla="val 1176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nguồn: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dẫn, phần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52500" y="4381500"/>
            <a:ext cx="16383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70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ngay: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2500" y="6286500"/>
            <a:ext cx="16383000" cy="1619250"/>
          </a:xfrm>
          <a:prstGeom prst="roundRect">
            <a:avLst>
              <a:gd name="adj" fmla="val 11765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7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Một</a:t>
            </a:r>
            <a:r>
              <a:rPr lang="en-US" sz="3000" dirty="0" spc="1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điều</a:t>
            </a:r>
            <a:r>
              <a:rPr lang="en-US" sz="3000" dirty="0" spc="-1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lấy</a:t>
            </a:r>
            <a:r>
              <a:rPr lang="en-US" sz="3000" dirty="0" spc="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từ</a:t>
            </a:r>
            <a:r>
              <a:rPr lang="en-US" sz="3000" dirty="0" spc="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tài liệu:</a:t>
            </a:r>
            <a:r>
              <a:rPr lang="en-US" sz="3000" dirty="0" spc="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cách</a:t>
            </a:r>
            <a:r>
              <a:rPr lang="en-US" sz="300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mở</a:t>
            </a:r>
            <a:r>
              <a:rPr lang="en-US" sz="3000" dirty="0" spc="-2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rộng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7" name="Shape 5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8" name="Shape 6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9" name="Shape 7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8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Text 14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08c82155-1535-4fcf-9b92-6786bf6126b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9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52500" y="2000250"/>
            <a:ext cx="5238750" cy="1905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8250" y="2143125"/>
            <a:ext cx="46672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ACID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tử,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quán,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lập, bền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vững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6524625" y="2000250"/>
            <a:ext cx="5238750" cy="1905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10375" y="2143125"/>
            <a:ext cx="46672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trúc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2096750" y="2000250"/>
            <a:ext cx="5238750" cy="1905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0" y="2143125"/>
            <a:ext cx="46672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JSON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cặp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2500" y="4572000"/>
            <a:ext cx="1638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2100" dirty="0"/>
          </a:p>
        </p:txBody>
      </p:sp>
      <p:sp>
        <p:nvSpPr>
          <p:cNvPr id="10" name="Text richtext-1792458687785-191363280"/>
          <p:cNvSpPr/>
          <p:nvPr/>
        </p:nvSpPr>
        <p:spPr>
          <a:xfrm>
            <a:off x="952500" y="5048250"/>
            <a:ext cx="163830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 cố</a:t>
            </a:r>
            <a:r>
              <a:rPr lang="en-US" sz="24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400" dirty="0"/>
          </a:p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Azure</a:t>
            </a:r>
            <a:r>
              <a:rPr lang="en-US" sz="24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Architecture</a:t>
            </a:r>
            <a:r>
              <a:rPr lang="en-US" sz="24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Center:</a:t>
            </a:r>
            <a:r>
              <a:rPr lang="en-US" sz="24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Understand</a:t>
            </a:r>
            <a:r>
              <a:rPr lang="en-US" sz="24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models</a:t>
            </a:r>
            <a:endParaRPr lang="en-US" sz="2400" dirty="0"/>
          </a:p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16:</a:t>
            </a:r>
            <a:r>
              <a:rPr lang="en-US" sz="24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Transactions</a:t>
            </a:r>
            <a:endParaRPr lang="en-US" sz="2400" dirty="0"/>
          </a:p>
          <a:p>
            <a:pPr algn="l" marL="304800" indent="-217761">
              <a:buSzPct val="100000"/>
              <a:buFont typeface="Arial"/>
              <a:buChar char="•"/>
            </a:pPr>
            <a:r>
              <a:rPr lang="en-US" sz="240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Redis:</a:t>
            </a:r>
            <a:r>
              <a:rPr lang="en-US" sz="24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Transactions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3" name="Shape 11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5" name="Shape 13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7" name="Shape 15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8" name="Shape 16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0" name="Shape 18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1" name="Text 19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80f7aca0-cbdf-45ff-a703-8ca2d328ea9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2026-10-20T01:12:27Z</dcterms:created>
  <dcterms:modified xsi:type="dcterms:W3CDTF">2026-10-20T01:12:27Z</dcterms:modified>
</cp:coreProperties>
</file>