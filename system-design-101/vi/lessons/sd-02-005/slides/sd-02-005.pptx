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embeddedFontLst>
    <p:embeddedFont>
      <p:font typeface="Be Vietnam Pro"/>
      <p:regular r:id="rId19"/>
      <p:bold r:id="rId17"/>
    </p:embeddedFont>
    <p:embeddedFont>
      <p:font typeface="Bricolage Grotesque ExtraBold"/>
      <p:regular r:id="rId18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952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7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95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950" b="1" spc="2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428750"/>
            <a:ext cx="9334500" cy="3619500"/>
          </a:xfrm>
          <a:prstGeom prst="rect">
            <a:avLst/>
          </a:prstGeom>
          <a:noFill/>
          <a:ln/>
        </p:spPr>
        <p:txBody>
          <a:bodyPr wrap="square" lIns="0" tIns="72009" rIns="0" bIns="-72009" rtlCol="0" anchor="t"/>
          <a:lstStyle/>
          <a:p>
            <a:pPr algn="l" indent="0" marL="0">
              <a:lnSpc>
                <a:spcPts val="8424"/>
              </a:lnSpc>
              <a:buNone/>
            </a:pPr>
            <a:r>
              <a:rPr lang="en-US" sz="8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SapFix: máy</a:t>
            </a:r>
            <a:r>
              <a:rPr lang="en-US" sz="8100" dirty="0" spc="2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đề</a:t>
            </a:r>
            <a:r>
              <a:rPr lang="en-US" sz="8100" dirty="0" spc="1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xuất,</a:t>
            </a:r>
            <a:r>
              <a:rPr lang="en-US" sz="8100" dirty="0" spc="-8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người</a:t>
            </a:r>
            <a:r>
              <a:rPr lang="en-US" sz="8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quyết</a:t>
            </a:r>
            <a:r>
              <a:rPr lang="en-US" sz="8100" dirty="0" spc="2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định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5143500"/>
            <a:ext cx="8572500" cy="1143000"/>
          </a:xfrm>
          <a:prstGeom prst="rect">
            <a:avLst/>
          </a:prstGeom>
          <a:noFill/>
          <a:ln/>
        </p:spPr>
        <p:txBody>
          <a:bodyPr wrap="square" lIns="0" tIns="6667" rIns="0" bIns="-6667" rtlCol="0" anchor="t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000" dirty="0" spc="-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30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300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 bản</a:t>
            </a:r>
            <a:r>
              <a:rPr lang="en-US" sz="3000" dirty="0" spc="-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vá.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Ai</a:t>
            </a:r>
            <a:r>
              <a:rPr lang="en-US" sz="30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nhấn</a:t>
            </a:r>
            <a:r>
              <a:rPr lang="en-US" sz="30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nút</a:t>
            </a:r>
            <a:r>
              <a:rPr lang="en-US" sz="30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nhận?</a:t>
            </a:r>
            <a:endParaRPr lang="en-US" sz="3000" dirty="0"/>
          </a:p>
        </p:txBody>
      </p:sp>
      <p:sp>
        <p:nvSpPr>
          <p:cNvPr id="5" name="Connector line-1792373954000-680210321"/>
          <p:cNvSpPr/>
          <p:nvPr/>
        </p:nvSpPr>
        <p:spPr>
          <a:xfrm>
            <a:off x="914400" y="6667500"/>
            <a:ext cx="8610600" cy="0"/>
          </a:xfrm>
          <a:prstGeom prst="line">
            <a:avLst/>
          </a:prstGeom>
          <a:noFill/>
          <a:ln w="19050">
            <a:solidFill>
              <a:srgbClr val="2D3140"/>
            </a:solidFill>
            <a:prstDash val="solid"/>
            <a:headEnd type="none"/>
            <a:tailEnd type="none"/>
          </a:ln>
        </p:spPr>
      </p:sp>
      <p:sp>
        <p:nvSpPr>
          <p:cNvPr id="6" name="Text 4"/>
          <p:cNvSpPr/>
          <p:nvPr/>
        </p:nvSpPr>
        <p:spPr>
          <a:xfrm>
            <a:off x="914400" y="6953250"/>
            <a:ext cx="8572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Bốn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chặng</a:t>
            </a: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10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10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100" dirty="0" spc="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sửa</a:t>
            </a: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100" dirty="0" spc="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r>
              <a:rPr lang="en-US" sz="210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tại Meta.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914400" y="9620250"/>
            <a:ext cx="8572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 Tình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650" dirty="0" spc="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thực</a:t>
            </a:r>
            <a:r>
              <a:rPr lang="en-US" sz="165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tế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>
            <a:off x="10858500" y="1428750"/>
            <a:ext cx="6477000" cy="1428750"/>
          </a:xfrm>
          <a:prstGeom prst="roundRect">
            <a:avLst>
              <a:gd name="adj" fmla="val 18667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239500" y="1676400"/>
            <a:ext cx="5715000" cy="781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1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Phát</a:t>
            </a:r>
            <a:r>
              <a:rPr lang="en-US" sz="3600" dirty="0" spc="2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hiện</a:t>
            </a:r>
            <a:endParaRPr lang="en-US" sz="3600" dirty="0"/>
          </a:p>
        </p:txBody>
      </p:sp>
      <p:sp>
        <p:nvSpPr>
          <p:cNvPr id="10" name="Text 8"/>
          <p:cNvSpPr/>
          <p:nvPr/>
        </p:nvSpPr>
        <p:spPr>
          <a:xfrm>
            <a:off x="11239500" y="2286000"/>
            <a:ext cx="5715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1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crash</a:t>
            </a:r>
            <a:r>
              <a:rPr lang="en-US" sz="210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chính</a:t>
            </a:r>
            <a:r>
              <a:rPr lang="en-US" sz="2100" dirty="0" spc="-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thay</a:t>
            </a:r>
            <a:r>
              <a:rPr lang="en-US" sz="2100" dirty="0" spc="1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2100" dirty="0" spc="-2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gây</a:t>
            </a:r>
            <a:r>
              <a:rPr lang="en-US" sz="2100" dirty="0" spc="-3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10858500" y="3238500"/>
            <a:ext cx="6477000" cy="1428750"/>
          </a:xfrm>
          <a:prstGeom prst="roundRect">
            <a:avLst>
              <a:gd name="adj" fmla="val 18667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239500" y="3486150"/>
            <a:ext cx="5715000" cy="781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-4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Đề</a:t>
            </a:r>
            <a:r>
              <a:rPr lang="en-US" sz="3600" dirty="0" spc="3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xuất</a:t>
            </a:r>
            <a:endParaRPr lang="en-US" sz="3600" dirty="0"/>
          </a:p>
        </p:txBody>
      </p:sp>
      <p:sp>
        <p:nvSpPr>
          <p:cNvPr id="13" name="Text 11"/>
          <p:cNvSpPr/>
          <p:nvPr/>
        </p:nvSpPr>
        <p:spPr>
          <a:xfrm>
            <a:off x="11239500" y="4095750"/>
            <a:ext cx="5715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bốn</a:t>
            </a:r>
            <a:r>
              <a:rPr lang="en-US" sz="21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kiểu</a:t>
            </a:r>
            <a:r>
              <a:rPr lang="en-US" sz="2100" dirty="0" spc="-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100" dirty="0" spc="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sửa,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2100" dirty="0" spc="1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2100" dirty="0" spc="-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endParaRPr lang="en-US" sz="2100" dirty="0"/>
          </a:p>
        </p:txBody>
      </p:sp>
      <p:sp>
        <p:nvSpPr>
          <p:cNvPr id="14" name="Shape 12"/>
          <p:cNvSpPr/>
          <p:nvPr/>
        </p:nvSpPr>
        <p:spPr>
          <a:xfrm>
            <a:off x="10858500" y="5048250"/>
            <a:ext cx="6477000" cy="1428750"/>
          </a:xfrm>
          <a:prstGeom prst="roundRect">
            <a:avLst>
              <a:gd name="adj" fmla="val 18667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239500" y="5295900"/>
            <a:ext cx="5715000" cy="781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-40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Người</a:t>
            </a:r>
            <a:r>
              <a:rPr lang="en-US" sz="3600" dirty="0" spc="2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quyết</a:t>
            </a:r>
            <a:r>
              <a:rPr lang="en-US" sz="3600" dirty="0" spc="12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định</a:t>
            </a:r>
            <a:endParaRPr lang="en-US" sz="3600" dirty="0"/>
          </a:p>
        </p:txBody>
      </p:sp>
      <p:sp>
        <p:nvSpPr>
          <p:cNvPr id="16" name="Text 14"/>
          <p:cNvSpPr/>
          <p:nvPr/>
        </p:nvSpPr>
        <p:spPr>
          <a:xfrm>
            <a:off x="11239500" y="5905500"/>
            <a:ext cx="5715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người</a:t>
            </a:r>
            <a:r>
              <a:rPr lang="en-US" sz="210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r>
              <a:rPr lang="en-US" sz="2100" dirty="0" spc="-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thay</a:t>
            </a:r>
            <a:r>
              <a:rPr lang="en-US" sz="2100" dirty="0" spc="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210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100" dirty="0" spc="-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bỏ</a:t>
            </a:r>
            <a:endParaRPr lang="en-US" sz="2100" dirty="0"/>
          </a:p>
        </p:txBody>
      </p:sp>
      <p:sp>
        <p:nvSpPr>
          <p:cNvPr id="17" name="Shape 15"/>
          <p:cNvSpPr/>
          <p:nvPr/>
        </p:nvSpPr>
        <p:spPr>
          <a:xfrm>
            <a:off x="10858500" y="6858000"/>
            <a:ext cx="6477000" cy="1428750"/>
          </a:xfrm>
          <a:prstGeom prst="roundRect">
            <a:avLst>
              <a:gd name="adj" fmla="val 18667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1239500" y="7105650"/>
            <a:ext cx="5715000" cy="781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-1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Con</a:t>
            </a:r>
            <a:r>
              <a:rPr lang="en-US" sz="3600" dirty="0" spc="3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số</a:t>
            </a:r>
            <a:endParaRPr lang="en-US" sz="3600" dirty="0"/>
          </a:p>
        </p:txBody>
      </p:sp>
      <p:sp>
        <p:nvSpPr>
          <p:cNvPr id="19" name="Text 17"/>
          <p:cNvSpPr/>
          <p:nvPr/>
        </p:nvSpPr>
        <p:spPr>
          <a:xfrm>
            <a:off x="11239500" y="7715250"/>
            <a:ext cx="5715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1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đợt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21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90</a:t>
            </a:r>
            <a:r>
              <a:rPr lang="en-US" sz="2100" dirty="0" spc="-1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ngày,</a:t>
            </a:r>
            <a:r>
              <a:rPr lang="en-US" sz="2100" dirty="0" spc="-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2100" dirty="0"/>
          </a:p>
        </p:txBody>
      </p:sp>
      <p:sp>
        <p:nvSpPr>
          <p:cNvPr id="20" name="Connector line-1792373954031-611955897"/>
          <p:cNvSpPr/>
          <p:nvPr/>
        </p:nvSpPr>
        <p:spPr>
          <a:xfrm>
            <a:off x="10477500" y="2143125"/>
            <a:ext cx="0" cy="5429250"/>
          </a:xfrm>
          <a:prstGeom prst="line">
            <a:avLst/>
          </a:prstGeom>
          <a:noFill/>
          <a:ln w="38100">
            <a:solidFill>
              <a:srgbClr val="2D3140"/>
            </a:solidFill>
            <a:prstDash val="solid"/>
            <a:headEnd type="none"/>
            <a:tailEnd type="none"/>
          </a:ln>
        </p:spPr>
      </p:sp>
      <p:sp>
        <p:nvSpPr>
          <p:cNvPr id="21" name="Shape 19"/>
          <p:cNvSpPr/>
          <p:nvPr/>
        </p:nvSpPr>
        <p:spPr>
          <a:xfrm>
            <a:off x="10363200" y="2028825"/>
            <a:ext cx="228600" cy="228600"/>
          </a:xfrm>
          <a:prstGeom prst="ellipse">
            <a:avLst/>
          </a:prstGeom>
          <a:solidFill>
            <a:srgbClr val="14161C"/>
          </a:solidFill>
          <a:ln w="28575">
            <a:solidFill>
              <a:srgbClr val="9AA0B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0363200" y="3838575"/>
            <a:ext cx="228600" cy="228600"/>
          </a:xfrm>
          <a:prstGeom prst="ellipse">
            <a:avLst/>
          </a:prstGeom>
          <a:solidFill>
            <a:srgbClr val="14161C"/>
          </a:solidFill>
          <a:ln w="28575">
            <a:solidFill>
              <a:srgbClr val="9AA0B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0363200" y="5648325"/>
            <a:ext cx="228600" cy="228600"/>
          </a:xfrm>
          <a:prstGeom prst="ellipse">
            <a:avLst/>
          </a:prstGeom>
          <a:solidFill>
            <a:srgbClr val="14161C"/>
          </a:solidFill>
          <a:ln w="28575">
            <a:solidFill>
              <a:srgbClr val="9AA0B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0363200" y="7458075"/>
            <a:ext cx="228600" cy="228600"/>
          </a:xfrm>
          <a:prstGeom prst="ellipse">
            <a:avLst/>
          </a:prstGeom>
          <a:solidFill>
            <a:srgbClr val="14161C"/>
          </a:solidFill>
          <a:ln w="28575">
            <a:solidFill>
              <a:srgbClr val="9AA0B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6" name="Moda image moda-export-watermark-25b3bfeb-9b4c-4900-a047-73a6078fd18a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950" b="1" spc="30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950" b="1" spc="24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9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195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905000"/>
            <a:ext cx="15240000" cy="2857500"/>
          </a:xfrm>
          <a:prstGeom prst="rect">
            <a:avLst/>
          </a:prstGeom>
          <a:noFill/>
          <a:ln/>
        </p:spPr>
        <p:txBody>
          <a:bodyPr wrap="square" lIns="0" tIns="61913" rIns="0" bIns="-61913" rtlCol="0" anchor="t"/>
          <a:lstStyle/>
          <a:p>
            <a:pPr algn="l" indent="0" marL="0">
              <a:lnSpc>
                <a:spcPts val="7950"/>
              </a:lnSpc>
              <a:buNone/>
            </a:pPr>
            <a:r>
              <a:rPr lang="en-US" sz="75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Máy</a:t>
            </a:r>
            <a:r>
              <a:rPr lang="en-US" sz="75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tự</a:t>
            </a:r>
            <a:r>
              <a:rPr lang="en-US" sz="75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viết</a:t>
            </a:r>
            <a:r>
              <a:rPr lang="en-US" sz="7500" dirty="0" spc="-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bản</a:t>
            </a:r>
            <a:r>
              <a:rPr lang="en-US" sz="7500" dirty="0" spc="-6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vá,</a:t>
            </a:r>
            <a:r>
              <a:rPr lang="en-US" sz="7500" dirty="0" spc="-2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rồi</a:t>
            </a:r>
            <a:r>
              <a:rPr lang="en-US" sz="7500" dirty="0" spc="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dừng</a:t>
            </a:r>
            <a:r>
              <a:rPr lang="en-US" sz="75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lại chờ</a:t>
            </a:r>
            <a:r>
              <a:rPr lang="en-US" sz="7500" dirty="0" spc="-6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người.</a:t>
            </a:r>
            <a:endParaRPr lang="en-US" sz="7500" dirty="0"/>
          </a:p>
        </p:txBody>
      </p:sp>
      <p:sp>
        <p:nvSpPr>
          <p:cNvPr id="4" name="Shape 2"/>
          <p:cNvSpPr/>
          <p:nvPr/>
        </p:nvSpPr>
        <p:spPr>
          <a:xfrm>
            <a:off x="914400" y="5334000"/>
            <a:ext cx="114300" cy="180975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</p:sp>
      <p:sp>
        <p:nvSpPr>
          <p:cNvPr id="5" name="Text richtext-1792373970301-551883051"/>
          <p:cNvSpPr/>
          <p:nvPr/>
        </p:nvSpPr>
        <p:spPr>
          <a:xfrm>
            <a:off x="1333500" y="5334000"/>
            <a:ext cx="14287500" cy="1905000"/>
          </a:xfrm>
          <a:prstGeom prst="rect">
            <a:avLst/>
          </a:prstGeom>
          <a:noFill/>
          <a:ln/>
        </p:spPr>
        <p:txBody>
          <a:bodyPr wrap="square" lIns="0" tIns="1794" rIns="0" bIns="-1794" rtlCol="0" anchor="t"/>
          <a:lstStyle/>
          <a:p>
            <a:pPr algn="l" marL="361950" indent="-258592">
              <a:lnSpc>
                <a:spcPts val="4133"/>
              </a:lnSpc>
              <a:buSzPct val="100000"/>
              <a:buFont typeface="Arial"/>
              <a:buChar char="•"/>
            </a:pPr>
            <a:r>
              <a:rPr lang="en-US" sz="2850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Meta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28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bố</a:t>
            </a:r>
            <a:r>
              <a:rPr lang="en-US" sz="28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</a:t>
            </a:r>
            <a:r>
              <a:rPr lang="en-US" sz="28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SapFix.</a:t>
            </a:r>
            <a:endParaRPr lang="en-US" sz="2850" dirty="0"/>
          </a:p>
          <a:p>
            <a:pPr algn="l" marL="361950" indent="-258592">
              <a:lnSpc>
                <a:spcPts val="4133"/>
              </a:lnSpc>
              <a:buSzPct val="100000"/>
              <a:buFont typeface="Arial"/>
              <a:buChar char="•"/>
            </a:pP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Mục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tiêu: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sinh</a:t>
            </a:r>
            <a:r>
              <a:rPr lang="en-US" sz="28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850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sửa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 lỗi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 thể.</a:t>
            </a:r>
            <a:endParaRPr lang="en-US" sz="2850" dirty="0"/>
          </a:p>
          <a:p>
            <a:pPr algn="l" marL="361950" indent="-258592">
              <a:lnSpc>
                <a:spcPts val="4133"/>
              </a:lnSpc>
              <a:buSzPct val="100000"/>
              <a:buFont typeface="Arial"/>
              <a:buChar char="•"/>
            </a:pP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28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</a:t>
            </a:r>
            <a:r>
              <a:rPr lang="en-US" sz="285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như</a:t>
            </a:r>
            <a:r>
              <a:rPr lang="en-US" sz="28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8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dây</a:t>
            </a:r>
            <a:r>
              <a:rPr lang="en-US" sz="28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chuyền.</a:t>
            </a:r>
            <a:endParaRPr lang="en-US" sz="2850" dirty="0"/>
          </a:p>
        </p:txBody>
      </p:sp>
      <p:sp>
        <p:nvSpPr>
          <p:cNvPr id="6" name="Shape 4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02/10</a:t>
            </a:r>
            <a:endParaRPr lang="en-US" sz="1650" dirty="0"/>
          </a:p>
        </p:txBody>
      </p:sp>
      <p:sp>
        <p:nvSpPr>
          <p:cNvPr id="17" name="Shape 1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8" name="Moda image moda-export-watermark-8d3d6a13-ae1a-418c-9c19-02d4feb5da67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CHẶNG 1</a:t>
            </a:r>
            <a:r>
              <a:rPr lang="en-US" sz="1950" b="1" spc="297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6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1950" b="1" spc="30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Tìm</a:t>
            </a:r>
            <a:r>
              <a:rPr lang="en-US" sz="6900" dirty="0" spc="-2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crash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do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chính thay</a:t>
            </a:r>
            <a:r>
              <a:rPr lang="en-US" sz="6900" dirty="0" spc="1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đổi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5219700" cy="4762500"/>
          </a:xfrm>
          <a:prstGeom prst="roundRect">
            <a:avLst>
              <a:gd name="adj" fmla="val 56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390900"/>
            <a:ext cx="4476750" cy="1038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1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1295400" y="4286250"/>
            <a:ext cx="447675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92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PHABRICATOR</a:t>
            </a:r>
            <a:endParaRPr lang="en-US" sz="1950" dirty="0"/>
          </a:p>
        </p:txBody>
      </p:sp>
      <p:sp>
        <p:nvSpPr>
          <p:cNvPr id="7" name="Text 5"/>
          <p:cNvSpPr/>
          <p:nvPr/>
        </p:nvSpPr>
        <p:spPr>
          <a:xfrm>
            <a:off x="1295400" y="4762500"/>
            <a:ext cx="4476750" cy="19050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-3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Lập</a:t>
            </a:r>
            <a:r>
              <a:rPr lang="en-US" sz="25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viên</a:t>
            </a:r>
            <a:r>
              <a:rPr lang="en-US" sz="2550" dirty="0" spc="4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gửi</a:t>
            </a:r>
            <a:r>
              <a:rPr lang="en-US" sz="25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thay</a:t>
            </a:r>
            <a:r>
              <a:rPr lang="en-US" sz="2550" dirty="0" spc="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25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(Diff)</a:t>
            </a:r>
            <a:r>
              <a:rPr lang="en-US" sz="2550" dirty="0" spc="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550" dirty="0" spc="-2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review.</a:t>
            </a:r>
            <a:endParaRPr lang="en-US" sz="2550" dirty="0"/>
          </a:p>
        </p:txBody>
      </p:sp>
      <p:sp>
        <p:nvSpPr>
          <p:cNvPr id="8" name="Shape 6"/>
          <p:cNvSpPr/>
          <p:nvPr/>
        </p:nvSpPr>
        <p:spPr>
          <a:xfrm>
            <a:off x="6534150" y="3048000"/>
            <a:ext cx="5219700" cy="4762500"/>
          </a:xfrm>
          <a:prstGeom prst="roundRect">
            <a:avLst>
              <a:gd name="adj" fmla="val 56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915150" y="3390900"/>
            <a:ext cx="4476750" cy="1038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-5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4800" dirty="0"/>
          </a:p>
        </p:txBody>
      </p:sp>
      <p:sp>
        <p:nvSpPr>
          <p:cNvPr id="10" name="Text 8"/>
          <p:cNvSpPr/>
          <p:nvPr/>
        </p:nvSpPr>
        <p:spPr>
          <a:xfrm>
            <a:off x="6915150" y="4286250"/>
            <a:ext cx="447675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18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SAPIENZ</a:t>
            </a:r>
            <a:endParaRPr lang="en-US" sz="1950" dirty="0"/>
          </a:p>
        </p:txBody>
      </p:sp>
      <p:sp>
        <p:nvSpPr>
          <p:cNvPr id="11" name="Text 9"/>
          <p:cNvSpPr/>
          <p:nvPr/>
        </p:nvSpPr>
        <p:spPr>
          <a:xfrm>
            <a:off x="6915150" y="4762500"/>
            <a:ext cx="4476750" cy="19050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Theo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nguồn,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SapFix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5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đây.</a:t>
            </a:r>
            <a:endParaRPr lang="en-US" sz="2550" dirty="0"/>
          </a:p>
        </p:txBody>
      </p:sp>
      <p:sp>
        <p:nvSpPr>
          <p:cNvPr id="12" name="Shape 10"/>
          <p:cNvSpPr/>
          <p:nvPr/>
        </p:nvSpPr>
        <p:spPr>
          <a:xfrm>
            <a:off x="12153900" y="3048000"/>
            <a:ext cx="5219700" cy="4762500"/>
          </a:xfrm>
          <a:prstGeom prst="roundRect">
            <a:avLst>
              <a:gd name="adj" fmla="val 5600"/>
            </a:avLst>
          </a:prstGeom>
          <a:solidFill>
            <a:srgbClr val="B45309"/>
          </a:solidFill>
          <a:ln/>
        </p:spPr>
      </p:sp>
      <p:sp>
        <p:nvSpPr>
          <p:cNvPr id="13" name="Text 11"/>
          <p:cNvSpPr/>
          <p:nvPr/>
        </p:nvSpPr>
        <p:spPr>
          <a:xfrm>
            <a:off x="12534900" y="3390900"/>
            <a:ext cx="4476750" cy="1038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4800" dirty="0"/>
          </a:p>
        </p:txBody>
      </p:sp>
      <p:sp>
        <p:nvSpPr>
          <p:cNvPr id="14" name="Text 12"/>
          <p:cNvSpPr/>
          <p:nvPr/>
        </p:nvSpPr>
        <p:spPr>
          <a:xfrm>
            <a:off x="12534900" y="4286250"/>
            <a:ext cx="447675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77" kern="0" dirty="0">
                <a:solidFill>
                  <a:srgbClr val="F3DFB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CHẠY</a:t>
            </a:r>
            <a:r>
              <a:rPr lang="en-US" sz="1950" b="1" spc="224" kern="0" dirty="0">
                <a:solidFill>
                  <a:srgbClr val="F3DFB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1950" b="1" spc="228" kern="0" dirty="0">
                <a:solidFill>
                  <a:srgbClr val="F3DFB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DIFF</a:t>
            </a:r>
            <a:endParaRPr lang="en-US" sz="1950" dirty="0"/>
          </a:p>
        </p:txBody>
      </p:sp>
      <p:sp>
        <p:nvSpPr>
          <p:cNvPr id="15" name="Text 13"/>
          <p:cNvSpPr/>
          <p:nvPr/>
        </p:nvSpPr>
        <p:spPr>
          <a:xfrm>
            <a:off x="12534900" y="4762500"/>
            <a:ext cx="4476750" cy="19050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Thấy</a:t>
            </a:r>
            <a:r>
              <a:rPr lang="en-US" sz="2550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crash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</a:t>
            </a:r>
            <a:r>
              <a:rPr lang="en-US" sz="255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Diff</a:t>
            </a:r>
            <a:r>
              <a:rPr lang="en-US" sz="2550" dirty="0" spc="-2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gây</a:t>
            </a:r>
            <a:r>
              <a:rPr lang="en-US" sz="2550" dirty="0" spc="-3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5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thì</a:t>
            </a:r>
            <a:r>
              <a:rPr lang="en-US" sz="25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chuyển</a:t>
            </a:r>
            <a:r>
              <a:rPr lang="en-US" sz="255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sang</a:t>
            </a:r>
            <a:r>
              <a:rPr lang="en-US" sz="255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sửa.</a:t>
            </a:r>
            <a:endParaRPr lang="en-US" sz="2550" dirty="0"/>
          </a:p>
        </p:txBody>
      </p:sp>
      <p:sp>
        <p:nvSpPr>
          <p:cNvPr id="16" name="Text 14"/>
          <p:cNvSpPr/>
          <p:nvPr/>
        </p:nvSpPr>
        <p:spPr>
          <a:xfrm>
            <a:off x="914400" y="8191500"/>
            <a:ext cx="1645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</a:t>
            </a:r>
            <a:r>
              <a:rPr lang="en-US" sz="210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</a:t>
            </a:r>
            <a:r>
              <a:rPr lang="en-US" sz="210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Phabricator</a:t>
            </a:r>
            <a:r>
              <a:rPr lang="en-US" sz="21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thống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CI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100" dirty="0" spc="-1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Facebook.</a:t>
            </a:r>
            <a:endParaRPr lang="en-US" sz="2100" dirty="0"/>
          </a:p>
        </p:txBody>
      </p:sp>
      <p:sp>
        <p:nvSpPr>
          <p:cNvPr id="17" name="Shape 15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03/10</a:t>
            </a:r>
            <a:endParaRPr lang="en-US" sz="1650" dirty="0"/>
          </a:p>
        </p:txBody>
      </p:sp>
      <p:sp>
        <p:nvSpPr>
          <p:cNvPr id="28" name="Shape 2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9" name="Moda image moda-export-watermark-77797cd3-72ec-434f-82c8-a4bfd49372d7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0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CHẶNG</a:t>
            </a:r>
            <a:r>
              <a:rPr lang="en-US" sz="1950" b="1" spc="296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r>
              <a:rPr lang="en-US" sz="1950" b="1" spc="297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300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ĐỀ</a:t>
            </a:r>
            <a:r>
              <a:rPr lang="en-US" sz="1950" b="1" spc="251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XUẤT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Bốn</a:t>
            </a:r>
            <a:r>
              <a:rPr lang="en-US" sz="6900" dirty="0" spc="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kiểu</a:t>
            </a:r>
            <a:r>
              <a:rPr lang="en-US" sz="69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bản</a:t>
            </a:r>
            <a:r>
              <a:rPr lang="en-US" sz="6900" dirty="0" spc="-5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sửa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4000500"/>
            <a:ext cx="36195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Sửa</a:t>
            </a:r>
            <a:r>
              <a:rPr lang="en-US" sz="2550" b="1" dirty="0" spc="-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endParaRPr lang="en-US" sz="2550" dirty="0"/>
          </a:p>
        </p:txBody>
      </p:sp>
      <p:sp>
        <p:nvSpPr>
          <p:cNvPr id="5" name="Text 3"/>
          <p:cNvSpPr/>
          <p:nvPr/>
        </p:nvSpPr>
        <p:spPr>
          <a:xfrm>
            <a:off x="914400" y="6191250"/>
            <a:ext cx="36195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Hoàn</a:t>
            </a:r>
            <a:r>
              <a:rPr lang="en-US" sz="2550" b="1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tác</a:t>
            </a:r>
            <a:r>
              <a:rPr lang="en-US" sz="2550" b="1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thay</a:t>
            </a:r>
            <a:r>
              <a:rPr lang="en-US" sz="2550" b="1" dirty="0" spc="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endParaRPr lang="en-US" sz="2550" dirty="0"/>
          </a:p>
        </p:txBody>
      </p:sp>
      <p:sp>
        <p:nvSpPr>
          <p:cNvPr id="6" name="Shape 4"/>
          <p:cNvSpPr/>
          <p:nvPr/>
        </p:nvSpPr>
        <p:spPr>
          <a:xfrm>
            <a:off x="4953000" y="3429000"/>
            <a:ext cx="5905500" cy="2000250"/>
          </a:xfrm>
          <a:prstGeom prst="roundRect">
            <a:avLst>
              <a:gd name="adj" fmla="val 11429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334000" y="3714750"/>
            <a:ext cx="5143500" cy="781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-7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Đột</a:t>
            </a:r>
            <a:r>
              <a:rPr lang="en-US" sz="3600" dirty="0" spc="2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biến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5334000" y="4381500"/>
            <a:ext cx="51435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thử</a:t>
            </a:r>
            <a:r>
              <a:rPr lang="en-US" sz="2250" dirty="0" spc="-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thay</a:t>
            </a:r>
            <a:r>
              <a:rPr lang="en-US" sz="2250" dirty="0" spc="1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225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nhỏ</a:t>
            </a:r>
            <a:r>
              <a:rPr lang="en-US" sz="2250" dirty="0" spc="-1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2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endParaRPr lang="en-US" sz="2250" dirty="0"/>
          </a:p>
        </p:txBody>
      </p:sp>
      <p:sp>
        <p:nvSpPr>
          <p:cNvPr id="9" name="Shape 7"/>
          <p:cNvSpPr/>
          <p:nvPr/>
        </p:nvSpPr>
        <p:spPr>
          <a:xfrm>
            <a:off x="11239500" y="3429000"/>
            <a:ext cx="5905500" cy="2000250"/>
          </a:xfrm>
          <a:prstGeom prst="roundRect">
            <a:avLst>
              <a:gd name="adj" fmla="val 11429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620500" y="3714750"/>
            <a:ext cx="5143500" cy="781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-2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Theo</a:t>
            </a:r>
            <a:r>
              <a:rPr lang="en-US" sz="3600" dirty="0" spc="3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mẫu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11620500" y="4381500"/>
            <a:ext cx="51435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áp</a:t>
            </a:r>
            <a:r>
              <a:rPr lang="en-US" sz="225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2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kiểu</a:t>
            </a:r>
            <a:r>
              <a:rPr lang="en-US" sz="2250" dirty="0" spc="1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sửa</a:t>
            </a:r>
            <a:r>
              <a:rPr lang="en-US" sz="2250" dirty="0" spc="1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250" dirty="0" spc="-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biết</a:t>
            </a:r>
            <a:endParaRPr lang="en-US" sz="2250" dirty="0"/>
          </a:p>
        </p:txBody>
      </p:sp>
      <p:sp>
        <p:nvSpPr>
          <p:cNvPr id="12" name="Shape 10"/>
          <p:cNvSpPr/>
          <p:nvPr/>
        </p:nvSpPr>
        <p:spPr>
          <a:xfrm>
            <a:off x="4953000" y="5619750"/>
            <a:ext cx="5905500" cy="2000250"/>
          </a:xfrm>
          <a:prstGeom prst="roundRect">
            <a:avLst>
              <a:gd name="adj" fmla="val 11429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334000" y="5905500"/>
            <a:ext cx="5143500" cy="781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-1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Hoàn</a:t>
            </a:r>
            <a:r>
              <a:rPr lang="en-US" sz="3600" dirty="0" spc="0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tác</a:t>
            </a:r>
            <a:r>
              <a:rPr lang="en-US" sz="3600" dirty="0" spc="-4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3600" dirty="0" spc="4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phần</a:t>
            </a:r>
            <a:endParaRPr lang="en-US" sz="3600" dirty="0"/>
          </a:p>
        </p:txBody>
      </p:sp>
      <p:sp>
        <p:nvSpPr>
          <p:cNvPr id="14" name="Text 12"/>
          <p:cNvSpPr/>
          <p:nvPr/>
        </p:nvSpPr>
        <p:spPr>
          <a:xfrm>
            <a:off x="5334000" y="6572250"/>
            <a:ext cx="51435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bỏ</a:t>
            </a:r>
            <a:r>
              <a:rPr lang="en-US" sz="225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2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2250" dirty="0" spc="-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thay</a:t>
            </a:r>
            <a:r>
              <a:rPr lang="en-US" sz="2250" dirty="0" spc="1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2250" dirty="0" spc="-2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gây</a:t>
            </a:r>
            <a:r>
              <a:rPr lang="en-US" sz="22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lỗi</a:t>
            </a:r>
            <a:endParaRPr lang="en-US" sz="2250" dirty="0"/>
          </a:p>
        </p:txBody>
      </p:sp>
      <p:sp>
        <p:nvSpPr>
          <p:cNvPr id="15" name="Shape 13"/>
          <p:cNvSpPr/>
          <p:nvPr/>
        </p:nvSpPr>
        <p:spPr>
          <a:xfrm>
            <a:off x="11239500" y="5619750"/>
            <a:ext cx="5905500" cy="2000250"/>
          </a:xfrm>
          <a:prstGeom prst="roundRect">
            <a:avLst>
              <a:gd name="adj" fmla="val 11429"/>
            </a:avLst>
          </a:prstGeom>
          <a:solidFill>
            <a:srgbClr val="3DD6A0"/>
          </a:solidFill>
          <a:ln/>
        </p:spPr>
      </p:sp>
      <p:sp>
        <p:nvSpPr>
          <p:cNvPr id="16" name="Text 14"/>
          <p:cNvSpPr/>
          <p:nvPr/>
        </p:nvSpPr>
        <p:spPr>
          <a:xfrm>
            <a:off x="11620500" y="5905500"/>
            <a:ext cx="5143500" cy="781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Hoàn</a:t>
            </a:r>
            <a:r>
              <a:rPr lang="en-US" sz="36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tác</a:t>
            </a:r>
            <a:r>
              <a:rPr lang="en-US" sz="3600" dirty="0" spc="-1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toàn</a:t>
            </a:r>
            <a:r>
              <a:rPr lang="en-US" sz="36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bộ</a:t>
            </a:r>
            <a:endParaRPr lang="en-US" sz="3600" dirty="0"/>
          </a:p>
        </p:txBody>
      </p:sp>
      <p:sp>
        <p:nvSpPr>
          <p:cNvPr id="17" name="Text 15"/>
          <p:cNvSpPr/>
          <p:nvPr/>
        </p:nvSpPr>
        <p:spPr>
          <a:xfrm>
            <a:off x="11620500" y="6572250"/>
            <a:ext cx="51435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bỏ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hẳn</a:t>
            </a:r>
            <a:r>
              <a:rPr lang="en-US" sz="22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thay</a:t>
            </a:r>
            <a:r>
              <a:rPr lang="en-US" sz="2250" dirty="0" spc="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2250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gây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lỗi</a:t>
            </a:r>
            <a:endParaRPr lang="en-US" sz="2250" dirty="0"/>
          </a:p>
        </p:txBody>
      </p:sp>
      <p:sp>
        <p:nvSpPr>
          <p:cNvPr id="18" name="Text 16"/>
          <p:cNvSpPr/>
          <p:nvPr/>
        </p:nvSpPr>
        <p:spPr>
          <a:xfrm>
            <a:off x="914400" y="8096250"/>
            <a:ext cx="16459200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 bản</a:t>
            </a:r>
            <a:r>
              <a:rPr lang="en-US" sz="2250" dirty="0" spc="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250" dirty="0" spc="-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2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22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2250" dirty="0" spc="-1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2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2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build</a:t>
            </a:r>
            <a:r>
              <a:rPr lang="en-US" sz="2250" dirty="0" spc="1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250" dirty="0" spc="-1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vá.</a:t>
            </a:r>
            <a:endParaRPr lang="en-US" sz="2250" dirty="0"/>
          </a:p>
        </p:txBody>
      </p:sp>
      <p:sp>
        <p:nvSpPr>
          <p:cNvPr id="19" name="Shape 17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04/10</a:t>
            </a:r>
            <a:endParaRPr lang="en-US" sz="1650" dirty="0"/>
          </a:p>
        </p:txBody>
      </p:sp>
      <p:sp>
        <p:nvSpPr>
          <p:cNvPr id="30" name="Shape 2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1" name="Moda image moda-export-watermark-14b2526a-bb83-4278-9999-7017a1f33f2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CHẶNG</a:t>
            </a:r>
            <a:r>
              <a:rPr lang="en-US" sz="1950" b="1" spc="29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r>
              <a:rPr lang="en-US" sz="1950" b="1" spc="29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3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1950" b="1" spc="30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QUYẾT</a:t>
            </a:r>
            <a:r>
              <a:rPr lang="en-US" sz="1950" b="1" spc="30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Bản</a:t>
            </a:r>
            <a:r>
              <a:rPr lang="en-US" sz="6900" dirty="0" spc="-7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vá</a:t>
            </a:r>
            <a:r>
              <a:rPr lang="en-US" sz="6900" dirty="0" spc="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dừng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ở</a:t>
            </a:r>
            <a:r>
              <a:rPr lang="en-US" sz="6900" dirty="0" spc="-6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người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viết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429000"/>
            <a:ext cx="3619500" cy="2857500"/>
          </a:xfrm>
          <a:prstGeom prst="roundRect">
            <a:avLst>
              <a:gd name="adj" fmla="val 933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38250" y="3714750"/>
            <a:ext cx="3048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2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1238250" y="4572000"/>
            <a:ext cx="3048000" cy="1524000"/>
          </a:xfrm>
          <a:prstGeom prst="rect">
            <a:avLst/>
          </a:prstGeom>
          <a:noFill/>
          <a:ln/>
        </p:spPr>
        <p:txBody>
          <a:bodyPr wrap="square" lIns="0" tIns="9144" rIns="0" bIns="-9144" rtlCol="0" anchor="t"/>
          <a:lstStyle/>
          <a:p>
            <a:pPr algn="l" indent="0" marL="0">
              <a:lnSpc>
                <a:spcPts val="3240"/>
              </a:lnSpc>
              <a:buNone/>
            </a:pP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Thử</a:t>
            </a:r>
            <a:r>
              <a:rPr lang="en-US" sz="2400" dirty="0" spc="2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40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vá</a:t>
            </a:r>
            <a:r>
              <a:rPr lang="en-US" sz="2400" dirty="0" spc="2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24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viên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5181600" y="3429000"/>
            <a:ext cx="3619500" cy="2857500"/>
          </a:xfrm>
          <a:prstGeom prst="roundRect">
            <a:avLst>
              <a:gd name="adj" fmla="val 933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505450" y="3714750"/>
            <a:ext cx="3048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2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4200" dirty="0"/>
          </a:p>
        </p:txBody>
      </p:sp>
      <p:sp>
        <p:nvSpPr>
          <p:cNvPr id="9" name="Text 7"/>
          <p:cNvSpPr/>
          <p:nvPr/>
        </p:nvSpPr>
        <p:spPr>
          <a:xfrm>
            <a:off x="5505450" y="4572000"/>
            <a:ext cx="3048000" cy="1524000"/>
          </a:xfrm>
          <a:prstGeom prst="rect">
            <a:avLst/>
          </a:prstGeom>
          <a:noFill/>
          <a:ln/>
        </p:spPr>
        <p:txBody>
          <a:bodyPr wrap="square" lIns="0" tIns="9144" rIns="0" bIns="-9144" rtlCol="0" anchor="t"/>
          <a:lstStyle/>
          <a:p>
            <a:pPr algn="l" indent="0" marL="0">
              <a:lnSpc>
                <a:spcPts val="3240"/>
              </a:lnSpc>
              <a:buNone/>
            </a:pP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Chọn</a:t>
            </a:r>
            <a:r>
              <a:rPr lang="en-US" sz="24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bản,</a:t>
            </a:r>
            <a:r>
              <a:rPr lang="en-US" sz="2400" dirty="0" spc="4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gửi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</a:t>
            </a:r>
            <a:r>
              <a:rPr lang="en-US" sz="24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Phabricator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9448800" y="3429000"/>
            <a:ext cx="3619500" cy="2857500"/>
          </a:xfrm>
          <a:prstGeom prst="roundRect">
            <a:avLst>
              <a:gd name="adj" fmla="val 933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772650" y="3714750"/>
            <a:ext cx="3048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2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4200" dirty="0"/>
          </a:p>
        </p:txBody>
      </p:sp>
      <p:sp>
        <p:nvSpPr>
          <p:cNvPr id="12" name="Text 10"/>
          <p:cNvSpPr/>
          <p:nvPr/>
        </p:nvSpPr>
        <p:spPr>
          <a:xfrm>
            <a:off x="9772650" y="4572000"/>
            <a:ext cx="3048000" cy="1524000"/>
          </a:xfrm>
          <a:prstGeom prst="rect">
            <a:avLst/>
          </a:prstGeom>
          <a:noFill/>
          <a:ln/>
        </p:spPr>
        <p:txBody>
          <a:bodyPr wrap="square" lIns="0" tIns="9144" rIns="0" bIns="-9144" rtlCol="0" anchor="t"/>
          <a:lstStyle/>
          <a:p>
            <a:pPr algn="l" indent="0" marL="0">
              <a:lnSpc>
                <a:spcPts val="3240"/>
              </a:lnSpc>
              <a:buNone/>
            </a:pPr>
            <a:r>
              <a:rPr lang="en-US" sz="240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Người</a:t>
            </a:r>
            <a:r>
              <a:rPr lang="en-US" sz="240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 thay</a:t>
            </a:r>
            <a:r>
              <a:rPr lang="en-US" sz="2400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240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gây</a:t>
            </a:r>
            <a:r>
              <a:rPr lang="en-US" sz="240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crash</a:t>
            </a:r>
            <a:r>
              <a:rPr lang="en-US" sz="240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duyệt</a:t>
            </a:r>
            <a:endParaRPr lang="en-US" sz="2400" dirty="0"/>
          </a:p>
        </p:txBody>
      </p:sp>
      <p:sp>
        <p:nvSpPr>
          <p:cNvPr id="13" name="Shape 11"/>
          <p:cNvSpPr/>
          <p:nvPr/>
        </p:nvSpPr>
        <p:spPr>
          <a:xfrm>
            <a:off x="13716000" y="3429000"/>
            <a:ext cx="3657600" cy="2857500"/>
          </a:xfrm>
          <a:prstGeom prst="roundRect">
            <a:avLst>
              <a:gd name="adj" fmla="val 9333"/>
            </a:avLst>
          </a:prstGeom>
          <a:solidFill>
            <a:srgbClr val="E8472B"/>
          </a:solidFill>
          <a:ln/>
        </p:spPr>
      </p:sp>
      <p:sp>
        <p:nvSpPr>
          <p:cNvPr id="14" name="Text 12"/>
          <p:cNvSpPr/>
          <p:nvPr/>
        </p:nvSpPr>
        <p:spPr>
          <a:xfrm>
            <a:off x="14039850" y="3714750"/>
            <a:ext cx="3048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4200" dirty="0"/>
          </a:p>
        </p:txBody>
      </p:sp>
      <p:sp>
        <p:nvSpPr>
          <p:cNvPr id="15" name="Text 13"/>
          <p:cNvSpPr/>
          <p:nvPr/>
        </p:nvSpPr>
        <p:spPr>
          <a:xfrm>
            <a:off x="14039850" y="4572000"/>
            <a:ext cx="3048000" cy="1524000"/>
          </a:xfrm>
          <a:prstGeom prst="rect">
            <a:avLst/>
          </a:prstGeom>
          <a:noFill/>
          <a:ln/>
        </p:spPr>
        <p:txBody>
          <a:bodyPr wrap="square" lIns="0" tIns="9144" rIns="0" bIns="-9144" rtlCol="0" anchor="t"/>
          <a:lstStyle/>
          <a:p>
            <a:pPr algn="l" indent="0" marL="0">
              <a:lnSpc>
                <a:spcPts val="3240"/>
              </a:lnSpc>
              <a:buNone/>
            </a:pPr>
            <a:r>
              <a:rPr lang="en-US" sz="24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Nhận</a:t>
            </a:r>
            <a:r>
              <a:rPr lang="en-US" sz="24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40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vá,</a:t>
            </a:r>
            <a:r>
              <a:rPr lang="en-US" sz="24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4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bỏ</a:t>
            </a:r>
            <a:r>
              <a:rPr lang="en-US" sz="2400" dirty="0" spc="3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</a:t>
            </a:r>
            <a:endParaRPr lang="en-US" sz="2400" dirty="0"/>
          </a:p>
        </p:txBody>
      </p:sp>
      <p:sp>
        <p:nvSpPr>
          <p:cNvPr id="16" name="Connector line-1792374033468-653562868"/>
          <p:cNvSpPr/>
          <p:nvPr/>
        </p:nvSpPr>
        <p:spPr>
          <a:xfrm>
            <a:off x="4591050" y="4857750"/>
            <a:ext cx="533400" cy="0"/>
          </a:xfrm>
          <a:prstGeom prst="line">
            <a:avLst/>
          </a:prstGeom>
          <a:noFill/>
          <a:ln w="47625">
            <a:solidFill>
              <a:srgbClr val="14161C"/>
            </a:solidFill>
            <a:prstDash val="solid"/>
            <a:headEnd type="none"/>
            <a:tailEnd type="triangle"/>
          </a:ln>
        </p:spPr>
      </p:sp>
      <p:sp>
        <p:nvSpPr>
          <p:cNvPr id="17" name="Connector line-1792374033469-246989967"/>
          <p:cNvSpPr/>
          <p:nvPr/>
        </p:nvSpPr>
        <p:spPr>
          <a:xfrm>
            <a:off x="8858250" y="4857750"/>
            <a:ext cx="533400" cy="0"/>
          </a:xfrm>
          <a:prstGeom prst="line">
            <a:avLst/>
          </a:prstGeom>
          <a:noFill/>
          <a:ln w="47625">
            <a:solidFill>
              <a:srgbClr val="14161C"/>
            </a:solidFill>
            <a:prstDash val="solid"/>
            <a:headEnd type="none"/>
            <a:tailEnd type="triangle"/>
          </a:ln>
        </p:spPr>
      </p:sp>
      <p:sp>
        <p:nvSpPr>
          <p:cNvPr id="18" name="Connector line-1792374033469-26496722"/>
          <p:cNvSpPr/>
          <p:nvPr/>
        </p:nvSpPr>
        <p:spPr>
          <a:xfrm>
            <a:off x="13125450" y="4857750"/>
            <a:ext cx="533400" cy="0"/>
          </a:xfrm>
          <a:prstGeom prst="line">
            <a:avLst/>
          </a:prstGeom>
          <a:noFill/>
          <a:ln w="47625">
            <a:solidFill>
              <a:srgbClr val="14161C"/>
            </a:solidFill>
            <a:prstDash val="solid"/>
            <a:headEnd type="none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914400" y="6953250"/>
            <a:ext cx="16459200" cy="1143000"/>
          </a:xfrm>
          <a:prstGeom prst="roundRect">
            <a:avLst>
              <a:gd name="adj" fmla="val 20000"/>
            </a:avLst>
          </a:prstGeom>
          <a:solidFill>
            <a:srgbClr val="F8D9D0"/>
          </a:solidFill>
          <a:ln/>
        </p:spPr>
      </p:sp>
      <p:sp>
        <p:nvSpPr>
          <p:cNvPr id="20" name="Text 18"/>
          <p:cNvSpPr/>
          <p:nvPr/>
        </p:nvSpPr>
        <p:spPr>
          <a:xfrm>
            <a:off x="1295400" y="7277100"/>
            <a:ext cx="15716250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6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Vì</a:t>
            </a:r>
            <a:r>
              <a:rPr lang="en-US" sz="25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r>
              <a:rPr lang="en-US" sz="25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5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viết?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Họ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hiểu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cảnh kỹ</a:t>
            </a:r>
            <a:r>
              <a:rPr lang="en-US" sz="25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thuật</a:t>
            </a:r>
            <a:r>
              <a:rPr lang="en-US" sz="25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nhất.</a:t>
            </a:r>
            <a:endParaRPr lang="en-US" sz="2550" dirty="0"/>
          </a:p>
        </p:txBody>
      </p:sp>
      <p:sp>
        <p:nvSpPr>
          <p:cNvPr id="21" name="Shape 19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05/10</a:t>
            </a:r>
            <a:endParaRPr lang="en-US" sz="1650" dirty="0"/>
          </a:p>
        </p:txBody>
      </p:sp>
      <p:sp>
        <p:nvSpPr>
          <p:cNvPr id="32" name="Shape 3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3" name="Moda image moda-export-watermark-14fa4242-0fd5-451b-9a2f-670d98dd2f4b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CHẶNG</a:t>
            </a:r>
            <a:r>
              <a:rPr lang="en-US" sz="1950" b="1" spc="301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</a:t>
            </a:r>
            <a:r>
              <a:rPr lang="en-US" sz="1950" b="1" spc="296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99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</a:t>
            </a:r>
            <a:r>
              <a:rPr lang="en-US" sz="1950" b="1" spc="307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1950" b="1" spc="297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1950" b="1" spc="30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809750"/>
            <a:ext cx="10477500" cy="3619500"/>
          </a:xfrm>
          <a:prstGeom prst="rect">
            <a:avLst/>
          </a:prstGeom>
          <a:noFill/>
          <a:ln/>
        </p:spPr>
        <p:txBody>
          <a:bodyPr wrap="square" lIns="0" tIns="228600" rIns="0" bIns="-228600" rtlCol="0" anchor="t"/>
          <a:lstStyle/>
          <a:p>
            <a:pPr algn="l" indent="0" marL="0">
              <a:lnSpc>
                <a:spcPts val="22500"/>
              </a:lnSpc>
              <a:buNone/>
            </a:pPr>
            <a:r>
              <a:rPr lang="en-US" sz="22500" dirty="0" spc="-45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69</a:t>
            </a:r>
            <a:endParaRPr lang="en-US" sz="22500" dirty="0"/>
          </a:p>
        </p:txBody>
      </p:sp>
      <p:sp>
        <p:nvSpPr>
          <p:cNvPr id="4" name="Text 2"/>
          <p:cNvSpPr/>
          <p:nvPr/>
        </p:nvSpPr>
        <p:spPr>
          <a:xfrm>
            <a:off x="914400" y="4857750"/>
            <a:ext cx="9525000" cy="1171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dirty="0" spc="1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phút,</a:t>
            </a:r>
            <a:r>
              <a:rPr lang="en-US" sz="54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trung</a:t>
            </a:r>
            <a:r>
              <a:rPr lang="en-US" sz="54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vị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914400" y="5810250"/>
            <a:ext cx="9334500" cy="11430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-13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25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lúc</a:t>
            </a:r>
            <a:r>
              <a:rPr lang="en-US" sz="2550" dirty="0" spc="-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25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hiện</a:t>
            </a:r>
            <a:r>
              <a:rPr lang="en-US" sz="25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lỗi</a:t>
            </a:r>
            <a:r>
              <a:rPr lang="en-US" sz="2550" dirty="0" spc="-1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25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lúc</a:t>
            </a:r>
            <a:r>
              <a:rPr lang="en-US" sz="2550" dirty="0" spc="4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gửi</a:t>
            </a:r>
            <a:r>
              <a:rPr lang="en-US" sz="255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550" dirty="0" spc="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sửa</a:t>
            </a:r>
            <a:r>
              <a:rPr lang="en-US" sz="25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550" dirty="0" spc="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550" dirty="0" spc="-1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duyệt.</a:t>
            </a:r>
            <a:endParaRPr lang="en-US" sz="2550" dirty="0"/>
          </a:p>
        </p:txBody>
      </p:sp>
      <p:sp>
        <p:nvSpPr>
          <p:cNvPr id="6" name="Shape 4"/>
          <p:cNvSpPr/>
          <p:nvPr/>
        </p:nvSpPr>
        <p:spPr>
          <a:xfrm>
            <a:off x="11239500" y="1905000"/>
            <a:ext cx="6134100" cy="1714500"/>
          </a:xfrm>
          <a:prstGeom prst="roundRect">
            <a:avLst>
              <a:gd name="adj" fmla="val 13333"/>
            </a:avLst>
          </a:prstGeom>
          <a:solidFill>
            <a:srgbClr val="1E212B"/>
          </a:solidFill>
          <a:ln/>
        </p:spPr>
      </p:sp>
      <p:sp>
        <p:nvSpPr>
          <p:cNvPr id="7" name="Text 5"/>
          <p:cNvSpPr/>
          <p:nvPr/>
        </p:nvSpPr>
        <p:spPr>
          <a:xfrm>
            <a:off x="11582400" y="2095500"/>
            <a:ext cx="5524500" cy="1038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165</a:t>
            </a:r>
            <a:r>
              <a:rPr lang="en-US" sz="48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/</a:t>
            </a:r>
            <a:r>
              <a:rPr lang="en-US" sz="4800" dirty="0" spc="-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57</a:t>
            </a:r>
            <a:endParaRPr lang="en-US" sz="4800" dirty="0"/>
          </a:p>
        </p:txBody>
      </p:sp>
      <p:sp>
        <p:nvSpPr>
          <p:cNvPr id="8" name="Text 6"/>
          <p:cNvSpPr/>
          <p:nvPr/>
        </p:nvSpPr>
        <p:spPr>
          <a:xfrm>
            <a:off x="11582400" y="2952750"/>
            <a:ext cx="5524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bản</a:t>
            </a:r>
            <a:r>
              <a:rPr lang="en-US" sz="2100" dirty="0" spc="-1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vá</a:t>
            </a:r>
            <a:r>
              <a:rPr lang="en-US" sz="21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sinh</a:t>
            </a:r>
            <a:r>
              <a:rPr lang="en-US" sz="2100" dirty="0" spc="-3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1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10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57</a:t>
            </a:r>
            <a:r>
              <a:rPr lang="en-US" sz="2100" dirty="0" spc="-1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crash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11239500" y="3810000"/>
            <a:ext cx="6134100" cy="1714500"/>
          </a:xfrm>
          <a:prstGeom prst="roundRect">
            <a:avLst>
              <a:gd name="adj" fmla="val 13333"/>
            </a:avLst>
          </a:prstGeom>
          <a:solidFill>
            <a:srgbClr val="1E212B"/>
          </a:solidFill>
          <a:ln/>
        </p:spPr>
      </p:sp>
      <p:sp>
        <p:nvSpPr>
          <p:cNvPr id="10" name="Text 8"/>
          <p:cNvSpPr/>
          <p:nvPr/>
        </p:nvSpPr>
        <p:spPr>
          <a:xfrm>
            <a:off x="11582400" y="4000500"/>
            <a:ext cx="5524500" cy="1038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90</a:t>
            </a:r>
            <a:r>
              <a:rPr lang="en-US" sz="4800" dirty="0" spc="-1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ngày</a:t>
            </a:r>
            <a:endParaRPr lang="en-US" sz="4800" dirty="0"/>
          </a:p>
        </p:txBody>
      </p:sp>
      <p:sp>
        <p:nvSpPr>
          <p:cNvPr id="11" name="Text 9"/>
          <p:cNvSpPr/>
          <p:nvPr/>
        </p:nvSpPr>
        <p:spPr>
          <a:xfrm>
            <a:off x="11582400" y="4857750"/>
            <a:ext cx="5524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đợt</a:t>
            </a:r>
            <a:r>
              <a:rPr lang="en-US" sz="210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11239500" y="5715000"/>
            <a:ext cx="6134100" cy="1714500"/>
          </a:xfrm>
          <a:prstGeom prst="roundRect">
            <a:avLst>
              <a:gd name="adj" fmla="val 13333"/>
            </a:avLst>
          </a:prstGeom>
          <a:solidFill>
            <a:srgbClr val="1E212B"/>
          </a:solidFill>
          <a:ln/>
        </p:spPr>
      </p:sp>
      <p:sp>
        <p:nvSpPr>
          <p:cNvPr id="13" name="Text 11"/>
          <p:cNvSpPr/>
          <p:nvPr/>
        </p:nvSpPr>
        <p:spPr>
          <a:xfrm>
            <a:off x="11582400" y="5905500"/>
            <a:ext cx="5524500" cy="1038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6</a:t>
            </a:r>
            <a:r>
              <a:rPr lang="en-US" sz="4800" dirty="0" spc="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ứng</a:t>
            </a:r>
            <a:r>
              <a:rPr lang="en-US" sz="48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dụng</a:t>
            </a:r>
            <a:endParaRPr lang="en-US" sz="4800" dirty="0"/>
          </a:p>
        </p:txBody>
      </p:sp>
      <p:sp>
        <p:nvSpPr>
          <p:cNvPr id="14" name="Text 12"/>
          <p:cNvSpPr/>
          <p:nvPr/>
        </p:nvSpPr>
        <p:spPr>
          <a:xfrm>
            <a:off x="11582400" y="6762750"/>
            <a:ext cx="5524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210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app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</a:t>
            </a: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chục</a:t>
            </a:r>
            <a:r>
              <a:rPr lang="en-US" sz="2100" dirty="0" spc="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triệu</a:t>
            </a:r>
            <a:r>
              <a:rPr lang="en-US" sz="21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dòng</a:t>
            </a:r>
            <a:r>
              <a:rPr lang="en-US" sz="210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914400" y="8096250"/>
            <a:ext cx="164592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Mọi con</a:t>
            </a:r>
            <a:r>
              <a:rPr lang="en-US" sz="1950" dirty="0" spc="-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19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195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9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nguồn;</a:t>
            </a:r>
            <a:r>
              <a:rPr lang="en-US" sz="195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9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</a:t>
            </a:r>
            <a:r>
              <a:rPr lang="en-US" sz="19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95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Meta</a:t>
            </a:r>
            <a:r>
              <a:rPr lang="en-US" sz="19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1950" dirty="0" spc="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1950" dirty="0" spc="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19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chiếu.</a:t>
            </a:r>
            <a:endParaRPr lang="en-US" sz="1950" dirty="0"/>
          </a:p>
        </p:txBody>
      </p:sp>
      <p:sp>
        <p:nvSpPr>
          <p:cNvPr id="16" name="Shape 14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06/10</a:t>
            </a:r>
            <a:endParaRPr lang="en-US" sz="165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f2287524-c537-4c6d-b3d4-d1a0feb2490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950" b="1" spc="29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950" b="1" spc="27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95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Đọc</a:t>
            </a:r>
            <a:r>
              <a:rPr lang="en-US" sz="6900" dirty="0" spc="1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đúng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con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số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165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8001000" cy="4762500"/>
          </a:xfrm>
          <a:prstGeom prst="roundRect">
            <a:avLst>
              <a:gd name="adj" fmla="val 6400"/>
            </a:avLst>
          </a:prstGeom>
          <a:solidFill>
            <a:srgbClr val="1F3FD1"/>
          </a:solidFill>
          <a:ln/>
        </p:spPr>
      </p:sp>
      <p:sp>
        <p:nvSpPr>
          <p:cNvPr id="5" name="Text 3"/>
          <p:cNvSpPr/>
          <p:nvPr/>
        </p:nvSpPr>
        <p:spPr>
          <a:xfrm>
            <a:off x="1371600" y="3429000"/>
            <a:ext cx="7239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</a:t>
            </a:r>
            <a:r>
              <a:rPr lang="en-US" sz="1950" b="1" spc="225" kern="0" dirty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NÓI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1371600" y="3905250"/>
            <a:ext cx="7239000" cy="1428750"/>
          </a:xfrm>
          <a:prstGeom prst="rect">
            <a:avLst/>
          </a:prstGeom>
          <a:noFill/>
          <a:ln/>
        </p:spPr>
        <p:txBody>
          <a:bodyPr wrap="square" lIns="0" tIns="26670" rIns="0" bIns="-26670" rtlCol="0" anchor="t"/>
          <a:lstStyle/>
          <a:p>
            <a:pPr algn="l" indent="0" marL="0">
              <a:lnSpc>
                <a:spcPts val="4620"/>
              </a:lnSpc>
              <a:buNone/>
            </a:pPr>
            <a:r>
              <a:rPr lang="en-US" sz="42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165</a:t>
            </a:r>
            <a:r>
              <a:rPr lang="en-US" sz="42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bản</a:t>
            </a:r>
            <a:r>
              <a:rPr lang="en-US" sz="4200" dirty="0" spc="-4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vá</a:t>
            </a:r>
            <a:r>
              <a:rPr lang="en-US" sz="4200" dirty="0" spc="-5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được</a:t>
            </a:r>
            <a:r>
              <a:rPr lang="en-US" sz="42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sinh</a:t>
            </a:r>
            <a:r>
              <a:rPr lang="en-US" sz="4200" dirty="0" spc="-1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ra</a:t>
            </a:r>
            <a:endParaRPr lang="en-US" sz="4200" dirty="0"/>
          </a:p>
        </p:txBody>
      </p:sp>
      <p:sp>
        <p:nvSpPr>
          <p:cNvPr id="7" name="Text richtext-1792374074754-525838561"/>
          <p:cNvSpPr/>
          <p:nvPr/>
        </p:nvSpPr>
        <p:spPr>
          <a:xfrm>
            <a:off x="1371600" y="5524500"/>
            <a:ext cx="7086600" cy="19050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marL="323850" indent="-231371">
              <a:lnSpc>
                <a:spcPts val="3570"/>
              </a:lnSpc>
              <a:buSzPct val="100000"/>
              <a:buFont typeface="Arial"/>
              <a:buChar char="•"/>
            </a:pPr>
            <a:r>
              <a:rPr lang="en-US" sz="25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Khoảng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2,9</a:t>
            </a:r>
            <a:r>
              <a:rPr lang="en-US" sz="25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255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crash.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buSzPct val="100000"/>
              <a:buFont typeface="Arial"/>
              <a:buChar char="•"/>
            </a:pP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Đúng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2550" dirty="0" spc="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đưa</a:t>
            </a:r>
            <a:r>
              <a:rPr lang="en-US" sz="255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vài</a:t>
            </a:r>
            <a:r>
              <a:rPr lang="en-US" sz="2550" dirty="0" spc="2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viên</a:t>
            </a:r>
            <a:r>
              <a:rPr lang="en-US" sz="2550" dirty="0" spc="-2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chọn.</a:t>
            </a:r>
            <a:endParaRPr lang="en-US" sz="2550" dirty="0"/>
          </a:p>
        </p:txBody>
      </p:sp>
      <p:sp>
        <p:nvSpPr>
          <p:cNvPr id="8" name="Shape 6"/>
          <p:cNvSpPr/>
          <p:nvPr/>
        </p:nvSpPr>
        <p:spPr>
          <a:xfrm>
            <a:off x="9372600" y="3048000"/>
            <a:ext cx="8001000" cy="4762500"/>
          </a:xfrm>
          <a:prstGeom prst="roundRect">
            <a:avLst>
              <a:gd name="adj" fmla="val 64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829800" y="3429000"/>
            <a:ext cx="7239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</a:t>
            </a:r>
            <a:r>
              <a:rPr lang="en-US" sz="195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NÓI</a:t>
            </a:r>
            <a:endParaRPr lang="en-US" sz="1950" dirty="0"/>
          </a:p>
        </p:txBody>
      </p:sp>
      <p:sp>
        <p:nvSpPr>
          <p:cNvPr id="10" name="Text 8"/>
          <p:cNvSpPr/>
          <p:nvPr/>
        </p:nvSpPr>
        <p:spPr>
          <a:xfrm>
            <a:off x="9829800" y="3905250"/>
            <a:ext cx="7239000" cy="1428750"/>
          </a:xfrm>
          <a:prstGeom prst="rect">
            <a:avLst/>
          </a:prstGeom>
          <a:noFill/>
          <a:ln/>
        </p:spPr>
        <p:txBody>
          <a:bodyPr wrap="square" lIns="0" tIns="26670" rIns="0" bIns="-26670" rtlCol="0" anchor="t"/>
          <a:lstStyle/>
          <a:p>
            <a:pPr algn="l" indent="0" marL="0">
              <a:lnSpc>
                <a:spcPts val="4620"/>
              </a:lnSpc>
              <a:buNone/>
            </a:pPr>
            <a:r>
              <a:rPr lang="en-US" sz="42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Bao</a:t>
            </a:r>
            <a:r>
              <a:rPr lang="en-US" sz="42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nhiêu</a:t>
            </a:r>
            <a:r>
              <a:rPr lang="en-US" sz="42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bản</a:t>
            </a:r>
            <a:r>
              <a:rPr lang="en-US" sz="4200" dirty="0" spc="-5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được</a:t>
            </a:r>
            <a:r>
              <a:rPr lang="en-US" sz="42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nhận</a:t>
            </a:r>
            <a:endParaRPr lang="en-US" sz="4200" dirty="0"/>
          </a:p>
        </p:txBody>
      </p:sp>
      <p:sp>
        <p:nvSpPr>
          <p:cNvPr id="11" name="Text richtext-1792374074771-434237566"/>
          <p:cNvSpPr/>
          <p:nvPr/>
        </p:nvSpPr>
        <p:spPr>
          <a:xfrm>
            <a:off x="9829800" y="5524500"/>
            <a:ext cx="7086600" cy="19050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marL="323850" indent="-231371">
              <a:lnSpc>
                <a:spcPts val="3570"/>
              </a:lnSpc>
              <a:buSzPct val="100000"/>
              <a:buFont typeface="Arial"/>
              <a:buChar char="•"/>
            </a:pP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Sinh</a:t>
            </a:r>
            <a:r>
              <a:rPr lang="en-US" sz="2550" dirty="0" spc="-3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có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nghĩa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5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nhận.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buSzPct val="100000"/>
              <a:buFont typeface="Arial"/>
              <a:buChar char="•"/>
            </a:pP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Hoàn</a:t>
            </a:r>
            <a:r>
              <a:rPr lang="en-US" sz="25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tác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an</a:t>
            </a:r>
            <a:r>
              <a:rPr lang="en-US" sz="25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toàn</a:t>
            </a:r>
            <a:r>
              <a:rPr lang="en-US" sz="2550" dirty="0" spc="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nhưng</a:t>
            </a: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bỏ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 tính năng.</a:t>
            </a:r>
            <a:endParaRPr lang="en-US" sz="2550" dirty="0"/>
          </a:p>
        </p:txBody>
      </p:sp>
      <p:sp>
        <p:nvSpPr>
          <p:cNvPr id="12" name="Shape 10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07/10</a:t>
            </a:r>
            <a:endParaRPr lang="en-US" sz="1650" dirty="0"/>
          </a:p>
        </p:txBody>
      </p:sp>
      <p:sp>
        <p:nvSpPr>
          <p:cNvPr id="23" name="Shape 2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4" name="Moda image moda-export-watermark-d28298bb-0402-4a9d-bcc4-a308247ccf7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950" b="1" spc="3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950" b="1" spc="29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950" b="1" spc="28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905000"/>
          </a:xfrm>
          <a:prstGeom prst="rect">
            <a:avLst/>
          </a:prstGeom>
          <a:noFill/>
          <a:ln/>
        </p:spPr>
        <p:txBody>
          <a:bodyPr wrap="square" lIns="0" tIns="15240" rIns="0" bIns="-15240" rtlCol="0" anchor="t"/>
          <a:lstStyle/>
          <a:p>
            <a:pPr algn="l" indent="0" marL="0">
              <a:lnSpc>
                <a:spcPts val="5520"/>
              </a:lnSpc>
              <a:buNone/>
            </a:pPr>
            <a:r>
              <a:rPr lang="en-US" sz="48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Bản</a:t>
            </a:r>
            <a:r>
              <a:rPr lang="en-US" sz="4800" dirty="0" spc="-5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vá</a:t>
            </a:r>
            <a:r>
              <a:rPr lang="en-US" sz="4800" dirty="0" spc="-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"hoàn</a:t>
            </a:r>
            <a:r>
              <a:rPr lang="en-US" sz="48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tác</a:t>
            </a:r>
            <a:r>
              <a:rPr lang="en-US" sz="4800" dirty="0" spc="-2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toàn</a:t>
            </a:r>
            <a:r>
              <a:rPr lang="en-US" sz="4800" dirty="0" spc="-4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bộ"</a:t>
            </a:r>
            <a:r>
              <a:rPr lang="en-US" sz="4800" dirty="0" spc="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đã</a:t>
            </a:r>
            <a:r>
              <a:rPr lang="en-US" sz="48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qua</a:t>
            </a:r>
            <a:r>
              <a:rPr lang="en-US" sz="48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kiểm</a:t>
            </a:r>
            <a:r>
              <a:rPr lang="en-US" sz="4800" dirty="0" spc="-2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thử.</a:t>
            </a:r>
            <a:r>
              <a:rPr lang="en-US" sz="48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Nhận</a:t>
            </a:r>
            <a:r>
              <a:rPr lang="en-US" sz="4800" dirty="0" spc="-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ngay?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914400" y="3524250"/>
            <a:ext cx="4000500" cy="723900"/>
          </a:xfrm>
          <a:prstGeom prst="roundRect">
            <a:avLst>
              <a:gd name="adj" fmla="val 50000"/>
            </a:avLst>
          </a:prstGeom>
          <a:solidFill>
            <a:srgbClr val="F8D9D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3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Đáp án:</a:t>
            </a:r>
            <a:r>
              <a:rPr lang="en-US" sz="2400" b="1" dirty="0" spc="10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2400" b="1" dirty="0" spc="-1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chắc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914400" y="4667250"/>
            <a:ext cx="16459200" cy="1143000"/>
          </a:xfrm>
          <a:prstGeom prst="roundRect">
            <a:avLst>
              <a:gd name="adj" fmla="val 20000"/>
            </a:avLst>
          </a:prstGeom>
          <a:solidFill>
            <a:srgbClr val="E8E0CF"/>
          </a:solidFill>
          <a:ln/>
        </p:spPr>
      </p:sp>
      <p:sp>
        <p:nvSpPr>
          <p:cNvPr id="6" name="Text 4"/>
          <p:cNvSpPr/>
          <p:nvPr/>
        </p:nvSpPr>
        <p:spPr>
          <a:xfrm>
            <a:off x="1333500" y="4838700"/>
            <a:ext cx="952500" cy="1038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1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4800" dirty="0"/>
          </a:p>
        </p:txBody>
      </p:sp>
      <p:sp>
        <p:nvSpPr>
          <p:cNvPr id="7" name="Text 5"/>
          <p:cNvSpPr/>
          <p:nvPr/>
        </p:nvSpPr>
        <p:spPr>
          <a:xfrm>
            <a:off x="2476500" y="5010150"/>
            <a:ext cx="14478000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Qua kiểm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thử:</a:t>
            </a:r>
            <a:r>
              <a:rPr lang="en-US" sz="255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crash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biến</a:t>
            </a:r>
            <a:r>
              <a:rPr lang="en-US" sz="25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mất</a:t>
            </a:r>
            <a:r>
              <a:rPr lang="en-US" sz="25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</a:t>
            </a:r>
            <a:r>
              <a:rPr lang="en-US" sz="2550" dirty="0" spc="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5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chạy.</a:t>
            </a:r>
            <a:endParaRPr lang="en-US" sz="2550" dirty="0"/>
          </a:p>
        </p:txBody>
      </p:sp>
      <p:sp>
        <p:nvSpPr>
          <p:cNvPr id="8" name="Shape 6"/>
          <p:cNvSpPr/>
          <p:nvPr/>
        </p:nvSpPr>
        <p:spPr>
          <a:xfrm>
            <a:off x="914400" y="6000750"/>
            <a:ext cx="16459200" cy="1143000"/>
          </a:xfrm>
          <a:prstGeom prst="roundRect">
            <a:avLst>
              <a:gd name="adj" fmla="val 20000"/>
            </a:avLst>
          </a:prstGeom>
          <a:solidFill>
            <a:srgbClr val="E8E0CF"/>
          </a:solidFill>
          <a:ln/>
        </p:spPr>
      </p:sp>
      <p:sp>
        <p:nvSpPr>
          <p:cNvPr id="9" name="Text 7"/>
          <p:cNvSpPr/>
          <p:nvPr/>
        </p:nvSpPr>
        <p:spPr>
          <a:xfrm>
            <a:off x="1333500" y="6172200"/>
            <a:ext cx="952500" cy="1038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-5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4800" dirty="0"/>
          </a:p>
        </p:txBody>
      </p:sp>
      <p:sp>
        <p:nvSpPr>
          <p:cNvPr id="10" name="Text 8"/>
          <p:cNvSpPr/>
          <p:nvPr/>
        </p:nvSpPr>
        <p:spPr>
          <a:xfrm>
            <a:off x="2476500" y="6343650"/>
            <a:ext cx="14478000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Hoàn</a:t>
            </a:r>
            <a:r>
              <a:rPr lang="en-US" sz="25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tác</a:t>
            </a:r>
            <a:r>
              <a:rPr lang="en-US" sz="25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toàn</a:t>
            </a:r>
            <a:r>
              <a:rPr lang="en-US" sz="25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5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gỡ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luôn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 năng</a:t>
            </a:r>
            <a:r>
              <a:rPr lang="en-US" sz="25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vừa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thêm.</a:t>
            </a:r>
            <a:endParaRPr lang="en-US" sz="2550" dirty="0"/>
          </a:p>
        </p:txBody>
      </p:sp>
      <p:sp>
        <p:nvSpPr>
          <p:cNvPr id="11" name="Shape 9"/>
          <p:cNvSpPr/>
          <p:nvPr/>
        </p:nvSpPr>
        <p:spPr>
          <a:xfrm>
            <a:off x="914400" y="7334250"/>
            <a:ext cx="16459200" cy="1143000"/>
          </a:xfrm>
          <a:prstGeom prst="roundRect">
            <a:avLst>
              <a:gd name="adj" fmla="val 20000"/>
            </a:avLst>
          </a:prstGeom>
          <a:solidFill>
            <a:srgbClr val="E8472B"/>
          </a:solidFill>
          <a:ln/>
        </p:spPr>
      </p:sp>
      <p:sp>
        <p:nvSpPr>
          <p:cNvPr id="12" name="Text 10"/>
          <p:cNvSpPr/>
          <p:nvPr/>
        </p:nvSpPr>
        <p:spPr>
          <a:xfrm>
            <a:off x="1333500" y="7505700"/>
            <a:ext cx="952500" cy="1038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4800" dirty="0"/>
          </a:p>
        </p:txBody>
      </p:sp>
      <p:sp>
        <p:nvSpPr>
          <p:cNvPr id="13" name="Text 11"/>
          <p:cNvSpPr/>
          <p:nvPr/>
        </p:nvSpPr>
        <p:spPr>
          <a:xfrm>
            <a:off x="2476500" y="7677150"/>
            <a:ext cx="14478000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Bạn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cân: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2550" dirty="0" spc="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chặn</a:t>
            </a:r>
            <a:r>
              <a:rPr lang="en-US" sz="255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crash,</a:t>
            </a:r>
            <a:r>
              <a:rPr lang="en-US" sz="255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55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sửa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đúng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chỗ.</a:t>
            </a:r>
            <a:endParaRPr lang="en-US" sz="2550" dirty="0"/>
          </a:p>
        </p:txBody>
      </p:sp>
      <p:sp>
        <p:nvSpPr>
          <p:cNvPr id="14" name="Shape 12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08/10</a:t>
            </a:r>
            <a:endParaRPr lang="en-US" sz="1650" dirty="0"/>
          </a:p>
        </p:txBody>
      </p:sp>
      <p:sp>
        <p:nvSpPr>
          <p:cNvPr id="25" name="Shape 2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6" name="Moda image moda-export-watermark-0e2f66ef-53e1-4bf1-8445-af12e0e4b277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1950" b="1" spc="28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2095500"/>
            <a:ext cx="15240000" cy="2857500"/>
          </a:xfrm>
          <a:prstGeom prst="rect">
            <a:avLst/>
          </a:prstGeom>
          <a:noFill/>
          <a:ln/>
        </p:spPr>
        <p:txBody>
          <a:bodyPr wrap="square" lIns="0" tIns="61913" rIns="0" bIns="-61913" rtlCol="0" anchor="t"/>
          <a:lstStyle/>
          <a:p>
            <a:pPr algn="l" indent="0" marL="0">
              <a:lnSpc>
                <a:spcPts val="7950"/>
              </a:lnSpc>
              <a:buNone/>
            </a:pPr>
            <a:r>
              <a:rPr lang="en-US" sz="75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Máy</a:t>
            </a:r>
            <a:r>
              <a:rPr lang="en-US" sz="75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là</a:t>
            </a:r>
            <a:r>
              <a:rPr lang="en-US" sz="7500" dirty="0" spc="-6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người</a:t>
            </a:r>
            <a:r>
              <a:rPr lang="en-US" sz="7500" dirty="0" spc="1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đề</a:t>
            </a:r>
            <a:r>
              <a:rPr lang="en-US" sz="7500" dirty="0" spc="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xuất,</a:t>
            </a:r>
            <a:r>
              <a:rPr lang="en-US" sz="75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</a:t>
            </a:r>
            <a:r>
              <a:rPr lang="en-US" sz="7500" dirty="0" spc="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phải</a:t>
            </a:r>
            <a:r>
              <a:rPr lang="en-US" sz="7500" dirty="0" spc="-6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người</a:t>
            </a:r>
            <a:r>
              <a:rPr lang="en-US" sz="75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quyết</a:t>
            </a:r>
            <a:r>
              <a:rPr lang="en-US" sz="7500" dirty="0" spc="2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định.</a:t>
            </a:r>
            <a:endParaRPr lang="en-US" sz="7500" dirty="0"/>
          </a:p>
        </p:txBody>
      </p:sp>
      <p:sp>
        <p:nvSpPr>
          <p:cNvPr id="4" name="Shape 2"/>
          <p:cNvSpPr/>
          <p:nvPr/>
        </p:nvSpPr>
        <p:spPr>
          <a:xfrm>
            <a:off x="914400" y="5524500"/>
            <a:ext cx="114300" cy="219075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</p:sp>
      <p:sp>
        <p:nvSpPr>
          <p:cNvPr id="5" name="Text richtext-1792374105510-970437802"/>
          <p:cNvSpPr/>
          <p:nvPr/>
        </p:nvSpPr>
        <p:spPr>
          <a:xfrm>
            <a:off x="1333500" y="5524500"/>
            <a:ext cx="14287500" cy="2286000"/>
          </a:xfrm>
          <a:prstGeom prst="rect">
            <a:avLst/>
          </a:prstGeom>
          <a:noFill/>
          <a:ln/>
        </p:spPr>
        <p:txBody>
          <a:bodyPr wrap="square" lIns="0" tIns="1715" rIns="0" bIns="-1715" rtlCol="0" anchor="t"/>
          <a:lstStyle/>
          <a:p>
            <a:pPr algn="l" marL="342900" indent="-244981">
              <a:lnSpc>
                <a:spcPts val="3915"/>
              </a:lnSpc>
              <a:buSzPct val="100000"/>
              <a:buFont typeface="Arial"/>
              <a:buChar char="•"/>
            </a:pPr>
            <a:r>
              <a:rPr lang="en-US" sz="27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Bản</a:t>
            </a:r>
            <a:r>
              <a:rPr lang="en-US" sz="2700" dirty="0" spc="-1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vá</a:t>
            </a:r>
            <a:r>
              <a:rPr lang="en-US" sz="27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7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27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đúng</a:t>
            </a:r>
            <a:r>
              <a:rPr lang="en-US" sz="27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kỹ</a:t>
            </a:r>
            <a:r>
              <a:rPr lang="en-US" sz="2700" dirty="0" spc="-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thuật,</a:t>
            </a:r>
            <a:r>
              <a:rPr lang="en-US" sz="2700" dirty="0" spc="-1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sai</a:t>
            </a:r>
            <a:r>
              <a:rPr lang="en-US" sz="27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ý</a:t>
            </a:r>
            <a:r>
              <a:rPr lang="en-US" sz="2700" dirty="0" spc="1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định.</a:t>
            </a:r>
            <a:endParaRPr lang="en-US" sz="2700" dirty="0"/>
          </a:p>
          <a:p>
            <a:pPr algn="l" marL="342900" indent="-244981">
              <a:lnSpc>
                <a:spcPts val="3915"/>
              </a:lnSpc>
              <a:buSzPct val="100000"/>
              <a:buFont typeface="Arial"/>
              <a:buChar char="•"/>
            </a:pPr>
            <a:r>
              <a:rPr lang="en-US" sz="2700" dirty="0" spc="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Người</a:t>
            </a:r>
            <a:r>
              <a:rPr lang="en-US" sz="2700" dirty="0" spc="-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r>
              <a:rPr lang="en-US" sz="2700" dirty="0" spc="-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thay</a:t>
            </a:r>
            <a:r>
              <a:rPr lang="en-US" sz="2700" dirty="0" spc="1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2700" dirty="0" spc="-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biết</a:t>
            </a:r>
            <a:r>
              <a:rPr lang="en-US" sz="27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</a:t>
            </a:r>
            <a:r>
              <a:rPr lang="en-US" sz="2700" dirty="0" spc="1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7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27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gì.</a:t>
            </a:r>
            <a:endParaRPr lang="en-US" sz="2700" dirty="0"/>
          </a:p>
          <a:p>
            <a:pPr algn="l" marL="342900" indent="-244981">
              <a:lnSpc>
                <a:spcPts val="3915"/>
              </a:lnSpc>
              <a:buSzPct val="100000"/>
              <a:buFont typeface="Arial"/>
              <a:buChar char="•"/>
            </a:pPr>
            <a:r>
              <a:rPr lang="en-US" sz="2700" dirty="0" spc="-5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Trách</a:t>
            </a:r>
            <a:r>
              <a:rPr lang="en-US" sz="27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nhiệm</a:t>
            </a:r>
            <a:r>
              <a:rPr lang="en-US" sz="27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7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27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đúng</a:t>
            </a:r>
            <a:r>
              <a:rPr lang="en-US" sz="2700" dirty="0" spc="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700" dirty="0" spc="1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đó.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1333500" y="8191500"/>
            <a:ext cx="142875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Cách</a:t>
            </a:r>
            <a:r>
              <a:rPr lang="en-US" sz="1950" dirty="0" spc="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19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950" dirty="0" spc="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19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biên</a:t>
            </a:r>
            <a:r>
              <a:rPr lang="en-US" sz="195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soạn,</a:t>
            </a:r>
            <a:r>
              <a:rPr lang="en-US" sz="19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19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195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9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nguồn.</a:t>
            </a:r>
            <a:endParaRPr lang="en-US" sz="1950" dirty="0"/>
          </a:p>
        </p:txBody>
      </p:sp>
      <p:sp>
        <p:nvSpPr>
          <p:cNvPr id="7" name="Shape 5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09/10</a:t>
            </a:r>
            <a:endParaRPr lang="en-US" sz="1650" dirty="0"/>
          </a:p>
        </p:txBody>
      </p:sp>
      <p:sp>
        <p:nvSpPr>
          <p:cNvPr id="18" name="Shape 1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9" name="Moda image moda-export-watermark-9479141d-6f64-4c57-bc18-6ceb0119745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7620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950" b="1" spc="28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1950" b="1" spc="25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162050"/>
            <a:ext cx="161925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300" dirty="0" spc="-4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Từ</a:t>
            </a:r>
            <a:r>
              <a:rPr lang="en-US" sz="6300" dirty="0" spc="-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khóa</a:t>
            </a:r>
            <a:r>
              <a:rPr lang="en-US" sz="63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r>
              <a:rPr lang="en-US" sz="63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63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2476500"/>
          <a:ext cx="13716000" cy="914400"/>
        </p:xfrm>
        <a:graphic>
          <a:graphicData uri="http://schemas.openxmlformats.org/drawingml/2006/table">
            <a:tbl>
              <a:tblPr/>
              <a:tblGrid>
                <a:gridCol w="4608576"/>
                <a:gridCol w="11850624"/>
              </a:tblGrid>
              <a:tr h="9906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b="1" dirty="0" spc="-83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Từ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b="1" dirty="0" spc="-4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Nghĩa</a:t>
                      </a:r>
                      <a:r>
                        <a:rPr lang="en-US" sz="2400" b="1" dirty="0" spc="-13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trong</a:t>
                      </a:r>
                      <a:r>
                        <a:rPr lang="en-US" sz="2400" b="1" dirty="0" spc="0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bài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  <a:tr h="9906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4" kern="0">
                          <a:solidFill>
                            <a:srgbClr val="FF6A4D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CI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6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Continuous</a:t>
                      </a:r>
                      <a:r>
                        <a:rPr lang="en-US" sz="2400" dirty="0" spc="-18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Integration:</a:t>
                      </a:r>
                      <a:r>
                        <a:rPr lang="en-US" sz="2400" dirty="0" spc="2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tự</a:t>
                      </a:r>
                      <a:r>
                        <a:rPr lang="en-US" sz="2400" dirty="0" spc="-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kiểm</a:t>
                      </a:r>
                      <a:r>
                        <a:rPr lang="en-US" sz="2400" dirty="0" spc="-2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tra</a:t>
                      </a:r>
                      <a:r>
                        <a:rPr lang="en-US" sz="2400" dirty="0" spc="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mỗi</a:t>
                      </a:r>
                      <a:r>
                        <a:rPr lang="en-US" sz="2400" dirty="0" spc="-6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thay</a:t>
                      </a:r>
                      <a:r>
                        <a:rPr lang="en-US" sz="2400" dirty="0" spc="13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đổi</a:t>
                      </a:r>
                      <a:r>
                        <a:rPr lang="en-US" sz="2400" dirty="0" spc="4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mã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</a:tr>
              <a:tr h="9906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13" kern="0">
                          <a:solidFill>
                            <a:srgbClr val="FFB454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Diff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5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một</a:t>
                      </a:r>
                      <a:r>
                        <a:rPr lang="en-US" sz="2400" dirty="0" spc="-6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thay</a:t>
                      </a:r>
                      <a:r>
                        <a:rPr lang="en-US" sz="2400" dirty="0" spc="13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đổi</a:t>
                      </a:r>
                      <a:r>
                        <a:rPr lang="en-US" sz="2400" dirty="0" spc="4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mã</a:t>
                      </a:r>
                      <a:r>
                        <a:rPr lang="en-US" sz="2400" dirty="0" spc="4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gửi</a:t>
                      </a:r>
                      <a:r>
                        <a:rPr lang="en-US" sz="2400" dirty="0" spc="32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đi</a:t>
                      </a:r>
                      <a:r>
                        <a:rPr lang="en-US" sz="2400" dirty="0" spc="-24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review,</a:t>
                      </a:r>
                      <a:r>
                        <a:rPr lang="en-US" sz="2400" dirty="0" spc="0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cách</a:t>
                      </a:r>
                      <a:r>
                        <a:rPr lang="en-US" sz="2400" dirty="0" spc="-1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gọi</a:t>
                      </a:r>
                      <a:r>
                        <a:rPr lang="en-US" sz="2400" dirty="0" spc="2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của</a:t>
                      </a:r>
                      <a:r>
                        <a:rPr lang="en-US" sz="2400" dirty="0" spc="-14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Meta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</a:tr>
              <a:tr h="9906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4" kern="0">
                          <a:solidFill>
                            <a:srgbClr val="3DD6A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Phabricator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0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nơi</a:t>
                      </a:r>
                      <a:r>
                        <a:rPr lang="en-US" sz="2400" dirty="0" spc="4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gửi</a:t>
                      </a:r>
                      <a:r>
                        <a:rPr lang="en-US" sz="2400" dirty="0" spc="-10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Diff</a:t>
                      </a:r>
                      <a:r>
                        <a:rPr lang="en-US" sz="2400" dirty="0" spc="-15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và</a:t>
                      </a:r>
                      <a:r>
                        <a:rPr lang="en-US" sz="2400" dirty="0" spc="-18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duyệt</a:t>
                      </a:r>
                      <a:r>
                        <a:rPr lang="en-US" sz="2400" dirty="0" spc="-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bản</a:t>
                      </a:r>
                      <a:r>
                        <a:rPr lang="en-US" sz="2400" dirty="0" spc="-15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vá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</a:tr>
              <a:tr h="9906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1" kern="0">
                          <a:solidFill>
                            <a:srgbClr val="7C93FF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Sapienz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hệ</a:t>
                      </a:r>
                      <a:r>
                        <a:rPr lang="en-US" sz="2400" dirty="0" spc="2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thống</a:t>
                      </a:r>
                      <a:r>
                        <a:rPr lang="en-US" sz="2400" dirty="0" spc="3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tự</a:t>
                      </a:r>
                      <a:r>
                        <a:rPr lang="en-US" sz="2400" dirty="0" spc="-4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thiết</a:t>
                      </a:r>
                      <a:r>
                        <a:rPr lang="en-US" sz="2400" dirty="0" spc="-37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kế</a:t>
                      </a:r>
                      <a:r>
                        <a:rPr lang="en-US" sz="2400" dirty="0" spc="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ca</a:t>
                      </a:r>
                      <a:r>
                        <a:rPr lang="en-US" sz="2400" dirty="0" spc="-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kiểm</a:t>
                      </a:r>
                      <a:r>
                        <a:rPr lang="en-US" sz="2400" dirty="0" spc="3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thử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914400" y="767715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950" dirty="0"/>
          </a:p>
        </p:txBody>
      </p:sp>
      <p:sp>
        <p:nvSpPr>
          <p:cNvPr id="6" name="Text 3"/>
          <p:cNvSpPr/>
          <p:nvPr/>
        </p:nvSpPr>
        <p:spPr>
          <a:xfrm>
            <a:off x="914400" y="8096250"/>
            <a:ext cx="16459200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</a:t>
            </a:r>
            <a:r>
              <a:rPr lang="en-US" sz="255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system-design-101,</a:t>
            </a:r>
            <a:r>
              <a:rPr lang="en-US" sz="25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55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tại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commit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</a:t>
            </a:r>
            <a:r>
              <a:rPr lang="en-US" sz="2550" dirty="0" spc="2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endParaRPr lang="en-US" sz="2550" dirty="0"/>
          </a:p>
        </p:txBody>
      </p:sp>
      <p:sp>
        <p:nvSpPr>
          <p:cNvPr id="7" name="Text 4"/>
          <p:cNvSpPr/>
          <p:nvPr/>
        </p:nvSpPr>
        <p:spPr>
          <a:xfrm>
            <a:off x="914400" y="8629650"/>
            <a:ext cx="164592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Đã</a:t>
            </a:r>
            <a:r>
              <a:rPr lang="en-US" sz="1800" dirty="0" spc="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180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1800" dirty="0" spc="-1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2026-10-19.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SapFix của</a:t>
            </a:r>
            <a:r>
              <a:rPr lang="en-US" sz="1800" dirty="0" spc="-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Meta</a:t>
            </a:r>
            <a:r>
              <a:rPr lang="en-US" sz="1800" dirty="0" spc="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 được</a:t>
            </a:r>
            <a:r>
              <a:rPr lang="en-US" sz="1800" dirty="0" spc="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chiếu.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10/10</a:t>
            </a:r>
            <a:endParaRPr lang="en-US" sz="1650" dirty="0"/>
          </a:p>
        </p:txBody>
      </p:sp>
      <p:sp>
        <p:nvSpPr>
          <p:cNvPr id="19" name="Shape 1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0" name="Moda image moda-export-watermark-1e2a99fc-edb8-4434-b580-be17e135779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2026-10-19T09:37:00Z</dcterms:created>
  <dcterms:modified xsi:type="dcterms:W3CDTF">2026-10-19T09:37:00Z</dcterms:modified>
</cp:coreProperties>
</file>