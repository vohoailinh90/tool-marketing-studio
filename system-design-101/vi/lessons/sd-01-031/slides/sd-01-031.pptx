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428625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r>
              <a:rPr lang="en-US" sz="81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HTTP:</a:t>
            </a:r>
            <a:r>
              <a:rPr lang="en-US" sz="81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r>
              <a:rPr lang="en-US" sz="81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81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 sau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619750"/>
            <a:ext cx="8191500" cy="571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30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nhóm;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nghĩa.</a:t>
            </a:r>
            <a:endParaRPr lang="en-US" sz="3000" dirty="0"/>
          </a:p>
        </p:txBody>
      </p:sp>
      <p:sp>
        <p:nvSpPr>
          <p:cNvPr id="5" name="Connector line-1792371362577-623106394"/>
          <p:cNvSpPr/>
          <p:nvPr/>
        </p:nvSpPr>
        <p:spPr>
          <a:xfrm>
            <a:off x="914400" y="6477000"/>
            <a:ext cx="82296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762750"/>
            <a:ext cx="819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1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cứu,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0" y="1238250"/>
            <a:ext cx="6858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58500" y="1524000"/>
            <a:ext cx="2286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1xx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3335000" y="177165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Thông</a:t>
            </a: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2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tạm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477500" y="2857500"/>
            <a:ext cx="6858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58500" y="3143250"/>
            <a:ext cx="2286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2xx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13335000" y="339090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Thành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0" y="4476750"/>
            <a:ext cx="6858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58500" y="4762500"/>
            <a:ext cx="2286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3xx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3335000" y="501015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Cần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477500" y="6096000"/>
            <a:ext cx="6858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58500" y="6381750"/>
            <a:ext cx="2286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7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4xx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13335000" y="662940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8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Yêu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</a:t>
            </a:r>
            <a:r>
              <a:rPr lang="en-US" sz="22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0477500" y="7715250"/>
            <a:ext cx="6858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58500" y="8001000"/>
            <a:ext cx="2286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4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5xx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13335000" y="824865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Lỗi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phía</a:t>
            </a:r>
            <a:r>
              <a:rPr lang="en-US" sz="22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14547dc-0a0d-4481-9e65-a5a75507a4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6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Nhóm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2857500" cy="3810000"/>
          </a:xfrm>
          <a:prstGeom prst="rect">
            <a:avLst/>
          </a:prstGeom>
          <a:noFill/>
          <a:ln/>
        </p:spPr>
        <p:txBody>
          <a:bodyPr wrap="square" lIns="0" tIns="274320" rIns="0" bIns="-274320" rtlCol="0" anchor="t"/>
          <a:lstStyle/>
          <a:p>
            <a:pPr algn="l" indent="0" marL="0">
              <a:lnSpc>
                <a:spcPts val="27000"/>
              </a:lnSpc>
              <a:buNone/>
            </a:pPr>
            <a:r>
              <a:rPr lang="en-US" sz="270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0" dirty="0"/>
          </a:p>
        </p:txBody>
      </p:sp>
      <p:sp>
        <p:nvSpPr>
          <p:cNvPr id="5" name="Text 3"/>
          <p:cNvSpPr/>
          <p:nvPr/>
        </p:nvSpPr>
        <p:spPr>
          <a:xfrm>
            <a:off x="3143250" y="2857500"/>
            <a:ext cx="5334000" cy="3810000"/>
          </a:xfrm>
          <a:prstGeom prst="rect">
            <a:avLst/>
          </a:prstGeom>
          <a:noFill/>
          <a:ln/>
        </p:spPr>
        <p:txBody>
          <a:bodyPr wrap="square" lIns="0" tIns="274320" rIns="0" bIns="-274320" rtlCol="0" anchor="t"/>
          <a:lstStyle/>
          <a:p>
            <a:pPr algn="l" indent="0" marL="0">
              <a:lnSpc>
                <a:spcPts val="27000"/>
              </a:lnSpc>
              <a:buNone/>
            </a:pPr>
            <a:r>
              <a:rPr lang="en-US" sz="270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27000" dirty="0"/>
          </a:p>
        </p:txBody>
      </p:sp>
      <p:sp>
        <p:nvSpPr>
          <p:cNvPr id="6" name="Shape 4"/>
          <p:cNvSpPr/>
          <p:nvPr/>
        </p:nvSpPr>
        <p:spPr>
          <a:xfrm>
            <a:off x="9525000" y="3048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F8D9D0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0" y="3286125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1950" b="1" spc="15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13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06000" y="3762375"/>
            <a:ext cx="704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Cho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nhóm: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 công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525000" y="485775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6000" y="5095875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1950" b="1" spc="14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950" b="1" spc="15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06000" y="5572125"/>
            <a:ext cx="704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Cho nghĩa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723900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Hình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5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25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550" dirty="0" spc="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cứu,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năm</a:t>
            </a:r>
            <a:r>
              <a:rPr lang="en-US" sz="25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11138792-6830-41ec-812b-e6e5f19755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1XX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2XX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Tạm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công,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202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5905500"/>
          </a:xfrm>
          <a:prstGeom prst="roundRect">
            <a:avLst>
              <a:gd name="adj" fmla="val 451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5048250"/>
            <a:ext cx="3619500" cy="1524000"/>
          </a:xfrm>
          <a:prstGeom prst="roundRect">
            <a:avLst>
              <a:gd name="adj" fmla="val 15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Phản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72500" y="3238500"/>
            <a:ext cx="8191500" cy="1428750"/>
          </a:xfrm>
          <a:prstGeom prst="roundRect">
            <a:avLst>
              <a:gd name="adj" fmla="val 16000"/>
            </a:avLst>
          </a:prstGeom>
          <a:solidFill>
            <a:srgbClr val="F3EEE3"/>
          </a:solidFill>
          <a:ln w="28575">
            <a:solidFill>
              <a:srgbClr val="E8472B"/>
            </a:solidFill>
            <a:prstDash val="lgDash"/>
          </a:ln>
        </p:spPr>
      </p:sp>
      <p:sp>
        <p:nvSpPr>
          <p:cNvPr id="7" name="Text 5"/>
          <p:cNvSpPr/>
          <p:nvPr/>
        </p:nvSpPr>
        <p:spPr>
          <a:xfrm>
            <a:off x="8953500" y="34290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1xx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858500" y="3524250"/>
            <a:ext cx="5715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thời,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phản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572500" y="5095875"/>
            <a:ext cx="8191500" cy="1428750"/>
          </a:xfrm>
          <a:prstGeom prst="roundRect">
            <a:avLst>
              <a:gd name="adj" fmla="val 16000"/>
            </a:avLst>
          </a:prstGeom>
          <a:solidFill>
            <a:srgbClr val="F8D9D0"/>
          </a:solidFill>
          <a:ln/>
        </p:spPr>
      </p:sp>
      <p:sp>
        <p:nvSpPr>
          <p:cNvPr id="10" name="Text 8"/>
          <p:cNvSpPr/>
          <p:nvPr/>
        </p:nvSpPr>
        <p:spPr>
          <a:xfrm>
            <a:off x="8953500" y="5286375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2xx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0858500" y="5572125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572500" y="6953250"/>
            <a:ext cx="8191500" cy="1428750"/>
          </a:xfrm>
          <a:prstGeom prst="roundRect">
            <a:avLst>
              <a:gd name="adj" fmla="val 16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8953500" y="714375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0858500" y="7286625"/>
            <a:ext cx="5715000" cy="857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Thuộc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2xx: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lý,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4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endParaRPr lang="en-US" sz="2400" dirty="0"/>
          </a:p>
        </p:txBody>
      </p:sp>
      <p:sp>
        <p:nvSpPr>
          <p:cNvPr id="15" name="Connector line-1792371401146-927558146"/>
          <p:cNvSpPr/>
          <p:nvPr/>
        </p:nvSpPr>
        <p:spPr>
          <a:xfrm flipV="1">
            <a:off x="5143500" y="3952875"/>
            <a:ext cx="3429000" cy="1857375"/>
          </a:xfrm>
          <a:prstGeom prst="curvedConnector3">
            <a:avLst/>
          </a:prstGeom>
          <a:noFill/>
          <a:ln w="38100">
            <a:solidFill>
              <a:srgbClr val="E8472B"/>
            </a:solidFill>
            <a:prstDash val="lgDash"/>
            <a:headEnd type="none"/>
            <a:tailEnd type="triangle" w="lg" len="lg"/>
          </a:ln>
        </p:spPr>
      </p:sp>
      <p:sp>
        <p:nvSpPr>
          <p:cNvPr id="16" name="Connector line-1792371401146-868879594"/>
          <p:cNvSpPr/>
          <p:nvPr/>
        </p:nvSpPr>
        <p:spPr>
          <a:xfrm>
            <a:off x="5143500" y="5810250"/>
            <a:ext cx="3429000" cy="95"/>
          </a:xfrm>
          <a:custGeom>
            <a:avLst/>
            <a:gdLst/>
            <a:ahLst/>
            <a:cxnLst/>
            <a:rect l="l" t="t" r="r" b="b"/>
            <a:pathLst>
              <a:path w="3429000" h="95">
                <a:moveTo>
                  <a:pt x="0" y="0"/>
                </a:moveTo>
                <a:lnTo>
                  <a:pt x="1714500" y="0"/>
                </a:lnTo>
                <a:lnTo>
                  <a:pt x="1714500" y="0"/>
                </a:lnTo>
                <a:lnTo>
                  <a:pt x="3429000" y="0"/>
                </a:lnTo>
              </a:path>
            </a:pathLst>
          </a:custGeom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7" name="Connector line-1792371401147-795363541"/>
          <p:cNvSpPr/>
          <p:nvPr/>
        </p:nvSpPr>
        <p:spPr>
          <a:xfrm>
            <a:off x="5143500" y="5810250"/>
            <a:ext cx="3429000" cy="1857375"/>
          </a:xfrm>
          <a:prstGeom prst="curvedConnector3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a445bc04-a81a-41fb-a4a2-c857cc88e7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3XX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phải</a:t>
            </a:r>
            <a:r>
              <a:rPr lang="en-US" sz="270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1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3xx</a:t>
            </a:r>
            <a:r>
              <a:rPr lang="en-US" sz="2700" dirty="0" spc="-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700" dirty="0" spc="1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2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524250"/>
            <a:ext cx="8001000" cy="5143500"/>
          </a:xfrm>
          <a:prstGeom prst="roundRect">
            <a:avLst>
              <a:gd name="adj" fmla="val 5185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90525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1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b="1" spc="15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1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b="1" spc="13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3XX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457200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</a:t>
            </a:r>
            <a:r>
              <a:rPr lang="en-US" sz="45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45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9372600" y="3524250"/>
            <a:ext cx="8001000" cy="5143500"/>
          </a:xfrm>
          <a:prstGeom prst="roundRect">
            <a:avLst>
              <a:gd name="adj" fmla="val 5185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91700" y="390525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NGOẠI</a:t>
            </a:r>
            <a:r>
              <a:rPr lang="en-US" sz="1950" b="1" spc="1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1950" b="1" spc="12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1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91700" y="44767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91440" rIns="0" bIns="-91440" rtlCol="0" anchor="t"/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dirty="0" spc="1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304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9791700" y="609600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30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đệm,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dirty="0" spc="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 04/10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0390a09-931b-4179-9137-b6ab874284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6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4XX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152400" cy="3810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619250" y="1714500"/>
            <a:ext cx="15240000" cy="22860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Phía</a:t>
            </a:r>
            <a:r>
              <a:rPr lang="en-US" sz="7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phục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7500" dirty="0" spc="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75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 có</a:t>
            </a:r>
            <a:r>
              <a:rPr lang="en-US" sz="75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75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đề.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619250" y="4476750"/>
            <a:ext cx="10477500" cy="952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b="1" dirty="0" spc="-2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tội</a:t>
            </a:r>
            <a:r>
              <a:rPr lang="en-US" sz="2550" b="1" dirty="0" spc="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27620f9f-2371-4368-b678-bb4addee14d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5XX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Lỗi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40005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Yêu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36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67500" y="4476750"/>
            <a:ext cx="4000500" cy="1714500"/>
          </a:xfrm>
          <a:prstGeom prst="roundRect">
            <a:avLst>
              <a:gd name="adj" fmla="val 15556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420600" y="3429000"/>
            <a:ext cx="4953000" cy="1524000"/>
          </a:xfrm>
          <a:prstGeom prst="roundRect">
            <a:avLst>
              <a:gd name="adj" fmla="val 175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Gặp</a:t>
            </a:r>
            <a:r>
              <a:rPr lang="en-US" sz="36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420600" y="5715000"/>
            <a:ext cx="4953000" cy="1524000"/>
          </a:xfrm>
          <a:prstGeom prst="roundRect">
            <a:avLst>
              <a:gd name="adj" fmla="val 175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6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3600" dirty="0" spc="-2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36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endParaRPr lang="en-US" sz="3600" dirty="0"/>
          </a:p>
        </p:txBody>
      </p:sp>
      <p:sp>
        <p:nvSpPr>
          <p:cNvPr id="8" name="Connector line-1792371456544-200865972"/>
          <p:cNvSpPr/>
          <p:nvPr/>
        </p:nvSpPr>
        <p:spPr>
          <a:xfrm>
            <a:off x="4914900" y="5334000"/>
            <a:ext cx="17526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371456545-227936289"/>
          <p:cNvSpPr/>
          <p:nvPr/>
        </p:nvSpPr>
        <p:spPr>
          <a:xfrm flipV="1">
            <a:off x="10668000" y="4191000"/>
            <a:ext cx="1752600" cy="1143000"/>
          </a:xfrm>
          <a:prstGeom prst="curvedConnector3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371456545-428588198"/>
          <p:cNvSpPr/>
          <p:nvPr/>
        </p:nvSpPr>
        <p:spPr>
          <a:xfrm>
            <a:off x="10668000" y="5334000"/>
            <a:ext cx="1752600" cy="1143000"/>
          </a:xfrm>
          <a:prstGeom prst="curvedConnector3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7905750"/>
            <a:ext cx="10477500" cy="857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9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Trả</a:t>
            </a:r>
            <a:r>
              <a:rPr lang="en-US" sz="2400" dirty="0" spc="-18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400" dirty="0" spc="-8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400" dirty="0" spc="-1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40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2400" dirty="0" spc="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5xx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6b5b286-5906-441e-849e-ddcf472424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nhóm,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314325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1xx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286250" y="3352800"/>
            <a:ext cx="1276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8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Tạm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thời,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endParaRPr lang="en-US" sz="2700" dirty="0"/>
          </a:p>
        </p:txBody>
      </p:sp>
      <p:sp>
        <p:nvSpPr>
          <p:cNvPr id="7" name="Connector line-1792371472022-242460527"/>
          <p:cNvSpPr/>
          <p:nvPr/>
        </p:nvSpPr>
        <p:spPr>
          <a:xfrm>
            <a:off x="1238250" y="4095750"/>
            <a:ext cx="158115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428750" y="428625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2xx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286250" y="4495800"/>
            <a:ext cx="1276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 công;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700" dirty="0"/>
          </a:p>
        </p:txBody>
      </p:sp>
      <p:sp>
        <p:nvSpPr>
          <p:cNvPr id="10" name="Connector line-1792371472027-779621941"/>
          <p:cNvSpPr/>
          <p:nvPr/>
        </p:nvSpPr>
        <p:spPr>
          <a:xfrm>
            <a:off x="1238250" y="5238750"/>
            <a:ext cx="158115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428750" y="542925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3xx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286250" y="5638800"/>
            <a:ext cx="1276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thêm;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304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700" dirty="0"/>
          </a:p>
        </p:txBody>
      </p:sp>
      <p:sp>
        <p:nvSpPr>
          <p:cNvPr id="13" name="Connector line-1792371472031-129424210"/>
          <p:cNvSpPr/>
          <p:nvPr/>
        </p:nvSpPr>
        <p:spPr>
          <a:xfrm>
            <a:off x="1238250" y="6381750"/>
            <a:ext cx="158115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428750" y="657225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6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4xx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286250" y="6781800"/>
            <a:ext cx="1276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9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7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2700" dirty="0"/>
          </a:p>
        </p:txBody>
      </p:sp>
      <p:sp>
        <p:nvSpPr>
          <p:cNvPr id="16" name="Connector line-1792371472037-865873113"/>
          <p:cNvSpPr/>
          <p:nvPr/>
        </p:nvSpPr>
        <p:spPr>
          <a:xfrm>
            <a:off x="1238250" y="7524750"/>
            <a:ext cx="158115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428750" y="771525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3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5xx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286250" y="7924800"/>
            <a:ext cx="1276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không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807bd737-bfdd-4648-9cf3-ab88e7409c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2382500" cy="2047875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Nhận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202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cáo: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9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“đã</a:t>
            </a:r>
            <a:r>
              <a:rPr lang="en-US" sz="69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xong”?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4287500" y="1333500"/>
            <a:ext cx="3086100" cy="1143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2190750" y="3429000"/>
            <a:ext cx="3619500" cy="857250"/>
          </a:xfrm>
          <a:prstGeom prst="roundRect">
            <a:avLst>
              <a:gd name="adj" fmla="val 24444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477750" y="3429000"/>
            <a:ext cx="3619500" cy="857250"/>
          </a:xfrm>
          <a:prstGeom prst="roundRect">
            <a:avLst>
              <a:gd name="adj" fmla="val 24444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endParaRPr lang="en-US" sz="2400" dirty="0"/>
          </a:p>
        </p:txBody>
      </p:sp>
      <p:sp>
        <p:nvSpPr>
          <p:cNvPr id="7" name="Connector line-1792371489308-903878219"/>
          <p:cNvSpPr/>
          <p:nvPr/>
        </p:nvSpPr>
        <p:spPr>
          <a:xfrm>
            <a:off x="4000500" y="4286250"/>
            <a:ext cx="0" cy="4667250"/>
          </a:xfrm>
          <a:prstGeom prst="line">
            <a:avLst/>
          </a:prstGeom>
          <a:noFill/>
          <a:ln w="28575">
            <a:solidFill>
              <a:srgbClr val="B9B2A2"/>
            </a:solidFill>
            <a:prstDash val="lgDash"/>
            <a:headEnd type="none"/>
            <a:tailEnd type="none"/>
          </a:ln>
        </p:spPr>
      </p:sp>
      <p:sp>
        <p:nvSpPr>
          <p:cNvPr id="8" name="Connector line-1792371489309-456022669"/>
          <p:cNvSpPr/>
          <p:nvPr/>
        </p:nvSpPr>
        <p:spPr>
          <a:xfrm>
            <a:off x="14287500" y="4286250"/>
            <a:ext cx="0" cy="4667250"/>
          </a:xfrm>
          <a:prstGeom prst="line">
            <a:avLst/>
          </a:prstGeom>
          <a:noFill/>
          <a:ln w="28575">
            <a:solidFill>
              <a:srgbClr val="B9B2A2"/>
            </a:solidFill>
            <a:prstDash val="lgDash"/>
            <a:headEnd type="none"/>
            <a:tailEnd type="none"/>
          </a:ln>
        </p:spPr>
      </p:sp>
      <p:sp>
        <p:nvSpPr>
          <p:cNvPr id="9" name="Connector line-1792371489309-559786571"/>
          <p:cNvSpPr/>
          <p:nvPr/>
        </p:nvSpPr>
        <p:spPr>
          <a:xfrm>
            <a:off x="4000500" y="5238750"/>
            <a:ext cx="10191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381500" y="466725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400" dirty="0" spc="-6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 tạo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cáo</a:t>
            </a:r>
            <a:endParaRPr lang="en-US" sz="2400" dirty="0"/>
          </a:p>
        </p:txBody>
      </p:sp>
      <p:sp>
        <p:nvSpPr>
          <p:cNvPr id="11" name="Connector line-1792371489311-402672308"/>
          <p:cNvSpPr/>
          <p:nvPr/>
        </p:nvSpPr>
        <p:spPr>
          <a:xfrm flipH="1">
            <a:off x="4095750" y="6381750"/>
            <a:ext cx="100965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381500" y="581025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</a:t>
            </a:r>
            <a:r>
              <a:rPr lang="en-US" sz="2400" dirty="0" spc="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400" dirty="0" spc="-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202:</a:t>
            </a:r>
            <a:r>
              <a:rPr lang="en-US" sz="2400" dirty="0" spc="10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400" dirty="0" spc="0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nhận,</a:t>
            </a:r>
            <a:r>
              <a:rPr lang="en-US" sz="2400" dirty="0" spc="9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400" dirty="0" spc="-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hoàn</a:t>
            </a:r>
            <a:r>
              <a:rPr lang="en-US" sz="2400" dirty="0" spc="-1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tất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6858000"/>
            <a:ext cx="6096000" cy="857250"/>
          </a:xfrm>
          <a:prstGeom prst="roundRect">
            <a:avLst>
              <a:gd name="adj" fmla="val 22222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“Đã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cầu”</a:t>
            </a:r>
            <a:endParaRPr lang="en-US" sz="2250" dirty="0"/>
          </a:p>
        </p:txBody>
      </p:sp>
      <p:sp>
        <p:nvSpPr>
          <p:cNvPr id="14" name="Connector line-1792371489316-42602234"/>
          <p:cNvSpPr/>
          <p:nvPr/>
        </p:nvSpPr>
        <p:spPr>
          <a:xfrm>
            <a:off x="4000500" y="8763000"/>
            <a:ext cx="101917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lgDash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4381500" y="81915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dõi</a:t>
            </a:r>
            <a:r>
              <a:rPr lang="en-US" sz="24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 08/10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c02b46f-6298-4c81-b8e7-43eca24352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kể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90875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57500" y="3238500"/>
            <a:ext cx="1409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36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36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r>
              <a:rPr lang="en-US" sz="36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857500" y="3952875"/>
            <a:ext cx="1409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 thức,</a:t>
            </a:r>
            <a:r>
              <a:rPr lang="en-US" sz="2400" dirty="0" spc="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hồi,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495300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5191125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2857500" y="5238750"/>
            <a:ext cx="1409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304: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36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36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36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857500" y="5953125"/>
            <a:ext cx="1409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 phải</a:t>
            </a:r>
            <a:r>
              <a:rPr lang="en-US" sz="240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695325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7191375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2857500" y="7239000"/>
            <a:ext cx="1409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Nhóm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36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36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857500" y="7953375"/>
            <a:ext cx="1409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8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4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dirty="0" spc="-3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4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chỉ</a:t>
            </a:r>
            <a:r>
              <a:rPr lang="en-US" sz="2400" dirty="0" spc="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dirty="0" spc="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5640d5d-c13a-4721-a9eb-503d4a266f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23850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17" dirty="0" spc="3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8117" dirty="0"/>
          </a:p>
        </p:txBody>
      </p:sp>
      <p:sp>
        <p:nvSpPr>
          <p:cNvPr id="6" name="Text 4"/>
          <p:cNvSpPr/>
          <p:nvPr/>
        </p:nvSpPr>
        <p:spPr>
          <a:xfrm>
            <a:off x="1295400" y="46672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9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52387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258300" y="2857500"/>
            <a:ext cx="811530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9639300" y="323850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0" name="Text richtext-1792371519343-426331580"/>
          <p:cNvSpPr/>
          <p:nvPr/>
        </p:nvSpPr>
        <p:spPr>
          <a:xfrm>
            <a:off x="9639300" y="3905250"/>
            <a:ext cx="7429500" cy="3810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§15,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§15.3.3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9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25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cbaaef95-79b7-4bbc-bb96-555de9c156f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2026-10-19T02:55:36Z</dcterms:created>
  <dcterms:modified xsi:type="dcterms:W3CDTF">2026-10-19T02:55:36Z</dcterms:modified>
</cp:coreProperties>
</file>