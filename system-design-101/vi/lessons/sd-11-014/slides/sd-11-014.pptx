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5334000"/>
          </a:xfrm>
          <a:prstGeom prst="rect">
            <a:avLst/>
          </a:prstGeom>
          <a:noFill/>
          <a:ln/>
        </p:spPr>
        <p:txBody>
          <a:bodyPr wrap="square" lIns="0" tIns="48863" rIns="0" bIns="-48863" rtlCol="0" anchor="t"/>
          <a:lstStyle/>
          <a:p>
            <a:pPr algn="l" indent="0" marL="0">
              <a:lnSpc>
                <a:spcPts val="5985"/>
              </a:lnSpc>
              <a:buNone/>
            </a:pPr>
            <a:r>
              <a:rPr lang="en-US" sz="5700" dirty="0" spc="-1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 thiết</a:t>
            </a:r>
            <a:r>
              <a:rPr lang="en-US" sz="57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 không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r>
              <a:rPr lang="en-US" sz="57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hại,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3000" dirty="0"/>
          </a:p>
        </p:txBody>
      </p:sp>
      <p:sp>
        <p:nvSpPr>
          <p:cNvPr id="5" name="Connector line-1792423103074-763590859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 như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277600" y="3429000"/>
            <a:ext cx="1485900" cy="1524000"/>
          </a:xfrm>
          <a:custGeom>
            <a:avLst/>
            <a:gdLst/>
            <a:ahLst/>
            <a:cxnLst/>
            <a:rect l="l" t="t" r="r" b="b"/>
            <a:pathLst>
              <a:path w="1485900" h="1524000">
                <a:moveTo>
                  <a:pt x="0" y="1524000"/>
                </a:moveTo>
                <a:cubicBezTo>
                  <a:pt x="723900" y="152400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0" y="4953000"/>
            <a:ext cx="1485900" cy="9144"/>
          </a:xfrm>
          <a:custGeom>
            <a:avLst/>
            <a:gdLst/>
            <a:ahLst/>
            <a:cxnLst/>
            <a:rect l="l" t="t" r="r" b="b"/>
            <a:pathLst>
              <a:path w="1485900" h="9144">
                <a:moveTo>
                  <a:pt x="0" y="0"/>
                </a:moveTo>
                <a:cubicBezTo>
                  <a:pt x="723900" y="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0" y="4953000"/>
            <a:ext cx="1485900" cy="1524000"/>
          </a:xfrm>
          <a:custGeom>
            <a:avLst/>
            <a:gdLst/>
            <a:ahLst/>
            <a:cxnLst/>
            <a:rect l="l" t="t" r="r" b="b"/>
            <a:pathLst>
              <a:path w="1485900" h="1524000">
                <a:moveTo>
                  <a:pt x="0" y="0"/>
                </a:moveTo>
                <a:cubicBezTo>
                  <a:pt x="723900" y="0"/>
                  <a:pt x="723900" y="1524000"/>
                  <a:pt x="1485900" y="152400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77400" y="41529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457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22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763500" y="3067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b="1" dirty="0" spc="-2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63500" y="4591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b="1" dirty="0" spc="-2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63500" y="6115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b0b7505b-01cd-46cf-b33c-700475839c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5334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Biết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5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6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 chạy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3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983bc455-2640-4895-9478-f54a4bff0b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TIMEOUT</a:t>
            </a:r>
            <a:r>
              <a:rPr lang="en-US" sz="1800" b="1" spc="25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RETRY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Chờ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 lại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Timeout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95400" y="42862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bỏ.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nhầm;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 quá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7536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Retry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753600" y="42862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lỗi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giãn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 idempotent.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 03/10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c2852a6f-94f7-40e7-9c95-3639975324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1800" b="1" spc="2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1800" b="1" spc="25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Ngừng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242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E6DFCD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0" y="35242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Ngắt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mạch:</a:t>
            </a:r>
            <a:r>
              <a:rPr lang="en-US" sz="2850" b="1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801600" y="35242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E6DFCD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lại</a:t>
            </a:r>
            <a:r>
              <a:rPr lang="en-US" sz="28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chút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5524500" y="4667250"/>
            <a:ext cx="1295400" cy="9144"/>
          </a:xfrm>
          <a:custGeom>
            <a:avLst/>
            <a:gdLst/>
            <a:ahLst/>
            <a:cxnLst/>
            <a:rect l="l" t="t" r="r" b="b"/>
            <a:pathLst>
              <a:path w="1295400" h="9144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571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8100" y="4667250"/>
            <a:ext cx="1295400" cy="9144"/>
          </a:xfrm>
          <a:custGeom>
            <a:avLst/>
            <a:gdLst/>
            <a:ahLst/>
            <a:cxnLst/>
            <a:rect l="l" t="t" r="r" b="b"/>
            <a:pathLst>
              <a:path w="1295400" h="9144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57150">
            <a:solidFill>
              <a:srgbClr val="1416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6667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7334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6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Vượt</a:t>
            </a:r>
            <a:r>
              <a:rPr lang="en-US" sz="2550" dirty="0" spc="-20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trần</a:t>
            </a:r>
            <a:r>
              <a:rPr lang="en-US" sz="2550" dirty="0" spc="1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2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chối,</a:t>
            </a:r>
            <a:r>
              <a:rPr lang="en-US" sz="2550" dirty="0" spc="-37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1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5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1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b2dba2e-3a38-4420-b5b5-96e3cfb750a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1800" b="1" spc="27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180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b="1" spc="25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1800" b="1" spc="29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9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048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72600" y="3048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715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5715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3048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7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7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việc:</a:t>
            </a:r>
            <a:r>
              <a:rPr lang="en-US" sz="27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chối</a:t>
            </a:r>
            <a:r>
              <a:rPr lang="en-US" sz="27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7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696450" y="3048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Giá: cần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38250" y="5715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Ngăn</a:t>
            </a:r>
            <a:r>
              <a:rPr lang="en-US" sz="27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khoang:</a:t>
            </a:r>
            <a:r>
              <a:rPr lang="en-US" sz="27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7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khoang</a:t>
            </a:r>
            <a:r>
              <a:rPr lang="en-US" sz="27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696450" y="5715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Giá: có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khoang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thiếu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60a65433-fc47-490f-8c81-83c1500dd3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1800" b="1" spc="25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1800" b="1" spc="28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Chậm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0" y="2857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39500" y="28575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7" name="Connector line-1792423141761-296977862"/>
          <p:cNvSpPr/>
          <p:nvPr/>
        </p:nvSpPr>
        <p:spPr>
          <a:xfrm>
            <a:off x="914400" y="329565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14400" y="35433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35433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Áp</a:t>
            </a:r>
            <a:r>
              <a:rPr lang="en-US" sz="2850" b="1" dirty="0" spc="1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850" b="1" dirty="0" spc="1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6096000" y="3543300"/>
            <a:ext cx="4762500" cy="1905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 lại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phình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239500" y="3543300"/>
            <a:ext cx="5905500" cy="1905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400" dirty="0" spc="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57150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F3DFB8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7150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 nó</a:t>
            </a:r>
            <a:r>
              <a:rPr lang="en-US" sz="28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6096000" y="5715000"/>
            <a:ext cx="4762500" cy="1905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sạch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239500" y="5715000"/>
            <a:ext cx="5905500" cy="1905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Khởi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nhanh,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fcfc0e8-6302-4313-973a-50999795815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2575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575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66725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506730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0673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64770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" y="68770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770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381250" y="28575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khi dùng chung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381250" y="466725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64770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01be14a-7cba-47e7-9fe7-d9693c3000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Thanh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chậm,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sập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CFE6DF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4762500"/>
            <a:ext cx="15316200" cy="1428750"/>
          </a:xfrm>
          <a:prstGeom prst="roundRect">
            <a:avLst>
              <a:gd name="adj" fmla="val 18667"/>
            </a:avLst>
          </a:prstGeom>
          <a:solidFill>
            <a:srgbClr val="A8D2C6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6477000"/>
            <a:ext cx="14173200" cy="1428750"/>
          </a:xfrm>
          <a:prstGeom prst="roundRect">
            <a:avLst>
              <a:gd name="adj" fmla="val 18667"/>
            </a:avLst>
          </a:prstGeom>
          <a:solidFill>
            <a:srgbClr val="7FBBA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048000"/>
            <a:ext cx="15716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Timeout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ngắn: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866900" y="4762500"/>
            <a:ext cx="1476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Ngắt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mạch:</a:t>
            </a:r>
            <a:r>
              <a:rPr lang="en-US" sz="285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2438400" y="6477000"/>
            <a:ext cx="13525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Ngăn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khoang: luồng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db3391e9-885a-4695-b675-9d71c2c2b2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khuếch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đại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7239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64</a:t>
            </a:r>
            <a:endParaRPr lang="en-US" sz="31500" dirty="0"/>
          </a:p>
        </p:txBody>
      </p:sp>
      <p:sp>
        <p:nvSpPr>
          <p:cNvPr id="5" name="Text 3"/>
          <p:cNvSpPr/>
          <p:nvPr/>
        </p:nvSpPr>
        <p:spPr>
          <a:xfrm>
            <a:off x="8572500" y="3143250"/>
            <a:ext cx="8572500" cy="1905000"/>
          </a:xfrm>
          <a:prstGeom prst="rect">
            <a:avLst/>
          </a:prstGeom>
          <a:noFill/>
          <a:ln/>
        </p:spPr>
        <p:txBody>
          <a:bodyPr wrap="square" lIns="0" tIns="23050" rIns="0" bIns="-2305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33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30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572500" y="5524500"/>
            <a:ext cx="88011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7" name="Text richtext-1792423144755-656030128"/>
          <p:cNvSpPr/>
          <p:nvPr/>
        </p:nvSpPr>
        <p:spPr>
          <a:xfrm>
            <a:off x="8953500" y="5524500"/>
            <a:ext cx="8096250" cy="2286000"/>
          </a:xfrm>
          <a:prstGeom prst="rect">
            <a:avLst/>
          </a:prstGeom>
          <a:noFill/>
          <a:ln/>
        </p:spPr>
        <p:txBody>
          <a:bodyPr wrap="square" lIns="0" tIns="-2429" rIns="0" bIns="2429" rtlCol="0" anchor="ctr"/>
          <a:lstStyle/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Hỏng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nửa: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1,875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550" dirty="0"/>
          </a:p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hẳn: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550" dirty="0"/>
          </a:p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tầng: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×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×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64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27e8a141-c2b3-444b-b5b2-59fe8db8d7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8001000" cy="1000125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667000"/>
            <a:ext cx="8001000" cy="1000125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857625"/>
            <a:ext cx="8001000" cy="1000125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372600" y="3857625"/>
            <a:ext cx="8001000" cy="1000125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5048250"/>
            <a:ext cx="8001000" cy="1000125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048250"/>
            <a:ext cx="8001000" cy="1000125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238875"/>
            <a:ext cx="8001000" cy="1000125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372600" y="6238875"/>
            <a:ext cx="8001000" cy="1000125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181100" y="2667000"/>
            <a:ext cx="76200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Timeout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39300" y="2667000"/>
            <a:ext cx="76200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2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Retry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1100" y="3857625"/>
            <a:ext cx="76200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Circuit</a:t>
            </a:r>
            <a:r>
              <a:rPr lang="en-US" sz="2400" b="1" dirty="0" spc="-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breaker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39300" y="3857625"/>
            <a:ext cx="76200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Rate</a:t>
            </a:r>
            <a:r>
              <a:rPr lang="en-US" sz="24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limiting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81100" y="5048250"/>
            <a:ext cx="76200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Load</a:t>
            </a:r>
            <a:r>
              <a:rPr lang="en-US" sz="24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shedding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39300" y="5048250"/>
            <a:ext cx="76200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Bulkhead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81100" y="6238875"/>
            <a:ext cx="76200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</a:t>
            </a:r>
            <a:r>
              <a:rPr lang="en-US" sz="240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pressure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39300" y="6238875"/>
            <a:ext cx="76200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3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Let</a:t>
            </a:r>
            <a:r>
              <a:rPr lang="en-US" sz="24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it</a:t>
            </a:r>
            <a:r>
              <a:rPr lang="en-US" sz="24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crash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" y="78105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4400" y="824865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eebd9031-8256-45a0-83d4-8c885cceab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2026-10-19T15:19:22Z</dcterms:created>
  <dcterms:modified xsi:type="dcterms:W3CDTF">2026-10-19T15:19:22Z</dcterms:modified>
</cp:coreProperties>
</file>