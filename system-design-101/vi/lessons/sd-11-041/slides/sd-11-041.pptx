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53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Azure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mảng việc:</a:t>
            </a:r>
            <a:r>
              <a:rPr lang="en-US" sz="66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266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nhà cung cấp</a:t>
            </a: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239500" y="1809750"/>
            <a:ext cx="6191250" cy="3429000"/>
          </a:xfrm>
          <a:prstGeom prst="rect">
            <a:avLst/>
          </a:prstGeom>
          <a:noFill/>
          <a:ln/>
        </p:spPr>
        <p:txBody>
          <a:bodyPr wrap="square" lIns="0" tIns="228336" rIns="0" bIns="-228336" rtlCol="0" anchor="t"/>
          <a:lstStyle/>
          <a:p>
            <a:pPr algn="l" indent="0" marL="0">
              <a:lnSpc>
                <a:spcPts val="22474"/>
              </a:lnSpc>
              <a:buNone/>
            </a:pPr>
            <a:r>
              <a:rPr lang="en-US" sz="22474" dirty="0" spc="-4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266</a:t>
            </a:r>
            <a:endParaRPr lang="en-US" sz="22474" dirty="0"/>
          </a:p>
        </p:txBody>
      </p:sp>
      <p:sp>
        <p:nvSpPr>
          <p:cNvPr id="5" name="Text 3"/>
          <p:cNvSpPr/>
          <p:nvPr/>
        </p:nvSpPr>
        <p:spPr>
          <a:xfrm>
            <a:off x="11239500" y="419100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78105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9819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 mảng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43400" y="78105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79819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 mảng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0" y="78105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79819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201400" y="78105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01400" y="79819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de87bfa4-45f5-4bf2-9d48-3e4558d0b9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762250"/>
            <a:ext cx="15716250" cy="4191000"/>
          </a:xfrm>
          <a:prstGeom prst="rect">
            <a:avLst/>
          </a:prstGeom>
          <a:noFill/>
          <a:ln/>
        </p:spPr>
        <p:txBody>
          <a:bodyPr wrap="square" lIns="0" tIns="74295" rIns="0" bIns="-74295" rtlCol="0" anchor="t"/>
          <a:lstStyle/>
          <a:p>
            <a:pPr algn="l" indent="0" marL="0">
              <a:lnSpc>
                <a:spcPts val="10530"/>
              </a:lnSpc>
              <a:buNone/>
            </a:pPr>
            <a:r>
              <a:rPr lang="en-US" sz="97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bản</a:t>
            </a:r>
            <a:r>
              <a:rPr lang="en-US" sz="975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đồ:</a:t>
            </a:r>
            <a:r>
              <a:rPr lang="en-US" sz="9750" dirty="0" spc="-1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975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97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9750" dirty="0" spc="-10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97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975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97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tả.</a:t>
            </a:r>
            <a:endParaRPr lang="en-US" sz="975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4dc323f-9d03-4af9-bc4f-281e51c947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2476500"/>
          </a:xfrm>
          <a:prstGeom prst="roundRect">
            <a:avLst>
              <a:gd name="adj" fmla="val 12308"/>
            </a:avLst>
          </a:prstGeom>
          <a:solidFill>
            <a:srgbClr val="F6E4CE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71875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7143750" cy="1238250"/>
          </a:xfrm>
          <a:prstGeom prst="rect">
            <a:avLst/>
          </a:prstGeom>
          <a:noFill/>
          <a:ln/>
        </p:spPr>
        <p:txBody>
          <a:bodyPr wrap="square" lIns="0" tIns="20063" rIns="0" bIns="-20063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 spc="-1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36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36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6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0750" y="3571875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10750" y="4095750"/>
            <a:ext cx="7143750" cy="1238250"/>
          </a:xfrm>
          <a:prstGeom prst="rect">
            <a:avLst/>
          </a:prstGeom>
          <a:noFill/>
          <a:ln/>
        </p:spPr>
        <p:txBody>
          <a:bodyPr wrap="square" lIns="0" tIns="20063" rIns="0" bIns="-20063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36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6000750"/>
            <a:ext cx="798195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429375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6953250"/>
            <a:ext cx="7143750" cy="1238250"/>
          </a:xfrm>
          <a:prstGeom prst="rect">
            <a:avLst/>
          </a:prstGeom>
          <a:noFill/>
          <a:ln/>
        </p:spPr>
        <p:txBody>
          <a:bodyPr wrap="square" lIns="0" tIns="20063" rIns="0" bIns="-20063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 spc="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391650" y="6000750"/>
            <a:ext cx="7981950" cy="2476500"/>
          </a:xfrm>
          <a:prstGeom prst="roundRect">
            <a:avLst>
              <a:gd name="adj" fmla="val 1230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810750" y="6429375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10750" y="6953250"/>
            <a:ext cx="7143750" cy="1238250"/>
          </a:xfrm>
          <a:prstGeom prst="rect">
            <a:avLst/>
          </a:prstGeom>
          <a:noFill/>
          <a:ln/>
        </p:spPr>
        <p:txBody>
          <a:bodyPr wrap="square" lIns="0" tIns="20063" rIns="0" bIns="-20063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6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6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6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1f5a55f-2e08-4c93-8c70-16a196fbe3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80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86000" y="33528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429125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6196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286000" y="473392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810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286000" y="61150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3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33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7191375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38187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286000" y="749617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Nhắn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72dbb86-aa9d-4514-8f1f-5054292b98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4330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</a:t>
            </a:r>
            <a:r>
              <a:rPr lang="en-US" sz="36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36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6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676400" y="4857750"/>
            <a:ext cx="15697200" cy="1428750"/>
          </a:xfrm>
          <a:prstGeom prst="roundRect">
            <a:avLst>
              <a:gd name="adj" fmla="val 18667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5500" y="5257800"/>
            <a:ext cx="1485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6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6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438400" y="6572250"/>
            <a:ext cx="14935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2857500" y="6972300"/>
            <a:ext cx="1409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36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nhiều</a:t>
            </a:r>
            <a:r>
              <a:rPr lang="en-US" sz="36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36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a853b11-df66-4461-a0e6-006a8c72c3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 4 TRÊN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72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72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2425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31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266</a:t>
            </a:r>
            <a:endParaRPr lang="en-US" sz="11231" dirty="0"/>
          </a:p>
        </p:txBody>
      </p:sp>
      <p:sp>
        <p:nvSpPr>
          <p:cNvPr id="6" name="Text 4"/>
          <p:cNvSpPr/>
          <p:nvPr/>
        </p:nvSpPr>
        <p:spPr>
          <a:xfrm>
            <a:off x="1333500" y="552450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0750" y="352425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31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317</a:t>
            </a:r>
            <a:endParaRPr lang="en-US" sz="11231" dirty="0"/>
          </a:p>
        </p:txBody>
      </p:sp>
      <p:sp>
        <p:nvSpPr>
          <p:cNvPr id="9" name="Text 7"/>
          <p:cNvSpPr/>
          <p:nvPr/>
        </p:nvSpPr>
        <p:spPr>
          <a:xfrm>
            <a:off x="9810750" y="552450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62000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nền: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30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fabe155-0cb3-40be-8464-807a347ad5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 đọc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476500" y="347662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266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00062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476500" y="519112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71512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476500" y="690562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mảng: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chia,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0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980addd-91c0-4663-b03d-9f661cca29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000500"/>
            <a:ext cx="381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Quen</a:t>
            </a:r>
            <a:r>
              <a:rPr lang="en-US" sz="300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AWS,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đương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19750" y="4476750"/>
            <a:ext cx="85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667500" y="3619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7048500" y="4000500"/>
            <a:ext cx="381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372850" y="4476750"/>
            <a:ext cx="85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2420600" y="3619500"/>
            <a:ext cx="49530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0" y="40005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000875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 nào</a:t>
            </a: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300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1827643-0778-453e-ab99-b53a180f03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ảnh,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295900" y="5114925"/>
            <a:ext cx="133350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953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1010900" y="5114925"/>
            <a:ext cx="6667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1649075" y="3429000"/>
            <a:ext cx="57150" cy="34290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77650" y="3400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77650" y="6829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0" y="2476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06350" y="2952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2382500" y="5905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6350" y="6381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cung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800fbb8-4c71-4e28-96c1-bcb2890158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9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48000" y="19812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38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 vụ</a:t>
            </a:r>
            <a:r>
              <a:rPr lang="en-US" sz="2338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338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338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338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338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Amazon.</a:t>
            </a:r>
            <a:endParaRPr lang="en-US" sz="2338" dirty="0"/>
          </a:p>
        </p:txBody>
      </p:sp>
      <p:sp>
        <p:nvSpPr>
          <p:cNvPr id="5" name="Text 3"/>
          <p:cNvSpPr/>
          <p:nvPr/>
        </p:nvSpPr>
        <p:spPr>
          <a:xfrm>
            <a:off x="914400" y="3048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048000" y="31242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0" y="1524000"/>
            <a:ext cx="7848600" cy="4381500"/>
          </a:xfrm>
          <a:prstGeom prst="roundRect">
            <a:avLst>
              <a:gd name="adj" fmla="val 6957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18669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0" y="2381250"/>
            <a:ext cx="7048500" cy="3238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 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Microsoft,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2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professionals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95c4b8e-5101-4f27-a327-98ee1c18d3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2026-10-19T15:09:56Z</dcterms:created>
  <dcterms:modified xsi:type="dcterms:W3CDTF">2026-10-19T15:09:56Z</dcterms:modified>
</cp:coreProperties>
</file>