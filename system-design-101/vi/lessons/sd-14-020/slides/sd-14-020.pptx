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5717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JWT: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8953500" cy="1524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0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hóa:</a:t>
            </a:r>
            <a:r>
              <a:rPr lang="en-US" sz="28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payload,</a:t>
            </a:r>
            <a:r>
              <a:rPr lang="en-US" sz="285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 ký</a:t>
            </a:r>
            <a:r>
              <a:rPr lang="en-US" sz="28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bại.</a:t>
            </a:r>
            <a:endParaRPr lang="en-US" sz="2850" dirty="0"/>
          </a:p>
        </p:txBody>
      </p:sp>
      <p:sp>
        <p:nvSpPr>
          <p:cNvPr id="5" name="Connector line-1792334192708-946955369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 ·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kiểm</a:t>
            </a: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763250" y="27622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763250" y="3238500"/>
            <a:ext cx="1524000" cy="857250"/>
          </a:xfrm>
          <a:prstGeom prst="roundRect">
            <a:avLst>
              <a:gd name="adj" fmla="val 22222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392025" y="3581400"/>
            <a:ext cx="171450" cy="1714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12668250" y="323850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payload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5249525" y="3581400"/>
            <a:ext cx="171450" cy="1714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8" name="Text 16"/>
          <p:cNvSpPr/>
          <p:nvPr/>
        </p:nvSpPr>
        <p:spPr>
          <a:xfrm>
            <a:off x="15525750" y="3238500"/>
            <a:ext cx="1905000" cy="857250"/>
          </a:xfrm>
          <a:prstGeom prst="roundRect">
            <a:avLst>
              <a:gd name="adj" fmla="val 2222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signature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763250" y="424815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alg</a:t>
            </a:r>
            <a:r>
              <a:rPr lang="en-US" sz="1650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668250" y="4248150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</a:t>
            </a:r>
            <a:r>
              <a:rPr lang="en-US" sz="1650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aud</a:t>
            </a:r>
            <a:r>
              <a:rPr lang="en-US" sz="1650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5525750" y="42481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1650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763250" y="4714875"/>
            <a:ext cx="4381500" cy="142875"/>
          </a:xfrm>
          <a:custGeom>
            <a:avLst/>
            <a:gdLst/>
            <a:ahLst/>
            <a:cxnLst/>
            <a:rect l="l" t="t" r="r" b="b"/>
            <a:pathLst>
              <a:path w="4381500" h="142875">
                <a:moveTo>
                  <a:pt x="0" y="0"/>
                </a:moveTo>
                <a:lnTo>
                  <a:pt x="0" y="142875"/>
                </a:lnTo>
                <a:lnTo>
                  <a:pt x="4381500" y="142875"/>
                </a:lnTo>
                <a:lnTo>
                  <a:pt x="4381500" y="0"/>
                </a:lnTo>
              </a:path>
            </a:pathLst>
          </a:custGeom>
          <a:ln w="19050">
            <a:solidFill>
              <a:srgbClr val="9A9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63250" y="497205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khóa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525750" y="4714875"/>
            <a:ext cx="1905000" cy="142875"/>
          </a:xfrm>
          <a:custGeom>
            <a:avLst/>
            <a:gdLst/>
            <a:ahLst/>
            <a:cxnLst/>
            <a:rect l="l" t="t" r="r" b="b"/>
            <a:pathLst>
              <a:path w="1905000" h="142875">
                <a:moveTo>
                  <a:pt x="0" y="0"/>
                </a:moveTo>
                <a:lnTo>
                  <a:pt x="0" y="142875"/>
                </a:lnTo>
                <a:lnTo>
                  <a:pt x="1905000" y="142875"/>
                </a:lnTo>
                <a:lnTo>
                  <a:pt x="1905000" y="0"/>
                </a:lnTo>
              </a:path>
            </a:pathLst>
          </a:custGeom>
          <a:ln w="19050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25750" y="497205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1800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800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763250" y="58102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165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763250" y="6238875"/>
            <a:ext cx="1524000" cy="666750"/>
          </a:xfrm>
          <a:prstGeom prst="roundRect">
            <a:avLst>
              <a:gd name="adj" fmla="val 25714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392025" y="6486525"/>
            <a:ext cx="171450" cy="1714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Text 27"/>
          <p:cNvSpPr/>
          <p:nvPr/>
        </p:nvSpPr>
        <p:spPr>
          <a:xfrm>
            <a:off x="12668250" y="6238875"/>
            <a:ext cx="2476500" cy="666750"/>
          </a:xfrm>
          <a:prstGeom prst="roundRect">
            <a:avLst>
              <a:gd name="adj" fmla="val 25714"/>
            </a:avLst>
          </a:prstGeom>
          <a:solidFill>
            <a:srgbClr val="FFB454"/>
          </a:solidFill>
          <a:ln w="3810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payload</a:t>
            </a:r>
            <a:r>
              <a:rPr lang="en-US" sz="18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alic!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249525" y="6486525"/>
            <a:ext cx="171450" cy="1714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Text 29"/>
          <p:cNvSpPr/>
          <p:nvPr/>
        </p:nvSpPr>
        <p:spPr>
          <a:xfrm>
            <a:off x="15525750" y="6238875"/>
            <a:ext cx="1905000" cy="666750"/>
          </a:xfrm>
          <a:prstGeom prst="roundRect">
            <a:avLst>
              <a:gd name="adj" fmla="val 2571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signature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668250" y="70294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1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InvalidSignatureError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ae0e88be-45e1-4665-912f-f74cf7c531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Mổ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r>
              <a:rPr lang="en-US" sz="75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5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7943850" cy="5429250"/>
          </a:xfrm>
          <a:prstGeom prst="roundRect">
            <a:avLst>
              <a:gd name="adj" fmla="val 4912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956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857625"/>
            <a:ext cx="718185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chữ,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nối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chấm.</a:t>
            </a:r>
            <a:endParaRPr lang="en-US" sz="2700" dirty="0"/>
          </a:p>
        </p:txBody>
      </p:sp>
      <p:sp>
        <p:nvSpPr>
          <p:cNvPr id="7" name="Connector line-1792334229624-213930310"/>
          <p:cNvSpPr/>
          <p:nvPr/>
        </p:nvSpPr>
        <p:spPr>
          <a:xfrm>
            <a:off x="1295400" y="5095875"/>
            <a:ext cx="7181850" cy="0"/>
          </a:xfrm>
          <a:prstGeom prst="line">
            <a:avLst/>
          </a:prstGeom>
          <a:noFill/>
          <a:ln w="19050">
            <a:solidFill>
              <a:srgbClr val="CFC6B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95400" y="5286375"/>
            <a:ext cx="718185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nhặt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payload.</a:t>
            </a:r>
            <a:endParaRPr lang="en-US" sz="2700" dirty="0"/>
          </a:p>
        </p:txBody>
      </p:sp>
      <p:sp>
        <p:nvSpPr>
          <p:cNvPr id="9" name="Connector line-1792334229627-320382337"/>
          <p:cNvSpPr/>
          <p:nvPr/>
        </p:nvSpPr>
        <p:spPr>
          <a:xfrm>
            <a:off x="1295400" y="6524625"/>
            <a:ext cx="7181850" cy="0"/>
          </a:xfrm>
          <a:prstGeom prst="line">
            <a:avLst/>
          </a:prstGeom>
          <a:noFill/>
          <a:ln w="19050">
            <a:solidFill>
              <a:srgbClr val="CFC6B0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95400" y="6715125"/>
            <a:ext cx="718185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1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70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 ký</a:t>
            </a:r>
            <a:r>
              <a:rPr lang="en-US" sz="270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7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429750" y="2952750"/>
            <a:ext cx="7943850" cy="5429250"/>
          </a:xfrm>
          <a:prstGeom prst="roundRect">
            <a:avLst>
              <a:gd name="adj" fmla="val 491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10750" y="32956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810750" y="3857625"/>
            <a:ext cx="7181850" cy="1047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96500" y="40957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96500" y="41529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934700" y="4048125"/>
            <a:ext cx="590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Mổ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r>
              <a:rPr lang="en-US" sz="25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550" dirty="0" spc="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endParaRPr lang="en-US" sz="2550" dirty="0"/>
          </a:p>
        </p:txBody>
      </p:sp>
      <p:sp>
        <p:nvSpPr>
          <p:cNvPr id="17" name="Connector line-1792334229639-846501467"/>
          <p:cNvSpPr/>
          <p:nvPr/>
        </p:nvSpPr>
        <p:spPr>
          <a:xfrm>
            <a:off x="10382250" y="4943475"/>
            <a:ext cx="0" cy="3048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8" name="Shape 16"/>
          <p:cNvSpPr/>
          <p:nvPr/>
        </p:nvSpPr>
        <p:spPr>
          <a:xfrm>
            <a:off x="9810750" y="5286375"/>
            <a:ext cx="7181850" cy="1047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96500" y="552450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96500" y="55816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0934700" y="5476875"/>
            <a:ext cx="590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So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endParaRPr lang="en-US" sz="2550" dirty="0"/>
          </a:p>
        </p:txBody>
      </p:sp>
      <p:sp>
        <p:nvSpPr>
          <p:cNvPr id="22" name="Connector line-1792334229643-584403687"/>
          <p:cNvSpPr/>
          <p:nvPr/>
        </p:nvSpPr>
        <p:spPr>
          <a:xfrm>
            <a:off x="10382250" y="6372225"/>
            <a:ext cx="0" cy="3048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3" name="Shape 21"/>
          <p:cNvSpPr/>
          <p:nvPr/>
        </p:nvSpPr>
        <p:spPr>
          <a:xfrm>
            <a:off x="9810750" y="6715125"/>
            <a:ext cx="7181850" cy="1047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96500" y="695325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10096500" y="70104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0934700" y="6905625"/>
            <a:ext cx="590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Việc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810750" y="7905750"/>
            <a:ext cx="7181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PyJWT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2.14.0,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bộ.</a:t>
            </a:r>
            <a:endParaRPr lang="en-US" sz="1800" dirty="0"/>
          </a:p>
        </p:txBody>
      </p:sp>
      <p:sp>
        <p:nvSpPr>
          <p:cNvPr id="28" name="Connector line-1792334229651-72419509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23b5e120-3c06-4c57-bd77-656ee7ec50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7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dấu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chấm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85900" y="3286125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143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85900" y="3810000"/>
            <a:ext cx="4000500" cy="11430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57850" y="4267200"/>
            <a:ext cx="228600" cy="228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6057900" y="3810000"/>
            <a:ext cx="5715000" cy="11430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payload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1944350" y="4267200"/>
            <a:ext cx="228600" cy="2286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0" y="3810000"/>
            <a:ext cx="4457700" cy="11430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signature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85900" y="5191125"/>
            <a:ext cx="4000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6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alg</a:t>
            </a:r>
            <a:r>
              <a:rPr lang="en-US" sz="2100" dirty="0" spc="-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 thuật</a:t>
            </a:r>
            <a:r>
              <a:rPr lang="en-US" sz="2100" dirty="0" spc="-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</a:t>
            </a:r>
            <a:r>
              <a:rPr lang="en-US" sz="210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ký,</a:t>
            </a:r>
            <a:r>
              <a:rPr lang="en-US" sz="210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typ</a:t>
            </a:r>
            <a:r>
              <a:rPr lang="en-US" sz="2100" dirty="0" spc="-6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100" dirty="0" spc="-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100" dirty="0" spc="-2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57900" y="5191125"/>
            <a:ext cx="57150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2100" dirty="0" spc="-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claim:</a:t>
            </a:r>
            <a:r>
              <a:rPr lang="en-US" sz="2100" dirty="0" spc="-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khẳng</a:t>
            </a:r>
            <a:r>
              <a:rPr lang="en-US" sz="2100" dirty="0" spc="1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100" dirty="0" spc="-18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100" dirty="0" spc="-2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r>
              <a:rPr lang="en-US" sz="2100" dirty="0" spc="-19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10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100" dirty="0" spc="-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344400" y="5191125"/>
            <a:ext cx="44577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dấu</a:t>
            </a:r>
            <a:r>
              <a:rPr lang="en-US" sz="2100" dirty="0" spc="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10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100" dirty="0" spc="-1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10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 chuỗi</a:t>
            </a:r>
            <a:r>
              <a:rPr lang="en-US" sz="2100" dirty="0" spc="-7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header.payload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485900" y="6238875"/>
            <a:ext cx="10287000" cy="190500"/>
          </a:xfrm>
          <a:custGeom>
            <a:avLst/>
            <a:gdLst/>
            <a:ahLst/>
            <a:cxnLst/>
            <a:rect l="l" t="t" r="r" b="b"/>
            <a:pathLst>
              <a:path w="10287000" h="190500">
                <a:moveTo>
                  <a:pt x="0" y="0"/>
                </a:moveTo>
                <a:lnTo>
                  <a:pt x="0" y="190500"/>
                </a:lnTo>
                <a:lnTo>
                  <a:pt x="10287000" y="190500"/>
                </a:lnTo>
                <a:lnTo>
                  <a:pt x="10287000" y="0"/>
                </a:lnTo>
              </a:path>
            </a:pathLst>
          </a:custGeom>
          <a:ln w="28575">
            <a:solidFill>
              <a:srgbClr val="6B6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5900" y="6619875"/>
            <a:ext cx="1028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485900" y="7191375"/>
            <a:ext cx="1028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Base64url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 không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giấu gì.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344400" y="6238875"/>
            <a:ext cx="4457700" cy="190500"/>
          </a:xfrm>
          <a:custGeom>
            <a:avLst/>
            <a:gdLst/>
            <a:ahLst/>
            <a:cxnLst/>
            <a:rect l="l" t="t" r="r" b="b"/>
            <a:pathLst>
              <a:path w="4457700" h="190500">
                <a:moveTo>
                  <a:pt x="0" y="0"/>
                </a:moveTo>
                <a:lnTo>
                  <a:pt x="0" y="190500"/>
                </a:lnTo>
                <a:lnTo>
                  <a:pt x="4457700" y="190500"/>
                </a:lnTo>
                <a:lnTo>
                  <a:pt x="4457700" y="0"/>
                </a:lnTo>
              </a:path>
            </a:pathLst>
          </a:custGeom>
          <a:ln w="28575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0" y="6619875"/>
            <a:ext cx="4457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8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b="1" dirty="0" spc="1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344400" y="7191375"/>
            <a:ext cx="44577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 claim</a:t>
            </a:r>
            <a:r>
              <a:rPr lang="en-US" sz="2100" dirty="0" spc="-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(OWASP).</a:t>
            </a:r>
            <a:endParaRPr lang="en-US" sz="2100" dirty="0"/>
          </a:p>
        </p:txBody>
      </p:sp>
      <p:sp>
        <p:nvSpPr>
          <p:cNvPr id="20" name="Connector line-1792334250633-56355196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2" name="Shape 2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3" name="Shape 21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9f16b3d6-3042-4bdb-bfce-23391d8ec1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Header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payload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600075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09675" y="31146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Connector line-1792334348140-674962098"/>
          <p:cNvSpPr/>
          <p:nvPr/>
        </p:nvSpPr>
        <p:spPr>
          <a:xfrm>
            <a:off x="1381125" y="3200400"/>
            <a:ext cx="4105275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95400" y="3448050"/>
            <a:ext cx="4191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header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95400" y="421005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{"alg":"HS256","typ":"JWT"}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95400" y="4762500"/>
            <a:ext cx="4191000" cy="1809750"/>
          </a:xfrm>
          <a:prstGeom prst="roundRect">
            <a:avLst>
              <a:gd name="adj" fmla="val 11579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4000" y="497205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alg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24000" y="56007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24000" y="60960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180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mẫu: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HS256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95400" y="6762750"/>
            <a:ext cx="4191000" cy="1809750"/>
          </a:xfrm>
          <a:prstGeom prst="roundRect">
            <a:avLst>
              <a:gd name="adj" fmla="val 11579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4000" y="69723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typ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524000" y="76009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2250" dirty="0" spc="-2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524000" y="80962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180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mẫu: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48400" y="2857500"/>
            <a:ext cx="11125200" cy="6000750"/>
          </a:xfrm>
          <a:prstGeom prst="roundRect">
            <a:avLst>
              <a:gd name="adj" fmla="val 4444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543675" y="31146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9" name="Connector line-1792334348158-771582020"/>
          <p:cNvSpPr/>
          <p:nvPr/>
        </p:nvSpPr>
        <p:spPr>
          <a:xfrm>
            <a:off x="6715125" y="3200400"/>
            <a:ext cx="10277475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629400" y="3448050"/>
            <a:ext cx="666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payload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629400" y="4210050"/>
            <a:ext cx="1036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claim: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195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19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629400" y="4762500"/>
            <a:ext cx="2447925" cy="1809750"/>
          </a:xfrm>
          <a:prstGeom prst="roundRect">
            <a:avLst>
              <a:gd name="adj" fmla="val 11579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9900" y="4972050"/>
            <a:ext cx="2066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iss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6819900" y="5600700"/>
            <a:ext cx="2066925" cy="8572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67825" y="4762500"/>
            <a:ext cx="2447925" cy="1809750"/>
          </a:xfrm>
          <a:prstGeom prst="roundRect">
            <a:avLst>
              <a:gd name="adj" fmla="val 11579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58325" y="4972050"/>
            <a:ext cx="2066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9458325" y="5600700"/>
            <a:ext cx="2066925" cy="8572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906250" y="4762500"/>
            <a:ext cx="2447925" cy="1809750"/>
          </a:xfrm>
          <a:prstGeom prst="roundRect">
            <a:avLst>
              <a:gd name="adj" fmla="val 11579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96750" y="4972050"/>
            <a:ext cx="2066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aud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12096750" y="5600700"/>
            <a:ext cx="2066925" cy="8572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4544675" y="4762500"/>
            <a:ext cx="2447925" cy="1809750"/>
          </a:xfrm>
          <a:prstGeom prst="roundRect">
            <a:avLst>
              <a:gd name="adj" fmla="val 11579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735175" y="4972050"/>
            <a:ext cx="2066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3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</a:t>
            </a:r>
            <a:endParaRPr lang="en-US" sz="3300" dirty="0"/>
          </a:p>
        </p:txBody>
      </p:sp>
      <p:sp>
        <p:nvSpPr>
          <p:cNvPr id="33" name="Text 31"/>
          <p:cNvSpPr/>
          <p:nvPr/>
        </p:nvSpPr>
        <p:spPr>
          <a:xfrm>
            <a:off x="14735175" y="5600700"/>
            <a:ext cx="2066925" cy="8572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29400" y="6762750"/>
            <a:ext cx="2447925" cy="1809750"/>
          </a:xfrm>
          <a:prstGeom prst="roundRect">
            <a:avLst>
              <a:gd name="adj" fmla="val 11579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9900" y="6972300"/>
            <a:ext cx="2066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nbf</a:t>
            </a:r>
            <a:endParaRPr lang="en-US" sz="3300" dirty="0"/>
          </a:p>
        </p:txBody>
      </p:sp>
      <p:sp>
        <p:nvSpPr>
          <p:cNvPr id="36" name="Text 34"/>
          <p:cNvSpPr/>
          <p:nvPr/>
        </p:nvSpPr>
        <p:spPr>
          <a:xfrm>
            <a:off x="6819900" y="7600950"/>
            <a:ext cx="2066925" cy="8572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80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267825" y="6762750"/>
            <a:ext cx="2447925" cy="1809750"/>
          </a:xfrm>
          <a:prstGeom prst="roundRect">
            <a:avLst>
              <a:gd name="adj" fmla="val 11579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58325" y="6972300"/>
            <a:ext cx="2066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iat</a:t>
            </a:r>
            <a:endParaRPr lang="en-US" sz="3300" dirty="0"/>
          </a:p>
        </p:txBody>
      </p:sp>
      <p:sp>
        <p:nvSpPr>
          <p:cNvPr id="39" name="Text 37"/>
          <p:cNvSpPr/>
          <p:nvPr/>
        </p:nvSpPr>
        <p:spPr>
          <a:xfrm>
            <a:off x="9458325" y="7600950"/>
            <a:ext cx="2066925" cy="8572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1906250" y="6762750"/>
            <a:ext cx="2447925" cy="1809750"/>
          </a:xfrm>
          <a:prstGeom prst="roundRect">
            <a:avLst>
              <a:gd name="adj" fmla="val 11579"/>
            </a:avLst>
          </a:prstGeom>
          <a:solidFill>
            <a:srgbClr val="14161C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096750" y="6972300"/>
            <a:ext cx="2066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jti</a:t>
            </a:r>
            <a:endParaRPr lang="en-US" sz="3300" dirty="0"/>
          </a:p>
        </p:txBody>
      </p:sp>
      <p:sp>
        <p:nvSpPr>
          <p:cNvPr id="42" name="Text 40"/>
          <p:cNvSpPr/>
          <p:nvPr/>
        </p:nvSpPr>
        <p:spPr>
          <a:xfrm>
            <a:off x="12096750" y="7600950"/>
            <a:ext cx="2066925" cy="8572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4544675" y="6762750"/>
            <a:ext cx="2447925" cy="1809750"/>
          </a:xfrm>
          <a:prstGeom prst="roundRect">
            <a:avLst>
              <a:gd name="adj" fmla="val 1157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735175" y="7029450"/>
            <a:ext cx="2066925" cy="762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</a:t>
            </a:r>
            <a:r>
              <a:rPr lang="en-US" sz="1950" dirty="0" spc="-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bảy</a:t>
            </a:r>
            <a:r>
              <a:rPr lang="en-US" sz="1950" dirty="0" spc="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đều</a:t>
            </a:r>
            <a:r>
              <a:rPr lang="en-US" sz="19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tùy</a:t>
            </a:r>
            <a:r>
              <a:rPr lang="en-US" sz="19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4735175" y="7905750"/>
            <a:ext cx="20669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PyJWT</a:t>
            </a:r>
            <a:endParaRPr lang="en-US" sz="1650" dirty="0"/>
          </a:p>
        </p:txBody>
      </p:sp>
      <p:sp>
        <p:nvSpPr>
          <p:cNvPr id="46" name="Connector line-1792334348196-6727315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9" name="Shape 4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0" name="Shape 48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1" name="Shape 4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db36d061-6bf1-40f6-ae79-5dbe2c87c6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8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75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tự,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thất</a:t>
            </a:r>
            <a:r>
              <a:rPr lang="en-US" sz="7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219075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signature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3810000"/>
            <a:ext cx="6324600" cy="1238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tính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header.payload.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5334000"/>
            <a:ext cx="6324600" cy="3238500"/>
          </a:xfrm>
          <a:prstGeom prst="roundRect">
            <a:avLst>
              <a:gd name="adj" fmla="val 8235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567690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6191250"/>
            <a:ext cx="5562600" cy="1428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Đổi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 tự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295400" y="7334250"/>
            <a:ext cx="55626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Payload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7620000" y="2952750"/>
            <a:ext cx="9753600" cy="5619750"/>
          </a:xfrm>
          <a:prstGeom prst="roundRect">
            <a:avLst>
              <a:gd name="adj" fmla="val 474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3286125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001000" y="3667125"/>
            <a:ext cx="1905000" cy="762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048875" y="3952875"/>
            <a:ext cx="190500" cy="190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0382250" y="3667125"/>
            <a:ext cx="3810000" cy="7620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payload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4335125" y="3952875"/>
            <a:ext cx="190500" cy="190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4668500" y="3667125"/>
            <a:ext cx="2324100" cy="762000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signature</a:t>
            </a:r>
            <a:endParaRPr lang="en-US" sz="2100" dirty="0"/>
          </a:p>
        </p:txBody>
      </p:sp>
      <p:sp>
        <p:nvSpPr>
          <p:cNvPr id="17" name="Connector line-1792334394686-809622795"/>
          <p:cNvSpPr/>
          <p:nvPr/>
        </p:nvSpPr>
        <p:spPr>
          <a:xfrm>
            <a:off x="8001000" y="4953000"/>
            <a:ext cx="8991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8001000" y="52197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650" b="1" spc="20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001000" y="5600700"/>
            <a:ext cx="1905000" cy="762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048875" y="5886450"/>
            <a:ext cx="190500" cy="190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0382250" y="5600700"/>
            <a:ext cx="3810000" cy="7620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 w="571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payload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alic!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4335125" y="5886450"/>
            <a:ext cx="190500" cy="190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14668500" y="5600700"/>
            <a:ext cx="2324100" cy="762000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signature</a:t>
            </a:r>
            <a:endParaRPr lang="en-US" sz="2100" dirty="0"/>
          </a:p>
        </p:txBody>
      </p:sp>
      <p:sp>
        <p:nvSpPr>
          <p:cNvPr id="24" name="Connector line-1792334394695-927736827"/>
          <p:cNvSpPr/>
          <p:nvPr/>
        </p:nvSpPr>
        <p:spPr>
          <a:xfrm>
            <a:off x="15830550" y="6419850"/>
            <a:ext cx="0" cy="6477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706350" y="7124700"/>
            <a:ext cx="4286250" cy="723900"/>
          </a:xfrm>
          <a:prstGeom prst="roundRect">
            <a:avLst>
              <a:gd name="adj" fmla="val 28947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InvalidSignatureError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525000" y="731520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dirty="0" spc="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PyJWT</a:t>
            </a:r>
            <a:r>
              <a:rPr lang="en-US" sz="210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endParaRPr lang="en-US" sz="2100" dirty="0"/>
          </a:p>
        </p:txBody>
      </p:sp>
      <p:sp>
        <p:nvSpPr>
          <p:cNvPr id="27" name="Connector line-1792334394700-8675812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fac7a628-699f-4fd1-9df0-6b7f5f9716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943850" cy="6096000"/>
          </a:xfrm>
          <a:prstGeom prst="roundRect">
            <a:avLst>
              <a:gd name="adj" fmla="val 437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09675" y="30194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6" name="Connector line-1792334436293-225397854"/>
          <p:cNvSpPr/>
          <p:nvPr/>
        </p:nvSpPr>
        <p:spPr>
          <a:xfrm>
            <a:off x="1381125" y="3105150"/>
            <a:ext cx="7096125" cy="0"/>
          </a:xfrm>
          <a:prstGeom prst="line">
            <a:avLst/>
          </a:prstGeom>
          <a:noFill/>
          <a:ln w="2857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95400" y="3333750"/>
            <a:ext cx="71818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Bí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 chung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95400" y="4095750"/>
            <a:ext cx="71818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HS256:</a:t>
            </a:r>
            <a:r>
              <a:rPr lang="en-US" sz="21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HMAC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SHA-256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4476750"/>
            <a:ext cx="7181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nhiên,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256 bit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5048250"/>
            <a:ext cx="238125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8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6000" y="5048250"/>
            <a:ext cx="238125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1800" dirty="0"/>
          </a:p>
        </p:txBody>
      </p:sp>
      <p:sp>
        <p:nvSpPr>
          <p:cNvPr id="12" name="Connector line-1792334436308-70988630"/>
          <p:cNvSpPr/>
          <p:nvPr/>
        </p:nvSpPr>
        <p:spPr>
          <a:xfrm>
            <a:off x="3829050" y="5314950"/>
            <a:ext cx="2114550" cy="0"/>
          </a:xfrm>
          <a:prstGeom prst="line">
            <a:avLst/>
          </a:prstGeom>
          <a:noFill/>
          <a:ln w="38100">
            <a:solidFill>
              <a:srgbClr val="D8D3C4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1"/>
          <p:cNvSpPr/>
          <p:nvPr/>
        </p:nvSpPr>
        <p:spPr>
          <a:xfrm>
            <a:off x="3676650" y="4895850"/>
            <a:ext cx="2419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endParaRPr lang="en-US" sz="1650" dirty="0"/>
          </a:p>
        </p:txBody>
      </p:sp>
      <p:sp>
        <p:nvSpPr>
          <p:cNvPr id="14" name="Connector line-1792334436310-2737562"/>
          <p:cNvSpPr/>
          <p:nvPr/>
        </p:nvSpPr>
        <p:spPr>
          <a:xfrm>
            <a:off x="3286125" y="6096000"/>
            <a:ext cx="3286125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dash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3838575" y="569595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khóa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47775" y="64008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 chung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48375" y="64008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 chung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95400" y="6953250"/>
            <a:ext cx="7181850" cy="1619250"/>
          </a:xfrm>
          <a:prstGeom prst="roundRect">
            <a:avLst>
              <a:gd name="adj" fmla="val 12941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62100" y="7162800"/>
            <a:ext cx="66484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850" b="1" dirty="0" spc="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b="1" dirty="0" spc="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562100" y="7772400"/>
            <a:ext cx="66484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tự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1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role: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admin.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429750" y="2762250"/>
            <a:ext cx="7943850" cy="6096000"/>
          </a:xfrm>
          <a:prstGeom prst="roundRect">
            <a:avLst>
              <a:gd name="adj" fmla="val 4375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9725025" y="30194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23" name="Connector line-1792334436321-646687434"/>
          <p:cNvSpPr/>
          <p:nvPr/>
        </p:nvSpPr>
        <p:spPr>
          <a:xfrm>
            <a:off x="9896475" y="3105150"/>
            <a:ext cx="7096125" cy="0"/>
          </a:xfrm>
          <a:prstGeom prst="line">
            <a:avLst/>
          </a:prstGeom>
          <a:noFill/>
          <a:ln w="2857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9810750" y="3333750"/>
            <a:ext cx="71818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Cặp</a:t>
            </a:r>
            <a:r>
              <a:rPr lang="en-US" sz="4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9810750" y="4095750"/>
            <a:ext cx="71818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ES256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ECDSA,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RS256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810750" y="4476750"/>
            <a:ext cx="7181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ES256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dùng,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RS256 không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10750" y="5048250"/>
            <a:ext cx="238125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8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611350" y="5048250"/>
            <a:ext cx="238125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1800" dirty="0"/>
          </a:p>
        </p:txBody>
      </p:sp>
      <p:sp>
        <p:nvSpPr>
          <p:cNvPr id="29" name="Connector line-1792334436332-794022392"/>
          <p:cNvSpPr/>
          <p:nvPr/>
        </p:nvSpPr>
        <p:spPr>
          <a:xfrm>
            <a:off x="12344400" y="5314950"/>
            <a:ext cx="2114550" cy="0"/>
          </a:xfrm>
          <a:prstGeom prst="line">
            <a:avLst/>
          </a:prstGeom>
          <a:noFill/>
          <a:ln w="38100">
            <a:solidFill>
              <a:srgbClr val="D8D3C4"/>
            </a:solidFill>
            <a:prstDash val="solid"/>
            <a:headEnd type="none"/>
            <a:tailEnd type="triangle" w="lg" len="lg"/>
          </a:ln>
        </p:spPr>
      </p:sp>
      <p:sp>
        <p:nvSpPr>
          <p:cNvPr id="30" name="Text 28"/>
          <p:cNvSpPr/>
          <p:nvPr/>
        </p:nvSpPr>
        <p:spPr>
          <a:xfrm>
            <a:off x="12192000" y="4895850"/>
            <a:ext cx="2419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572625" y="64008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373225" y="64008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810750" y="6953250"/>
            <a:ext cx="7181850" cy="1619250"/>
          </a:xfrm>
          <a:prstGeom prst="roundRect">
            <a:avLst>
              <a:gd name="adj" fmla="val 12941"/>
            </a:avLst>
          </a:prstGeom>
          <a:solidFill>
            <a:srgbClr val="14161C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77450" y="7162800"/>
            <a:ext cx="66484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10077450" y="7772400"/>
            <a:ext cx="66484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2009775" y="5829300"/>
            <a:ext cx="381000" cy="381000"/>
          </a:xfrm>
          <a:prstGeom prst="ellipse">
            <a:avLst/>
          </a:prstGeom>
          <a:solidFill>
            <a:srgbClr val="F3EEE3"/>
          </a:solidFill>
          <a:ln w="47625">
            <a:solidFill>
              <a:srgbClr val="F3EEE3"/>
            </a:solidFill>
            <a:prstDash val="solid"/>
          </a:ln>
        </p:spPr>
      </p:sp>
      <p:sp>
        <p:nvSpPr>
          <p:cNvPr id="37" name="Connector line-1792334436341-302575324"/>
          <p:cNvSpPr/>
          <p:nvPr/>
        </p:nvSpPr>
        <p:spPr>
          <a:xfrm>
            <a:off x="2390775" y="6019800"/>
            <a:ext cx="5715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38" name="Connector line-1792334436342-865070236"/>
          <p:cNvSpPr/>
          <p:nvPr/>
        </p:nvSpPr>
        <p:spPr>
          <a:xfrm>
            <a:off x="2809875" y="6019800"/>
            <a:ext cx="0" cy="1714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39" name="Connector line-1792334436342-820710570"/>
          <p:cNvSpPr/>
          <p:nvPr/>
        </p:nvSpPr>
        <p:spPr>
          <a:xfrm>
            <a:off x="2962275" y="6019800"/>
            <a:ext cx="0" cy="2286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6810375" y="5829300"/>
            <a:ext cx="381000" cy="381000"/>
          </a:xfrm>
          <a:prstGeom prst="ellipse">
            <a:avLst/>
          </a:prstGeom>
          <a:solidFill>
            <a:srgbClr val="F3EEE3"/>
          </a:solidFill>
          <a:ln w="47625">
            <a:solidFill>
              <a:srgbClr val="F3EEE3"/>
            </a:solidFill>
            <a:prstDash val="solid"/>
          </a:ln>
        </p:spPr>
      </p:sp>
      <p:sp>
        <p:nvSpPr>
          <p:cNvPr id="41" name="Connector line-1792334436343-310369055"/>
          <p:cNvSpPr/>
          <p:nvPr/>
        </p:nvSpPr>
        <p:spPr>
          <a:xfrm>
            <a:off x="7191375" y="6019800"/>
            <a:ext cx="5715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2" name="Connector line-1792334436343-803952489"/>
          <p:cNvSpPr/>
          <p:nvPr/>
        </p:nvSpPr>
        <p:spPr>
          <a:xfrm>
            <a:off x="7610475" y="6019800"/>
            <a:ext cx="0" cy="1714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3" name="Connector line-1792334436343-20117703"/>
          <p:cNvSpPr/>
          <p:nvPr/>
        </p:nvSpPr>
        <p:spPr>
          <a:xfrm>
            <a:off x="7762875" y="6019800"/>
            <a:ext cx="0" cy="2286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0525125" y="5829300"/>
            <a:ext cx="381000" cy="381000"/>
          </a:xfrm>
          <a:prstGeom prst="ellipse">
            <a:avLst/>
          </a:prstGeom>
          <a:solidFill>
            <a:srgbClr val="F3EEE3"/>
          </a:solidFill>
          <a:ln w="47625">
            <a:solidFill>
              <a:srgbClr val="F3EEE3"/>
            </a:solidFill>
            <a:prstDash val="solid"/>
          </a:ln>
        </p:spPr>
      </p:sp>
      <p:sp>
        <p:nvSpPr>
          <p:cNvPr id="45" name="Connector line-1792334436343-942136275"/>
          <p:cNvSpPr/>
          <p:nvPr/>
        </p:nvSpPr>
        <p:spPr>
          <a:xfrm>
            <a:off x="10906125" y="6019800"/>
            <a:ext cx="5715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6" name="Connector line-1792334436343-993892445"/>
          <p:cNvSpPr/>
          <p:nvPr/>
        </p:nvSpPr>
        <p:spPr>
          <a:xfrm>
            <a:off x="11325225" y="6019800"/>
            <a:ext cx="0" cy="1714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7" name="Connector line-1792334436343-345812361"/>
          <p:cNvSpPr/>
          <p:nvPr/>
        </p:nvSpPr>
        <p:spPr>
          <a:xfrm>
            <a:off x="11477625" y="6019800"/>
            <a:ext cx="0" cy="2286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15325725" y="5829300"/>
            <a:ext cx="381000" cy="381000"/>
          </a:xfrm>
          <a:prstGeom prst="ellipse">
            <a:avLst/>
          </a:prstGeom>
          <a:solidFill>
            <a:srgbClr val="1E212B"/>
          </a:solidFill>
          <a:ln w="47625">
            <a:solidFill>
              <a:srgbClr val="F3EEE3"/>
            </a:solidFill>
            <a:prstDash val="solid"/>
          </a:ln>
        </p:spPr>
      </p:sp>
      <p:sp>
        <p:nvSpPr>
          <p:cNvPr id="49" name="Connector line-1792334436344-25222297"/>
          <p:cNvSpPr/>
          <p:nvPr/>
        </p:nvSpPr>
        <p:spPr>
          <a:xfrm>
            <a:off x="15706725" y="6019800"/>
            <a:ext cx="5715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50" name="Connector line-1792334436344-624081276"/>
          <p:cNvSpPr/>
          <p:nvPr/>
        </p:nvSpPr>
        <p:spPr>
          <a:xfrm>
            <a:off x="16125825" y="6019800"/>
            <a:ext cx="0" cy="1714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51" name="Connector line-1792334436344-64611022"/>
          <p:cNvSpPr/>
          <p:nvPr/>
        </p:nvSpPr>
        <p:spPr>
          <a:xfrm>
            <a:off x="16278225" y="6019800"/>
            <a:ext cx="0" cy="2286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52" name="Connector line-1792334436344-16052897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4" name="Shape 5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5" name="Shape 5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6" name="Shape 5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7" name="Shape 5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8" name="Shape 56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9" name="Shape 5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8ffa2326-a357-4072-bbdd-b9d253f1d9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7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viết,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là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tuyên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16459200" cy="1428750"/>
          </a:xfrm>
          <a:prstGeom prst="roundRect">
            <a:avLst>
              <a:gd name="adj" fmla="val 17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050" y="3724275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3819525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190750" y="3619500"/>
            <a:ext cx="704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190750" y="41719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nhận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RS256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0" y="3790950"/>
            <a:ext cx="2762250" cy="5143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token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 HS256</a:t>
            </a:r>
            <a:endParaRPr lang="en-US" sz="1950" dirty="0"/>
          </a:p>
        </p:txBody>
      </p:sp>
      <p:sp>
        <p:nvSpPr>
          <p:cNvPr id="11" name="Connector line-1792334503475-654467261"/>
          <p:cNvSpPr/>
          <p:nvPr/>
        </p:nvSpPr>
        <p:spPr>
          <a:xfrm>
            <a:off x="12401550" y="4048125"/>
            <a:ext cx="11049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13620750" y="3790950"/>
            <a:ext cx="3371850" cy="5143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InvalidAlgorithmError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953000"/>
            <a:ext cx="16459200" cy="1428750"/>
          </a:xfrm>
          <a:prstGeom prst="roundRect">
            <a:avLst>
              <a:gd name="adj" fmla="val 17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2050" y="5343525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00150" y="5438775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190750" y="5238750"/>
            <a:ext cx="704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none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190750" y="57912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nhận HS256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25000" y="5410200"/>
            <a:ext cx="2762250" cy="5143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alg:</a:t>
            </a:r>
            <a:r>
              <a:rPr lang="en-US" sz="19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none</a:t>
            </a:r>
            <a:endParaRPr lang="en-US" sz="1950" dirty="0"/>
          </a:p>
        </p:txBody>
      </p:sp>
      <p:sp>
        <p:nvSpPr>
          <p:cNvPr id="19" name="Connector line-1792334503483-255975454"/>
          <p:cNvSpPr/>
          <p:nvPr/>
        </p:nvSpPr>
        <p:spPr>
          <a:xfrm>
            <a:off x="12401550" y="5667375"/>
            <a:ext cx="11049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0" name="Text 18"/>
          <p:cNvSpPr/>
          <p:nvPr/>
        </p:nvSpPr>
        <p:spPr>
          <a:xfrm>
            <a:off x="13620750" y="5410200"/>
            <a:ext cx="3371850" cy="5143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18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6572250"/>
            <a:ext cx="16459200" cy="2286000"/>
          </a:xfrm>
          <a:prstGeom prst="roundRect">
            <a:avLst>
              <a:gd name="adj" fmla="val 1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62050" y="7391400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1200150" y="74866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2190750" y="7048500"/>
            <a:ext cx="704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2190750" y="76009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exp,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nbf, aud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190750" y="80772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8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8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25000" y="6819900"/>
            <a:ext cx="2762250" cy="5143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exp</a:t>
            </a:r>
            <a:r>
              <a:rPr lang="en-US" sz="19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endParaRPr lang="en-US" sz="1950" dirty="0"/>
          </a:p>
        </p:txBody>
      </p:sp>
      <p:sp>
        <p:nvSpPr>
          <p:cNvPr id="28" name="Connector line-1792334503495-412496449"/>
          <p:cNvSpPr/>
          <p:nvPr/>
        </p:nvSpPr>
        <p:spPr>
          <a:xfrm>
            <a:off x="12401550" y="7077075"/>
            <a:ext cx="11049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9" name="Text 27"/>
          <p:cNvSpPr/>
          <p:nvPr/>
        </p:nvSpPr>
        <p:spPr>
          <a:xfrm>
            <a:off x="13620750" y="6819900"/>
            <a:ext cx="3371850" cy="5143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ExpiredSignatureError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25000" y="7505700"/>
            <a:ext cx="2762250" cy="5143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nbf</a:t>
            </a:r>
            <a:r>
              <a:rPr lang="en-US" sz="19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9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lai</a:t>
            </a:r>
            <a:endParaRPr lang="en-US" sz="1950" dirty="0"/>
          </a:p>
        </p:txBody>
      </p:sp>
      <p:sp>
        <p:nvSpPr>
          <p:cNvPr id="31" name="Connector line-1792334503499-24698058"/>
          <p:cNvSpPr/>
          <p:nvPr/>
        </p:nvSpPr>
        <p:spPr>
          <a:xfrm>
            <a:off x="12401550" y="7762875"/>
            <a:ext cx="11049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32" name="Text 30"/>
          <p:cNvSpPr/>
          <p:nvPr/>
        </p:nvSpPr>
        <p:spPr>
          <a:xfrm>
            <a:off x="13620750" y="7505700"/>
            <a:ext cx="3371850" cy="5143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ImmatureSignatureError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25000" y="8191500"/>
            <a:ext cx="2762250" cy="5143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aud</a:t>
            </a:r>
            <a:r>
              <a:rPr lang="en-US" sz="19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khớp</a:t>
            </a:r>
            <a:endParaRPr lang="en-US" sz="1950" dirty="0"/>
          </a:p>
        </p:txBody>
      </p:sp>
      <p:sp>
        <p:nvSpPr>
          <p:cNvPr id="34" name="Connector line-1792334503503-539756933"/>
          <p:cNvSpPr/>
          <p:nvPr/>
        </p:nvSpPr>
        <p:spPr>
          <a:xfrm>
            <a:off x="12401550" y="8448675"/>
            <a:ext cx="11049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35" name="Text 33"/>
          <p:cNvSpPr/>
          <p:nvPr/>
        </p:nvSpPr>
        <p:spPr>
          <a:xfrm>
            <a:off x="13620750" y="8191500"/>
            <a:ext cx="3371850" cy="5143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InvalidAudienceError</a:t>
            </a:r>
            <a:endParaRPr lang="en-US" sz="1800" dirty="0"/>
          </a:p>
        </p:txBody>
      </p:sp>
      <p:sp>
        <p:nvSpPr>
          <p:cNvPr id="36" name="Connector line-1792334503504-38959566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3" name="Shape 41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33af6f5c-62d3-4f33-ba49-f0e84264d5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Ký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5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4676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09675" y="31146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Connector line-1792334537293-955975268"/>
          <p:cNvSpPr/>
          <p:nvPr/>
        </p:nvSpPr>
        <p:spPr>
          <a:xfrm>
            <a:off x="1381125" y="3200400"/>
            <a:ext cx="6619875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95400" y="34861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b="1" spc="30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800" dirty="0"/>
          </a:p>
        </p:txBody>
      </p:sp>
      <p:sp>
        <p:nvSpPr>
          <p:cNvPr id="8" name="Text richtext-1792334537298-84067338"/>
          <p:cNvSpPr/>
          <p:nvPr/>
        </p:nvSpPr>
        <p:spPr>
          <a:xfrm>
            <a:off x="1295400" y="4000500"/>
            <a:ext cx="67056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Payload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có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(tùy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ký)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5810250"/>
            <a:ext cx="746760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9675" y="60674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Connector line-1792334537321-714628464"/>
          <p:cNvSpPr/>
          <p:nvPr/>
        </p:nvSpPr>
        <p:spPr>
          <a:xfrm>
            <a:off x="1381125" y="6153150"/>
            <a:ext cx="6619875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295400" y="64389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800" dirty="0"/>
          </a:p>
        </p:txBody>
      </p:sp>
      <p:sp>
        <p:nvSpPr>
          <p:cNvPr id="13" name="Text richtext-1792334537323-449620004"/>
          <p:cNvSpPr/>
          <p:nvPr/>
        </p:nvSpPr>
        <p:spPr>
          <a:xfrm>
            <a:off x="1295400" y="6953250"/>
            <a:ext cx="67056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giấu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payload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chung: không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8953500" y="2857500"/>
            <a:ext cx="8420100" cy="6000750"/>
          </a:xfrm>
          <a:prstGeom prst="roundRect">
            <a:avLst>
              <a:gd name="adj" fmla="val 4444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248775" y="31146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6" name="Connector line-1792334537330-318318221"/>
          <p:cNvSpPr/>
          <p:nvPr/>
        </p:nvSpPr>
        <p:spPr>
          <a:xfrm>
            <a:off x="9420225" y="3200400"/>
            <a:ext cx="7572375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334500" y="3486150"/>
            <a:ext cx="765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CLAIM</a:t>
            </a:r>
            <a:r>
              <a:rPr lang="en-US" sz="180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925300" y="4000500"/>
            <a:ext cx="2476500" cy="800100"/>
          </a:xfrm>
          <a:prstGeom prst="roundRect">
            <a:avLst>
              <a:gd name="adj" fmla="val 28571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payload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4630400" y="4152900"/>
            <a:ext cx="2362200" cy="6477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18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20" name="Connector line-1792334537337-417356765"/>
          <p:cNvSpPr/>
          <p:nvPr/>
        </p:nvSpPr>
        <p:spPr>
          <a:xfrm flipH="1">
            <a:off x="10525125" y="4857750"/>
            <a:ext cx="2638425" cy="6667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21" name="Connector line-1792334537338-707370746"/>
          <p:cNvSpPr/>
          <p:nvPr/>
        </p:nvSpPr>
        <p:spPr>
          <a:xfrm>
            <a:off x="13163550" y="4857750"/>
            <a:ext cx="0" cy="6667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22" name="Connector line-1792334537338-620879962"/>
          <p:cNvSpPr/>
          <p:nvPr/>
        </p:nvSpPr>
        <p:spPr>
          <a:xfrm>
            <a:off x="13163550" y="4857750"/>
            <a:ext cx="2638425" cy="6667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23" name="Text 21"/>
          <p:cNvSpPr/>
          <p:nvPr/>
        </p:nvSpPr>
        <p:spPr>
          <a:xfrm>
            <a:off x="9334500" y="5619750"/>
            <a:ext cx="2381250" cy="952500"/>
          </a:xfrm>
          <a:prstGeom prst="roundRect">
            <a:avLst>
              <a:gd name="adj" fmla="val 22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nhật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1950" dirty="0" spc="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972925" y="5619750"/>
            <a:ext cx="2381250" cy="952500"/>
          </a:xfrm>
          <a:prstGeom prst="roundRect">
            <a:avLst>
              <a:gd name="adj" fmla="val 22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19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4611350" y="5619750"/>
            <a:ext cx="2381250" cy="952500"/>
          </a:xfrm>
          <a:prstGeom prst="roundRect">
            <a:avLst>
              <a:gd name="adj" fmla="val 22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tiêu</a:t>
            </a:r>
            <a:r>
              <a:rPr lang="en-US" sz="19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19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referrer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334500" y="6953250"/>
            <a:ext cx="7658100" cy="952500"/>
          </a:xfrm>
          <a:prstGeom prst="roundRect">
            <a:avLst>
              <a:gd name="adj" fmla="val 22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token.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334500" y="8143875"/>
            <a:ext cx="7658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payload</a:t>
            </a:r>
            <a:r>
              <a:rPr lang="en-US" sz="21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kín:</a:t>
            </a:r>
            <a:r>
              <a:rPr lang="en-US" sz="21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JWE,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100" dirty="0"/>
          </a:p>
        </p:txBody>
      </p:sp>
      <p:sp>
        <p:nvSpPr>
          <p:cNvPr id="28" name="Connector line-1792334537349-281426986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125a4a4c-fd63-43a9-9d4d-46958dd0fc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38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382000" cy="12382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590800"/>
            <a:ext cx="8229600" cy="2095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 giá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 kiểm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token,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bí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HS256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kiểm.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kiểm,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Muốn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4953000"/>
            <a:ext cx="82296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476875"/>
            <a:ext cx="24765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286500" y="5476875"/>
            <a:ext cx="24765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giá</a:t>
            </a:r>
            <a:endParaRPr lang="en-US" sz="1950" dirty="0"/>
          </a:p>
        </p:txBody>
      </p:sp>
      <p:sp>
        <p:nvSpPr>
          <p:cNvPr id="8" name="Connector line-1792334595154-62591061"/>
          <p:cNvSpPr/>
          <p:nvPr/>
        </p:nvSpPr>
        <p:spPr>
          <a:xfrm>
            <a:off x="3924300" y="5762625"/>
            <a:ext cx="22098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9" name="Text 7"/>
          <p:cNvSpPr/>
          <p:nvPr/>
        </p:nvSpPr>
        <p:spPr>
          <a:xfrm>
            <a:off x="3771900" y="5353050"/>
            <a:ext cx="2514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endParaRPr lang="en-US" sz="1650" dirty="0"/>
          </a:p>
        </p:txBody>
      </p:sp>
      <p:sp>
        <p:nvSpPr>
          <p:cNvPr id="10" name="Connector line-1792334595156-920163661"/>
          <p:cNvSpPr/>
          <p:nvPr/>
        </p:nvSpPr>
        <p:spPr>
          <a:xfrm>
            <a:off x="3333750" y="7000875"/>
            <a:ext cx="3333750" cy="0"/>
          </a:xfrm>
          <a:prstGeom prst="line">
            <a:avLst/>
          </a:prstGeom>
          <a:noFill/>
          <a:ln w="28575">
            <a:solidFill>
              <a:srgbClr val="6B6A66"/>
            </a:solidFill>
            <a:prstDash val="dash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3962400" y="6600825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khóa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95400" y="741045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18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HS256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86500" y="741045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18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HS256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77250" y="5229225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8477250" y="5248275"/>
            <a:ext cx="495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620250" y="952500"/>
            <a:ext cx="7753350" cy="7905750"/>
          </a:xfrm>
          <a:prstGeom prst="roundRect">
            <a:avLst>
              <a:gd name="adj" fmla="val 3440"/>
            </a:avLst>
          </a:prstGeom>
          <a:solidFill>
            <a:srgbClr val="1F3FD1"/>
          </a:solidFill>
          <a:ln/>
        </p:spPr>
      </p:sp>
      <p:sp>
        <p:nvSpPr>
          <p:cNvPr id="17" name="Shape 15"/>
          <p:cNvSpPr/>
          <p:nvPr/>
        </p:nvSpPr>
        <p:spPr>
          <a:xfrm>
            <a:off x="9963150" y="1333500"/>
            <a:ext cx="571500" cy="571500"/>
          </a:xfrm>
          <a:prstGeom prst="ellipse">
            <a:avLst/>
          </a:prstGeom>
          <a:solidFill>
            <a:srgbClr val="1F3FD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15550" y="1504950"/>
            <a:ext cx="276225" cy="219075"/>
          </a:xfrm>
          <a:custGeom>
            <a:avLst/>
            <a:gdLst/>
            <a:ahLst/>
            <a:cxnLst/>
            <a:rect l="l" t="t" r="r" b="b"/>
            <a:pathLst>
              <a:path w="276225" h="219075">
                <a:moveTo>
                  <a:pt x="0" y="114300"/>
                </a:moveTo>
                <a:lnTo>
                  <a:pt x="95250" y="219075"/>
                </a:lnTo>
                <a:lnTo>
                  <a:pt x="276225" y="0"/>
                </a:lnTo>
              </a:path>
            </a:pathLst>
          </a:custGeom>
          <a:ln w="476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77450" y="22098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76" kern="0" dirty="0">
                <a:solidFill>
                  <a:srgbClr val="C9D2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99" kern="0" dirty="0">
                <a:solidFill>
                  <a:srgbClr val="C9D2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077450" y="2552700"/>
            <a:ext cx="6838950" cy="9525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 cũng</a:t>
            </a:r>
            <a:r>
              <a:rPr lang="en-US" sz="5700" dirty="0" spc="-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5700" dirty="0" spc="-7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5700" dirty="0"/>
          </a:p>
        </p:txBody>
      </p:sp>
      <p:sp>
        <p:nvSpPr>
          <p:cNvPr id="21" name="Text 19"/>
          <p:cNvSpPr/>
          <p:nvPr/>
        </p:nvSpPr>
        <p:spPr>
          <a:xfrm>
            <a:off x="10077450" y="3695700"/>
            <a:ext cx="683895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tự</a:t>
            </a:r>
            <a:r>
              <a:rPr lang="en-US" sz="25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5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role: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admin.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550" dirty="0"/>
          </a:p>
        </p:txBody>
      </p:sp>
      <p:sp>
        <p:nvSpPr>
          <p:cNvPr id="22" name="Connector line-1792334595176-625505691"/>
          <p:cNvSpPr/>
          <p:nvPr/>
        </p:nvSpPr>
        <p:spPr>
          <a:xfrm>
            <a:off x="10077450" y="5429250"/>
            <a:ext cx="6838950" cy="0"/>
          </a:xfrm>
          <a:prstGeom prst="line">
            <a:avLst/>
          </a:prstGeom>
          <a:noFill/>
          <a:ln w="19050">
            <a:solidFill>
              <a:srgbClr val="FFFFFF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0077450" y="56959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4" kern="0" dirty="0">
                <a:solidFill>
                  <a:srgbClr val="C9D2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GÌ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077450" y="6096000"/>
            <a:ext cx="683895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ES256.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khai: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0077450" y="7810500"/>
            <a:ext cx="683895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dirty="0" spc="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1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dirty="0" spc="-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00" dirty="0" spc="-5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-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dirty="0" spc="-1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2057400" y="6810375"/>
            <a:ext cx="381000" cy="381000"/>
          </a:xfrm>
          <a:prstGeom prst="ellipse">
            <a:avLst/>
          </a:prstGeom>
          <a:solidFill>
            <a:srgbClr val="FBF8F2"/>
          </a:solidFill>
          <a:ln w="47625">
            <a:solidFill>
              <a:srgbClr val="14161C"/>
            </a:solidFill>
            <a:prstDash val="solid"/>
          </a:ln>
        </p:spPr>
      </p:sp>
      <p:sp>
        <p:nvSpPr>
          <p:cNvPr id="27" name="Connector line-1792334595184-396607049"/>
          <p:cNvSpPr/>
          <p:nvPr/>
        </p:nvSpPr>
        <p:spPr>
          <a:xfrm>
            <a:off x="2438400" y="7000875"/>
            <a:ext cx="571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8" name="Connector line-1792334595184-470894962"/>
          <p:cNvSpPr/>
          <p:nvPr/>
        </p:nvSpPr>
        <p:spPr>
          <a:xfrm>
            <a:off x="2857500" y="7000875"/>
            <a:ext cx="0" cy="1714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9" name="Connector line-1792334595185-249664322"/>
          <p:cNvSpPr/>
          <p:nvPr/>
        </p:nvSpPr>
        <p:spPr>
          <a:xfrm>
            <a:off x="3009900" y="7000875"/>
            <a:ext cx="0" cy="2286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7048500" y="6810375"/>
            <a:ext cx="381000" cy="381000"/>
          </a:xfrm>
          <a:prstGeom prst="ellipse">
            <a:avLst/>
          </a:prstGeom>
          <a:solidFill>
            <a:srgbClr val="FBF8F2"/>
          </a:solidFill>
          <a:ln w="47625">
            <a:solidFill>
              <a:srgbClr val="14161C"/>
            </a:solidFill>
            <a:prstDash val="solid"/>
          </a:ln>
        </p:spPr>
      </p:sp>
      <p:sp>
        <p:nvSpPr>
          <p:cNvPr id="31" name="Connector line-1792334595185-762993580"/>
          <p:cNvSpPr/>
          <p:nvPr/>
        </p:nvSpPr>
        <p:spPr>
          <a:xfrm>
            <a:off x="7429500" y="7000875"/>
            <a:ext cx="571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2" name="Connector line-1792334595185-239851242"/>
          <p:cNvSpPr/>
          <p:nvPr/>
        </p:nvSpPr>
        <p:spPr>
          <a:xfrm>
            <a:off x="7848600" y="7000875"/>
            <a:ext cx="0" cy="1714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3" name="Connector line-1792334595185-164948800"/>
          <p:cNvSpPr/>
          <p:nvPr/>
        </p:nvSpPr>
        <p:spPr>
          <a:xfrm>
            <a:off x="8001000" y="7000875"/>
            <a:ext cx="0" cy="2286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4" name="Connector line-1792334595185-43939869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3" name="Shape 41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60664f32-057e-42b5-bfae-bf6883ace5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3914775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181100" y="28194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6" name="Connector line-1792334639533-642620684"/>
          <p:cNvSpPr/>
          <p:nvPr/>
        </p:nvSpPr>
        <p:spPr>
          <a:xfrm>
            <a:off x="1333500" y="2895600"/>
            <a:ext cx="3152775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57300" y="3067050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257300" y="3714750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1650" dirty="0" spc="-1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-3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57300" y="4286250"/>
            <a:ext cx="3238500" cy="5905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phần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95875" y="2571750"/>
            <a:ext cx="3914775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5362575" y="28194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12" name="Connector line-1792334639541-527508169"/>
          <p:cNvSpPr/>
          <p:nvPr/>
        </p:nvSpPr>
        <p:spPr>
          <a:xfrm>
            <a:off x="5514975" y="2895600"/>
            <a:ext cx="3152775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5438775" y="3067050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5438775" y="3714750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65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438775" y="4286250"/>
            <a:ext cx="3238500" cy="5905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thành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và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77350" y="2571750"/>
            <a:ext cx="3914775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544050" y="28194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Connector line-1792334639548-91918641"/>
          <p:cNvSpPr/>
          <p:nvPr/>
        </p:nvSpPr>
        <p:spPr>
          <a:xfrm>
            <a:off x="9696450" y="2895600"/>
            <a:ext cx="3152775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620250" y="3067050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HMAC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9620250" y="3714750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Hash-based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620250" y="4286250"/>
            <a:ext cx="3238500" cy="5905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80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bí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458825" y="2571750"/>
            <a:ext cx="3914775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25525" y="28194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4" name="Connector line-1792334639555-819167446"/>
          <p:cNvSpPr/>
          <p:nvPr/>
        </p:nvSpPr>
        <p:spPr>
          <a:xfrm>
            <a:off x="13877925" y="2895600"/>
            <a:ext cx="3152775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3801725" y="3067050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13801725" y="3714750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801725" y="4286250"/>
            <a:ext cx="3238500" cy="5905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băm;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SHA-256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5191125"/>
            <a:ext cx="3914775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1100" y="5438775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0" name="Connector line-1792334639562-530265973"/>
          <p:cNvSpPr/>
          <p:nvPr/>
        </p:nvSpPr>
        <p:spPr>
          <a:xfrm>
            <a:off x="1333500" y="5514975"/>
            <a:ext cx="3152775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257300" y="5686425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RSA</a:t>
            </a:r>
            <a:endParaRPr lang="en-US" sz="3900" dirty="0"/>
          </a:p>
        </p:txBody>
      </p:sp>
      <p:sp>
        <p:nvSpPr>
          <p:cNvPr id="32" name="Text 30"/>
          <p:cNvSpPr/>
          <p:nvPr/>
        </p:nvSpPr>
        <p:spPr>
          <a:xfrm>
            <a:off x="1257300" y="6334125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Rivest-Shamir-Adleman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257300" y="6905625"/>
            <a:ext cx="3238500" cy="5905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toán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 khóa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095875" y="5191125"/>
            <a:ext cx="3914775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35" name="Shape 33"/>
          <p:cNvSpPr/>
          <p:nvPr/>
        </p:nvSpPr>
        <p:spPr>
          <a:xfrm>
            <a:off x="5362575" y="5438775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6" name="Connector line-1792334639567-250634688"/>
          <p:cNvSpPr/>
          <p:nvPr/>
        </p:nvSpPr>
        <p:spPr>
          <a:xfrm>
            <a:off x="5514975" y="5514975"/>
            <a:ext cx="3152775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5438775" y="5686425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ECDSA</a:t>
            </a:r>
            <a:endParaRPr lang="en-US" sz="3900" dirty="0"/>
          </a:p>
        </p:txBody>
      </p:sp>
      <p:sp>
        <p:nvSpPr>
          <p:cNvPr id="38" name="Text 36"/>
          <p:cNvSpPr/>
          <p:nvPr/>
        </p:nvSpPr>
        <p:spPr>
          <a:xfrm>
            <a:off x="5438775" y="6334125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Elliptic</a:t>
            </a: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Curve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Digital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Signature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5438775" y="6905625"/>
            <a:ext cx="3238500" cy="5905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số: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 khóa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277350" y="5191125"/>
            <a:ext cx="3914775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41" name="Shape 39"/>
          <p:cNvSpPr/>
          <p:nvPr/>
        </p:nvSpPr>
        <p:spPr>
          <a:xfrm>
            <a:off x="9544050" y="5438775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2" name="Connector line-1792334639573-119378303"/>
          <p:cNvSpPr/>
          <p:nvPr/>
        </p:nvSpPr>
        <p:spPr>
          <a:xfrm>
            <a:off x="9696450" y="5514975"/>
            <a:ext cx="3152775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9620250" y="5686425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JWE</a:t>
            </a:r>
            <a:endParaRPr lang="en-US" sz="3900" dirty="0"/>
          </a:p>
        </p:txBody>
      </p:sp>
      <p:sp>
        <p:nvSpPr>
          <p:cNvPr id="44" name="Text 42"/>
          <p:cNvSpPr/>
          <p:nvPr/>
        </p:nvSpPr>
        <p:spPr>
          <a:xfrm>
            <a:off x="9620250" y="6334125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1650" dirty="0" spc="-1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Encryption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9620250" y="6905625"/>
            <a:ext cx="3238500" cy="5905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Dạng</a:t>
            </a:r>
            <a:r>
              <a:rPr lang="en-US" sz="180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payload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3458825" y="5191125"/>
            <a:ext cx="3914775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47" name="Shape 45"/>
          <p:cNvSpPr/>
          <p:nvPr/>
        </p:nvSpPr>
        <p:spPr>
          <a:xfrm>
            <a:off x="13725525" y="5438775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48" name="Connector line-1792334639579-309930675"/>
          <p:cNvSpPr/>
          <p:nvPr/>
        </p:nvSpPr>
        <p:spPr>
          <a:xfrm>
            <a:off x="13877925" y="5514975"/>
            <a:ext cx="3152775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13801725" y="5686425"/>
            <a:ext cx="3238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3900" dirty="0"/>
          </a:p>
        </p:txBody>
      </p:sp>
      <p:sp>
        <p:nvSpPr>
          <p:cNvPr id="50" name="Text 48"/>
          <p:cNvSpPr/>
          <p:nvPr/>
        </p:nvSpPr>
        <p:spPr>
          <a:xfrm>
            <a:off x="13801725" y="6334125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3801725" y="6905625"/>
            <a:ext cx="3238500" cy="59055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8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14400" y="790575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14400" y="82486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 ·</a:t>
            </a:r>
            <a:r>
              <a:rPr lang="en-US" sz="210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r>
              <a:rPr lang="en-US" sz="21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PyJWT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Base64</a:t>
            </a:r>
            <a:endParaRPr lang="en-US" sz="2100" dirty="0"/>
          </a:p>
        </p:txBody>
      </p:sp>
      <p:sp>
        <p:nvSpPr>
          <p:cNvPr id="54" name="Text 52"/>
          <p:cNvSpPr/>
          <p:nvPr/>
        </p:nvSpPr>
        <p:spPr>
          <a:xfrm>
            <a:off x="914400" y="8724900"/>
            <a:ext cx="1645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 Hình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55" name="Connector line-1792334639591-26098581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7" name="Shape 5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8" name="Shape 5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9" name="Shape 5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0" name="Shape 5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1" name="Shape 5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2" name="Shape 6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3" name="Shape 6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4" name="Shape 6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5" name="Shape 63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6" name="Text 6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2a4aae9a-6234-4692-8ba0-1dbbe1e91a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2026-10-18T14:44:45Z</dcterms:created>
  <dcterms:modified xsi:type="dcterms:W3CDTF">2026-10-18T14:44:45Z</dcterms:modified>
</cp:coreProperties>
</file>