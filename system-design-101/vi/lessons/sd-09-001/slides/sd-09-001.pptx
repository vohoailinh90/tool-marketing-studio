
<file path=[Content_Types].xml><?xml version="1.0" encoding="utf-8"?>
<Types xmlns="http://schemas.openxmlformats.org/package/2006/content-types">
  <Default Extension="fntdata" ContentType="application/x-fontdata"/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false" autoCompressPictures="0" embedTrueTypeFonts="true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notesMasterIdLst>
    <p:notesMasterId r:id="rId12"/>
  </p:notesMasterIdLst>
  <p:sldSz cx="18288000" cy="10287000"/>
  <p:notesSz cx="10287000" cy="18288000"/>
  <p:embeddedFontLst>
    <p:embeddedFont>
      <p:font typeface="Be Vietnam Pro"/>
      <p:regular r:id="rId19"/>
      <p:bold r:id="rId17"/>
    </p:embeddedFont>
    <p:embeddedFont>
      <p:font typeface="Bricolage Grotesque ExtraBold"/>
      <p:regular r:id="rId18"/>
    </p:embeddedFont>
    <p:embeddedFont>
      <p:font typeface="Be Vietnam Pro ExtraBold"/>
      <p:regular r:id="rId20"/>
    </p:embeddedFont>
  </p:embeddedFontLst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Relationship Id="rId17" Type="http://schemas.openxmlformats.org/officeDocument/2006/relationships/font" Target="fonts/font1.fntdata"/><Relationship Id="rId18" Type="http://schemas.openxmlformats.org/officeDocument/2006/relationships/font" Target="fonts/font2.fntdata"/><Relationship Id="rId19" Type="http://schemas.openxmlformats.org/officeDocument/2006/relationships/font" Target="fonts/font3.fntdata"/><Relationship Id="rId20" Type="http://schemas.openxmlformats.org/officeDocument/2006/relationships/font" Target="fonts/font4.fntdata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4161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1143000"/>
            <a:ext cx="9525000" cy="3905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b="1" spc="275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SYSTEM</a:t>
            </a:r>
            <a:r>
              <a:rPr lang="en-US" sz="1800" b="1" spc="299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DESIGN</a:t>
            </a:r>
            <a:r>
              <a:rPr lang="en-US" sz="1800" b="1" spc="301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101</a:t>
            </a:r>
            <a:r>
              <a:rPr lang="en-US" sz="1800" b="1" spc="300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800" b="1" spc="295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BÀI</a:t>
            </a:r>
            <a:r>
              <a:rPr lang="en-US" sz="1800" b="1" spc="300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01</a:t>
            </a:r>
            <a:endParaRPr lang="en-US" sz="1800" dirty="0"/>
          </a:p>
        </p:txBody>
      </p:sp>
      <p:sp>
        <p:nvSpPr>
          <p:cNvPr id="3" name="Text 1"/>
          <p:cNvSpPr/>
          <p:nvPr/>
        </p:nvSpPr>
        <p:spPr>
          <a:xfrm>
            <a:off x="914400" y="1619250"/>
            <a:ext cx="9525000" cy="2990850"/>
          </a:xfrm>
          <a:prstGeom prst="rect">
            <a:avLst/>
          </a:prstGeom>
          <a:noFill/>
          <a:ln/>
        </p:spPr>
        <p:txBody>
          <a:bodyPr wrap="square" lIns="0" tIns="69437" rIns="0" bIns="-69437" rtlCol="0" anchor="t"/>
          <a:lstStyle/>
          <a:p>
            <a:pPr algn="l" indent="0" marL="0">
              <a:lnSpc>
                <a:spcPts val="8505"/>
              </a:lnSpc>
              <a:buNone/>
            </a:pPr>
            <a:r>
              <a:rPr lang="en-US" sz="8100" dirty="0" spc="0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Các</a:t>
            </a:r>
            <a:r>
              <a:rPr lang="en-US" sz="8100" dirty="0" spc="2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lệnh</a:t>
            </a:r>
            <a:r>
              <a:rPr lang="en-US" sz="8100" dirty="0" spc="-2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Git</a:t>
            </a:r>
            <a:r>
              <a:rPr lang="en-US" sz="8100" dirty="0" spc="1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theo</a:t>
            </a:r>
            <a:r>
              <a:rPr lang="en-US" sz="8100" dirty="0" spc="0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việc</a:t>
            </a:r>
            <a:r>
              <a:rPr lang="en-US" sz="8100" dirty="0" spc="-1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cần</a:t>
            </a:r>
            <a:r>
              <a:rPr lang="en-US" sz="8100" dirty="0" spc="-2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làm</a:t>
            </a:r>
            <a:endParaRPr lang="en-US" sz="8100" dirty="0"/>
          </a:p>
        </p:txBody>
      </p:sp>
      <p:sp>
        <p:nvSpPr>
          <p:cNvPr id="4" name="Text 2"/>
          <p:cNvSpPr/>
          <p:nvPr/>
        </p:nvSpPr>
        <p:spPr>
          <a:xfrm>
            <a:off x="914400" y="4381500"/>
            <a:ext cx="8953500" cy="10477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000" dirty="0" spc="16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Sửa</a:t>
            </a:r>
            <a:r>
              <a:rPr lang="en-US" sz="3000" dirty="0" spc="2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hai</a:t>
            </a:r>
            <a:r>
              <a:rPr lang="en-US" sz="3000" dirty="0" spc="3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file,</a:t>
            </a:r>
            <a:r>
              <a:rPr lang="en-US" sz="3000" dirty="0" spc="19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nhưng</a:t>
            </a:r>
            <a:r>
              <a:rPr lang="en-US" sz="3000" dirty="0" spc="2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chỉ</a:t>
            </a:r>
            <a:r>
              <a:rPr lang="en-US" sz="3000" dirty="0" spc="1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muốn</a:t>
            </a:r>
            <a:r>
              <a:rPr lang="en-US" sz="3000" dirty="0" spc="24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lưu</a:t>
            </a:r>
            <a:r>
              <a:rPr lang="en-US" sz="3000" dirty="0" spc="-6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một</a:t>
            </a:r>
            <a:r>
              <a:rPr lang="en-US" sz="3000" dirty="0" spc="-9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thay</a:t>
            </a:r>
            <a:r>
              <a:rPr lang="en-US" sz="3000" dirty="0" spc="13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đổi?</a:t>
            </a:r>
            <a:endParaRPr lang="en-US" sz="3000" dirty="0"/>
          </a:p>
        </p:txBody>
      </p:sp>
      <p:sp>
        <p:nvSpPr>
          <p:cNvPr id="5" name="Text 3"/>
          <p:cNvSpPr/>
          <p:nvPr/>
        </p:nvSpPr>
        <p:spPr>
          <a:xfrm>
            <a:off x="914400" y="5715000"/>
            <a:ext cx="89535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100" dirty="0" spc="0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Chọn lệnh</a:t>
            </a:r>
            <a:r>
              <a:rPr lang="en-US" sz="2100" dirty="0" spc="-5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theo</a:t>
            </a:r>
            <a:r>
              <a:rPr lang="en-US" sz="2100" dirty="0" spc="-15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trạng</a:t>
            </a:r>
            <a:r>
              <a:rPr lang="en-US" sz="2100" dirty="0" spc="-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thái</a:t>
            </a:r>
            <a:r>
              <a:rPr lang="en-US" sz="2100" dirty="0" spc="-6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bạn</a:t>
            </a:r>
            <a:r>
              <a:rPr lang="en-US" sz="2100" dirty="0" spc="-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muốn</a:t>
            </a:r>
            <a:r>
              <a:rPr lang="en-US" sz="2100" dirty="0" spc="-8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thay</a:t>
            </a:r>
            <a:r>
              <a:rPr lang="en-US" sz="2100" dirty="0" spc="8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đổi.</a:t>
            </a:r>
            <a:endParaRPr lang="en-US" sz="2100" dirty="0"/>
          </a:p>
        </p:txBody>
      </p:sp>
      <p:sp>
        <p:nvSpPr>
          <p:cNvPr id="6" name="Text 4"/>
          <p:cNvSpPr/>
          <p:nvPr/>
        </p:nvSpPr>
        <p:spPr>
          <a:xfrm>
            <a:off x="11430000" y="1905000"/>
            <a:ext cx="5334000" cy="1047750"/>
          </a:xfrm>
          <a:prstGeom prst="roundRect">
            <a:avLst>
              <a:gd name="adj" fmla="val 50000"/>
            </a:avLst>
          </a:prstGeom>
          <a:solidFill>
            <a:srgbClr val="1E212B"/>
          </a:solidFill>
          <a:ln w="28575">
            <a:solidFill>
              <a:srgbClr val="FFB454"/>
            </a:solidFill>
            <a:prstDash val="solid"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550" b="1" dirty="0" spc="-1" kern="0">
                <a:solidFill>
                  <a:srgbClr val="FFB45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1</a:t>
            </a:r>
            <a:r>
              <a:rPr lang="en-US" sz="2550" b="1" dirty="0" spc="1" kern="0">
                <a:solidFill>
                  <a:srgbClr val="FFB45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2550" b="1" dirty="0" spc="0" kern="0">
                <a:solidFill>
                  <a:srgbClr val="FFB45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Quan</a:t>
            </a:r>
            <a:r>
              <a:rPr lang="en-US" sz="2550" b="1" dirty="0" spc="-7" kern="0">
                <a:solidFill>
                  <a:srgbClr val="FFB45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sát</a:t>
            </a:r>
            <a:endParaRPr lang="en-US" sz="2550" dirty="0"/>
          </a:p>
        </p:txBody>
      </p:sp>
      <p:sp>
        <p:nvSpPr>
          <p:cNvPr id="7" name="Text 5"/>
          <p:cNvSpPr/>
          <p:nvPr/>
        </p:nvSpPr>
        <p:spPr>
          <a:xfrm>
            <a:off x="11430000" y="3429000"/>
            <a:ext cx="5334000" cy="1047750"/>
          </a:xfrm>
          <a:prstGeom prst="roundRect">
            <a:avLst>
              <a:gd name="adj" fmla="val 50000"/>
            </a:avLst>
          </a:prstGeom>
          <a:solidFill>
            <a:srgbClr val="1E212B"/>
          </a:solidFill>
          <a:ln w="28575">
            <a:solidFill>
              <a:srgbClr val="3DD6A0"/>
            </a:solidFill>
            <a:prstDash val="solid"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550" b="1" dirty="0" spc="6" kern="0">
                <a:solidFill>
                  <a:srgbClr val="3DD6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2</a:t>
            </a:r>
            <a:r>
              <a:rPr lang="en-US" sz="2550" b="1" dirty="0" spc="1" kern="0">
                <a:solidFill>
                  <a:srgbClr val="3DD6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2550" b="1" dirty="0" spc="-5" kern="0">
                <a:solidFill>
                  <a:srgbClr val="3DD6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Chọn</a:t>
            </a:r>
            <a:r>
              <a:rPr lang="en-US" sz="2550" b="1" dirty="0" spc="-3" kern="0">
                <a:solidFill>
                  <a:srgbClr val="3DD6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nội</a:t>
            </a:r>
            <a:r>
              <a:rPr lang="en-US" sz="2550" b="1" dirty="0" spc="-1" kern="0">
                <a:solidFill>
                  <a:srgbClr val="3DD6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dung</a:t>
            </a:r>
            <a:endParaRPr lang="en-US" sz="2550" dirty="0"/>
          </a:p>
        </p:txBody>
      </p:sp>
      <p:sp>
        <p:nvSpPr>
          <p:cNvPr id="8" name="Text 6"/>
          <p:cNvSpPr/>
          <p:nvPr/>
        </p:nvSpPr>
        <p:spPr>
          <a:xfrm>
            <a:off x="11430000" y="4953000"/>
            <a:ext cx="5334000" cy="1047750"/>
          </a:xfrm>
          <a:prstGeom prst="roundRect">
            <a:avLst>
              <a:gd name="adj" fmla="val 50000"/>
            </a:avLst>
          </a:prstGeom>
          <a:solidFill>
            <a:srgbClr val="1E212B"/>
          </a:solidFill>
          <a:ln w="28575">
            <a:solidFill>
              <a:srgbClr val="FF6A4D"/>
            </a:solidFill>
            <a:prstDash val="solid"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550" b="1" dirty="0" spc="-4" kern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3</a:t>
            </a:r>
            <a:r>
              <a:rPr lang="en-US" sz="2550" b="1" dirty="0" spc="1" kern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2550" b="1" dirty="0" spc="26" kern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Lưu</a:t>
            </a:r>
            <a:r>
              <a:rPr lang="en-US" sz="2550" b="1" dirty="0" spc="1" kern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cục</a:t>
            </a:r>
            <a:r>
              <a:rPr lang="en-US" sz="2550" b="1" dirty="0" spc="-3" kern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bộ</a:t>
            </a:r>
            <a:endParaRPr lang="en-US" sz="2550" dirty="0"/>
          </a:p>
        </p:txBody>
      </p:sp>
      <p:sp>
        <p:nvSpPr>
          <p:cNvPr id="9" name="Text 7"/>
          <p:cNvSpPr/>
          <p:nvPr/>
        </p:nvSpPr>
        <p:spPr>
          <a:xfrm>
            <a:off x="11430000" y="6477000"/>
            <a:ext cx="5334000" cy="1047750"/>
          </a:xfrm>
          <a:prstGeom prst="roundRect">
            <a:avLst>
              <a:gd name="adj" fmla="val 50000"/>
            </a:avLst>
          </a:prstGeom>
          <a:solidFill>
            <a:srgbClr val="1E212B"/>
          </a:solidFill>
          <a:ln w="28575">
            <a:solidFill>
              <a:srgbClr val="7C93FF"/>
            </a:solidFill>
            <a:prstDash val="solid"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550" b="1" dirty="0" spc="-2" kern="0">
                <a:solidFill>
                  <a:srgbClr val="7C93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4</a:t>
            </a:r>
            <a:r>
              <a:rPr lang="en-US" sz="2550" b="1" dirty="0" spc="1" kern="0">
                <a:solidFill>
                  <a:srgbClr val="7C93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2550" b="1" dirty="0" spc="2" kern="0">
                <a:solidFill>
                  <a:srgbClr val="7C93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Chia</a:t>
            </a:r>
            <a:r>
              <a:rPr lang="en-US" sz="2550" b="1" dirty="0" spc="-6" kern="0">
                <a:solidFill>
                  <a:srgbClr val="7C93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sẻ</a:t>
            </a:r>
            <a:endParaRPr lang="en-US" sz="2550" dirty="0"/>
          </a:p>
        </p:txBody>
      </p:sp>
      <p:sp>
        <p:nvSpPr>
          <p:cNvPr id="10" name="Connector line-1792369474313-15236679"/>
          <p:cNvSpPr/>
          <p:nvPr/>
        </p:nvSpPr>
        <p:spPr>
          <a:xfrm>
            <a:off x="14097000" y="2952750"/>
            <a:ext cx="0" cy="476250"/>
          </a:xfrm>
          <a:prstGeom prst="line">
            <a:avLst/>
          </a:prstGeom>
          <a:noFill/>
          <a:ln w="38100">
            <a:solidFill>
              <a:srgbClr val="3A3F4E"/>
            </a:solidFill>
            <a:prstDash val="solid"/>
            <a:headEnd type="none"/>
            <a:tailEnd type="none"/>
          </a:ln>
        </p:spPr>
      </p:sp>
      <p:sp>
        <p:nvSpPr>
          <p:cNvPr id="11" name="Connector line-1792369474313-362180086"/>
          <p:cNvSpPr/>
          <p:nvPr/>
        </p:nvSpPr>
        <p:spPr>
          <a:xfrm>
            <a:off x="14097000" y="4476750"/>
            <a:ext cx="0" cy="476250"/>
          </a:xfrm>
          <a:prstGeom prst="line">
            <a:avLst/>
          </a:prstGeom>
          <a:noFill/>
          <a:ln w="38100">
            <a:solidFill>
              <a:srgbClr val="3A3F4E"/>
            </a:solidFill>
            <a:prstDash val="solid"/>
            <a:headEnd type="none"/>
            <a:tailEnd type="none"/>
          </a:ln>
        </p:spPr>
      </p:sp>
      <p:sp>
        <p:nvSpPr>
          <p:cNvPr id="12" name="Connector line-1792369474314-938065372"/>
          <p:cNvSpPr/>
          <p:nvPr/>
        </p:nvSpPr>
        <p:spPr>
          <a:xfrm>
            <a:off x="14097000" y="6000750"/>
            <a:ext cx="0" cy="476250"/>
          </a:xfrm>
          <a:prstGeom prst="line">
            <a:avLst/>
          </a:prstGeom>
          <a:noFill/>
          <a:ln w="38100">
            <a:solidFill>
              <a:srgbClr val="3A3F4E"/>
            </a:solidFill>
            <a:prstDash val="solid"/>
            <a:headEnd type="none"/>
            <a:tailEnd type="none"/>
          </a:ln>
        </p:spPr>
      </p:sp>
      <p:sp>
        <p:nvSpPr>
          <p:cNvPr id="13" name="Text 11"/>
          <p:cNvSpPr/>
          <p:nvPr/>
        </p:nvSpPr>
        <p:spPr>
          <a:xfrm>
            <a:off x="914400" y="9334500"/>
            <a:ext cx="9525000" cy="3619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50" dirty="0" spc="-6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system-design-101</a:t>
            </a:r>
            <a:r>
              <a:rPr lang="en-US" sz="1650" dirty="0" spc="4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650" dirty="0" spc="2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git</a:t>
            </a:r>
            <a:r>
              <a:rPr lang="en-US" sz="1650" dirty="0" spc="-9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status,</a:t>
            </a:r>
            <a:r>
              <a:rPr lang="en-US" sz="1650" dirty="0" spc="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add,</a:t>
            </a:r>
            <a:r>
              <a:rPr lang="en-US" sz="1650" dirty="0" spc="0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commit, push</a:t>
            </a:r>
            <a:endParaRPr lang="en-US" sz="1650" dirty="0"/>
          </a:p>
        </p:txBody>
      </p:sp>
      <p:sp>
        <p:nvSpPr>
          <p:cNvPr id="14" name="Shape 12"/>
          <p:cNvSpPr/>
          <p:nvPr/>
        </p:nvSpPr>
        <p:spPr>
          <a:xfrm>
            <a:off x="15983712" y="9076331"/>
            <a:ext cx="1645920" cy="552301"/>
          </a:xfrm>
          <a:prstGeom prst="roundRect">
            <a:avLst>
              <a:gd name="adj" fmla="val 28000"/>
            </a:avLst>
          </a:prstGeom>
          <a:solidFill>
            <a:srgbClr val="FFFFFF">
              <a:alpha val="82000"/>
            </a:srgbClr>
          </a:solidFill>
          <a:ln/>
        </p:spPr>
      </p:sp>
      <p:pic>
        <p:nvPicPr>
          <p:cNvPr id="15" name="Moda image moda-export-watermark-3178c457-7acf-4661-9999-522750379e17" descr="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16109781" y="9202400"/>
            <a:ext cx="1393783" cy="300164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3EEE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857250"/>
            <a:ext cx="1333500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b="1" spc="300" kern="0" dirty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NHÌN</a:t>
            </a:r>
            <a:r>
              <a:rPr lang="en-US" sz="1800" b="1" spc="298" kern="0" dirty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GIT THEO</a:t>
            </a:r>
            <a:r>
              <a:rPr lang="en-US" sz="1800" b="1" spc="295" kern="0" dirty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BA</a:t>
            </a:r>
            <a:r>
              <a:rPr lang="en-US" sz="1800" b="1" spc="297" kern="0" dirty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TRẠNG</a:t>
            </a:r>
            <a:r>
              <a:rPr lang="en-US" sz="1800" b="1" spc="300" kern="0" dirty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THÁI</a:t>
            </a:r>
            <a:endParaRPr lang="en-US" sz="1800" dirty="0"/>
          </a:p>
        </p:txBody>
      </p:sp>
      <p:sp>
        <p:nvSpPr>
          <p:cNvPr id="3" name="Text 1"/>
          <p:cNvSpPr/>
          <p:nvPr/>
        </p:nvSpPr>
        <p:spPr>
          <a:xfrm>
            <a:off x="914400" y="1285875"/>
            <a:ext cx="1645920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7200" dirty="0" spc="-1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Mỗi</a:t>
            </a:r>
            <a:r>
              <a:rPr lang="en-US" sz="7200" dirty="0" spc="2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lệnh</a:t>
            </a:r>
            <a:r>
              <a:rPr lang="en-US" sz="7200" dirty="0" spc="12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đổi</a:t>
            </a:r>
            <a:r>
              <a:rPr lang="en-US" sz="7200" dirty="0" spc="-11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một</a:t>
            </a:r>
            <a:r>
              <a:rPr lang="en-US" sz="7200" dirty="0" spc="-20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trạng</a:t>
            </a:r>
            <a:r>
              <a:rPr lang="en-US" sz="7200" dirty="0" spc="-1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thái</a:t>
            </a:r>
            <a:endParaRPr lang="en-US" sz="7200" dirty="0"/>
          </a:p>
        </p:txBody>
      </p:sp>
      <p:sp>
        <p:nvSpPr>
          <p:cNvPr id="4" name="Shape 2"/>
          <p:cNvSpPr/>
          <p:nvPr/>
        </p:nvSpPr>
        <p:spPr>
          <a:xfrm>
            <a:off x="914400" y="3048000"/>
            <a:ext cx="10477500" cy="1428750"/>
          </a:xfrm>
          <a:prstGeom prst="roundRect">
            <a:avLst>
              <a:gd name="adj" fmla="val 18667"/>
            </a:avLst>
          </a:prstGeom>
          <a:solidFill>
            <a:srgbClr val="FBF8F2"/>
          </a:solidFill>
          <a:ln w="19050">
            <a:solidFill>
              <a:srgbClr val="DDD5C1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1333500" y="3286125"/>
            <a:ext cx="9715500" cy="533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000" b="1" dirty="0" spc="-4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File</a:t>
            </a:r>
            <a:r>
              <a:rPr lang="en-US" sz="3000" b="1" dirty="0" spc="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đang</a:t>
            </a:r>
            <a:r>
              <a:rPr lang="en-US" sz="3000" b="1" dirty="0" spc="16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sửa</a:t>
            </a:r>
            <a:endParaRPr lang="en-US" sz="3000" dirty="0"/>
          </a:p>
        </p:txBody>
      </p:sp>
      <p:sp>
        <p:nvSpPr>
          <p:cNvPr id="6" name="Text 4"/>
          <p:cNvSpPr/>
          <p:nvPr/>
        </p:nvSpPr>
        <p:spPr>
          <a:xfrm>
            <a:off x="1333500" y="3857625"/>
            <a:ext cx="9715500" cy="4381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250" dirty="0" spc="-26" kern="0">
                <a:solidFill>
                  <a:srgbClr val="B45309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xem</a:t>
            </a:r>
            <a:r>
              <a:rPr lang="en-US" sz="2250" dirty="0" spc="-2" kern="0">
                <a:solidFill>
                  <a:srgbClr val="B45309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bằng</a:t>
            </a:r>
            <a:r>
              <a:rPr lang="en-US" sz="2250" dirty="0" spc="-1" kern="0">
                <a:solidFill>
                  <a:srgbClr val="B45309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git</a:t>
            </a:r>
            <a:r>
              <a:rPr lang="en-US" sz="2250" dirty="0" spc="-14" kern="0">
                <a:solidFill>
                  <a:srgbClr val="B45309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status</a:t>
            </a:r>
            <a:r>
              <a:rPr lang="en-US" sz="2250" dirty="0" spc="0" kern="0">
                <a:solidFill>
                  <a:srgbClr val="B45309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2250" dirty="0" spc="-1" kern="0">
                <a:solidFill>
                  <a:srgbClr val="B45309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git</a:t>
            </a:r>
            <a:r>
              <a:rPr lang="en-US" sz="2250" dirty="0" spc="-6" kern="0">
                <a:solidFill>
                  <a:srgbClr val="B45309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diff</a:t>
            </a:r>
            <a:endParaRPr lang="en-US" sz="2250" dirty="0"/>
          </a:p>
        </p:txBody>
      </p:sp>
      <p:sp>
        <p:nvSpPr>
          <p:cNvPr id="7" name="Shape 5"/>
          <p:cNvSpPr/>
          <p:nvPr/>
        </p:nvSpPr>
        <p:spPr>
          <a:xfrm>
            <a:off x="914400" y="4857750"/>
            <a:ext cx="10477500" cy="1428750"/>
          </a:xfrm>
          <a:prstGeom prst="roundRect">
            <a:avLst>
              <a:gd name="adj" fmla="val 18667"/>
            </a:avLst>
          </a:prstGeom>
          <a:solidFill>
            <a:srgbClr val="CFE8E2"/>
          </a:solidFill>
          <a:ln w="19050">
            <a:solidFill>
              <a:srgbClr val="0F766E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1333500" y="5095875"/>
            <a:ext cx="9715500" cy="533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000" b="1" dirty="0" spc="-7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Nội</a:t>
            </a:r>
            <a:r>
              <a:rPr lang="en-US" sz="3000" b="1" dirty="0" spc="-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dung</a:t>
            </a:r>
            <a:r>
              <a:rPr lang="en-US" sz="3000" b="1" dirty="0" spc="1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đã</a:t>
            </a:r>
            <a:r>
              <a:rPr lang="en-US" sz="3000" b="1" dirty="0" spc="-8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chọn</a:t>
            </a:r>
            <a:r>
              <a:rPr lang="en-US" sz="3000" b="1" dirty="0" spc="-5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cho</a:t>
            </a:r>
            <a:r>
              <a:rPr lang="en-US" sz="3000" b="1" dirty="0" spc="-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lần</a:t>
            </a:r>
            <a:r>
              <a:rPr lang="en-US" sz="3000" b="1" dirty="0" spc="4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lưu</a:t>
            </a:r>
            <a:r>
              <a:rPr lang="en-US" sz="3000" b="1" dirty="0" spc="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tới</a:t>
            </a:r>
            <a:endParaRPr lang="en-US" sz="3000" dirty="0"/>
          </a:p>
        </p:txBody>
      </p:sp>
      <p:sp>
        <p:nvSpPr>
          <p:cNvPr id="9" name="Text 7"/>
          <p:cNvSpPr/>
          <p:nvPr/>
        </p:nvSpPr>
        <p:spPr>
          <a:xfrm>
            <a:off x="1333500" y="5667375"/>
            <a:ext cx="9715500" cy="4381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250" dirty="0" spc="-15" kern="0">
                <a:solidFill>
                  <a:srgbClr val="0F766E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index</a:t>
            </a:r>
            <a:r>
              <a:rPr lang="en-US" sz="2250" dirty="0" spc="2" kern="0">
                <a:solidFill>
                  <a:srgbClr val="0F766E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2250" dirty="0" spc="-18" kern="0">
                <a:solidFill>
                  <a:srgbClr val="0F766E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xem</a:t>
            </a:r>
            <a:r>
              <a:rPr lang="en-US" sz="2250" dirty="0" spc="-2" kern="0">
                <a:solidFill>
                  <a:srgbClr val="0F766E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bằng</a:t>
            </a:r>
            <a:r>
              <a:rPr lang="en-US" sz="2250" dirty="0" spc="-1" kern="0">
                <a:solidFill>
                  <a:srgbClr val="0F766E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git</a:t>
            </a:r>
            <a:r>
              <a:rPr lang="en-US" sz="2250" dirty="0" spc="-6" kern="0">
                <a:solidFill>
                  <a:srgbClr val="0F766E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diff</a:t>
            </a:r>
            <a:r>
              <a:rPr lang="en-US" sz="2250" dirty="0" spc="-12" kern="0">
                <a:solidFill>
                  <a:srgbClr val="0F766E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--staged</a:t>
            </a:r>
            <a:endParaRPr lang="en-US" sz="2250" dirty="0"/>
          </a:p>
        </p:txBody>
      </p:sp>
      <p:sp>
        <p:nvSpPr>
          <p:cNvPr id="10" name="Shape 8"/>
          <p:cNvSpPr/>
          <p:nvPr/>
        </p:nvSpPr>
        <p:spPr>
          <a:xfrm>
            <a:off x="914400" y="6667500"/>
            <a:ext cx="10477500" cy="1428750"/>
          </a:xfrm>
          <a:prstGeom prst="roundRect">
            <a:avLst>
              <a:gd name="adj" fmla="val 18667"/>
            </a:avLst>
          </a:prstGeom>
          <a:solidFill>
            <a:srgbClr val="14161C"/>
          </a:solidFill>
          <a:ln/>
        </p:spPr>
      </p:sp>
      <p:sp>
        <p:nvSpPr>
          <p:cNvPr id="11" name="Text 9"/>
          <p:cNvSpPr/>
          <p:nvPr/>
        </p:nvSpPr>
        <p:spPr>
          <a:xfrm>
            <a:off x="1333500" y="6905625"/>
            <a:ext cx="9715500" cy="533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000" b="1" dirty="0" spc="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Lịch</a:t>
            </a:r>
            <a:r>
              <a:rPr lang="en-US" sz="3000" b="1" dirty="0" spc="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sử</a:t>
            </a:r>
            <a:r>
              <a:rPr lang="en-US" sz="3000" b="1" dirty="0" spc="1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đã</a:t>
            </a:r>
            <a:r>
              <a:rPr lang="en-US" sz="3000" b="1" dirty="0" spc="-4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commit</a:t>
            </a:r>
            <a:endParaRPr lang="en-US" sz="3000" dirty="0"/>
          </a:p>
        </p:txBody>
      </p:sp>
      <p:sp>
        <p:nvSpPr>
          <p:cNvPr id="12" name="Text 10"/>
          <p:cNvSpPr/>
          <p:nvPr/>
        </p:nvSpPr>
        <p:spPr>
          <a:xfrm>
            <a:off x="1333500" y="7477125"/>
            <a:ext cx="9715500" cy="4381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250" dirty="0" spc="1" kern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các</a:t>
            </a:r>
            <a:r>
              <a:rPr lang="en-US" sz="2250" dirty="0" spc="0" kern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mốc</a:t>
            </a:r>
            <a:r>
              <a:rPr lang="en-US" sz="2250" dirty="0" spc="15" kern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để</a:t>
            </a:r>
            <a:r>
              <a:rPr lang="en-US" sz="2250" dirty="0" spc="-5" kern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so</a:t>
            </a:r>
            <a:r>
              <a:rPr lang="en-US" sz="2250" dirty="0" spc="-4" kern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sánh</a:t>
            </a:r>
            <a:endParaRPr lang="en-US" sz="2250" dirty="0"/>
          </a:p>
        </p:txBody>
      </p:sp>
      <p:sp>
        <p:nvSpPr>
          <p:cNvPr id="13" name="Connector line-1792369505392-616381556"/>
          <p:cNvSpPr/>
          <p:nvPr/>
        </p:nvSpPr>
        <p:spPr>
          <a:xfrm>
            <a:off x="12096750" y="3810000"/>
            <a:ext cx="0" cy="1714500"/>
          </a:xfrm>
          <a:prstGeom prst="line">
            <a:avLst/>
          </a:prstGeom>
          <a:noFill/>
          <a:ln w="47625">
            <a:solidFill>
              <a:srgbClr val="0F766E"/>
            </a:solidFill>
            <a:prstDash val="solid"/>
            <a:headEnd type="none"/>
            <a:tailEnd type="triangle"/>
          </a:ln>
        </p:spPr>
      </p:sp>
      <p:sp>
        <p:nvSpPr>
          <p:cNvPr id="14" name="Text 12"/>
          <p:cNvSpPr/>
          <p:nvPr/>
        </p:nvSpPr>
        <p:spPr>
          <a:xfrm>
            <a:off x="12477750" y="4381500"/>
            <a:ext cx="2857500" cy="666750"/>
          </a:xfrm>
          <a:prstGeom prst="roundRect">
            <a:avLst>
              <a:gd name="adj" fmla="val 50000"/>
            </a:avLst>
          </a:prstGeom>
          <a:solidFill>
            <a:srgbClr val="0F766E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50" b="1" dirty="0" spc="-1" kern="0">
                <a:solidFill>
                  <a:srgbClr val="FFFF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git</a:t>
            </a:r>
            <a:r>
              <a:rPr lang="en-US" sz="2250" b="1" dirty="0" spc="4" kern="0">
                <a:solidFill>
                  <a:srgbClr val="FFFF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add</a:t>
            </a:r>
            <a:endParaRPr lang="en-US" sz="2250" dirty="0"/>
          </a:p>
        </p:txBody>
      </p:sp>
      <p:sp>
        <p:nvSpPr>
          <p:cNvPr id="15" name="Connector line-1792369505395-861541728"/>
          <p:cNvSpPr/>
          <p:nvPr/>
        </p:nvSpPr>
        <p:spPr>
          <a:xfrm>
            <a:off x="12096750" y="5619750"/>
            <a:ext cx="0" cy="1714500"/>
          </a:xfrm>
          <a:prstGeom prst="line">
            <a:avLst/>
          </a:prstGeom>
          <a:noFill/>
          <a:ln w="47625">
            <a:solidFill>
              <a:srgbClr val="E8472B"/>
            </a:solidFill>
            <a:prstDash val="solid"/>
            <a:headEnd type="none"/>
            <a:tailEnd type="triangle"/>
          </a:ln>
        </p:spPr>
      </p:sp>
      <p:sp>
        <p:nvSpPr>
          <p:cNvPr id="16" name="Text 14"/>
          <p:cNvSpPr/>
          <p:nvPr/>
        </p:nvSpPr>
        <p:spPr>
          <a:xfrm>
            <a:off x="12477750" y="6191250"/>
            <a:ext cx="2857500" cy="666750"/>
          </a:xfrm>
          <a:prstGeom prst="roundRect">
            <a:avLst>
              <a:gd name="adj" fmla="val 50000"/>
            </a:avLst>
          </a:prstGeom>
          <a:solidFill>
            <a:srgbClr val="E8472B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50" b="1" dirty="0" spc="-1" kern="0">
                <a:solidFill>
                  <a:srgbClr val="FFFF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git commit</a:t>
            </a:r>
            <a:endParaRPr lang="en-US" sz="2250" dirty="0"/>
          </a:p>
        </p:txBody>
      </p:sp>
      <p:sp>
        <p:nvSpPr>
          <p:cNvPr id="17" name="Text 15"/>
          <p:cNvSpPr/>
          <p:nvPr/>
        </p:nvSpPr>
        <p:spPr>
          <a:xfrm>
            <a:off x="12477750" y="2857500"/>
            <a:ext cx="4895850" cy="1238250"/>
          </a:xfrm>
          <a:prstGeom prst="rect">
            <a:avLst/>
          </a:prstGeom>
          <a:noFill/>
          <a:ln/>
        </p:spPr>
        <p:txBody>
          <a:bodyPr wrap="square" lIns="0" tIns="10525" rIns="0" bIns="-10525" rtlCol="0" anchor="t"/>
          <a:lstStyle/>
          <a:p>
            <a:pPr algn="l" indent="0" marL="0">
              <a:lnSpc>
                <a:spcPts val="2535"/>
              </a:lnSpc>
              <a:buNone/>
            </a:pPr>
            <a:r>
              <a:rPr lang="en-US" sz="1950" dirty="0" spc="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git</a:t>
            </a:r>
            <a:r>
              <a:rPr lang="en-US" sz="195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init:</a:t>
            </a:r>
            <a:r>
              <a:rPr lang="en-US" sz="1950" dirty="0" spc="-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kho mới.</a:t>
            </a:r>
            <a:r>
              <a:rPr lang="en-US" sz="195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git clone:</a:t>
            </a:r>
            <a:r>
              <a:rPr lang="en-US" sz="1950" dirty="0" spc="-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kho</a:t>
            </a:r>
            <a:r>
              <a:rPr lang="en-US" sz="1950" dirty="0" spc="-4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có sẵn.</a:t>
            </a:r>
            <a:endParaRPr lang="en-US" sz="1950" dirty="0"/>
          </a:p>
        </p:txBody>
      </p:sp>
      <p:sp>
        <p:nvSpPr>
          <p:cNvPr id="18" name="Text 16"/>
          <p:cNvSpPr/>
          <p:nvPr/>
        </p:nvSpPr>
        <p:spPr>
          <a:xfrm>
            <a:off x="12477750" y="7524750"/>
            <a:ext cx="4895850" cy="857250"/>
          </a:xfrm>
          <a:prstGeom prst="rect">
            <a:avLst/>
          </a:prstGeom>
          <a:noFill/>
          <a:ln/>
        </p:spPr>
        <p:txBody>
          <a:bodyPr wrap="square" lIns="0" tIns="10525" rIns="0" bIns="-10525" rtlCol="0" anchor="t"/>
          <a:lstStyle/>
          <a:p>
            <a:pPr algn="l" indent="0" marL="0">
              <a:lnSpc>
                <a:spcPts val="2535"/>
              </a:lnSpc>
              <a:buNone/>
            </a:pPr>
            <a:r>
              <a:rPr lang="en-US" sz="195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Chọn lệnh</a:t>
            </a:r>
            <a:r>
              <a:rPr lang="en-US" sz="1950" dirty="0" spc="-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theo</a:t>
            </a:r>
            <a:r>
              <a:rPr lang="en-US" sz="1950" dirty="0" spc="-1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trạng</a:t>
            </a:r>
            <a:r>
              <a:rPr lang="en-US" sz="1950" dirty="0" spc="-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thái</a:t>
            </a:r>
            <a:r>
              <a:rPr lang="en-US" sz="1950" dirty="0" spc="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muốn</a:t>
            </a:r>
            <a:r>
              <a:rPr lang="en-US" sz="1950" dirty="0" spc="-7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thay</a:t>
            </a:r>
            <a:r>
              <a:rPr lang="en-US" sz="1950" dirty="0" spc="7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đổi.</a:t>
            </a:r>
            <a:endParaRPr lang="en-US" sz="1950" dirty="0"/>
          </a:p>
        </p:txBody>
      </p:sp>
      <p:sp>
        <p:nvSpPr>
          <p:cNvPr id="19" name="Connector line-1792369505407-850631997"/>
          <p:cNvSpPr/>
          <p:nvPr/>
        </p:nvSpPr>
        <p:spPr>
          <a:xfrm>
            <a:off x="990600" y="9486900"/>
            <a:ext cx="2914650" cy="0"/>
          </a:xfrm>
          <a:prstGeom prst="line">
            <a:avLst/>
          </a:prstGeom>
          <a:noFill/>
          <a:ln w="19050">
            <a:solidFill>
              <a:srgbClr val="CFC7B4"/>
            </a:solidFill>
            <a:prstDash val="solid"/>
            <a:headEnd type="none"/>
            <a:tailEnd type="none"/>
          </a:ln>
        </p:spPr>
      </p:sp>
      <p:sp>
        <p:nvSpPr>
          <p:cNvPr id="20" name="Shape 18"/>
          <p:cNvSpPr/>
          <p:nvPr/>
        </p:nvSpPr>
        <p:spPr>
          <a:xfrm>
            <a:off x="933450" y="9429750"/>
            <a:ext cx="114300" cy="1143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1219200" y="9391650"/>
            <a:ext cx="190500" cy="190500"/>
          </a:xfrm>
          <a:prstGeom prst="ellipse">
            <a:avLst/>
          </a:prstGeom>
          <a:solidFill>
            <a:srgbClr val="E8472B"/>
          </a:solidFill>
          <a:ln w="19050">
            <a:solidFill>
              <a:srgbClr val="E8472B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158115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8A867C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190500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8A867C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222885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8A867C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255270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8A867C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287655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8A867C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320040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8A867C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352425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8A867C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384810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8A867C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914400" y="9715500"/>
            <a:ext cx="6667500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50" dirty="0" spc="-1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System</a:t>
            </a:r>
            <a:r>
              <a:rPr lang="en-US" sz="165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Design</a:t>
            </a:r>
            <a:r>
              <a:rPr lang="en-US" sz="1650" dirty="0" spc="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101</a:t>
            </a:r>
            <a:r>
              <a:rPr lang="en-US" sz="165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650" dirty="0" spc="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Bài</a:t>
            </a:r>
            <a:r>
              <a:rPr lang="en-US" sz="1650" dirty="0" spc="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01</a:t>
            </a:r>
            <a:r>
              <a:rPr lang="en-US" sz="165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650" dirty="0" spc="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02/10</a:t>
            </a:r>
            <a:endParaRPr lang="en-US" sz="1650" dirty="0"/>
          </a:p>
        </p:txBody>
      </p:sp>
      <p:sp>
        <p:nvSpPr>
          <p:cNvPr id="31" name="Shape 29"/>
          <p:cNvSpPr/>
          <p:nvPr/>
        </p:nvSpPr>
        <p:spPr>
          <a:xfrm>
            <a:off x="15983712" y="9076331"/>
            <a:ext cx="1645920" cy="552301"/>
          </a:xfrm>
          <a:prstGeom prst="roundRect">
            <a:avLst>
              <a:gd name="adj" fmla="val 28000"/>
            </a:avLst>
          </a:prstGeom>
          <a:solidFill>
            <a:srgbClr val="FFFFFF">
              <a:alpha val="82000"/>
            </a:srgbClr>
          </a:solidFill>
          <a:ln/>
        </p:spPr>
      </p:sp>
      <p:pic>
        <p:nvPicPr>
          <p:cNvPr id="32" name="Moda image moda-export-watermark-ead20c09-4648-464c-97cb-05dec1d277ea" descr="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16109781" y="9202400"/>
            <a:ext cx="1393783" cy="300164"/>
          </a:xfrm>
          <a:prstGeom prst="rect">
            <a:avLst/>
          </a:prstGeom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3EEE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857250"/>
            <a:ext cx="1333500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b="1" spc="301" kern="0" dirty="0">
                <a:solidFill>
                  <a:srgbClr val="B45309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1</a:t>
            </a:r>
            <a:r>
              <a:rPr lang="en-US" sz="1800" b="1" spc="300" kern="0" dirty="0">
                <a:solidFill>
                  <a:srgbClr val="B45309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800" b="1" spc="291" kern="0" dirty="0">
                <a:solidFill>
                  <a:srgbClr val="B45309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QUAN</a:t>
            </a:r>
            <a:r>
              <a:rPr lang="en-US" sz="1800" b="1" spc="241" kern="0" dirty="0">
                <a:solidFill>
                  <a:srgbClr val="B45309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SÁT</a:t>
            </a:r>
            <a:endParaRPr lang="en-US" sz="1800" dirty="0"/>
          </a:p>
        </p:txBody>
      </p:sp>
      <p:sp>
        <p:nvSpPr>
          <p:cNvPr id="3" name="Text 1"/>
          <p:cNvSpPr/>
          <p:nvPr/>
        </p:nvSpPr>
        <p:spPr>
          <a:xfrm>
            <a:off x="914400" y="1285875"/>
            <a:ext cx="1645920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7200" dirty="0" spc="-120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Trước</a:t>
            </a:r>
            <a:r>
              <a:rPr lang="en-US" sz="7200" dirty="0" spc="-3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khi lưu,</a:t>
            </a:r>
            <a:r>
              <a:rPr lang="en-US" sz="7200" dirty="0" spc="-18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nhìn</a:t>
            </a:r>
            <a:r>
              <a:rPr lang="en-US" sz="7200" dirty="0" spc="-79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trước</a:t>
            </a:r>
            <a:endParaRPr lang="en-US" sz="7200" dirty="0"/>
          </a:p>
        </p:txBody>
      </p:sp>
      <p:sp>
        <p:nvSpPr>
          <p:cNvPr id="4" name="Shape 2"/>
          <p:cNvSpPr/>
          <p:nvPr/>
        </p:nvSpPr>
        <p:spPr>
          <a:xfrm>
            <a:off x="914400" y="3619500"/>
            <a:ext cx="4762500" cy="2857500"/>
          </a:xfrm>
          <a:prstGeom prst="roundRect">
            <a:avLst>
              <a:gd name="adj" fmla="val 9333"/>
            </a:avLst>
          </a:prstGeom>
          <a:solidFill>
            <a:srgbClr val="FBF8F2"/>
          </a:solidFill>
          <a:ln w="28575">
            <a:solidFill>
              <a:srgbClr val="B45309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1295400" y="4000500"/>
            <a:ext cx="4000500" cy="762000"/>
          </a:xfrm>
          <a:prstGeom prst="roundRect">
            <a:avLst>
              <a:gd name="adj" fmla="val 20000"/>
            </a:avLst>
          </a:prstGeom>
          <a:solidFill>
            <a:srgbClr val="F3DFB8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700" b="1" dirty="0" spc="0" kern="0">
                <a:solidFill>
                  <a:srgbClr val="B45309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git</a:t>
            </a:r>
            <a:r>
              <a:rPr lang="en-US" sz="2700" b="1" dirty="0" spc="-12" kern="0">
                <a:solidFill>
                  <a:srgbClr val="B45309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status</a:t>
            </a:r>
            <a:endParaRPr lang="en-US" sz="2700" dirty="0"/>
          </a:p>
        </p:txBody>
      </p:sp>
      <p:sp>
        <p:nvSpPr>
          <p:cNvPr id="6" name="Text 4"/>
          <p:cNvSpPr/>
          <p:nvPr/>
        </p:nvSpPr>
        <p:spPr>
          <a:xfrm>
            <a:off x="1295400" y="5048250"/>
            <a:ext cx="4000500" cy="1143000"/>
          </a:xfrm>
          <a:prstGeom prst="rect">
            <a:avLst/>
          </a:prstGeom>
          <a:noFill/>
          <a:ln/>
        </p:spPr>
        <p:txBody>
          <a:bodyPr wrap="square" lIns="0" tIns="14573" rIns="0" bIns="-14573" rtlCol="0" anchor="t"/>
          <a:lstStyle/>
          <a:p>
            <a:pPr algn="l" indent="0" marL="0">
              <a:lnSpc>
                <a:spcPts val="3510"/>
              </a:lnSpc>
              <a:buNone/>
            </a:pPr>
            <a:r>
              <a:rPr lang="en-US" sz="2700" dirty="0" spc="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File</a:t>
            </a:r>
            <a:r>
              <a:rPr lang="en-US" sz="2700" dirty="0" spc="-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nào</a:t>
            </a:r>
            <a:r>
              <a:rPr lang="en-US" sz="2700" dirty="0" spc="-9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thay</a:t>
            </a:r>
            <a:r>
              <a:rPr lang="en-US" sz="2700" dirty="0" spc="1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đổi</a:t>
            </a:r>
            <a:endParaRPr lang="en-US" sz="2700" dirty="0"/>
          </a:p>
        </p:txBody>
      </p:sp>
      <p:sp>
        <p:nvSpPr>
          <p:cNvPr id="7" name="Shape 5"/>
          <p:cNvSpPr/>
          <p:nvPr/>
        </p:nvSpPr>
        <p:spPr>
          <a:xfrm>
            <a:off x="6762750" y="3619500"/>
            <a:ext cx="4762500" cy="2857500"/>
          </a:xfrm>
          <a:prstGeom prst="roundRect">
            <a:avLst>
              <a:gd name="adj" fmla="val 9333"/>
            </a:avLst>
          </a:prstGeom>
          <a:solidFill>
            <a:srgbClr val="FBF8F2"/>
          </a:solidFill>
          <a:ln w="28575">
            <a:solidFill>
              <a:srgbClr val="B45309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7143750" y="4000500"/>
            <a:ext cx="4000500" cy="762000"/>
          </a:xfrm>
          <a:prstGeom prst="roundRect">
            <a:avLst>
              <a:gd name="adj" fmla="val 20000"/>
            </a:avLst>
          </a:prstGeom>
          <a:solidFill>
            <a:srgbClr val="F3DFB8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700" b="1" dirty="0" spc="0" kern="0">
                <a:solidFill>
                  <a:srgbClr val="B45309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git</a:t>
            </a:r>
            <a:r>
              <a:rPr lang="en-US" sz="2700" b="1" dirty="0" spc="-16" kern="0">
                <a:solidFill>
                  <a:srgbClr val="B45309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diff</a:t>
            </a:r>
            <a:endParaRPr lang="en-US" sz="2700" dirty="0"/>
          </a:p>
        </p:txBody>
      </p:sp>
      <p:sp>
        <p:nvSpPr>
          <p:cNvPr id="9" name="Text 7"/>
          <p:cNvSpPr/>
          <p:nvPr/>
        </p:nvSpPr>
        <p:spPr>
          <a:xfrm>
            <a:off x="7143750" y="5048250"/>
            <a:ext cx="4000500" cy="1143000"/>
          </a:xfrm>
          <a:prstGeom prst="rect">
            <a:avLst/>
          </a:prstGeom>
          <a:noFill/>
          <a:ln/>
        </p:spPr>
        <p:txBody>
          <a:bodyPr wrap="square" lIns="0" tIns="14573" rIns="0" bIns="-14573" rtlCol="0" anchor="t"/>
          <a:lstStyle/>
          <a:p>
            <a:pPr algn="l" indent="0" marL="0">
              <a:lnSpc>
                <a:spcPts val="3510"/>
              </a:lnSpc>
              <a:buNone/>
            </a:pPr>
            <a:r>
              <a:rPr lang="en-US" sz="270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Phần</a:t>
            </a:r>
            <a:r>
              <a:rPr lang="en-US" sz="2700" dirty="0" spc="8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chưa</a:t>
            </a:r>
            <a:r>
              <a:rPr lang="en-US" sz="2700" dirty="0" spc="-2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stage</a:t>
            </a:r>
            <a:endParaRPr lang="en-US" sz="2700" dirty="0"/>
          </a:p>
        </p:txBody>
      </p:sp>
      <p:sp>
        <p:nvSpPr>
          <p:cNvPr id="10" name="Shape 8"/>
          <p:cNvSpPr/>
          <p:nvPr/>
        </p:nvSpPr>
        <p:spPr>
          <a:xfrm>
            <a:off x="12611100" y="3619500"/>
            <a:ext cx="4762500" cy="2857500"/>
          </a:xfrm>
          <a:prstGeom prst="roundRect">
            <a:avLst>
              <a:gd name="adj" fmla="val 9333"/>
            </a:avLst>
          </a:prstGeom>
          <a:solidFill>
            <a:srgbClr val="B45309"/>
          </a:solidFill>
          <a:ln/>
        </p:spPr>
      </p:sp>
      <p:sp>
        <p:nvSpPr>
          <p:cNvPr id="11" name="Text 9"/>
          <p:cNvSpPr/>
          <p:nvPr/>
        </p:nvSpPr>
        <p:spPr>
          <a:xfrm>
            <a:off x="12992100" y="4000500"/>
            <a:ext cx="4000500" cy="762000"/>
          </a:xfrm>
          <a:prstGeom prst="roundRect">
            <a:avLst>
              <a:gd name="adj" fmla="val 20000"/>
            </a:avLst>
          </a:prstGeom>
          <a:solidFill>
            <a:srgbClr val="FBF8F2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700" b="1" dirty="0" spc="0" kern="0">
                <a:solidFill>
                  <a:srgbClr val="B45309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git</a:t>
            </a:r>
            <a:r>
              <a:rPr lang="en-US" sz="2700" b="1" dirty="0" spc="-16" kern="0">
                <a:solidFill>
                  <a:srgbClr val="B45309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diff</a:t>
            </a:r>
            <a:r>
              <a:rPr lang="en-US" sz="2700" b="1" dirty="0" spc="-6" kern="0">
                <a:solidFill>
                  <a:srgbClr val="B45309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--staged</a:t>
            </a:r>
            <a:endParaRPr lang="en-US" sz="2700" dirty="0"/>
          </a:p>
        </p:txBody>
      </p:sp>
      <p:sp>
        <p:nvSpPr>
          <p:cNvPr id="12" name="Text 10"/>
          <p:cNvSpPr/>
          <p:nvPr/>
        </p:nvSpPr>
        <p:spPr>
          <a:xfrm>
            <a:off x="12992100" y="5048250"/>
            <a:ext cx="4000500" cy="1143000"/>
          </a:xfrm>
          <a:prstGeom prst="rect">
            <a:avLst/>
          </a:prstGeom>
          <a:noFill/>
          <a:ln/>
        </p:spPr>
        <p:txBody>
          <a:bodyPr wrap="square" lIns="0" tIns="14573" rIns="0" bIns="-14573" rtlCol="0" anchor="t"/>
          <a:lstStyle/>
          <a:p>
            <a:pPr algn="l" indent="0" marL="0">
              <a:lnSpc>
                <a:spcPts val="3510"/>
              </a:lnSpc>
              <a:buNone/>
            </a:pPr>
            <a:r>
              <a:rPr lang="en-US" sz="2700" dirty="0" spc="0" kern="0">
                <a:solidFill>
                  <a:srgbClr val="FFFF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Phần</a:t>
            </a:r>
            <a:r>
              <a:rPr lang="en-US" sz="2700" dirty="0" spc="-14" kern="0">
                <a:solidFill>
                  <a:srgbClr val="FFFF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sẽ vào</a:t>
            </a:r>
            <a:r>
              <a:rPr lang="en-US" sz="2700" dirty="0" spc="0" kern="0">
                <a:solidFill>
                  <a:srgbClr val="FFFF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commit</a:t>
            </a:r>
            <a:endParaRPr lang="en-US" sz="2700" dirty="0"/>
          </a:p>
        </p:txBody>
      </p:sp>
      <p:sp>
        <p:nvSpPr>
          <p:cNvPr id="13" name="Connector line-1792369522057-662954902"/>
          <p:cNvSpPr/>
          <p:nvPr/>
        </p:nvSpPr>
        <p:spPr>
          <a:xfrm>
            <a:off x="5810250" y="5048250"/>
            <a:ext cx="819150" cy="0"/>
          </a:xfrm>
          <a:prstGeom prst="line">
            <a:avLst/>
          </a:prstGeom>
          <a:noFill/>
          <a:ln w="47625">
            <a:solidFill>
              <a:srgbClr val="B45309"/>
            </a:solidFill>
            <a:prstDash val="solid"/>
            <a:headEnd type="none"/>
            <a:tailEnd type="triangle"/>
          </a:ln>
        </p:spPr>
      </p:sp>
      <p:sp>
        <p:nvSpPr>
          <p:cNvPr id="14" name="Connector line-1792369522057-440052830"/>
          <p:cNvSpPr/>
          <p:nvPr/>
        </p:nvSpPr>
        <p:spPr>
          <a:xfrm>
            <a:off x="11658600" y="5048250"/>
            <a:ext cx="819150" cy="0"/>
          </a:xfrm>
          <a:prstGeom prst="line">
            <a:avLst/>
          </a:prstGeom>
          <a:noFill/>
          <a:ln w="47625">
            <a:solidFill>
              <a:srgbClr val="B45309"/>
            </a:solidFill>
            <a:prstDash val="solid"/>
            <a:headEnd type="none"/>
            <a:tailEnd type="triangle"/>
          </a:ln>
        </p:spPr>
      </p:sp>
      <p:sp>
        <p:nvSpPr>
          <p:cNvPr id="15" name="Text 13"/>
          <p:cNvSpPr/>
          <p:nvPr/>
        </p:nvSpPr>
        <p:spPr>
          <a:xfrm>
            <a:off x="914400" y="7239000"/>
            <a:ext cx="16459200" cy="571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550" dirty="0" spc="-4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Biết</a:t>
            </a:r>
            <a:r>
              <a:rPr lang="en-US" sz="2550" dirty="0" spc="-34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rõ</a:t>
            </a:r>
            <a:r>
              <a:rPr lang="en-US" sz="2550" dirty="0" spc="2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từng</a:t>
            </a:r>
            <a:r>
              <a:rPr lang="en-US" sz="2550" dirty="0" spc="-16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trạng</a:t>
            </a:r>
            <a:r>
              <a:rPr lang="en-US" sz="2550" dirty="0" spc="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thái</a:t>
            </a:r>
            <a:r>
              <a:rPr lang="en-US" sz="2550" dirty="0" spc="-27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rồi</a:t>
            </a:r>
            <a:r>
              <a:rPr lang="en-US" sz="255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mới chọn lệnh.</a:t>
            </a:r>
            <a:endParaRPr lang="en-US" sz="2550" dirty="0"/>
          </a:p>
        </p:txBody>
      </p:sp>
      <p:sp>
        <p:nvSpPr>
          <p:cNvPr id="16" name="Connector line-1792369522060-12799604"/>
          <p:cNvSpPr/>
          <p:nvPr/>
        </p:nvSpPr>
        <p:spPr>
          <a:xfrm>
            <a:off x="990600" y="9486900"/>
            <a:ext cx="2914650" cy="0"/>
          </a:xfrm>
          <a:prstGeom prst="line">
            <a:avLst/>
          </a:prstGeom>
          <a:noFill/>
          <a:ln w="19050">
            <a:solidFill>
              <a:srgbClr val="CFC7B4"/>
            </a:solidFill>
            <a:prstDash val="solid"/>
            <a:headEnd type="none"/>
            <a:tailEnd type="none"/>
          </a:ln>
        </p:spPr>
      </p:sp>
      <p:sp>
        <p:nvSpPr>
          <p:cNvPr id="17" name="Shape 15"/>
          <p:cNvSpPr/>
          <p:nvPr/>
        </p:nvSpPr>
        <p:spPr>
          <a:xfrm>
            <a:off x="933450" y="9429750"/>
            <a:ext cx="114300" cy="1143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1257300" y="9429750"/>
            <a:ext cx="114300" cy="1143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1543050" y="9391650"/>
            <a:ext cx="190500" cy="190500"/>
          </a:xfrm>
          <a:prstGeom prst="ellipse">
            <a:avLst/>
          </a:prstGeom>
          <a:solidFill>
            <a:srgbClr val="E8472B"/>
          </a:solidFill>
          <a:ln w="19050">
            <a:solidFill>
              <a:srgbClr val="E8472B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190500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8A867C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222885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8A867C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255270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8A867C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287655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8A867C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320040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8A867C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352425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8A867C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384810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8A867C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914400" y="9715500"/>
            <a:ext cx="6667500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50" dirty="0" spc="-1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System</a:t>
            </a:r>
            <a:r>
              <a:rPr lang="en-US" sz="165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Design</a:t>
            </a:r>
            <a:r>
              <a:rPr lang="en-US" sz="1650" dirty="0" spc="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101</a:t>
            </a:r>
            <a:r>
              <a:rPr lang="en-US" sz="165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650" dirty="0" spc="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Bài</a:t>
            </a:r>
            <a:r>
              <a:rPr lang="en-US" sz="1650" dirty="0" spc="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01</a:t>
            </a:r>
            <a:r>
              <a:rPr lang="en-US" sz="165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 03/10</a:t>
            </a:r>
            <a:endParaRPr lang="en-US" sz="1650" dirty="0"/>
          </a:p>
        </p:txBody>
      </p:sp>
      <p:sp>
        <p:nvSpPr>
          <p:cNvPr id="28" name="Shape 26"/>
          <p:cNvSpPr/>
          <p:nvPr/>
        </p:nvSpPr>
        <p:spPr>
          <a:xfrm>
            <a:off x="15983712" y="9076331"/>
            <a:ext cx="1645920" cy="552301"/>
          </a:xfrm>
          <a:prstGeom prst="roundRect">
            <a:avLst>
              <a:gd name="adj" fmla="val 28000"/>
            </a:avLst>
          </a:prstGeom>
          <a:solidFill>
            <a:srgbClr val="FFFFFF">
              <a:alpha val="82000"/>
            </a:srgbClr>
          </a:solidFill>
          <a:ln/>
        </p:spPr>
      </p:sp>
      <p:pic>
        <p:nvPicPr>
          <p:cNvPr id="29" name="Moda image moda-export-watermark-0a8b6149-96c6-4a79-a2b9-c403411bfa13" descr="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16109781" y="9202400"/>
            <a:ext cx="1393783" cy="300164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14161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857250"/>
            <a:ext cx="1333500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b="1" spc="295" kern="0" dirty="0">
                <a:solidFill>
                  <a:srgbClr val="3DD6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2</a:t>
            </a:r>
            <a:r>
              <a:rPr lang="en-US" sz="1800" b="1" spc="300" kern="0" dirty="0">
                <a:solidFill>
                  <a:srgbClr val="3DD6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800" b="1" spc="302" kern="0" dirty="0">
                <a:solidFill>
                  <a:srgbClr val="3DD6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CHỌN</a:t>
            </a:r>
            <a:r>
              <a:rPr lang="en-US" sz="1800" b="1" spc="300" kern="0" dirty="0">
                <a:solidFill>
                  <a:srgbClr val="3DD6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NỘI</a:t>
            </a:r>
            <a:r>
              <a:rPr lang="en-US" sz="1800" b="1" spc="301" kern="0" dirty="0">
                <a:solidFill>
                  <a:srgbClr val="3DD6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DUNG</a:t>
            </a:r>
            <a:endParaRPr lang="en-US" sz="1800" dirty="0"/>
          </a:p>
        </p:txBody>
      </p:sp>
      <p:sp>
        <p:nvSpPr>
          <p:cNvPr id="3" name="Text 1"/>
          <p:cNvSpPr/>
          <p:nvPr/>
        </p:nvSpPr>
        <p:spPr>
          <a:xfrm>
            <a:off x="914400" y="1285875"/>
            <a:ext cx="16459200" cy="2286000"/>
          </a:xfrm>
          <a:prstGeom prst="rect">
            <a:avLst/>
          </a:prstGeom>
          <a:noFill/>
          <a:ln/>
        </p:spPr>
        <p:txBody>
          <a:bodyPr wrap="square" lIns="0" tIns="59150" rIns="0" bIns="-59150" rtlCol="0" anchor="t"/>
          <a:lstStyle/>
          <a:p>
            <a:pPr algn="l" indent="0" marL="0">
              <a:lnSpc>
                <a:spcPts val="7245"/>
              </a:lnSpc>
              <a:buNone/>
            </a:pPr>
            <a:r>
              <a:rPr lang="en-US" sz="6900" dirty="0" spc="1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git</a:t>
            </a:r>
            <a:r>
              <a:rPr lang="en-US" sz="6900" dirty="0" spc="3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add</a:t>
            </a:r>
            <a:r>
              <a:rPr lang="en-US" sz="6900" dirty="0" spc="0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chọn</a:t>
            </a:r>
            <a:r>
              <a:rPr lang="en-US" sz="6900" dirty="0" spc="1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nội</a:t>
            </a:r>
            <a:r>
              <a:rPr lang="en-US" sz="6900" dirty="0" spc="2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dung</a:t>
            </a:r>
            <a:r>
              <a:rPr lang="en-US" sz="6900" dirty="0" spc="6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hiện</a:t>
            </a:r>
            <a:r>
              <a:rPr lang="en-US" sz="6900" dirty="0" spc="-5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tại</a:t>
            </a:r>
            <a:r>
              <a:rPr lang="en-US" sz="6900" dirty="0" spc="-1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của</a:t>
            </a:r>
            <a:r>
              <a:rPr lang="en-US" sz="6900" dirty="0" spc="1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file</a:t>
            </a:r>
            <a:endParaRPr lang="en-US" sz="6900" dirty="0"/>
          </a:p>
        </p:txBody>
      </p:sp>
      <p:sp>
        <p:nvSpPr>
          <p:cNvPr id="4" name="Connector line-1792369535350-545863849"/>
          <p:cNvSpPr/>
          <p:nvPr/>
        </p:nvSpPr>
        <p:spPr>
          <a:xfrm>
            <a:off x="1905000" y="5334000"/>
            <a:ext cx="14478000" cy="0"/>
          </a:xfrm>
          <a:prstGeom prst="line">
            <a:avLst/>
          </a:prstGeom>
          <a:noFill/>
          <a:ln w="57150">
            <a:solidFill>
              <a:srgbClr val="3A3F4E"/>
            </a:solidFill>
            <a:prstDash val="solid"/>
            <a:headEnd type="none"/>
            <a:tailEnd type="none"/>
          </a:ln>
        </p:spPr>
      </p:sp>
      <p:sp>
        <p:nvSpPr>
          <p:cNvPr id="5" name="Shape 3"/>
          <p:cNvSpPr/>
          <p:nvPr/>
        </p:nvSpPr>
        <p:spPr>
          <a:xfrm>
            <a:off x="2228850" y="5086350"/>
            <a:ext cx="495300" cy="495300"/>
          </a:xfrm>
          <a:prstGeom prst="ellipse">
            <a:avLst/>
          </a:prstGeom>
          <a:solidFill>
            <a:srgbClr val="1E212B"/>
          </a:solidFill>
          <a:ln w="38100">
            <a:solidFill>
              <a:srgbClr val="9AA0B5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6610350" y="5086350"/>
            <a:ext cx="495300" cy="495300"/>
          </a:xfrm>
          <a:prstGeom prst="ellipse">
            <a:avLst/>
          </a:prstGeom>
          <a:solidFill>
            <a:srgbClr val="3DD6A0"/>
          </a:solidFill>
          <a:ln/>
        </p:spPr>
      </p:sp>
      <p:sp>
        <p:nvSpPr>
          <p:cNvPr id="7" name="Shape 5"/>
          <p:cNvSpPr/>
          <p:nvPr/>
        </p:nvSpPr>
        <p:spPr>
          <a:xfrm>
            <a:off x="10991850" y="5086350"/>
            <a:ext cx="495300" cy="495300"/>
          </a:xfrm>
          <a:prstGeom prst="ellipse">
            <a:avLst/>
          </a:prstGeom>
          <a:solidFill>
            <a:srgbClr val="1E212B"/>
          </a:solidFill>
          <a:ln w="38100">
            <a:solidFill>
              <a:srgbClr val="9AA0B5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15373350" y="5086350"/>
            <a:ext cx="495300" cy="495300"/>
          </a:xfrm>
          <a:prstGeom prst="ellipse">
            <a:avLst/>
          </a:prstGeom>
          <a:solidFill>
            <a:srgbClr val="3DD6A0"/>
          </a:solidFill>
          <a:ln/>
        </p:spPr>
      </p:sp>
      <p:sp>
        <p:nvSpPr>
          <p:cNvPr id="9" name="Text 7"/>
          <p:cNvSpPr/>
          <p:nvPr/>
        </p:nvSpPr>
        <p:spPr>
          <a:xfrm>
            <a:off x="1047750" y="5905500"/>
            <a:ext cx="2857500" cy="571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2550" b="1" dirty="0" spc="17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Sửa</a:t>
            </a:r>
            <a:r>
              <a:rPr lang="en-US" sz="2550" b="1" dirty="0" spc="-1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app.py</a:t>
            </a:r>
            <a:endParaRPr lang="en-US" sz="2550" dirty="0"/>
          </a:p>
        </p:txBody>
      </p:sp>
      <p:sp>
        <p:nvSpPr>
          <p:cNvPr id="10" name="Text 8"/>
          <p:cNvSpPr/>
          <p:nvPr/>
        </p:nvSpPr>
        <p:spPr>
          <a:xfrm>
            <a:off x="1047750" y="6477000"/>
            <a:ext cx="2857500" cy="952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2100" dirty="0" spc="-6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bản</a:t>
            </a:r>
            <a:r>
              <a:rPr lang="en-US" sz="2100" dirty="0" spc="9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đang</a:t>
            </a:r>
            <a:r>
              <a:rPr lang="en-US" sz="2100" dirty="0" spc="8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sửa</a:t>
            </a:r>
            <a:endParaRPr lang="en-US" sz="2100" dirty="0"/>
          </a:p>
        </p:txBody>
      </p:sp>
      <p:sp>
        <p:nvSpPr>
          <p:cNvPr id="11" name="Text 9"/>
          <p:cNvSpPr/>
          <p:nvPr/>
        </p:nvSpPr>
        <p:spPr>
          <a:xfrm>
            <a:off x="5191125" y="5905500"/>
            <a:ext cx="3333750" cy="571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2550" b="1" dirty="0" spc="5" kern="0">
                <a:solidFill>
                  <a:srgbClr val="3DD6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git</a:t>
            </a:r>
            <a:r>
              <a:rPr lang="en-US" sz="2550" b="1" dirty="0" spc="2" kern="0">
                <a:solidFill>
                  <a:srgbClr val="3DD6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add</a:t>
            </a:r>
            <a:r>
              <a:rPr lang="en-US" sz="2550" b="1" dirty="0" spc="-10" kern="0">
                <a:solidFill>
                  <a:srgbClr val="3DD6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app.py</a:t>
            </a:r>
            <a:endParaRPr lang="en-US" sz="2550" dirty="0"/>
          </a:p>
        </p:txBody>
      </p:sp>
      <p:sp>
        <p:nvSpPr>
          <p:cNvPr id="12" name="Text 10"/>
          <p:cNvSpPr/>
          <p:nvPr/>
        </p:nvSpPr>
        <p:spPr>
          <a:xfrm>
            <a:off x="5191125" y="6477000"/>
            <a:ext cx="3333750" cy="952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2100" dirty="0" spc="-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chọn</a:t>
            </a:r>
            <a:r>
              <a:rPr lang="en-US" sz="2100" dirty="0" spc="-5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bản</a:t>
            </a:r>
            <a:r>
              <a:rPr lang="en-US" sz="2100" dirty="0" spc="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hiện</a:t>
            </a:r>
            <a:r>
              <a:rPr lang="en-US" sz="2100" dirty="0" spc="-12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tại</a:t>
            </a:r>
            <a:endParaRPr lang="en-US" sz="2100" dirty="0"/>
          </a:p>
        </p:txBody>
      </p:sp>
      <p:sp>
        <p:nvSpPr>
          <p:cNvPr id="13" name="Text 11"/>
          <p:cNvSpPr/>
          <p:nvPr/>
        </p:nvSpPr>
        <p:spPr>
          <a:xfrm>
            <a:off x="9810750" y="5905500"/>
            <a:ext cx="2857500" cy="571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2550" b="1" dirty="0" spc="17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Sửa</a:t>
            </a:r>
            <a:r>
              <a:rPr lang="en-US" sz="2550" b="1" dirty="0" spc="-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tiếp</a:t>
            </a:r>
            <a:endParaRPr lang="en-US" sz="2550" dirty="0"/>
          </a:p>
        </p:txBody>
      </p:sp>
      <p:sp>
        <p:nvSpPr>
          <p:cNvPr id="14" name="Text 12"/>
          <p:cNvSpPr/>
          <p:nvPr/>
        </p:nvSpPr>
        <p:spPr>
          <a:xfrm>
            <a:off x="9525000" y="6477000"/>
            <a:ext cx="3429000" cy="952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2100" dirty="0" spc="-6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bản</a:t>
            </a:r>
            <a:r>
              <a:rPr lang="en-US" sz="2100" dirty="0" spc="-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mới</a:t>
            </a:r>
            <a:r>
              <a:rPr lang="en-US" sz="2100" dirty="0" spc="4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chưa được</a:t>
            </a:r>
            <a:r>
              <a:rPr lang="en-US" sz="2100" dirty="0" spc="-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chọn</a:t>
            </a:r>
            <a:endParaRPr lang="en-US" sz="2100" dirty="0"/>
          </a:p>
        </p:txBody>
      </p:sp>
      <p:sp>
        <p:nvSpPr>
          <p:cNvPr id="15" name="Text 13"/>
          <p:cNvSpPr/>
          <p:nvPr/>
        </p:nvSpPr>
        <p:spPr>
          <a:xfrm>
            <a:off x="13954125" y="5905500"/>
            <a:ext cx="3333750" cy="571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2550" b="1" dirty="0" spc="3" kern="0">
                <a:solidFill>
                  <a:srgbClr val="3DD6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add</a:t>
            </a:r>
            <a:r>
              <a:rPr lang="en-US" sz="2550" b="1" dirty="0" spc="-1" kern="0">
                <a:solidFill>
                  <a:srgbClr val="3DD6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lại</a:t>
            </a:r>
            <a:endParaRPr lang="en-US" sz="2550" dirty="0"/>
          </a:p>
        </p:txBody>
      </p:sp>
      <p:sp>
        <p:nvSpPr>
          <p:cNvPr id="16" name="Text 14"/>
          <p:cNvSpPr/>
          <p:nvPr/>
        </p:nvSpPr>
        <p:spPr>
          <a:xfrm>
            <a:off x="13954125" y="6477000"/>
            <a:ext cx="3333750" cy="952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2100" dirty="0" spc="-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chọn</a:t>
            </a:r>
            <a:r>
              <a:rPr lang="en-US" sz="2100" dirty="0" spc="0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phiên</a:t>
            </a:r>
            <a:r>
              <a:rPr lang="en-US" sz="2100" dirty="0" spc="-5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bản</a:t>
            </a:r>
            <a:r>
              <a:rPr lang="en-US" sz="2100" dirty="0" spc="-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mới</a:t>
            </a:r>
            <a:endParaRPr lang="en-US" sz="2100" dirty="0"/>
          </a:p>
        </p:txBody>
      </p:sp>
      <p:sp>
        <p:nvSpPr>
          <p:cNvPr id="17" name="Connector line-1792369535366-438430438"/>
          <p:cNvSpPr/>
          <p:nvPr/>
        </p:nvSpPr>
        <p:spPr>
          <a:xfrm>
            <a:off x="990600" y="9486900"/>
            <a:ext cx="2914650" cy="0"/>
          </a:xfrm>
          <a:prstGeom prst="line">
            <a:avLst/>
          </a:prstGeom>
          <a:noFill/>
          <a:ln w="19050">
            <a:solidFill>
              <a:srgbClr val="3A3F4E"/>
            </a:solidFill>
            <a:prstDash val="solid"/>
            <a:headEnd type="none"/>
            <a:tailEnd type="none"/>
          </a:ln>
        </p:spPr>
      </p:sp>
      <p:sp>
        <p:nvSpPr>
          <p:cNvPr id="18" name="Shape 16"/>
          <p:cNvSpPr/>
          <p:nvPr/>
        </p:nvSpPr>
        <p:spPr>
          <a:xfrm>
            <a:off x="933450" y="9429750"/>
            <a:ext cx="114300" cy="114300"/>
          </a:xfrm>
          <a:prstGeom prst="ellipse">
            <a:avLst/>
          </a:prstGeom>
          <a:solidFill>
            <a:srgbClr val="9AA0B5"/>
          </a:solidFill>
          <a:ln w="19050">
            <a:solidFill>
              <a:srgbClr val="9AA0B5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1257300" y="9429750"/>
            <a:ext cx="114300" cy="114300"/>
          </a:xfrm>
          <a:prstGeom prst="ellipse">
            <a:avLst/>
          </a:prstGeom>
          <a:solidFill>
            <a:srgbClr val="9AA0B5"/>
          </a:solidFill>
          <a:ln w="19050">
            <a:solidFill>
              <a:srgbClr val="9AA0B5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1581150" y="9429750"/>
            <a:ext cx="114300" cy="114300"/>
          </a:xfrm>
          <a:prstGeom prst="ellipse">
            <a:avLst/>
          </a:prstGeom>
          <a:solidFill>
            <a:srgbClr val="9AA0B5"/>
          </a:solidFill>
          <a:ln w="19050">
            <a:solidFill>
              <a:srgbClr val="9AA0B5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1866900" y="9391650"/>
            <a:ext cx="190500" cy="190500"/>
          </a:xfrm>
          <a:prstGeom prst="ellipse">
            <a:avLst/>
          </a:prstGeom>
          <a:solidFill>
            <a:srgbClr val="FF6A4D"/>
          </a:solidFill>
          <a:ln w="19050">
            <a:solidFill>
              <a:srgbClr val="FF6A4D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2228850" y="9429750"/>
            <a:ext cx="114300" cy="1143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9AA0B5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2552700" y="9429750"/>
            <a:ext cx="114300" cy="1143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9AA0B5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2876550" y="9429750"/>
            <a:ext cx="114300" cy="1143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9AA0B5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3200400" y="9429750"/>
            <a:ext cx="114300" cy="1143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9AA0B5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3524250" y="9429750"/>
            <a:ext cx="114300" cy="1143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9AA0B5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3848100" y="9429750"/>
            <a:ext cx="114300" cy="1143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9AA0B5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914400" y="9715500"/>
            <a:ext cx="6667500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50" dirty="0" spc="-12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System</a:t>
            </a:r>
            <a:r>
              <a:rPr lang="en-US" sz="1650" dirty="0" spc="0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Design</a:t>
            </a:r>
            <a:r>
              <a:rPr lang="en-US" sz="1650" dirty="0" spc="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101</a:t>
            </a:r>
            <a:r>
              <a:rPr lang="en-US" sz="1650" dirty="0" spc="0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650" dirty="0" spc="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Bài</a:t>
            </a:r>
            <a:r>
              <a:rPr lang="en-US" sz="1650" dirty="0" spc="2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01</a:t>
            </a:r>
            <a:r>
              <a:rPr lang="en-US" sz="1650" dirty="0" spc="0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650" dirty="0" spc="2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04/10</a:t>
            </a:r>
            <a:endParaRPr lang="en-US" sz="1650" dirty="0"/>
          </a:p>
        </p:txBody>
      </p:sp>
      <p:sp>
        <p:nvSpPr>
          <p:cNvPr id="29" name="Shape 27"/>
          <p:cNvSpPr/>
          <p:nvPr/>
        </p:nvSpPr>
        <p:spPr>
          <a:xfrm>
            <a:off x="15983712" y="9076331"/>
            <a:ext cx="1645920" cy="552301"/>
          </a:xfrm>
          <a:prstGeom prst="roundRect">
            <a:avLst>
              <a:gd name="adj" fmla="val 28000"/>
            </a:avLst>
          </a:prstGeom>
          <a:solidFill>
            <a:srgbClr val="FFFFFF">
              <a:alpha val="82000"/>
            </a:srgbClr>
          </a:solidFill>
          <a:ln/>
        </p:spPr>
      </p:sp>
      <p:pic>
        <p:nvPicPr>
          <p:cNvPr id="30" name="Moda image moda-export-watermark-72590dfe-66c3-4019-8070-e6aa46367449" descr="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16109781" y="9202400"/>
            <a:ext cx="1393783" cy="300164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3EEE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857250"/>
            <a:ext cx="1333500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b="1" spc="299" kern="0" dirty="0">
                <a:solidFill>
                  <a:srgbClr val="E8472B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3</a:t>
            </a:r>
            <a:r>
              <a:rPr lang="en-US" sz="1800" b="1" spc="300" kern="0" dirty="0">
                <a:solidFill>
                  <a:srgbClr val="E8472B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800" b="1" spc="323" kern="0" dirty="0">
                <a:solidFill>
                  <a:srgbClr val="E8472B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LƯU</a:t>
            </a:r>
            <a:r>
              <a:rPr lang="en-US" sz="1800" b="1" spc="304" kern="0" dirty="0">
                <a:solidFill>
                  <a:srgbClr val="E8472B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CỤC</a:t>
            </a:r>
            <a:r>
              <a:rPr lang="en-US" sz="1800" b="1" spc="294" kern="0" dirty="0">
                <a:solidFill>
                  <a:srgbClr val="E8472B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BỘ</a:t>
            </a:r>
            <a:endParaRPr lang="en-US" sz="1800" dirty="0"/>
          </a:p>
        </p:txBody>
      </p:sp>
      <p:sp>
        <p:nvSpPr>
          <p:cNvPr id="3" name="Shape 1"/>
          <p:cNvSpPr/>
          <p:nvPr/>
        </p:nvSpPr>
        <p:spPr>
          <a:xfrm>
            <a:off x="914400" y="2286000"/>
            <a:ext cx="152400" cy="2190750"/>
          </a:xfrm>
          <a:prstGeom prst="rect">
            <a:avLst/>
          </a:prstGeom>
          <a:solidFill>
            <a:srgbClr val="E8472B"/>
          </a:solidFill>
          <a:ln/>
        </p:spPr>
      </p:sp>
      <p:sp>
        <p:nvSpPr>
          <p:cNvPr id="4" name="Text 2"/>
          <p:cNvSpPr/>
          <p:nvPr/>
        </p:nvSpPr>
        <p:spPr>
          <a:xfrm>
            <a:off x="1524000" y="2095500"/>
            <a:ext cx="15240000" cy="2476500"/>
          </a:xfrm>
          <a:prstGeom prst="rect">
            <a:avLst/>
          </a:prstGeom>
          <a:noFill/>
          <a:ln/>
        </p:spPr>
        <p:txBody>
          <a:bodyPr wrap="square" lIns="0" tIns="64008" rIns="0" bIns="-64008" rtlCol="0" anchor="t"/>
          <a:lstStyle/>
          <a:p>
            <a:pPr algn="l" indent="0" marL="0">
              <a:lnSpc>
                <a:spcPts val="9072"/>
              </a:lnSpc>
              <a:buNone/>
            </a:pPr>
            <a:r>
              <a:rPr lang="en-US" sz="8400" dirty="0" spc="2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git commit lấy</a:t>
            </a:r>
            <a:r>
              <a:rPr lang="en-US" sz="8400" dirty="0" spc="1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nội dung</a:t>
            </a:r>
            <a:r>
              <a:rPr lang="en-US" sz="8400" dirty="0" spc="-16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trong</a:t>
            </a:r>
            <a:r>
              <a:rPr lang="en-US" sz="8400" dirty="0" spc="-30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index.</a:t>
            </a:r>
            <a:endParaRPr lang="en-US" sz="8400" dirty="0"/>
          </a:p>
        </p:txBody>
      </p:sp>
      <p:sp>
        <p:nvSpPr>
          <p:cNvPr id="5" name="Text 3"/>
          <p:cNvSpPr/>
          <p:nvPr/>
        </p:nvSpPr>
        <p:spPr>
          <a:xfrm>
            <a:off x="1524000" y="5143500"/>
            <a:ext cx="14287500" cy="571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70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Mỗi commit là</a:t>
            </a:r>
            <a:r>
              <a:rPr lang="en-US" sz="2700" dirty="0" spc="-7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một</a:t>
            </a:r>
            <a:r>
              <a:rPr lang="en-US" sz="2700" dirty="0" spc="-4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mốc</a:t>
            </a:r>
            <a:r>
              <a:rPr lang="en-US" sz="2700" dirty="0" spc="14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để</a:t>
            </a:r>
            <a:r>
              <a:rPr lang="en-US" sz="2700" dirty="0" spc="-13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so</a:t>
            </a:r>
            <a:r>
              <a:rPr lang="en-US" sz="2700" dirty="0" spc="-7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sánh.</a:t>
            </a:r>
            <a:endParaRPr lang="en-US" sz="2700" dirty="0"/>
          </a:p>
        </p:txBody>
      </p:sp>
      <p:sp>
        <p:nvSpPr>
          <p:cNvPr id="6" name="Text 4"/>
          <p:cNvSpPr/>
          <p:nvPr/>
        </p:nvSpPr>
        <p:spPr>
          <a:xfrm>
            <a:off x="1524000" y="6286500"/>
            <a:ext cx="10477500" cy="952500"/>
          </a:xfrm>
          <a:prstGeom prst="roundRect">
            <a:avLst>
              <a:gd name="adj" fmla="val 50000"/>
            </a:avLst>
          </a:prstGeom>
          <a:solidFill>
            <a:srgbClr val="F8D9D0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50" b="1" dirty="0" spc="-1" kern="0">
                <a:solidFill>
                  <a:srgbClr val="E8472B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git</a:t>
            </a:r>
            <a:r>
              <a:rPr lang="en-US" sz="2250" b="1" dirty="0" spc="-7" kern="0">
                <a:solidFill>
                  <a:srgbClr val="E8472B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switch</a:t>
            </a:r>
            <a:r>
              <a:rPr lang="en-US" sz="2250" b="1" dirty="0" spc="3" kern="0">
                <a:solidFill>
                  <a:srgbClr val="E8472B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-c</a:t>
            </a:r>
            <a:r>
              <a:rPr lang="en-US" sz="2250" b="1" dirty="0" spc="1" kern="0">
                <a:solidFill>
                  <a:srgbClr val="E8472B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fix-title:</a:t>
            </a:r>
            <a:r>
              <a:rPr lang="en-US" sz="2250" b="1" dirty="0" spc="2" kern="0">
                <a:solidFill>
                  <a:srgbClr val="E8472B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tạo</a:t>
            </a:r>
            <a:r>
              <a:rPr lang="en-US" sz="2250" b="1" dirty="0" spc="-17" kern="0">
                <a:solidFill>
                  <a:srgbClr val="E8472B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và</a:t>
            </a:r>
            <a:r>
              <a:rPr lang="en-US" sz="2250" b="1" dirty="0" spc="-10" kern="0">
                <a:solidFill>
                  <a:srgbClr val="E8472B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chuyển</a:t>
            </a:r>
            <a:r>
              <a:rPr lang="en-US" sz="2250" b="1" dirty="0" spc="-4" kern="0">
                <a:solidFill>
                  <a:srgbClr val="E8472B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sang</a:t>
            </a:r>
            <a:r>
              <a:rPr lang="en-US" sz="2250" b="1" dirty="0" spc="1" kern="0">
                <a:solidFill>
                  <a:srgbClr val="E8472B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nhánh</a:t>
            </a:r>
            <a:r>
              <a:rPr lang="en-US" sz="2250" b="1" dirty="0" spc="6" kern="0">
                <a:solidFill>
                  <a:srgbClr val="E8472B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mới</a:t>
            </a:r>
            <a:endParaRPr lang="en-US" sz="2250" dirty="0"/>
          </a:p>
        </p:txBody>
      </p:sp>
      <p:sp>
        <p:nvSpPr>
          <p:cNvPr id="7" name="Connector line-1792369552215-689776494"/>
          <p:cNvSpPr/>
          <p:nvPr/>
        </p:nvSpPr>
        <p:spPr>
          <a:xfrm>
            <a:off x="990600" y="9486900"/>
            <a:ext cx="2914650" cy="0"/>
          </a:xfrm>
          <a:prstGeom prst="line">
            <a:avLst/>
          </a:prstGeom>
          <a:noFill/>
          <a:ln w="19050">
            <a:solidFill>
              <a:srgbClr val="CFC7B4"/>
            </a:solidFill>
            <a:prstDash val="solid"/>
            <a:headEnd type="none"/>
            <a:tailEnd type="none"/>
          </a:ln>
        </p:spPr>
      </p:sp>
      <p:sp>
        <p:nvSpPr>
          <p:cNvPr id="8" name="Shape 6"/>
          <p:cNvSpPr/>
          <p:nvPr/>
        </p:nvSpPr>
        <p:spPr>
          <a:xfrm>
            <a:off x="933450" y="9429750"/>
            <a:ext cx="114300" cy="1143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1257300" y="9429750"/>
            <a:ext cx="114300" cy="1143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1581150" y="9429750"/>
            <a:ext cx="114300" cy="1143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1905000" y="9429750"/>
            <a:ext cx="114300" cy="1143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2190750" y="9391650"/>
            <a:ext cx="190500" cy="190500"/>
          </a:xfrm>
          <a:prstGeom prst="ellipse">
            <a:avLst/>
          </a:prstGeom>
          <a:solidFill>
            <a:srgbClr val="E8472B"/>
          </a:solidFill>
          <a:ln w="19050">
            <a:solidFill>
              <a:srgbClr val="E8472B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255270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8A867C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287655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8A867C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320040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8A867C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352425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8A867C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384810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8A867C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914400" y="9715500"/>
            <a:ext cx="6667500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50" dirty="0" spc="-1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System</a:t>
            </a:r>
            <a:r>
              <a:rPr lang="en-US" sz="165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Design</a:t>
            </a:r>
            <a:r>
              <a:rPr lang="en-US" sz="1650" dirty="0" spc="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101</a:t>
            </a:r>
            <a:r>
              <a:rPr lang="en-US" sz="165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650" dirty="0" spc="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Bài</a:t>
            </a:r>
            <a:r>
              <a:rPr lang="en-US" sz="1650" dirty="0" spc="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01</a:t>
            </a:r>
            <a:r>
              <a:rPr lang="en-US" sz="165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650" dirty="0" spc="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05/10</a:t>
            </a:r>
            <a:endParaRPr lang="en-US" sz="1650" dirty="0"/>
          </a:p>
        </p:txBody>
      </p:sp>
      <p:sp>
        <p:nvSpPr>
          <p:cNvPr id="19" name="Shape 17"/>
          <p:cNvSpPr/>
          <p:nvPr/>
        </p:nvSpPr>
        <p:spPr>
          <a:xfrm>
            <a:off x="15983712" y="9076331"/>
            <a:ext cx="1645920" cy="552301"/>
          </a:xfrm>
          <a:prstGeom prst="roundRect">
            <a:avLst>
              <a:gd name="adj" fmla="val 28000"/>
            </a:avLst>
          </a:prstGeom>
          <a:solidFill>
            <a:srgbClr val="FFFFFF">
              <a:alpha val="82000"/>
            </a:srgbClr>
          </a:solidFill>
          <a:ln/>
        </p:spPr>
      </p:sp>
      <p:pic>
        <p:nvPicPr>
          <p:cNvPr id="20" name="Moda image moda-export-watermark-9928fa26-97d3-4bf9-9ef4-9258f6ba9c30" descr="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16109781" y="9202400"/>
            <a:ext cx="1393783" cy="300164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3EEE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857250"/>
            <a:ext cx="1333500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b="1" spc="296" kern="0" dirty="0">
                <a:solidFill>
                  <a:srgbClr val="1F3FD1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4</a:t>
            </a:r>
            <a:r>
              <a:rPr lang="en-US" sz="1800" b="1" spc="300" kern="0" dirty="0">
                <a:solidFill>
                  <a:srgbClr val="1F3FD1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800" b="1" spc="301" kern="0" dirty="0">
                <a:solidFill>
                  <a:srgbClr val="1F3FD1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CHIA</a:t>
            </a:r>
            <a:r>
              <a:rPr lang="en-US" sz="1800" b="1" spc="300" kern="0" dirty="0">
                <a:solidFill>
                  <a:srgbClr val="1F3FD1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SẺ</a:t>
            </a:r>
            <a:endParaRPr lang="en-US" sz="1800" dirty="0"/>
          </a:p>
        </p:txBody>
      </p:sp>
      <p:sp>
        <p:nvSpPr>
          <p:cNvPr id="3" name="Text 1"/>
          <p:cNvSpPr/>
          <p:nvPr/>
        </p:nvSpPr>
        <p:spPr>
          <a:xfrm>
            <a:off x="914400" y="1285875"/>
            <a:ext cx="1645920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7200" dirty="0" spc="-2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Hai</a:t>
            </a:r>
            <a:r>
              <a:rPr lang="en-US" sz="7200" dirty="0" spc="4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chiều</a:t>
            </a:r>
            <a:r>
              <a:rPr lang="en-US" sz="7200" dirty="0" spc="-90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với</a:t>
            </a:r>
            <a:r>
              <a:rPr lang="en-US" sz="7200" dirty="0" spc="-32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remote</a:t>
            </a:r>
            <a:endParaRPr lang="en-US" sz="7200" dirty="0"/>
          </a:p>
        </p:txBody>
      </p:sp>
      <p:sp>
        <p:nvSpPr>
          <p:cNvPr id="4" name="Shape 2"/>
          <p:cNvSpPr/>
          <p:nvPr/>
        </p:nvSpPr>
        <p:spPr>
          <a:xfrm>
            <a:off x="914400" y="3048000"/>
            <a:ext cx="8001000" cy="4953000"/>
          </a:xfrm>
          <a:prstGeom prst="roundRect">
            <a:avLst>
              <a:gd name="adj" fmla="val 5385"/>
            </a:avLst>
          </a:prstGeom>
          <a:solidFill>
            <a:srgbClr val="FBF8F2"/>
          </a:solidFill>
          <a:ln w="19050">
            <a:solidFill>
              <a:srgbClr val="DDD5C1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1390650" y="3429000"/>
            <a:ext cx="704850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50" b="1" spc="225" kern="0" dirty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NHẬN</a:t>
            </a:r>
            <a:r>
              <a:rPr lang="en-US" sz="1950" b="1" spc="224" kern="0" dirty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VỀ</a:t>
            </a:r>
            <a:endParaRPr lang="en-US" sz="1950" dirty="0"/>
          </a:p>
        </p:txBody>
      </p:sp>
      <p:sp>
        <p:nvSpPr>
          <p:cNvPr id="6" name="Text 4"/>
          <p:cNvSpPr/>
          <p:nvPr/>
        </p:nvSpPr>
        <p:spPr>
          <a:xfrm>
            <a:off x="1390650" y="3905250"/>
            <a:ext cx="7048500" cy="8572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800" dirty="0" spc="0" kern="0">
                <a:solidFill>
                  <a:srgbClr val="1F3FD1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git</a:t>
            </a:r>
            <a:r>
              <a:rPr lang="en-US" sz="4800" dirty="0" spc="-20" kern="0">
                <a:solidFill>
                  <a:srgbClr val="1F3FD1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fetch</a:t>
            </a:r>
            <a:endParaRPr lang="en-US" sz="4800" dirty="0"/>
          </a:p>
        </p:txBody>
      </p:sp>
      <p:sp>
        <p:nvSpPr>
          <p:cNvPr id="7" name="Text richtext-1792369570295-876313195"/>
          <p:cNvSpPr/>
          <p:nvPr/>
        </p:nvSpPr>
        <p:spPr>
          <a:xfrm>
            <a:off x="1390650" y="5048250"/>
            <a:ext cx="7048500" cy="2476500"/>
          </a:xfrm>
          <a:prstGeom prst="rect">
            <a:avLst/>
          </a:prstGeom>
          <a:noFill/>
          <a:ln/>
        </p:spPr>
        <p:txBody>
          <a:bodyPr wrap="square" lIns="0" tIns="10287" rIns="0" bIns="-10287" rtlCol="0" anchor="t"/>
          <a:lstStyle/>
          <a:p>
            <a:pPr algn="l" marL="342900" indent="-244981">
              <a:lnSpc>
                <a:spcPts val="3645"/>
              </a:lnSpc>
              <a:spcAft>
                <a:spcPts val="1200"/>
              </a:spcAft>
              <a:buSzPct val="100000"/>
              <a:buFont typeface="Arial"/>
              <a:buChar char="•"/>
            </a:pPr>
            <a:r>
              <a:rPr lang="en-US" sz="2700" dirty="0" spc="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Cập</a:t>
            </a:r>
            <a:r>
              <a:rPr lang="en-US" sz="2700" dirty="0" spc="-1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nhật</a:t>
            </a:r>
            <a:r>
              <a:rPr lang="en-US" sz="2700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thông</a:t>
            </a:r>
            <a:r>
              <a:rPr lang="en-US" sz="270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tin</a:t>
            </a:r>
            <a:r>
              <a:rPr lang="en-US" sz="2700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từ</a:t>
            </a:r>
            <a:r>
              <a:rPr lang="en-US" sz="2700" dirty="0" spc="-27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remote</a:t>
            </a:r>
            <a:endParaRPr lang="en-US" sz="2700" dirty="0"/>
          </a:p>
          <a:p>
            <a:pPr algn="l" marL="342900" indent="-244981">
              <a:lnSpc>
                <a:spcPts val="3645"/>
              </a:lnSpc>
              <a:buSzPct val="100000"/>
              <a:buFont typeface="Arial"/>
              <a:buChar char="•"/>
            </a:pPr>
            <a:r>
              <a:rPr lang="en-US" sz="2700" dirty="0" spc="-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Đọc</a:t>
            </a:r>
            <a:r>
              <a:rPr lang="en-US" sz="2700" dirty="0" spc="-1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diff</a:t>
            </a:r>
            <a:r>
              <a:rPr lang="en-US" sz="2700" dirty="0" spc="8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trước</a:t>
            </a:r>
            <a:r>
              <a:rPr lang="en-US" sz="2700" dirty="0" spc="-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khi</a:t>
            </a:r>
            <a:r>
              <a:rPr lang="en-US" sz="270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tích</a:t>
            </a:r>
            <a:r>
              <a:rPr lang="en-US" sz="2700" dirty="0" spc="-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hợp</a:t>
            </a:r>
            <a:endParaRPr lang="en-US" sz="2700" dirty="0"/>
          </a:p>
        </p:txBody>
      </p:sp>
      <p:sp>
        <p:nvSpPr>
          <p:cNvPr id="8" name="Shape 6"/>
          <p:cNvSpPr/>
          <p:nvPr/>
        </p:nvSpPr>
        <p:spPr>
          <a:xfrm>
            <a:off x="9372600" y="3048000"/>
            <a:ext cx="8001000" cy="4953000"/>
          </a:xfrm>
          <a:prstGeom prst="roundRect">
            <a:avLst>
              <a:gd name="adj" fmla="val 5385"/>
            </a:avLst>
          </a:prstGeom>
          <a:solidFill>
            <a:srgbClr val="1F3FD1"/>
          </a:solidFill>
          <a:ln/>
        </p:spPr>
      </p:sp>
      <p:sp>
        <p:nvSpPr>
          <p:cNvPr id="9" name="Text 7"/>
          <p:cNvSpPr/>
          <p:nvPr/>
        </p:nvSpPr>
        <p:spPr>
          <a:xfrm>
            <a:off x="9848850" y="3429000"/>
            <a:ext cx="704850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50" b="1" spc="262" kern="0" dirty="0">
                <a:solidFill>
                  <a:srgbClr val="DDE3FA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GỬI</a:t>
            </a:r>
            <a:r>
              <a:rPr lang="en-US" sz="1950" b="1" spc="227" kern="0" dirty="0">
                <a:solidFill>
                  <a:srgbClr val="DDE3FA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ĐI</a:t>
            </a:r>
            <a:endParaRPr lang="en-US" sz="1950" dirty="0"/>
          </a:p>
        </p:txBody>
      </p:sp>
      <p:sp>
        <p:nvSpPr>
          <p:cNvPr id="10" name="Text 8"/>
          <p:cNvSpPr/>
          <p:nvPr/>
        </p:nvSpPr>
        <p:spPr>
          <a:xfrm>
            <a:off x="9848850" y="3905250"/>
            <a:ext cx="7048500" cy="8572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800" dirty="0" spc="0" kern="0">
                <a:solidFill>
                  <a:srgbClr val="FFFFFF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git</a:t>
            </a:r>
            <a:r>
              <a:rPr lang="en-US" sz="4800" dirty="0" spc="4" kern="0">
                <a:solidFill>
                  <a:srgbClr val="FFFFFF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push</a:t>
            </a:r>
            <a:endParaRPr lang="en-US" sz="4800" dirty="0"/>
          </a:p>
        </p:txBody>
      </p:sp>
      <p:sp>
        <p:nvSpPr>
          <p:cNvPr id="11" name="Text richtext-1792369570321-360087956"/>
          <p:cNvSpPr/>
          <p:nvPr/>
        </p:nvSpPr>
        <p:spPr>
          <a:xfrm>
            <a:off x="9848850" y="5048250"/>
            <a:ext cx="7048500" cy="2476500"/>
          </a:xfrm>
          <a:prstGeom prst="rect">
            <a:avLst/>
          </a:prstGeom>
          <a:noFill/>
          <a:ln/>
        </p:spPr>
        <p:txBody>
          <a:bodyPr wrap="square" lIns="0" tIns="10287" rIns="0" bIns="-10287" rtlCol="0" anchor="t"/>
          <a:lstStyle/>
          <a:p>
            <a:pPr algn="l" marL="342900" indent="-244981">
              <a:lnSpc>
                <a:spcPts val="3645"/>
              </a:lnSpc>
              <a:spcAft>
                <a:spcPts val="1200"/>
              </a:spcAft>
              <a:buSzPct val="100000"/>
              <a:buFont typeface="Arial"/>
              <a:buChar char="•"/>
            </a:pPr>
            <a:r>
              <a:rPr lang="en-US" sz="2700" dirty="0" spc="58" kern="0">
                <a:solidFill>
                  <a:srgbClr val="FFFF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Gửi</a:t>
            </a:r>
            <a:r>
              <a:rPr lang="en-US" sz="2700" dirty="0" spc="1" kern="0">
                <a:solidFill>
                  <a:srgbClr val="FFFF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các</a:t>
            </a:r>
            <a:r>
              <a:rPr lang="en-US" sz="2700" dirty="0" spc="0" kern="0">
                <a:solidFill>
                  <a:srgbClr val="FFFF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commit</a:t>
            </a:r>
            <a:r>
              <a:rPr lang="en-US" sz="2700" dirty="0" spc="-2" kern="0">
                <a:solidFill>
                  <a:srgbClr val="FFFF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lên</a:t>
            </a:r>
            <a:r>
              <a:rPr lang="en-US" sz="2700" dirty="0" spc="-27" kern="0">
                <a:solidFill>
                  <a:srgbClr val="FFFF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remote</a:t>
            </a:r>
            <a:endParaRPr lang="en-US" sz="2700" dirty="0"/>
          </a:p>
          <a:p>
            <a:pPr algn="l" marL="342900" indent="-244981">
              <a:lnSpc>
                <a:spcPts val="3645"/>
              </a:lnSpc>
              <a:buSzPct val="100000"/>
              <a:buFont typeface="Arial"/>
              <a:buChar char="•"/>
            </a:pPr>
            <a:r>
              <a:rPr lang="en-US" sz="2700" dirty="0" spc="-2" kern="0">
                <a:solidFill>
                  <a:srgbClr val="FFFF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Không</a:t>
            </a:r>
            <a:r>
              <a:rPr lang="en-US" sz="2700" dirty="0" spc="41" kern="0">
                <a:solidFill>
                  <a:srgbClr val="FFFF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gửi</a:t>
            </a:r>
            <a:r>
              <a:rPr lang="en-US" sz="2700" dirty="0" spc="5" kern="0">
                <a:solidFill>
                  <a:srgbClr val="FFFF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file</a:t>
            </a:r>
            <a:r>
              <a:rPr lang="en-US" sz="2700" dirty="0" spc="8" kern="0">
                <a:solidFill>
                  <a:srgbClr val="FFFF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chưa</a:t>
            </a:r>
            <a:r>
              <a:rPr lang="en-US" sz="2700" dirty="0" spc="0" kern="0">
                <a:solidFill>
                  <a:srgbClr val="FFFF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commit</a:t>
            </a:r>
            <a:r>
              <a:rPr lang="en-US" sz="2700" dirty="0" spc="-20" kern="0">
                <a:solidFill>
                  <a:srgbClr val="FFFF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trong</a:t>
            </a:r>
            <a:r>
              <a:rPr lang="en-US" sz="2700" dirty="0" spc="2" kern="0">
                <a:solidFill>
                  <a:srgbClr val="FFFF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thư</a:t>
            </a:r>
            <a:r>
              <a:rPr lang="en-US" sz="2700" dirty="0" spc="-1" kern="0">
                <a:solidFill>
                  <a:srgbClr val="FFFF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mục</a:t>
            </a:r>
            <a:endParaRPr lang="en-US" sz="2700" dirty="0"/>
          </a:p>
        </p:txBody>
      </p:sp>
      <p:sp>
        <p:nvSpPr>
          <p:cNvPr id="12" name="Connector line-1792369570327-687613581"/>
          <p:cNvSpPr/>
          <p:nvPr/>
        </p:nvSpPr>
        <p:spPr>
          <a:xfrm>
            <a:off x="990600" y="9486900"/>
            <a:ext cx="2914650" cy="0"/>
          </a:xfrm>
          <a:prstGeom prst="line">
            <a:avLst/>
          </a:prstGeom>
          <a:noFill/>
          <a:ln w="19050">
            <a:solidFill>
              <a:srgbClr val="CFC7B4"/>
            </a:solidFill>
            <a:prstDash val="solid"/>
            <a:headEnd type="none"/>
            <a:tailEnd type="none"/>
          </a:ln>
        </p:spPr>
      </p:sp>
      <p:sp>
        <p:nvSpPr>
          <p:cNvPr id="13" name="Shape 11"/>
          <p:cNvSpPr/>
          <p:nvPr/>
        </p:nvSpPr>
        <p:spPr>
          <a:xfrm>
            <a:off x="933450" y="9429750"/>
            <a:ext cx="114300" cy="1143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1257300" y="9429750"/>
            <a:ext cx="114300" cy="1143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1581150" y="9429750"/>
            <a:ext cx="114300" cy="1143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1905000" y="9429750"/>
            <a:ext cx="114300" cy="1143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2228850" y="9429750"/>
            <a:ext cx="114300" cy="1143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2514600" y="9391650"/>
            <a:ext cx="190500" cy="190500"/>
          </a:xfrm>
          <a:prstGeom prst="ellipse">
            <a:avLst/>
          </a:prstGeom>
          <a:solidFill>
            <a:srgbClr val="E8472B"/>
          </a:solidFill>
          <a:ln w="19050">
            <a:solidFill>
              <a:srgbClr val="E8472B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287655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8A867C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320040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8A867C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352425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8A867C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384810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8A867C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914400" y="9715500"/>
            <a:ext cx="6667500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50" dirty="0" spc="-1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System</a:t>
            </a:r>
            <a:r>
              <a:rPr lang="en-US" sz="165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Design</a:t>
            </a:r>
            <a:r>
              <a:rPr lang="en-US" sz="1650" dirty="0" spc="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101</a:t>
            </a:r>
            <a:r>
              <a:rPr lang="en-US" sz="165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650" dirty="0" spc="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Bài</a:t>
            </a:r>
            <a:r>
              <a:rPr lang="en-US" sz="1650" dirty="0" spc="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01</a:t>
            </a:r>
            <a:r>
              <a:rPr lang="en-US" sz="165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650" dirty="0" spc="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06/10</a:t>
            </a:r>
            <a:endParaRPr lang="en-US" sz="1650" dirty="0"/>
          </a:p>
        </p:txBody>
      </p:sp>
      <p:sp>
        <p:nvSpPr>
          <p:cNvPr id="24" name="Shape 22"/>
          <p:cNvSpPr/>
          <p:nvPr/>
        </p:nvSpPr>
        <p:spPr>
          <a:xfrm>
            <a:off x="15983712" y="9076331"/>
            <a:ext cx="1645920" cy="552301"/>
          </a:xfrm>
          <a:prstGeom prst="roundRect">
            <a:avLst>
              <a:gd name="adj" fmla="val 28000"/>
            </a:avLst>
          </a:prstGeom>
          <a:solidFill>
            <a:srgbClr val="FFFFFF">
              <a:alpha val="82000"/>
            </a:srgbClr>
          </a:solidFill>
          <a:ln/>
        </p:spPr>
      </p:sp>
      <p:pic>
        <p:nvPicPr>
          <p:cNvPr id="25" name="Moda image moda-export-watermark-3e3e8fe3-33eb-4d46-ad2a-a5b4f5fa64d2" descr="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16109781" y="9202400"/>
            <a:ext cx="1393783" cy="300164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14161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857250"/>
            <a:ext cx="1333500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b="1" spc="298" kern="0" dirty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GIỚI</a:t>
            </a:r>
            <a:r>
              <a:rPr lang="en-US" sz="1800" b="1" spc="301" kern="0" dirty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HẠN</a:t>
            </a:r>
            <a:r>
              <a:rPr lang="en-US" sz="1800" b="1" spc="282" kern="0" dirty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CẦN</a:t>
            </a:r>
            <a:r>
              <a:rPr lang="en-US" sz="1800" b="1" spc="302" kern="0" dirty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NHỚ</a:t>
            </a:r>
            <a:endParaRPr lang="en-US" sz="1800" dirty="0"/>
          </a:p>
        </p:txBody>
      </p:sp>
      <p:sp>
        <p:nvSpPr>
          <p:cNvPr id="3" name="Text 1"/>
          <p:cNvSpPr/>
          <p:nvPr/>
        </p:nvSpPr>
        <p:spPr>
          <a:xfrm>
            <a:off x="914400" y="1285875"/>
            <a:ext cx="1645920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7200" dirty="0" spc="-3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Gỡ</a:t>
            </a:r>
            <a:r>
              <a:rPr lang="en-US" sz="7200" dirty="0" spc="-2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lại</a:t>
            </a:r>
            <a:r>
              <a:rPr lang="en-US" sz="7200" dirty="0" spc="11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đúng</a:t>
            </a:r>
            <a:r>
              <a:rPr lang="en-US" sz="7200" dirty="0" spc="-1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chỗ</a:t>
            </a:r>
            <a:endParaRPr lang="en-US" sz="7200" dirty="0"/>
          </a:p>
        </p:txBody>
      </p:sp>
      <p:graphicFrame>
        <p:nvGraphicFramePr>
          <p:cNvPr id="8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914400" y="2952750"/>
          <a:ext cx="13716000" cy="914400"/>
        </p:xfrm>
        <a:graphic>
          <a:graphicData uri="http://schemas.openxmlformats.org/drawingml/2006/table">
            <a:tbl>
              <a:tblPr/>
              <a:tblGrid>
                <a:gridCol w="7406640"/>
                <a:gridCol w="9052560"/>
              </a:tblGrid>
              <a:tr h="1143000"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3060"/>
                        </a:lnSpc>
                        <a:buNone/>
                      </a:pPr>
                      <a:r>
                        <a:rPr lang="en-US" sz="2550" b="1" dirty="0" spc="-21" kern="0">
                          <a:solidFill>
                            <a:srgbClr val="9AA0B5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Lệnh</a:t>
                      </a:r>
                      <a:endParaRPr lang="en-US" sz="1200" dirty="0"/>
                    </a:p>
                  </a:txBody>
                  <a:tcPr marL="304800" marR="304800" marT="304800" marB="30480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9050" cap="flat" cmpd="sng" algn="ctr">
                      <a:solidFill>
                        <a:srgbClr val="3A3F4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noFill/>
                    </a:lnB>
                    <a:solidFill>
                      <a:srgbClr val="2A2E3A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3060"/>
                        </a:lnSpc>
                        <a:buNone/>
                      </a:pPr>
                      <a:r>
                        <a:rPr lang="en-US" sz="2550" b="1" dirty="0" spc="-20" kern="0">
                          <a:solidFill>
                            <a:srgbClr val="9AA0B5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Làm</a:t>
                      </a:r>
                      <a:r>
                        <a:rPr lang="en-US" sz="2550" b="1" dirty="0" spc="-1" kern="0">
                          <a:solidFill>
                            <a:srgbClr val="9AA0B5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gì</a:t>
                      </a:r>
                      <a:endParaRPr lang="en-US" sz="1200" dirty="0"/>
                    </a:p>
                  </a:txBody>
                  <a:tcPr marL="304800" marR="304800" marT="304800" marB="30480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9050" cap="flat" cmpd="sng" algn="ctr">
                      <a:solidFill>
                        <a:srgbClr val="3A3F4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noFill/>
                    </a:lnB>
                    <a:solidFill>
                      <a:srgbClr val="2A2E3A"/>
                    </a:solidFill>
                  </a:tcPr>
                </a:tc>
              </a:tr>
              <a:tr h="1143000"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3060"/>
                        </a:lnSpc>
                        <a:buNone/>
                      </a:pPr>
                      <a:r>
                        <a:rPr lang="en-US" sz="2550" dirty="0" spc="1" kern="0">
                          <a:solidFill>
                            <a:srgbClr val="F3EEE3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git</a:t>
                      </a:r>
                      <a:r>
                        <a:rPr lang="en-US" sz="2550" dirty="0" spc="-35" kern="0">
                          <a:solidFill>
                            <a:srgbClr val="F3EEE3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restore</a:t>
                      </a:r>
                      <a:r>
                        <a:rPr lang="en-US" sz="2550" dirty="0" spc="-15" kern="0">
                          <a:solidFill>
                            <a:srgbClr val="F3EEE3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--staged</a:t>
                      </a:r>
                      <a:r>
                        <a:rPr lang="en-US" sz="2550" dirty="0" spc="-12" kern="0">
                          <a:solidFill>
                            <a:srgbClr val="F3EEE3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app.py</a:t>
                      </a:r>
                      <a:endParaRPr lang="en-US" sz="1200" dirty="0"/>
                    </a:p>
                  </a:txBody>
                  <a:tcPr marL="304800" marR="304800" marT="304800" marB="30480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9050" cap="flat" cmpd="sng" algn="ctr">
                      <a:solidFill>
                        <a:srgbClr val="3A3F4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noFill/>
                    </a:lnB>
                    <a:solidFill>
                      <a:srgbClr val="1E212B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3060"/>
                        </a:lnSpc>
                        <a:buNone/>
                      </a:pPr>
                      <a:r>
                        <a:rPr lang="en-US" sz="2550" dirty="0" spc="3" kern="0">
                          <a:solidFill>
                            <a:srgbClr val="F3EEE3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Bỏ</a:t>
                      </a:r>
                      <a:r>
                        <a:rPr lang="en-US" sz="2550" dirty="0" spc="-1" kern="0">
                          <a:solidFill>
                            <a:srgbClr val="F3EEE3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chọn,</a:t>
                      </a:r>
                      <a:r>
                        <a:rPr lang="en-US" sz="2550" dirty="0" spc="-14" kern="0">
                          <a:solidFill>
                            <a:srgbClr val="F3EEE3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vẫn</a:t>
                      </a:r>
                      <a:r>
                        <a:rPr lang="en-US" sz="2550" dirty="0" spc="-1" kern="0">
                          <a:solidFill>
                            <a:srgbClr val="F3EEE3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giữ</a:t>
                      </a:r>
                      <a:r>
                        <a:rPr lang="en-US" sz="2550" dirty="0" spc="6" kern="0">
                          <a:solidFill>
                            <a:srgbClr val="F3EEE3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sửa</a:t>
                      </a:r>
                      <a:r>
                        <a:rPr lang="en-US" sz="2550" dirty="0" spc="13" kern="0">
                          <a:solidFill>
                            <a:srgbClr val="F3EEE3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đổi</a:t>
                      </a:r>
                      <a:r>
                        <a:rPr lang="en-US" sz="2550" dirty="0" spc="-17" kern="0">
                          <a:solidFill>
                            <a:srgbClr val="F3EEE3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trong</a:t>
                      </a:r>
                      <a:r>
                        <a:rPr lang="en-US" sz="2550" dirty="0" spc="3" kern="0">
                          <a:solidFill>
                            <a:srgbClr val="F3EEE3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file</a:t>
                      </a:r>
                      <a:endParaRPr lang="en-US" sz="1200" dirty="0"/>
                    </a:p>
                  </a:txBody>
                  <a:tcPr marL="304800" marR="304800" marT="304800" marB="30480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9050" cap="flat" cmpd="sng" algn="ctr">
                      <a:solidFill>
                        <a:srgbClr val="3A3F4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noFill/>
                    </a:lnB>
                    <a:solidFill>
                      <a:srgbClr val="1E212B"/>
                    </a:solidFill>
                  </a:tcPr>
                </a:tc>
              </a:tr>
              <a:tr h="1143000"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3060"/>
                        </a:lnSpc>
                        <a:buNone/>
                      </a:pPr>
                      <a:r>
                        <a:rPr lang="en-US" sz="2550" dirty="0" spc="1" kern="0">
                          <a:solidFill>
                            <a:srgbClr val="F3EEE3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git</a:t>
                      </a:r>
                      <a:r>
                        <a:rPr lang="en-US" sz="2550" dirty="0" spc="-35" kern="0">
                          <a:solidFill>
                            <a:srgbClr val="F3EEE3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restore</a:t>
                      </a:r>
                      <a:r>
                        <a:rPr lang="en-US" sz="2550" dirty="0" spc="-12" kern="0">
                          <a:solidFill>
                            <a:srgbClr val="F3EEE3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app.py</a:t>
                      </a:r>
                      <a:endParaRPr lang="en-US" sz="1200" dirty="0"/>
                    </a:p>
                  </a:txBody>
                  <a:tcPr marL="304800" marR="304800" marT="304800" marB="30480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9050" cap="flat" cmpd="sng" algn="ctr">
                      <a:solidFill>
                        <a:srgbClr val="3A3F4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noFill/>
                    </a:lnB>
                    <a:solidFill>
                      <a:srgbClr val="1E212B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3060"/>
                        </a:lnSpc>
                        <a:buNone/>
                      </a:pPr>
                      <a:r>
                        <a:rPr lang="en-US" sz="2550" dirty="0" spc="1" kern="0">
                          <a:solidFill>
                            <a:srgbClr val="F3EEE3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Có thể</a:t>
                      </a:r>
                      <a:r>
                        <a:rPr lang="en-US" sz="2550" dirty="0" spc="-4" kern="0">
                          <a:solidFill>
                            <a:srgbClr val="F3EEE3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bỏ</a:t>
                      </a:r>
                      <a:r>
                        <a:rPr lang="en-US" sz="2550" dirty="0" spc="6" kern="0">
                          <a:solidFill>
                            <a:srgbClr val="F3EEE3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sửa</a:t>
                      </a:r>
                      <a:r>
                        <a:rPr lang="en-US" sz="2550" dirty="0" spc="13" kern="0">
                          <a:solidFill>
                            <a:srgbClr val="F3EEE3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đổi</a:t>
                      </a:r>
                      <a:r>
                        <a:rPr lang="en-US" sz="2550" dirty="0" spc="6" kern="0">
                          <a:solidFill>
                            <a:srgbClr val="F3EEE3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chưa</a:t>
                      </a:r>
                      <a:r>
                        <a:rPr lang="en-US" sz="2550" dirty="0" spc="-21" kern="0">
                          <a:solidFill>
                            <a:srgbClr val="F3EEE3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stage</a:t>
                      </a:r>
                      <a:endParaRPr lang="en-US" sz="1200" dirty="0"/>
                    </a:p>
                  </a:txBody>
                  <a:tcPr marL="304800" marR="304800" marT="304800" marB="30480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9050" cap="flat" cmpd="sng" algn="ctr">
                      <a:solidFill>
                        <a:srgbClr val="3A3F4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noFill/>
                    </a:lnB>
                    <a:solidFill>
                      <a:srgbClr val="1E212B"/>
                    </a:solidFill>
                  </a:tcPr>
                </a:tc>
              </a:tr>
              <a:tr h="1143000"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3060"/>
                        </a:lnSpc>
                        <a:buNone/>
                      </a:pPr>
                      <a:r>
                        <a:rPr lang="en-US" sz="2550" dirty="0" spc="1" kern="0">
                          <a:solidFill>
                            <a:srgbClr val="F3EEE3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git</a:t>
                      </a:r>
                      <a:r>
                        <a:rPr lang="en-US" sz="2550" dirty="0" spc="-29" kern="0">
                          <a:solidFill>
                            <a:srgbClr val="F3EEE3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revert</a:t>
                      </a:r>
                      <a:endParaRPr lang="en-US" sz="1200" dirty="0"/>
                    </a:p>
                  </a:txBody>
                  <a:tcPr marL="304800" marR="304800" marT="304800" marB="30480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9050" cap="flat" cmpd="sng" algn="ctr">
                      <a:solidFill>
                        <a:srgbClr val="3A3F4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3A3F4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12B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3060"/>
                        </a:lnSpc>
                        <a:buNone/>
                      </a:pPr>
                      <a:r>
                        <a:rPr lang="en-US" sz="2550" dirty="0" spc="-77" kern="0">
                          <a:solidFill>
                            <a:srgbClr val="F3EEE3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Tạo</a:t>
                      </a:r>
                      <a:r>
                        <a:rPr lang="en-US" sz="2550" dirty="0" spc="1" kern="0">
                          <a:solidFill>
                            <a:srgbClr val="F3EEE3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commit</a:t>
                      </a:r>
                      <a:r>
                        <a:rPr lang="en-US" sz="2550" dirty="0" spc="13" kern="0">
                          <a:solidFill>
                            <a:srgbClr val="F3EEE3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đảo</a:t>
                      </a:r>
                      <a:r>
                        <a:rPr lang="en-US" sz="2550" dirty="0" spc="-8" kern="0">
                          <a:solidFill>
                            <a:srgbClr val="F3EEE3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thay</a:t>
                      </a:r>
                      <a:r>
                        <a:rPr lang="en-US" sz="2550" dirty="0" spc="12" kern="0">
                          <a:solidFill>
                            <a:srgbClr val="F3EEE3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đổi</a:t>
                      </a:r>
                      <a:endParaRPr lang="en-US" sz="1200" dirty="0"/>
                    </a:p>
                  </a:txBody>
                  <a:tcPr marL="304800" marR="304800" marT="304800" marB="30480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9050" cap="flat" cmpd="sng" algn="ctr">
                      <a:solidFill>
                        <a:srgbClr val="3A3F4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3A3F4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12B"/>
                    </a:solidFill>
                  </a:tcPr>
                </a:tc>
              </a:tr>
            </a:tbl>
          </a:graphicData>
        </a:graphic>
      </p:graphicFrame>
      <p:sp>
        <p:nvSpPr>
          <p:cNvPr id="5" name="Text 2"/>
          <p:cNvSpPr/>
          <p:nvPr/>
        </p:nvSpPr>
        <p:spPr>
          <a:xfrm>
            <a:off x="914400" y="8001000"/>
            <a:ext cx="16459200" cy="571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550" dirty="0" spc="24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Đừng</a:t>
            </a:r>
            <a:r>
              <a:rPr lang="en-US" sz="2550" dirty="0" spc="0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nhầm</a:t>
            </a:r>
            <a:r>
              <a:rPr lang="en-US" sz="2550" dirty="0" spc="1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git</a:t>
            </a:r>
            <a:r>
              <a:rPr lang="en-US" sz="2550" dirty="0" spc="-29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revert</a:t>
            </a:r>
            <a:r>
              <a:rPr lang="en-US" sz="2550" dirty="0" spc="-15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với</a:t>
            </a:r>
            <a:r>
              <a:rPr lang="en-US" sz="2550" dirty="0" spc="-25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reset</a:t>
            </a:r>
            <a:r>
              <a:rPr lang="en-US" sz="2550" dirty="0" spc="-3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hoặc</a:t>
            </a:r>
            <a:r>
              <a:rPr lang="en-US" sz="2550" dirty="0" spc="-22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xóa</a:t>
            </a:r>
            <a:r>
              <a:rPr lang="en-US" sz="2550" dirty="0" spc="3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file.</a:t>
            </a:r>
            <a:endParaRPr lang="en-US" sz="2550" dirty="0"/>
          </a:p>
        </p:txBody>
      </p:sp>
      <p:sp>
        <p:nvSpPr>
          <p:cNvPr id="6" name="Connector line-1792369580903-556347079"/>
          <p:cNvSpPr/>
          <p:nvPr/>
        </p:nvSpPr>
        <p:spPr>
          <a:xfrm>
            <a:off x="990600" y="9486900"/>
            <a:ext cx="2914650" cy="0"/>
          </a:xfrm>
          <a:prstGeom prst="line">
            <a:avLst/>
          </a:prstGeom>
          <a:noFill/>
          <a:ln w="19050">
            <a:solidFill>
              <a:srgbClr val="3A3F4E"/>
            </a:solidFill>
            <a:prstDash val="solid"/>
            <a:headEnd type="none"/>
            <a:tailEnd type="none"/>
          </a:ln>
        </p:spPr>
      </p:sp>
      <p:sp>
        <p:nvSpPr>
          <p:cNvPr id="7" name="Shape 4"/>
          <p:cNvSpPr/>
          <p:nvPr/>
        </p:nvSpPr>
        <p:spPr>
          <a:xfrm>
            <a:off x="933450" y="9429750"/>
            <a:ext cx="114300" cy="114300"/>
          </a:xfrm>
          <a:prstGeom prst="ellipse">
            <a:avLst/>
          </a:prstGeom>
          <a:solidFill>
            <a:srgbClr val="9AA0B5"/>
          </a:solidFill>
          <a:ln w="19050">
            <a:solidFill>
              <a:srgbClr val="9AA0B5"/>
            </a:solidFill>
            <a:prstDash val="solid"/>
          </a:ln>
        </p:spPr>
      </p:sp>
      <p:sp>
        <p:nvSpPr>
          <p:cNvPr id="8" name="Shape 5"/>
          <p:cNvSpPr/>
          <p:nvPr/>
        </p:nvSpPr>
        <p:spPr>
          <a:xfrm>
            <a:off x="1257300" y="9429750"/>
            <a:ext cx="114300" cy="114300"/>
          </a:xfrm>
          <a:prstGeom prst="ellipse">
            <a:avLst/>
          </a:prstGeom>
          <a:solidFill>
            <a:srgbClr val="9AA0B5"/>
          </a:solidFill>
          <a:ln w="19050">
            <a:solidFill>
              <a:srgbClr val="9AA0B5"/>
            </a:solidFill>
            <a:prstDash val="solid"/>
          </a:ln>
        </p:spPr>
      </p:sp>
      <p:sp>
        <p:nvSpPr>
          <p:cNvPr id="9" name="Shape 6"/>
          <p:cNvSpPr/>
          <p:nvPr/>
        </p:nvSpPr>
        <p:spPr>
          <a:xfrm>
            <a:off x="1581150" y="9429750"/>
            <a:ext cx="114300" cy="114300"/>
          </a:xfrm>
          <a:prstGeom prst="ellipse">
            <a:avLst/>
          </a:prstGeom>
          <a:solidFill>
            <a:srgbClr val="9AA0B5"/>
          </a:solidFill>
          <a:ln w="19050">
            <a:solidFill>
              <a:srgbClr val="9AA0B5"/>
            </a:solidFill>
            <a:prstDash val="solid"/>
          </a:ln>
        </p:spPr>
      </p:sp>
      <p:sp>
        <p:nvSpPr>
          <p:cNvPr id="10" name="Shape 7"/>
          <p:cNvSpPr/>
          <p:nvPr/>
        </p:nvSpPr>
        <p:spPr>
          <a:xfrm>
            <a:off x="1905000" y="9429750"/>
            <a:ext cx="114300" cy="114300"/>
          </a:xfrm>
          <a:prstGeom prst="ellipse">
            <a:avLst/>
          </a:prstGeom>
          <a:solidFill>
            <a:srgbClr val="9AA0B5"/>
          </a:solidFill>
          <a:ln w="19050">
            <a:solidFill>
              <a:srgbClr val="9AA0B5"/>
            </a:solidFill>
            <a:prstDash val="solid"/>
          </a:ln>
        </p:spPr>
      </p:sp>
      <p:sp>
        <p:nvSpPr>
          <p:cNvPr id="11" name="Shape 8"/>
          <p:cNvSpPr/>
          <p:nvPr/>
        </p:nvSpPr>
        <p:spPr>
          <a:xfrm>
            <a:off x="2228850" y="9429750"/>
            <a:ext cx="114300" cy="114300"/>
          </a:xfrm>
          <a:prstGeom prst="ellipse">
            <a:avLst/>
          </a:prstGeom>
          <a:solidFill>
            <a:srgbClr val="9AA0B5"/>
          </a:solidFill>
          <a:ln w="19050">
            <a:solidFill>
              <a:srgbClr val="9AA0B5"/>
            </a:solidFill>
            <a:prstDash val="solid"/>
          </a:ln>
        </p:spPr>
      </p:sp>
      <p:sp>
        <p:nvSpPr>
          <p:cNvPr id="12" name="Shape 9"/>
          <p:cNvSpPr/>
          <p:nvPr/>
        </p:nvSpPr>
        <p:spPr>
          <a:xfrm>
            <a:off x="2552700" y="9429750"/>
            <a:ext cx="114300" cy="114300"/>
          </a:xfrm>
          <a:prstGeom prst="ellipse">
            <a:avLst/>
          </a:prstGeom>
          <a:solidFill>
            <a:srgbClr val="9AA0B5"/>
          </a:solidFill>
          <a:ln w="19050">
            <a:solidFill>
              <a:srgbClr val="9AA0B5"/>
            </a:solidFill>
            <a:prstDash val="solid"/>
          </a:ln>
        </p:spPr>
      </p:sp>
      <p:sp>
        <p:nvSpPr>
          <p:cNvPr id="13" name="Shape 10"/>
          <p:cNvSpPr/>
          <p:nvPr/>
        </p:nvSpPr>
        <p:spPr>
          <a:xfrm>
            <a:off x="2838450" y="9391650"/>
            <a:ext cx="190500" cy="190500"/>
          </a:xfrm>
          <a:prstGeom prst="ellipse">
            <a:avLst/>
          </a:prstGeom>
          <a:solidFill>
            <a:srgbClr val="FF6A4D"/>
          </a:solidFill>
          <a:ln w="19050">
            <a:solidFill>
              <a:srgbClr val="FF6A4D"/>
            </a:solidFill>
            <a:prstDash val="solid"/>
          </a:ln>
        </p:spPr>
      </p:sp>
      <p:sp>
        <p:nvSpPr>
          <p:cNvPr id="14" name="Shape 11"/>
          <p:cNvSpPr/>
          <p:nvPr/>
        </p:nvSpPr>
        <p:spPr>
          <a:xfrm>
            <a:off x="3200400" y="9429750"/>
            <a:ext cx="114300" cy="1143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9AA0B5"/>
            </a:solidFill>
            <a:prstDash val="solid"/>
          </a:ln>
        </p:spPr>
      </p:sp>
      <p:sp>
        <p:nvSpPr>
          <p:cNvPr id="15" name="Shape 12"/>
          <p:cNvSpPr/>
          <p:nvPr/>
        </p:nvSpPr>
        <p:spPr>
          <a:xfrm>
            <a:off x="3524250" y="9429750"/>
            <a:ext cx="114300" cy="1143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9AA0B5"/>
            </a:solidFill>
            <a:prstDash val="solid"/>
          </a:ln>
        </p:spPr>
      </p:sp>
      <p:sp>
        <p:nvSpPr>
          <p:cNvPr id="16" name="Shape 13"/>
          <p:cNvSpPr/>
          <p:nvPr/>
        </p:nvSpPr>
        <p:spPr>
          <a:xfrm>
            <a:off x="3848100" y="9429750"/>
            <a:ext cx="114300" cy="1143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9AA0B5"/>
            </a:solidFill>
            <a:prstDash val="solid"/>
          </a:ln>
        </p:spPr>
      </p:sp>
      <p:sp>
        <p:nvSpPr>
          <p:cNvPr id="17" name="Text 14"/>
          <p:cNvSpPr/>
          <p:nvPr/>
        </p:nvSpPr>
        <p:spPr>
          <a:xfrm>
            <a:off x="914400" y="9715500"/>
            <a:ext cx="6667500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50" dirty="0" spc="-12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System</a:t>
            </a:r>
            <a:r>
              <a:rPr lang="en-US" sz="1650" dirty="0" spc="0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Design</a:t>
            </a:r>
            <a:r>
              <a:rPr lang="en-US" sz="1650" dirty="0" spc="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101</a:t>
            </a:r>
            <a:r>
              <a:rPr lang="en-US" sz="1650" dirty="0" spc="0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650" dirty="0" spc="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Bài</a:t>
            </a:r>
            <a:r>
              <a:rPr lang="en-US" sz="1650" dirty="0" spc="2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01</a:t>
            </a:r>
            <a:r>
              <a:rPr lang="en-US" sz="1650" dirty="0" spc="0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650" dirty="0" spc="-1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07/10</a:t>
            </a:r>
            <a:endParaRPr lang="en-US" sz="1650" dirty="0"/>
          </a:p>
        </p:txBody>
      </p:sp>
      <p:sp>
        <p:nvSpPr>
          <p:cNvPr id="18" name="Shape 15"/>
          <p:cNvSpPr/>
          <p:nvPr/>
        </p:nvSpPr>
        <p:spPr>
          <a:xfrm>
            <a:off x="15983712" y="9076331"/>
            <a:ext cx="1645920" cy="552301"/>
          </a:xfrm>
          <a:prstGeom prst="roundRect">
            <a:avLst>
              <a:gd name="adj" fmla="val 28000"/>
            </a:avLst>
          </a:prstGeom>
          <a:solidFill>
            <a:srgbClr val="FFFFFF">
              <a:alpha val="82000"/>
            </a:srgbClr>
          </a:solidFill>
          <a:ln/>
        </p:spPr>
      </p:sp>
      <p:pic>
        <p:nvPicPr>
          <p:cNvPr id="19" name="Moda image moda-export-watermark-60934dfe-0c20-4fbb-a4cc-aced514c1ffb" descr="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16109781" y="9202400"/>
            <a:ext cx="1393783" cy="300164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3EEE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857250"/>
            <a:ext cx="1333500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b="1" spc="300" kern="0" dirty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NHÌN</a:t>
            </a:r>
            <a:r>
              <a:rPr lang="en-US" sz="1800" b="1" spc="302" kern="0" dirty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HÌNH THỬ</a:t>
            </a:r>
            <a:r>
              <a:rPr lang="en-US" sz="1800" b="1" spc="297" kern="0" dirty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TRẢ</a:t>
            </a:r>
            <a:r>
              <a:rPr lang="en-US" sz="1800" b="1" spc="279" kern="0" dirty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LỜI</a:t>
            </a:r>
            <a:endParaRPr lang="en-US" sz="1800" dirty="0"/>
          </a:p>
        </p:txBody>
      </p:sp>
      <p:sp>
        <p:nvSpPr>
          <p:cNvPr id="3" name="Text 1"/>
          <p:cNvSpPr/>
          <p:nvPr/>
        </p:nvSpPr>
        <p:spPr>
          <a:xfrm>
            <a:off x="914400" y="1285875"/>
            <a:ext cx="1645920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6900" dirty="0" spc="0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Commit</a:t>
            </a:r>
            <a:r>
              <a:rPr lang="en-US" sz="6900" dirty="0" spc="-13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ngay</a:t>
            </a:r>
            <a:r>
              <a:rPr lang="en-US" sz="6900" dirty="0" spc="-2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có</a:t>
            </a:r>
            <a:r>
              <a:rPr lang="en-US" sz="6900" dirty="0" spc="0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dòng</a:t>
            </a:r>
            <a:r>
              <a:rPr lang="en-US" sz="6900" dirty="0" spc="-33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mới</a:t>
            </a:r>
            <a:r>
              <a:rPr lang="en-US" sz="6900" dirty="0" spc="0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không?</a:t>
            </a:r>
            <a:endParaRPr lang="en-US" sz="6900" dirty="0"/>
          </a:p>
        </p:txBody>
      </p:sp>
      <p:sp>
        <p:nvSpPr>
          <p:cNvPr id="4" name="Text 2"/>
          <p:cNvSpPr/>
          <p:nvPr/>
        </p:nvSpPr>
        <p:spPr>
          <a:xfrm>
            <a:off x="914400" y="3048000"/>
            <a:ext cx="914400" cy="914400"/>
          </a:xfrm>
          <a:prstGeom prst="roundRect">
            <a:avLst>
              <a:gd name="adj" fmla="val 50000"/>
            </a:avLst>
          </a:prstGeom>
          <a:solidFill>
            <a:srgbClr val="0F766E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dirty="0" kern="0">
                <a:solidFill>
                  <a:srgbClr val="FFFFFF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1</a:t>
            </a:r>
            <a:endParaRPr lang="en-US" sz="3000" dirty="0"/>
          </a:p>
        </p:txBody>
      </p:sp>
      <p:sp>
        <p:nvSpPr>
          <p:cNvPr id="5" name="Text 3"/>
          <p:cNvSpPr/>
          <p:nvPr/>
        </p:nvSpPr>
        <p:spPr>
          <a:xfrm>
            <a:off x="2190750" y="3190875"/>
            <a:ext cx="7620000" cy="6286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000" dirty="0" spc="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git</a:t>
            </a:r>
            <a:r>
              <a:rPr lang="en-US" sz="3000" dirty="0" spc="4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add</a:t>
            </a:r>
            <a:r>
              <a:rPr lang="en-US" sz="3000" dirty="0" spc="-6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một</a:t>
            </a:r>
            <a:r>
              <a:rPr lang="en-US" sz="3000" dirty="0" spc="4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file</a:t>
            </a:r>
            <a:endParaRPr lang="en-US" sz="3000" dirty="0"/>
          </a:p>
        </p:txBody>
      </p:sp>
      <p:sp>
        <p:nvSpPr>
          <p:cNvPr id="6" name="Text 4"/>
          <p:cNvSpPr/>
          <p:nvPr/>
        </p:nvSpPr>
        <p:spPr>
          <a:xfrm>
            <a:off x="914400" y="4381500"/>
            <a:ext cx="914400" cy="914400"/>
          </a:xfrm>
          <a:prstGeom prst="roundRect">
            <a:avLst>
              <a:gd name="adj" fmla="val 50000"/>
            </a:avLst>
          </a:prstGeom>
          <a:solidFill>
            <a:srgbClr val="B45309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dirty="0" spc="-5" kern="0">
                <a:solidFill>
                  <a:srgbClr val="FFFFFF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2</a:t>
            </a:r>
            <a:endParaRPr lang="en-US" sz="3000" dirty="0"/>
          </a:p>
        </p:txBody>
      </p:sp>
      <p:sp>
        <p:nvSpPr>
          <p:cNvPr id="7" name="Text 5"/>
          <p:cNvSpPr/>
          <p:nvPr/>
        </p:nvSpPr>
        <p:spPr>
          <a:xfrm>
            <a:off x="2190750" y="4524375"/>
            <a:ext cx="7620000" cy="6286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000" dirty="0" spc="16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Sửa</a:t>
            </a:r>
            <a:r>
              <a:rPr lang="en-US" sz="3000" dirty="0" spc="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thêm</a:t>
            </a:r>
            <a:r>
              <a:rPr lang="en-US" sz="3000" dirty="0" spc="-5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một</a:t>
            </a:r>
            <a:r>
              <a:rPr lang="en-US" sz="3000" dirty="0" spc="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dòng</a:t>
            </a:r>
            <a:endParaRPr lang="en-US" sz="3000" dirty="0"/>
          </a:p>
        </p:txBody>
      </p:sp>
      <p:sp>
        <p:nvSpPr>
          <p:cNvPr id="8" name="Text 6"/>
          <p:cNvSpPr/>
          <p:nvPr/>
        </p:nvSpPr>
        <p:spPr>
          <a:xfrm>
            <a:off x="914400" y="5715000"/>
            <a:ext cx="914400" cy="914400"/>
          </a:xfrm>
          <a:prstGeom prst="roundRect">
            <a:avLst>
              <a:gd name="adj" fmla="val 50000"/>
            </a:avLst>
          </a:prstGeom>
          <a:solidFill>
            <a:srgbClr val="E8472B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dirty="0" spc="-2" kern="0">
                <a:solidFill>
                  <a:srgbClr val="FFFFFF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3</a:t>
            </a:r>
            <a:endParaRPr lang="en-US" sz="3000" dirty="0"/>
          </a:p>
        </p:txBody>
      </p:sp>
      <p:sp>
        <p:nvSpPr>
          <p:cNvPr id="9" name="Text 7"/>
          <p:cNvSpPr/>
          <p:nvPr/>
        </p:nvSpPr>
        <p:spPr>
          <a:xfrm>
            <a:off x="2190750" y="5857875"/>
            <a:ext cx="7620000" cy="6286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000" dirty="0" spc="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git commit</a:t>
            </a:r>
            <a:r>
              <a:rPr lang="en-US" sz="3000" dirty="0" spc="-2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ngay</a:t>
            </a:r>
            <a:endParaRPr lang="en-US" sz="3000" dirty="0"/>
          </a:p>
        </p:txBody>
      </p:sp>
      <p:sp>
        <p:nvSpPr>
          <p:cNvPr id="10" name="Shape 8"/>
          <p:cNvSpPr/>
          <p:nvPr/>
        </p:nvSpPr>
        <p:spPr>
          <a:xfrm>
            <a:off x="10096500" y="3048000"/>
            <a:ext cx="7277100" cy="3581400"/>
          </a:xfrm>
          <a:prstGeom prst="roundRect">
            <a:avLst>
              <a:gd name="adj" fmla="val 7447"/>
            </a:avLst>
          </a:prstGeom>
          <a:solidFill>
            <a:srgbClr val="14161C"/>
          </a:solidFill>
          <a:ln/>
        </p:spPr>
      </p:sp>
      <p:sp>
        <p:nvSpPr>
          <p:cNvPr id="11" name="Text 9"/>
          <p:cNvSpPr/>
          <p:nvPr/>
        </p:nvSpPr>
        <p:spPr>
          <a:xfrm>
            <a:off x="10572750" y="3429000"/>
            <a:ext cx="632460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50" b="1" spc="200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ĐÁP</a:t>
            </a:r>
            <a:r>
              <a:rPr lang="en-US" sz="1950" b="1" spc="223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ÁN</a:t>
            </a:r>
            <a:endParaRPr lang="en-US" sz="1950" dirty="0"/>
          </a:p>
        </p:txBody>
      </p:sp>
      <p:sp>
        <p:nvSpPr>
          <p:cNvPr id="12" name="Text 10"/>
          <p:cNvSpPr/>
          <p:nvPr/>
        </p:nvSpPr>
        <p:spPr>
          <a:xfrm>
            <a:off x="10572750" y="3905250"/>
            <a:ext cx="6324600" cy="8572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5400" dirty="0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Không.</a:t>
            </a:r>
            <a:endParaRPr lang="en-US" sz="5400" dirty="0"/>
          </a:p>
        </p:txBody>
      </p:sp>
      <p:sp>
        <p:nvSpPr>
          <p:cNvPr id="13" name="Text richtext-1792369604111-415254655"/>
          <p:cNvSpPr/>
          <p:nvPr/>
        </p:nvSpPr>
        <p:spPr>
          <a:xfrm>
            <a:off x="10572750" y="4857750"/>
            <a:ext cx="6324600" cy="1524000"/>
          </a:xfrm>
          <a:prstGeom prst="rect">
            <a:avLst/>
          </a:prstGeom>
          <a:noFill/>
          <a:ln/>
        </p:spPr>
        <p:txBody>
          <a:bodyPr wrap="square" lIns="0" tIns="9144" rIns="0" bIns="-9144" rtlCol="0" anchor="t"/>
          <a:lstStyle/>
          <a:p>
            <a:pPr algn="l" marL="304800" indent="-217761">
              <a:lnSpc>
                <a:spcPts val="3240"/>
              </a:lnSpc>
              <a:spcAft>
                <a:spcPts val="750"/>
              </a:spcAft>
              <a:buSzPct val="100000"/>
              <a:buFont typeface="Arial"/>
              <a:buChar char="•"/>
            </a:pPr>
            <a:r>
              <a:rPr lang="en-US" sz="2400" dirty="0" spc="2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Commit</a:t>
            </a:r>
            <a:r>
              <a:rPr lang="en-US" sz="2400" dirty="0" spc="-8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lấy</a:t>
            </a:r>
            <a:r>
              <a:rPr lang="en-US" sz="2400" dirty="0" spc="0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nội</a:t>
            </a:r>
            <a:r>
              <a:rPr lang="en-US" sz="2400" dirty="0" spc="1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dung</a:t>
            </a:r>
            <a:r>
              <a:rPr lang="en-US" sz="2400" dirty="0" spc="-13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trong</a:t>
            </a:r>
            <a:r>
              <a:rPr lang="en-US" sz="2400" dirty="0" spc="-11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index</a:t>
            </a:r>
            <a:endParaRPr lang="en-US" sz="2400" dirty="0"/>
          </a:p>
          <a:p>
            <a:pPr algn="l" marL="304800" indent="-217761">
              <a:lnSpc>
                <a:spcPts val="3240"/>
              </a:lnSpc>
              <a:buSzPct val="100000"/>
              <a:buFont typeface="Arial"/>
              <a:buChar char="•"/>
            </a:pPr>
            <a:r>
              <a:rPr lang="en-US" sz="2400" dirty="0" spc="-1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Muốn</a:t>
            </a:r>
            <a:r>
              <a:rPr lang="en-US" sz="2400" dirty="0" spc="0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có</a:t>
            </a:r>
            <a:r>
              <a:rPr lang="en-US" sz="2400" dirty="0" spc="3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dòng</a:t>
            </a:r>
            <a:r>
              <a:rPr lang="en-US" sz="2400" dirty="0" spc="1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mới: git</a:t>
            </a:r>
            <a:r>
              <a:rPr lang="en-US" sz="2400" dirty="0" spc="2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add</a:t>
            </a:r>
            <a:r>
              <a:rPr lang="en-US" sz="2400" dirty="0" spc="1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lại</a:t>
            </a:r>
            <a:endParaRPr lang="en-US" sz="2400" dirty="0"/>
          </a:p>
        </p:txBody>
      </p:sp>
      <p:sp>
        <p:nvSpPr>
          <p:cNvPr id="14" name="Connector line-1792369604119-148902559"/>
          <p:cNvSpPr/>
          <p:nvPr/>
        </p:nvSpPr>
        <p:spPr>
          <a:xfrm>
            <a:off x="990600" y="9486900"/>
            <a:ext cx="2914650" cy="0"/>
          </a:xfrm>
          <a:prstGeom prst="line">
            <a:avLst/>
          </a:prstGeom>
          <a:noFill/>
          <a:ln w="19050">
            <a:solidFill>
              <a:srgbClr val="CFC7B4"/>
            </a:solidFill>
            <a:prstDash val="solid"/>
            <a:headEnd type="none"/>
            <a:tailEnd type="none"/>
          </a:ln>
        </p:spPr>
      </p:sp>
      <p:sp>
        <p:nvSpPr>
          <p:cNvPr id="15" name="Shape 13"/>
          <p:cNvSpPr/>
          <p:nvPr/>
        </p:nvSpPr>
        <p:spPr>
          <a:xfrm>
            <a:off x="933450" y="9429750"/>
            <a:ext cx="114300" cy="1143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1257300" y="9429750"/>
            <a:ext cx="114300" cy="1143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1581150" y="9429750"/>
            <a:ext cx="114300" cy="1143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1905000" y="9429750"/>
            <a:ext cx="114300" cy="1143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2228850" y="9429750"/>
            <a:ext cx="114300" cy="1143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2552700" y="9429750"/>
            <a:ext cx="114300" cy="1143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2876550" y="9429750"/>
            <a:ext cx="114300" cy="1143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3162300" y="9391650"/>
            <a:ext cx="190500" cy="190500"/>
          </a:xfrm>
          <a:prstGeom prst="ellipse">
            <a:avLst/>
          </a:prstGeom>
          <a:solidFill>
            <a:srgbClr val="E8472B"/>
          </a:solidFill>
          <a:ln w="19050">
            <a:solidFill>
              <a:srgbClr val="E8472B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352425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8A867C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384810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8A867C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914400" y="9715500"/>
            <a:ext cx="6667500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50" dirty="0" spc="-1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System</a:t>
            </a:r>
            <a:r>
              <a:rPr lang="en-US" sz="165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Design</a:t>
            </a:r>
            <a:r>
              <a:rPr lang="en-US" sz="1650" dirty="0" spc="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101</a:t>
            </a:r>
            <a:r>
              <a:rPr lang="en-US" sz="165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650" dirty="0" spc="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Bài</a:t>
            </a:r>
            <a:r>
              <a:rPr lang="en-US" sz="1650" dirty="0" spc="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01</a:t>
            </a:r>
            <a:r>
              <a:rPr lang="en-US" sz="165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650" dirty="0" spc="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08/10</a:t>
            </a:r>
            <a:endParaRPr lang="en-US" sz="1650" dirty="0"/>
          </a:p>
        </p:txBody>
      </p:sp>
      <p:sp>
        <p:nvSpPr>
          <p:cNvPr id="26" name="Shape 24"/>
          <p:cNvSpPr/>
          <p:nvPr/>
        </p:nvSpPr>
        <p:spPr>
          <a:xfrm>
            <a:off x="15983712" y="9076331"/>
            <a:ext cx="1645920" cy="552301"/>
          </a:xfrm>
          <a:prstGeom prst="roundRect">
            <a:avLst>
              <a:gd name="adj" fmla="val 28000"/>
            </a:avLst>
          </a:prstGeom>
          <a:solidFill>
            <a:srgbClr val="FFFFFF">
              <a:alpha val="82000"/>
            </a:srgbClr>
          </a:solidFill>
          <a:ln/>
        </p:spPr>
      </p:sp>
      <p:pic>
        <p:nvPicPr>
          <p:cNvPr id="27" name="Moda image moda-export-watermark-c12578b0-a2c5-4e0f-9f88-853be7876645" descr="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16109781" y="9202400"/>
            <a:ext cx="1393783" cy="300164"/>
          </a:xfrm>
          <a:prstGeom prst="rect">
            <a:avLst/>
          </a:prstGeom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E8E0C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857250"/>
            <a:ext cx="1333500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b="1" spc="300" kern="0" dirty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XEM</a:t>
            </a:r>
            <a:r>
              <a:rPr lang="en-US" sz="1800" b="1" spc="289" kern="0" dirty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SÂU</a:t>
            </a:r>
            <a:r>
              <a:rPr lang="en-US" sz="1800" b="1" spc="301" kern="0" dirty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HƠN</a:t>
            </a:r>
            <a:endParaRPr lang="en-US" sz="1800" dirty="0"/>
          </a:p>
        </p:txBody>
      </p:sp>
      <p:sp>
        <p:nvSpPr>
          <p:cNvPr id="3" name="Text 1"/>
          <p:cNvSpPr/>
          <p:nvPr/>
        </p:nvSpPr>
        <p:spPr>
          <a:xfrm>
            <a:off x="914400" y="1285875"/>
            <a:ext cx="1645920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7200" dirty="0" spc="1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Commit</a:t>
            </a:r>
            <a:r>
              <a:rPr lang="en-US" sz="7200" dirty="0" spc="-2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không</a:t>
            </a:r>
            <a:r>
              <a:rPr lang="en-US" sz="7200" dirty="0" spc="1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phải</a:t>
            </a:r>
            <a:r>
              <a:rPr lang="en-US" sz="7200" dirty="0" spc="-6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bản</a:t>
            </a:r>
            <a:r>
              <a:rPr lang="en-US" sz="7200" dirty="0" spc="-3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sao</a:t>
            </a:r>
            <a:endParaRPr lang="en-US" sz="7200" dirty="0"/>
          </a:p>
        </p:txBody>
      </p:sp>
      <p:sp>
        <p:nvSpPr>
          <p:cNvPr id="4" name="Shape 2"/>
          <p:cNvSpPr/>
          <p:nvPr/>
        </p:nvSpPr>
        <p:spPr>
          <a:xfrm>
            <a:off x="914400" y="3048000"/>
            <a:ext cx="5181600" cy="4572000"/>
          </a:xfrm>
          <a:prstGeom prst="roundRect">
            <a:avLst>
              <a:gd name="adj" fmla="val 5833"/>
            </a:avLst>
          </a:prstGeom>
          <a:solidFill>
            <a:srgbClr val="FBF8F2"/>
          </a:solidFill>
          <a:ln w="28575">
            <a:solidFill>
              <a:srgbClr val="E8472B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1295400" y="3429000"/>
            <a:ext cx="4419600" cy="762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200" dirty="0" spc="-1" kern="0">
                <a:solidFill>
                  <a:srgbClr val="E8472B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Mốc</a:t>
            </a:r>
            <a:endParaRPr lang="en-US" sz="4200" dirty="0"/>
          </a:p>
        </p:txBody>
      </p:sp>
      <p:sp>
        <p:nvSpPr>
          <p:cNvPr id="6" name="Text 4"/>
          <p:cNvSpPr/>
          <p:nvPr/>
        </p:nvSpPr>
        <p:spPr>
          <a:xfrm>
            <a:off x="1295400" y="4381500"/>
            <a:ext cx="4419600" cy="2857500"/>
          </a:xfrm>
          <a:prstGeom prst="rect">
            <a:avLst/>
          </a:prstGeom>
          <a:noFill/>
          <a:ln/>
        </p:spPr>
        <p:txBody>
          <a:bodyPr wrap="square" lIns="0" tIns="10287" rIns="0" bIns="-10287" rtlCol="0" anchor="t"/>
          <a:lstStyle/>
          <a:p>
            <a:pPr algn="l" indent="0" marL="0">
              <a:lnSpc>
                <a:spcPts val="3645"/>
              </a:lnSpc>
              <a:buNone/>
            </a:pPr>
            <a:r>
              <a:rPr lang="en-US" sz="2700" dirty="0" spc="-7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Một</a:t>
            </a:r>
            <a:r>
              <a:rPr lang="en-US" sz="2700" dirty="0" spc="-4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mốc</a:t>
            </a:r>
            <a:r>
              <a:rPr lang="en-US" sz="2700" dirty="0" spc="15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để</a:t>
            </a:r>
            <a:r>
              <a:rPr lang="en-US" sz="2700" dirty="0" spc="-1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so</a:t>
            </a:r>
            <a:r>
              <a:rPr lang="en-US" sz="2700" dirty="0" spc="-5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sánh,</a:t>
            </a:r>
            <a:r>
              <a:rPr lang="en-US" sz="2700" dirty="0" spc="-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không</a:t>
            </a:r>
            <a:r>
              <a:rPr lang="en-US" sz="2700" dirty="0" spc="-1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sao</a:t>
            </a:r>
            <a:r>
              <a:rPr lang="en-US" sz="2700" dirty="0" spc="-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mọi</a:t>
            </a:r>
            <a:r>
              <a:rPr lang="en-US" sz="2700" dirty="0" spc="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file.</a:t>
            </a:r>
            <a:endParaRPr lang="en-US" sz="2700" dirty="0"/>
          </a:p>
        </p:txBody>
      </p:sp>
      <p:sp>
        <p:nvSpPr>
          <p:cNvPr id="7" name="Shape 5"/>
          <p:cNvSpPr/>
          <p:nvPr/>
        </p:nvSpPr>
        <p:spPr>
          <a:xfrm>
            <a:off x="6553200" y="3048000"/>
            <a:ext cx="5181600" cy="4572000"/>
          </a:xfrm>
          <a:prstGeom prst="roundRect">
            <a:avLst>
              <a:gd name="adj" fmla="val 5833"/>
            </a:avLst>
          </a:prstGeom>
          <a:solidFill>
            <a:srgbClr val="FBF8F2"/>
          </a:solidFill>
          <a:ln w="28575">
            <a:solidFill>
              <a:srgbClr val="0F766E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6934200" y="3429000"/>
            <a:ext cx="4419600" cy="762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200" dirty="0" spc="0" kern="0">
                <a:solidFill>
                  <a:srgbClr val="0F766E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File</a:t>
            </a:r>
            <a:r>
              <a:rPr lang="en-US" sz="4200" dirty="0" spc="-20" kern="0">
                <a:solidFill>
                  <a:srgbClr val="0F766E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mới</a:t>
            </a:r>
            <a:endParaRPr lang="en-US" sz="4200" dirty="0"/>
          </a:p>
        </p:txBody>
      </p:sp>
      <p:sp>
        <p:nvSpPr>
          <p:cNvPr id="9" name="Text 7"/>
          <p:cNvSpPr/>
          <p:nvPr/>
        </p:nvSpPr>
        <p:spPr>
          <a:xfrm>
            <a:off x="6934200" y="4381500"/>
            <a:ext cx="4419600" cy="2857500"/>
          </a:xfrm>
          <a:prstGeom prst="rect">
            <a:avLst/>
          </a:prstGeom>
          <a:noFill/>
          <a:ln/>
        </p:spPr>
        <p:txBody>
          <a:bodyPr wrap="square" lIns="0" tIns="10287" rIns="0" bIns="-10287" rtlCol="0" anchor="t"/>
          <a:lstStyle/>
          <a:p>
            <a:pPr algn="l" indent="0" marL="0">
              <a:lnSpc>
                <a:spcPts val="3645"/>
              </a:lnSpc>
              <a:buNone/>
            </a:pPr>
            <a:r>
              <a:rPr lang="en-US" sz="2700" dirty="0" spc="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File</a:t>
            </a:r>
            <a:r>
              <a:rPr lang="en-US" sz="2700" dirty="0" spc="8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chưa</a:t>
            </a:r>
            <a:r>
              <a:rPr lang="en-US" sz="2700" dirty="0" spc="9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được</a:t>
            </a:r>
            <a:r>
              <a:rPr lang="en-US" sz="2700" dirty="0" spc="-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theo dõi</a:t>
            </a:r>
            <a:r>
              <a:rPr lang="en-US" sz="2700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cần</a:t>
            </a:r>
            <a:r>
              <a:rPr lang="en-US" sz="2700" dirty="0" spc="-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add</a:t>
            </a:r>
            <a:r>
              <a:rPr lang="en-US" sz="2700" dirty="0" spc="6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trước.</a:t>
            </a:r>
            <a:endParaRPr lang="en-US" sz="2700" dirty="0"/>
          </a:p>
        </p:txBody>
      </p:sp>
      <p:sp>
        <p:nvSpPr>
          <p:cNvPr id="10" name="Shape 8"/>
          <p:cNvSpPr/>
          <p:nvPr/>
        </p:nvSpPr>
        <p:spPr>
          <a:xfrm>
            <a:off x="12192000" y="3048000"/>
            <a:ext cx="5181600" cy="4572000"/>
          </a:xfrm>
          <a:prstGeom prst="roundRect">
            <a:avLst>
              <a:gd name="adj" fmla="val 5833"/>
            </a:avLst>
          </a:prstGeom>
          <a:solidFill>
            <a:srgbClr val="14161C"/>
          </a:solidFill>
          <a:ln/>
        </p:spPr>
      </p:sp>
      <p:sp>
        <p:nvSpPr>
          <p:cNvPr id="11" name="Text 9"/>
          <p:cNvSpPr/>
          <p:nvPr/>
        </p:nvSpPr>
        <p:spPr>
          <a:xfrm>
            <a:off x="12573000" y="3429000"/>
            <a:ext cx="4419600" cy="762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200" dirty="0" spc="-8" kern="0">
                <a:solidFill>
                  <a:srgbClr val="FFB454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.gitignore</a:t>
            </a:r>
            <a:endParaRPr lang="en-US" sz="4200" dirty="0"/>
          </a:p>
        </p:txBody>
      </p:sp>
      <p:sp>
        <p:nvSpPr>
          <p:cNvPr id="12" name="Text 10"/>
          <p:cNvSpPr/>
          <p:nvPr/>
        </p:nvSpPr>
        <p:spPr>
          <a:xfrm>
            <a:off x="12573000" y="4381500"/>
            <a:ext cx="4419600" cy="2857500"/>
          </a:xfrm>
          <a:prstGeom prst="rect">
            <a:avLst/>
          </a:prstGeom>
          <a:noFill/>
          <a:ln/>
        </p:spPr>
        <p:txBody>
          <a:bodyPr wrap="square" lIns="0" tIns="10287" rIns="0" bIns="-10287" rtlCol="0" anchor="t"/>
          <a:lstStyle/>
          <a:p>
            <a:pPr algn="l" indent="0" marL="0">
              <a:lnSpc>
                <a:spcPts val="3645"/>
              </a:lnSpc>
              <a:buNone/>
            </a:pPr>
            <a:r>
              <a:rPr lang="en-US" sz="2700" dirty="0" spc="-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Không</a:t>
            </a:r>
            <a:r>
              <a:rPr lang="en-US" sz="2700" dirty="0" spc="-27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xóa</a:t>
            </a:r>
            <a:r>
              <a:rPr lang="en-US" sz="2700" dirty="0" spc="4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file</a:t>
            </a:r>
            <a:r>
              <a:rPr lang="en-US" sz="2700" dirty="0" spc="17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đã</a:t>
            </a:r>
            <a:r>
              <a:rPr lang="en-US" sz="2700" dirty="0" spc="-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theo dõi khỏi</a:t>
            </a:r>
            <a:r>
              <a:rPr lang="en-US" sz="2700" dirty="0" spc="-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lịch</a:t>
            </a:r>
            <a:r>
              <a:rPr lang="en-US" sz="2700" dirty="0" spc="-3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sử.</a:t>
            </a:r>
            <a:endParaRPr lang="en-US" sz="2700" dirty="0"/>
          </a:p>
        </p:txBody>
      </p:sp>
      <p:sp>
        <p:nvSpPr>
          <p:cNvPr id="13" name="Connector line-1792369615451-268834069"/>
          <p:cNvSpPr/>
          <p:nvPr/>
        </p:nvSpPr>
        <p:spPr>
          <a:xfrm>
            <a:off x="990600" y="9486900"/>
            <a:ext cx="2914650" cy="0"/>
          </a:xfrm>
          <a:prstGeom prst="line">
            <a:avLst/>
          </a:prstGeom>
          <a:noFill/>
          <a:ln w="19050">
            <a:solidFill>
              <a:srgbClr val="CFC7B4"/>
            </a:solidFill>
            <a:prstDash val="solid"/>
            <a:headEnd type="none"/>
            <a:tailEnd type="none"/>
          </a:ln>
        </p:spPr>
      </p:sp>
      <p:sp>
        <p:nvSpPr>
          <p:cNvPr id="14" name="Shape 12"/>
          <p:cNvSpPr/>
          <p:nvPr/>
        </p:nvSpPr>
        <p:spPr>
          <a:xfrm>
            <a:off x="933450" y="9429750"/>
            <a:ext cx="114300" cy="1143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1257300" y="9429750"/>
            <a:ext cx="114300" cy="1143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1581150" y="9429750"/>
            <a:ext cx="114300" cy="1143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1905000" y="9429750"/>
            <a:ext cx="114300" cy="1143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2228850" y="9429750"/>
            <a:ext cx="114300" cy="1143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2552700" y="9429750"/>
            <a:ext cx="114300" cy="1143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2876550" y="9429750"/>
            <a:ext cx="114300" cy="1143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3200400" y="9429750"/>
            <a:ext cx="114300" cy="1143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3486150" y="9391650"/>
            <a:ext cx="190500" cy="190500"/>
          </a:xfrm>
          <a:prstGeom prst="ellipse">
            <a:avLst/>
          </a:prstGeom>
          <a:solidFill>
            <a:srgbClr val="E8472B"/>
          </a:solidFill>
          <a:ln w="19050">
            <a:solidFill>
              <a:srgbClr val="E8472B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3848100" y="9429750"/>
            <a:ext cx="114300" cy="114300"/>
          </a:xfrm>
          <a:prstGeom prst="ellipse">
            <a:avLst/>
          </a:prstGeom>
          <a:solidFill>
            <a:srgbClr val="E8E0CF"/>
          </a:solidFill>
          <a:ln w="19050">
            <a:solidFill>
              <a:srgbClr val="8A867C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914400" y="9715500"/>
            <a:ext cx="6667500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50" dirty="0" spc="-1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System</a:t>
            </a:r>
            <a:r>
              <a:rPr lang="en-US" sz="165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Design</a:t>
            </a:r>
            <a:r>
              <a:rPr lang="en-US" sz="1650" dirty="0" spc="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101</a:t>
            </a:r>
            <a:r>
              <a:rPr lang="en-US" sz="165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650" dirty="0" spc="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Bài</a:t>
            </a:r>
            <a:r>
              <a:rPr lang="en-US" sz="1650" dirty="0" spc="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01</a:t>
            </a:r>
            <a:r>
              <a:rPr lang="en-US" sz="165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650" dirty="0" spc="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09/10</a:t>
            </a:r>
            <a:endParaRPr lang="en-US" sz="1650" dirty="0"/>
          </a:p>
        </p:txBody>
      </p:sp>
      <p:sp>
        <p:nvSpPr>
          <p:cNvPr id="25" name="Shape 23"/>
          <p:cNvSpPr/>
          <p:nvPr/>
        </p:nvSpPr>
        <p:spPr>
          <a:xfrm>
            <a:off x="15983712" y="9076331"/>
            <a:ext cx="1645920" cy="552301"/>
          </a:xfrm>
          <a:prstGeom prst="roundRect">
            <a:avLst>
              <a:gd name="adj" fmla="val 28000"/>
            </a:avLst>
          </a:prstGeom>
          <a:solidFill>
            <a:srgbClr val="FFFFFF">
              <a:alpha val="82000"/>
            </a:srgbClr>
          </a:solidFill>
          <a:ln/>
        </p:spPr>
      </p:sp>
      <p:pic>
        <p:nvPicPr>
          <p:cNvPr id="26" name="Moda image moda-export-watermark-4714c826-b34f-4a4e-8823-8b599a60845d" descr="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16109781" y="9202400"/>
            <a:ext cx="1393783" cy="300164"/>
          </a:xfrm>
          <a:prstGeom prst="rect">
            <a:avLst/>
          </a:prstGeom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14161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857250"/>
            <a:ext cx="1333500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b="1" spc="255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THUẬT</a:t>
            </a:r>
            <a:r>
              <a:rPr lang="en-US" sz="1800" b="1" spc="300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NGỮ</a:t>
            </a:r>
            <a:r>
              <a:rPr lang="en-US" sz="1800" b="1" spc="254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VÀ</a:t>
            </a:r>
            <a:r>
              <a:rPr lang="en-US" sz="1800" b="1" spc="300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NGUỒN</a:t>
            </a:r>
            <a:endParaRPr lang="en-US" sz="1800" dirty="0"/>
          </a:p>
        </p:txBody>
      </p:sp>
      <p:sp>
        <p:nvSpPr>
          <p:cNvPr id="3" name="Text 1"/>
          <p:cNvSpPr/>
          <p:nvPr/>
        </p:nvSpPr>
        <p:spPr>
          <a:xfrm>
            <a:off x="914400" y="1285875"/>
            <a:ext cx="1645920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6900" dirty="0" spc="-4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Ba</a:t>
            </a:r>
            <a:r>
              <a:rPr lang="en-US" sz="6900" dirty="0" spc="-1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từ</a:t>
            </a:r>
            <a:r>
              <a:rPr lang="en-US" sz="6900" dirty="0" spc="19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để</a:t>
            </a:r>
            <a:r>
              <a:rPr lang="en-US" sz="6900" dirty="0" spc="1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nhớ</a:t>
            </a:r>
            <a:endParaRPr lang="en-US" sz="6900" dirty="0"/>
          </a:p>
        </p:txBody>
      </p:sp>
      <p:sp>
        <p:nvSpPr>
          <p:cNvPr id="4" name="Shape 2"/>
          <p:cNvSpPr/>
          <p:nvPr/>
        </p:nvSpPr>
        <p:spPr>
          <a:xfrm>
            <a:off x="914400" y="2952750"/>
            <a:ext cx="9525000" cy="5334000"/>
          </a:xfrm>
          <a:prstGeom prst="roundRect">
            <a:avLst>
              <a:gd name="adj" fmla="val 5000"/>
            </a:avLst>
          </a:prstGeom>
          <a:solidFill>
            <a:srgbClr val="1E212B"/>
          </a:solidFill>
          <a:ln/>
        </p:spPr>
      </p:sp>
      <p:sp>
        <p:nvSpPr>
          <p:cNvPr id="5" name="Text 3"/>
          <p:cNvSpPr/>
          <p:nvPr/>
        </p:nvSpPr>
        <p:spPr>
          <a:xfrm>
            <a:off x="1333500" y="3286125"/>
            <a:ext cx="8763000" cy="1428750"/>
          </a:xfrm>
          <a:prstGeom prst="rect">
            <a:avLst/>
          </a:prstGeom>
          <a:noFill/>
          <a:ln/>
        </p:spPr>
        <p:txBody>
          <a:bodyPr wrap="square" lIns="0" tIns="9144" rIns="0" bIns="-9144" rtlCol="0" anchor="t"/>
          <a:lstStyle/>
          <a:p>
            <a:pPr algn="l" indent="0" marL="0">
              <a:lnSpc>
                <a:spcPts val="3240"/>
              </a:lnSpc>
              <a:buNone/>
            </a:pPr>
            <a:r>
              <a:rPr lang="en-US" sz="2400" b="1" dirty="0" spc="-22" kern="0">
                <a:solidFill>
                  <a:srgbClr val="3DD6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index</a:t>
            </a:r>
            <a:pPr algn="l" indent="0" marL="0">
              <a:lnSpc>
                <a:spcPts val="3240"/>
              </a:lnSpc>
              <a:buNone/>
            </a:pPr>
            <a:r>
              <a:rPr lang="en-US" sz="2400" dirty="0" spc="-1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:</a:t>
            </a:r>
            <a:r>
              <a:rPr lang="en-US" sz="2400" dirty="0" spc="0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nội</a:t>
            </a:r>
            <a:r>
              <a:rPr lang="en-US" sz="2400" dirty="0" spc="1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dung</a:t>
            </a:r>
            <a:r>
              <a:rPr lang="en-US" sz="2400" dirty="0" spc="19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đã</a:t>
            </a:r>
            <a:r>
              <a:rPr lang="en-US" sz="2400" dirty="0" spc="0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chọn cho</a:t>
            </a:r>
            <a:r>
              <a:rPr lang="en-US" sz="2400" dirty="0" spc="2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lần</a:t>
            </a:r>
            <a:r>
              <a:rPr lang="en-US" sz="2400" dirty="0" spc="16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lưu</a:t>
            </a:r>
            <a:r>
              <a:rPr lang="en-US" sz="2400" dirty="0" spc="-11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tới</a:t>
            </a:r>
            <a:endParaRPr lang="en-US" sz="2400" dirty="0"/>
          </a:p>
        </p:txBody>
      </p:sp>
      <p:sp>
        <p:nvSpPr>
          <p:cNvPr id="6" name="Text 4"/>
          <p:cNvSpPr/>
          <p:nvPr/>
        </p:nvSpPr>
        <p:spPr>
          <a:xfrm>
            <a:off x="1333500" y="4857750"/>
            <a:ext cx="8763000" cy="1428750"/>
          </a:xfrm>
          <a:prstGeom prst="rect">
            <a:avLst/>
          </a:prstGeom>
          <a:noFill/>
          <a:ln/>
        </p:spPr>
        <p:txBody>
          <a:bodyPr wrap="square" lIns="0" tIns="9144" rIns="0" bIns="-9144" rtlCol="0" anchor="t"/>
          <a:lstStyle/>
          <a:p>
            <a:pPr algn="l" indent="0" marL="0">
              <a:lnSpc>
                <a:spcPts val="3240"/>
              </a:lnSpc>
              <a:buNone/>
            </a:pPr>
            <a:r>
              <a:rPr lang="en-US" sz="2400" b="1" dirty="0" spc="-10" kern="0">
                <a:solidFill>
                  <a:srgbClr val="FFB45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stage</a:t>
            </a:r>
            <a:pPr algn="l" indent="0" marL="0">
              <a:lnSpc>
                <a:spcPts val="3240"/>
              </a:lnSpc>
              <a:buNone/>
            </a:pPr>
            <a:r>
              <a:rPr lang="en-US" sz="2400" dirty="0" spc="-1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:</a:t>
            </a:r>
            <a:r>
              <a:rPr lang="en-US" sz="2400" dirty="0" spc="0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chọn nội</a:t>
            </a:r>
            <a:r>
              <a:rPr lang="en-US" sz="2400" dirty="0" spc="1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dung bằng git</a:t>
            </a:r>
            <a:r>
              <a:rPr lang="en-US" sz="2400" dirty="0" spc="3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add</a:t>
            </a:r>
            <a:endParaRPr lang="en-US" sz="2400" dirty="0"/>
          </a:p>
        </p:txBody>
      </p:sp>
      <p:sp>
        <p:nvSpPr>
          <p:cNvPr id="7" name="Text 5"/>
          <p:cNvSpPr/>
          <p:nvPr/>
        </p:nvSpPr>
        <p:spPr>
          <a:xfrm>
            <a:off x="1333500" y="6429375"/>
            <a:ext cx="8763000" cy="1428750"/>
          </a:xfrm>
          <a:prstGeom prst="rect">
            <a:avLst/>
          </a:prstGeom>
          <a:noFill/>
          <a:ln/>
        </p:spPr>
        <p:txBody>
          <a:bodyPr wrap="square" lIns="0" tIns="9144" rIns="0" bIns="-9144" rtlCol="0" anchor="t"/>
          <a:lstStyle/>
          <a:p>
            <a:pPr algn="l" indent="0" marL="0">
              <a:lnSpc>
                <a:spcPts val="3240"/>
              </a:lnSpc>
              <a:buNone/>
            </a:pPr>
            <a:r>
              <a:rPr lang="en-US" sz="2400" b="1" dirty="0" spc="-5" kern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commit</a:t>
            </a:r>
            <a:pPr algn="l" indent="0" marL="0">
              <a:lnSpc>
                <a:spcPts val="3240"/>
              </a:lnSpc>
              <a:buNone/>
            </a:pPr>
            <a:r>
              <a:rPr lang="en-US" sz="2400" dirty="0" spc="-1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:</a:t>
            </a:r>
            <a:r>
              <a:rPr lang="en-US" sz="2400" dirty="0" spc="-3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một</a:t>
            </a:r>
            <a:r>
              <a:rPr lang="en-US" sz="2400" dirty="0" spc="-1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mốc</a:t>
            </a:r>
            <a:r>
              <a:rPr lang="en-US" sz="2400" dirty="0" spc="-13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trong</a:t>
            </a:r>
            <a:r>
              <a:rPr lang="en-US" sz="2400" dirty="0" spc="-1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lịch</a:t>
            </a:r>
            <a:r>
              <a:rPr lang="en-US" sz="2400" dirty="0" spc="0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sử</a:t>
            </a:r>
            <a:r>
              <a:rPr lang="en-US" sz="2400" dirty="0" spc="17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để</a:t>
            </a:r>
            <a:r>
              <a:rPr lang="en-US" sz="2400" dirty="0" spc="-8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so</a:t>
            </a:r>
            <a:r>
              <a:rPr lang="en-US" sz="2400" dirty="0" spc="-5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sánh</a:t>
            </a:r>
            <a:endParaRPr lang="en-US" sz="2400" dirty="0"/>
          </a:p>
        </p:txBody>
      </p:sp>
      <p:sp>
        <p:nvSpPr>
          <p:cNvPr id="8" name="Text 6"/>
          <p:cNvSpPr/>
          <p:nvPr/>
        </p:nvSpPr>
        <p:spPr>
          <a:xfrm>
            <a:off x="11201400" y="3048000"/>
            <a:ext cx="617220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50" b="1" spc="226" kern="0" dirty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NGUỒN ĐỐI</a:t>
            </a:r>
            <a:r>
              <a:rPr lang="en-US" sz="1950" b="1" spc="225" kern="0" dirty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CHIẾU</a:t>
            </a:r>
            <a:endParaRPr lang="en-US" sz="1950" dirty="0"/>
          </a:p>
        </p:txBody>
      </p:sp>
      <p:sp>
        <p:nvSpPr>
          <p:cNvPr id="9" name="Text richtext-1792369628616-17431947"/>
          <p:cNvSpPr/>
          <p:nvPr/>
        </p:nvSpPr>
        <p:spPr>
          <a:xfrm>
            <a:off x="11201400" y="3619500"/>
            <a:ext cx="6172200" cy="4572000"/>
          </a:xfrm>
          <a:prstGeom prst="rect">
            <a:avLst/>
          </a:prstGeom>
          <a:noFill/>
          <a:ln/>
        </p:spPr>
        <p:txBody>
          <a:bodyPr wrap="square" lIns="0" tIns="8557" rIns="0" bIns="-8557" rtlCol="0" anchor="t"/>
          <a:lstStyle/>
          <a:p>
            <a:pPr algn="l" marL="285750" indent="-204151">
              <a:lnSpc>
                <a:spcPts val="3038"/>
              </a:lnSpc>
              <a:spcAft>
                <a:spcPts val="1350"/>
              </a:spcAft>
              <a:buSzPct val="100000"/>
              <a:buFont typeface="Arial"/>
              <a:buChar char="•"/>
            </a:pPr>
            <a:r>
              <a:rPr lang="en-US" sz="2250" dirty="0" spc="-1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Chủ</a:t>
            </a:r>
            <a:r>
              <a:rPr lang="en-US" sz="2250" dirty="0" spc="16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đề</a:t>
            </a:r>
            <a:r>
              <a:rPr lang="en-US" sz="2250" dirty="0" spc="-4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ByteByteGo</a:t>
            </a:r>
            <a:r>
              <a:rPr lang="en-US" sz="2250" dirty="0" spc="-13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tại</a:t>
            </a:r>
            <a:r>
              <a:rPr lang="en-US" sz="2250" dirty="0" spc="-1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snapshot</a:t>
            </a:r>
            <a:r>
              <a:rPr lang="en-US" sz="2250" dirty="0" spc="4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cố</a:t>
            </a:r>
            <a:r>
              <a:rPr lang="en-US" sz="2250" dirty="0" spc="19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định</a:t>
            </a:r>
            <a:endParaRPr lang="en-US" sz="2250" dirty="0"/>
          </a:p>
          <a:p>
            <a:pPr algn="l" marL="285750" indent="-204151">
              <a:lnSpc>
                <a:spcPts val="3038"/>
              </a:lnSpc>
              <a:spcAft>
                <a:spcPts val="1350"/>
              </a:spcAft>
              <a:buSzPct val="100000"/>
              <a:buFont typeface="Arial"/>
              <a:buChar char="•"/>
            </a:pPr>
            <a:r>
              <a:rPr lang="en-US" sz="2250" dirty="0" spc="0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Git:</a:t>
            </a:r>
            <a:r>
              <a:rPr lang="en-US" sz="2250" dirty="0" spc="2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các</a:t>
            </a:r>
            <a:r>
              <a:rPr lang="en-US" sz="2250" dirty="0" spc="0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lệnh</a:t>
            </a:r>
            <a:endParaRPr lang="en-US" sz="2250" dirty="0"/>
          </a:p>
          <a:p>
            <a:pPr algn="l" marL="285750" indent="-204151">
              <a:lnSpc>
                <a:spcPts val="3038"/>
              </a:lnSpc>
              <a:spcAft>
                <a:spcPts val="1350"/>
              </a:spcAft>
              <a:buSzPct val="100000"/>
              <a:buFont typeface="Arial"/>
              <a:buChar char="•"/>
            </a:pPr>
            <a:r>
              <a:rPr lang="en-US" sz="2250" dirty="0" spc="-2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Git</a:t>
            </a:r>
            <a:r>
              <a:rPr lang="en-US" sz="2250" dirty="0" spc="2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add</a:t>
            </a:r>
            <a:endParaRPr lang="en-US" sz="2250" dirty="0"/>
          </a:p>
          <a:p>
            <a:pPr algn="l" marL="285750" indent="-204151">
              <a:lnSpc>
                <a:spcPts val="3038"/>
              </a:lnSpc>
              <a:buSzPct val="100000"/>
              <a:buFont typeface="Arial"/>
              <a:buChar char="•"/>
            </a:pPr>
            <a:r>
              <a:rPr lang="en-US" sz="2250" dirty="0" spc="-2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Git</a:t>
            </a:r>
            <a:r>
              <a:rPr lang="en-US" sz="2250" dirty="0" spc="-32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restore</a:t>
            </a:r>
            <a:endParaRPr lang="en-US" sz="2250" dirty="0"/>
          </a:p>
        </p:txBody>
      </p:sp>
      <p:sp>
        <p:nvSpPr>
          <p:cNvPr id="10" name="Connector line-1792369628625-248194975"/>
          <p:cNvSpPr/>
          <p:nvPr/>
        </p:nvSpPr>
        <p:spPr>
          <a:xfrm>
            <a:off x="990600" y="9486900"/>
            <a:ext cx="2914650" cy="0"/>
          </a:xfrm>
          <a:prstGeom prst="line">
            <a:avLst/>
          </a:prstGeom>
          <a:noFill/>
          <a:ln w="19050">
            <a:solidFill>
              <a:srgbClr val="3A3F4E"/>
            </a:solidFill>
            <a:prstDash val="solid"/>
            <a:headEnd type="none"/>
            <a:tailEnd type="none"/>
          </a:ln>
        </p:spPr>
      </p:sp>
      <p:sp>
        <p:nvSpPr>
          <p:cNvPr id="11" name="Shape 9"/>
          <p:cNvSpPr/>
          <p:nvPr/>
        </p:nvSpPr>
        <p:spPr>
          <a:xfrm>
            <a:off x="933450" y="9429750"/>
            <a:ext cx="114300" cy="114300"/>
          </a:xfrm>
          <a:prstGeom prst="ellipse">
            <a:avLst/>
          </a:prstGeom>
          <a:solidFill>
            <a:srgbClr val="9AA0B5"/>
          </a:solidFill>
          <a:ln w="19050">
            <a:solidFill>
              <a:srgbClr val="9AA0B5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1257300" y="9429750"/>
            <a:ext cx="114300" cy="114300"/>
          </a:xfrm>
          <a:prstGeom prst="ellipse">
            <a:avLst/>
          </a:prstGeom>
          <a:solidFill>
            <a:srgbClr val="9AA0B5"/>
          </a:solidFill>
          <a:ln w="19050">
            <a:solidFill>
              <a:srgbClr val="9AA0B5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1581150" y="9429750"/>
            <a:ext cx="114300" cy="114300"/>
          </a:xfrm>
          <a:prstGeom prst="ellipse">
            <a:avLst/>
          </a:prstGeom>
          <a:solidFill>
            <a:srgbClr val="9AA0B5"/>
          </a:solidFill>
          <a:ln w="19050">
            <a:solidFill>
              <a:srgbClr val="9AA0B5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1905000" y="9429750"/>
            <a:ext cx="114300" cy="114300"/>
          </a:xfrm>
          <a:prstGeom prst="ellipse">
            <a:avLst/>
          </a:prstGeom>
          <a:solidFill>
            <a:srgbClr val="9AA0B5"/>
          </a:solidFill>
          <a:ln w="19050">
            <a:solidFill>
              <a:srgbClr val="9AA0B5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2228850" y="9429750"/>
            <a:ext cx="114300" cy="114300"/>
          </a:xfrm>
          <a:prstGeom prst="ellipse">
            <a:avLst/>
          </a:prstGeom>
          <a:solidFill>
            <a:srgbClr val="9AA0B5"/>
          </a:solidFill>
          <a:ln w="19050">
            <a:solidFill>
              <a:srgbClr val="9AA0B5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2552700" y="9429750"/>
            <a:ext cx="114300" cy="114300"/>
          </a:xfrm>
          <a:prstGeom prst="ellipse">
            <a:avLst/>
          </a:prstGeom>
          <a:solidFill>
            <a:srgbClr val="9AA0B5"/>
          </a:solidFill>
          <a:ln w="19050">
            <a:solidFill>
              <a:srgbClr val="9AA0B5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2876550" y="9429750"/>
            <a:ext cx="114300" cy="114300"/>
          </a:xfrm>
          <a:prstGeom prst="ellipse">
            <a:avLst/>
          </a:prstGeom>
          <a:solidFill>
            <a:srgbClr val="9AA0B5"/>
          </a:solidFill>
          <a:ln w="19050">
            <a:solidFill>
              <a:srgbClr val="9AA0B5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3200400" y="9429750"/>
            <a:ext cx="114300" cy="114300"/>
          </a:xfrm>
          <a:prstGeom prst="ellipse">
            <a:avLst/>
          </a:prstGeom>
          <a:solidFill>
            <a:srgbClr val="9AA0B5"/>
          </a:solidFill>
          <a:ln w="19050">
            <a:solidFill>
              <a:srgbClr val="9AA0B5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3524250" y="9429750"/>
            <a:ext cx="114300" cy="114300"/>
          </a:xfrm>
          <a:prstGeom prst="ellipse">
            <a:avLst/>
          </a:prstGeom>
          <a:solidFill>
            <a:srgbClr val="9AA0B5"/>
          </a:solidFill>
          <a:ln w="19050">
            <a:solidFill>
              <a:srgbClr val="9AA0B5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3810000" y="9391650"/>
            <a:ext cx="190500" cy="190500"/>
          </a:xfrm>
          <a:prstGeom prst="ellipse">
            <a:avLst/>
          </a:prstGeom>
          <a:solidFill>
            <a:srgbClr val="FF6A4D"/>
          </a:solidFill>
          <a:ln w="19050">
            <a:solidFill>
              <a:srgbClr val="FF6A4D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914400" y="9715500"/>
            <a:ext cx="6667500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50" dirty="0" spc="-12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System</a:t>
            </a:r>
            <a:r>
              <a:rPr lang="en-US" sz="1650" dirty="0" spc="0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Design</a:t>
            </a:r>
            <a:r>
              <a:rPr lang="en-US" sz="1650" dirty="0" spc="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101</a:t>
            </a:r>
            <a:r>
              <a:rPr lang="en-US" sz="1650" dirty="0" spc="0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650" dirty="0" spc="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Bài</a:t>
            </a:r>
            <a:r>
              <a:rPr lang="en-US" sz="1650" dirty="0" spc="2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01</a:t>
            </a:r>
            <a:r>
              <a:rPr lang="en-US" sz="1650" dirty="0" spc="0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650" dirty="0" spc="2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10/10</a:t>
            </a:r>
            <a:endParaRPr lang="en-US" sz="1650" dirty="0"/>
          </a:p>
        </p:txBody>
      </p:sp>
      <p:sp>
        <p:nvSpPr>
          <p:cNvPr id="22" name="Shape 20"/>
          <p:cNvSpPr/>
          <p:nvPr/>
        </p:nvSpPr>
        <p:spPr>
          <a:xfrm>
            <a:off x="15983712" y="9076331"/>
            <a:ext cx="1645920" cy="552301"/>
          </a:xfrm>
          <a:prstGeom prst="roundRect">
            <a:avLst>
              <a:gd name="adj" fmla="val 28000"/>
            </a:avLst>
          </a:prstGeom>
          <a:solidFill>
            <a:srgbClr val="FFFFFF">
              <a:alpha val="82000"/>
            </a:srgbClr>
          </a:solidFill>
          <a:ln/>
        </p:spPr>
      </p:sp>
      <p:pic>
        <p:nvPicPr>
          <p:cNvPr id="23" name="Moda image moda-export-watermark-e1a207a0-d243-470b-8b1f-d4e726c6d170" descr="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16109781" y="9202400"/>
            <a:ext cx="1393783" cy="300164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2026-10-19T01:40:07Z</dcterms:created>
  <dcterms:modified xsi:type="dcterms:W3CDTF">2026-10-19T01:40:07Z</dcterms:modified>
</cp:coreProperties>
</file>