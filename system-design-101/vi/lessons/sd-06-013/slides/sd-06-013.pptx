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tồn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xuyên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238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 rồi,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80772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6477000"/>
            <a:ext cx="95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343150" y="6667500"/>
            <a:ext cx="628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Cất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3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rỗng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343150" y="74295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96400" y="6286500"/>
            <a:ext cx="80772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7400" y="6477000"/>
            <a:ext cx="95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725150" y="6667500"/>
            <a:ext cx="628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Bloom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725150" y="74295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có,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SQLite,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27cb8bab-e1fc-489a-aefd-d68a76ee5f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thứ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52400" cy="3619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48000"/>
            <a:ext cx="15811500" cy="381000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ctr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giả:</a:t>
            </a:r>
            <a:r>
              <a:rPr lang="en-US" sz="66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dồn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524000" y="7524750"/>
            <a:ext cx="4572000" cy="8001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Cất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62700" y="752475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72750" y="7524750"/>
            <a:ext cx="6762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chữa,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250" dirty="0"/>
          </a:p>
        </p:txBody>
      </p:sp>
      <p:sp>
        <p:nvSpPr>
          <p:cNvPr id="9" name="Connector line-1792372220951-785574053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a5a6864-32b2-4f95-8da8-1f91239f5c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CẤT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TRỊ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“không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có”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10000" cy="20002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095625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181100" y="3905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trượt</a:t>
            </a:r>
            <a:endParaRPr lang="en-US" sz="2100" dirty="0"/>
          </a:p>
        </p:txBody>
      </p:sp>
      <p:sp>
        <p:nvSpPr>
          <p:cNvPr id="7" name="Connector line-1792372221786-650872847"/>
          <p:cNvSpPr/>
          <p:nvPr/>
        </p:nvSpPr>
        <p:spPr>
          <a:xfrm>
            <a:off x="4762500" y="3857625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43500" y="2857500"/>
            <a:ext cx="3810000" cy="20002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3095625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5410200" y="3905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có”</a:t>
            </a:r>
            <a:endParaRPr lang="en-US" sz="2100" dirty="0"/>
          </a:p>
        </p:txBody>
      </p:sp>
      <p:sp>
        <p:nvSpPr>
          <p:cNvPr id="11" name="Connector line-1792372221791-435217292"/>
          <p:cNvSpPr/>
          <p:nvPr/>
        </p:nvSpPr>
        <p:spPr>
          <a:xfrm>
            <a:off x="8991600" y="3857625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72600" y="2857500"/>
            <a:ext cx="3810000" cy="2000250"/>
          </a:xfrm>
          <a:prstGeom prst="roundRect">
            <a:avLst>
              <a:gd name="adj" fmla="val 11429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39300" y="3095625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Cất</a:t>
            </a:r>
            <a:r>
              <a:rPr lang="en-US" sz="3150" dirty="0" spc="-8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rỗng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9639300" y="3905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100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1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(TTL)</a:t>
            </a:r>
            <a:r>
              <a:rPr lang="en-US" sz="2100" dirty="0" spc="-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100" dirty="0"/>
          </a:p>
        </p:txBody>
      </p:sp>
      <p:sp>
        <p:nvSpPr>
          <p:cNvPr id="15" name="Connector line-1792372221796-168671837"/>
          <p:cNvSpPr/>
          <p:nvPr/>
        </p:nvSpPr>
        <p:spPr>
          <a:xfrm>
            <a:off x="13220700" y="3857625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601700" y="2857500"/>
            <a:ext cx="3810000" cy="20002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68400" y="3095625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3868400" y="3905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có” luôn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5429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566737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33500" y="6191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6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1333500" y="7334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lặp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372600" y="5429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91700" y="566737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20.000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791700" y="6191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20.000</a:t>
            </a:r>
            <a:r>
              <a:rPr lang="en-US" sz="6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791700" y="7334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 khóa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Redis.</a:t>
            </a:r>
            <a:endParaRPr lang="en-US" sz="2250" dirty="0"/>
          </a:p>
        </p:txBody>
      </p:sp>
      <p:sp>
        <p:nvSpPr>
          <p:cNvPr id="27" name="Connector line-1792372221816-255343723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3a63c04-fe45-47a2-b496-8f6b91e273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8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80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20.000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GIẢ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Chắc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có: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  <a:gridCol w="2962656"/>
                <a:gridCol w="5266944"/>
              </a:tblGrid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Tỷ</a:t>
                      </a: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</a:t>
                      </a:r>
                      <a:r>
                        <a:rPr lang="en-US" sz="2400" b="1" dirty="0" spc="-6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Kích</a:t>
                      </a:r>
                      <a:r>
                        <a:rPr lang="en-US" sz="2400" b="1" dirty="0" spc="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thước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lọc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Hàm</a:t>
                      </a:r>
                      <a:r>
                        <a:rPr lang="en-US" sz="240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băm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</a:t>
                      </a:r>
                      <a:r>
                        <a:rPr lang="en-US" sz="2400" b="1" dirty="0" spc="-7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lọt</a:t>
                      </a: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120</a:t>
                      </a:r>
                      <a:r>
                        <a:rPr lang="en-US" sz="24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KB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6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174</a:t>
                      </a:r>
                      <a:r>
                        <a:rPr lang="en-US" sz="2400" b="1" dirty="0" spc="-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(0,87%)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0,1%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 180</a:t>
                      </a:r>
                      <a:r>
                        <a:rPr lang="en-US" sz="24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KB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24</a:t>
                      </a:r>
                      <a:r>
                        <a:rPr lang="en-US" sz="2400" b="1" dirty="0" spc="2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(0,12%)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628650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33500" y="652462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33500" y="7048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“Chắc chắn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có”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có”.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372600" y="628650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3DD6A0"/>
          </a:solidFill>
          <a:ln/>
        </p:spPr>
      </p:sp>
      <p:sp>
        <p:nvSpPr>
          <p:cNvPr id="9" name="Text 6"/>
          <p:cNvSpPr/>
          <p:nvPr/>
        </p:nvSpPr>
        <p:spPr>
          <a:xfrm>
            <a:off x="9791700" y="6477000"/>
            <a:ext cx="7239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 bị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nhầm: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endParaRPr lang="en-US" sz="3600" dirty="0"/>
          </a:p>
        </p:txBody>
      </p:sp>
      <p:sp>
        <p:nvSpPr>
          <p:cNvPr id="10" name="Connector line-1792372274948-951338891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04/08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fc5c22f-0e70-45f5-8adb-e50e7372f1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chăm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96500" y="28575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thì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191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286000" y="4191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96500" y="4191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lọt;</a:t>
            </a:r>
            <a:r>
              <a:rPr lang="en-US" sz="21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524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096500" y="55245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858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2286000" y="6858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096500" y="6858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endParaRPr lang="en-US" sz="2100" dirty="0"/>
          </a:p>
        </p:txBody>
      </p:sp>
      <p:sp>
        <p:nvSpPr>
          <p:cNvPr id="20" name="Connector line-1792372275808-955484154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1b5672a-2277-4750-8d56-9a79d94433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rỗng,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tải?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137160" rIns="0" bIns="-137160" rtlCol="0" anchor="ctr"/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35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135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914400" y="4953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 giá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763000" y="2952750"/>
            <a:ext cx="8610600" cy="1666875"/>
          </a:xfrm>
          <a:prstGeom prst="roundRect">
            <a:avLst>
              <a:gd name="adj" fmla="val 1371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3162300"/>
            <a:ext cx="790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 Bloom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0" y="381000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763000" y="4810125"/>
            <a:ext cx="8610600" cy="1666875"/>
          </a:xfrm>
          <a:prstGeom prst="roundRect">
            <a:avLst>
              <a:gd name="adj" fmla="val 1371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5019675"/>
            <a:ext cx="790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0" y="5667375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763000" y="6667500"/>
            <a:ext cx="8610600" cy="1666875"/>
          </a:xfrm>
          <a:prstGeom prst="roundRect">
            <a:avLst>
              <a:gd name="adj" fmla="val 13714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6877050"/>
            <a:ext cx="790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0" y="752475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15" name="Connector line-1792372276812-861963758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06/08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49a41c8-29cb-48f2-98f4-3e44f02fc8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2277713-105964479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cách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2277731-354158655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cả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cách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viết;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</p:txBody>
      </p:sp>
      <p:sp>
        <p:nvSpPr>
          <p:cNvPr id="10" name="Connector line-1792372277741-680956418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bc2bd73-015c-4e32-a212-2a7bdb9adc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429000" y="29146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800" dirty="0" spc="-5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29000" y="32956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29000" y="43434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47244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KB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29000" y="57721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KiloByte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61531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1437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29000" y="72009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75819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72278694-243877270"/>
          <p:cNvSpPr/>
          <p:nvPr/>
        </p:nvSpPr>
        <p:spPr>
          <a:xfrm>
            <a:off x="10572750" y="3810000"/>
            <a:ext cx="6324600" cy="2857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572750" y="7239000"/>
            <a:ext cx="6324600" cy="9525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endParaRPr lang="en-US" sz="1800" dirty="0"/>
          </a:p>
        </p:txBody>
      </p:sp>
      <p:sp>
        <p:nvSpPr>
          <p:cNvPr id="20" name="Connector line-1792372278700-590227923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971d790-d513-4070-96c1-9d954b3895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2026-10-19T01:27:20Z</dcterms:created>
  <dcterms:modified xsi:type="dcterms:W3CDTF">2026-10-19T01:27:20Z</dcterms:modified>
</cp:coreProperties>
</file>