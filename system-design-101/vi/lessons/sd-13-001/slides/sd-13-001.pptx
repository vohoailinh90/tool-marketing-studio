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477500" cy="2762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êm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trên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382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8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rớt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r>
              <a:rPr lang="en-US" sz="285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r>
              <a:rPr lang="en-US" sz="28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Pod?</a:t>
            </a:r>
            <a:endParaRPr lang="en-US" sz="2850" dirty="0"/>
          </a:p>
        </p:txBody>
      </p:sp>
      <p:sp>
        <p:nvSpPr>
          <p:cNvPr id="5" name="Connector line-1792319673579-978896078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2762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76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rớt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905250" y="7410450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</a:t>
            </a:r>
            <a:r>
              <a:rPr lang="en-US" sz="43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905250" y="811530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67500" y="741045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SIGTERM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6667500" y="81153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5631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3" name="Connector line-1792319673597-909806118"/>
          <p:cNvSpPr/>
          <p:nvPr/>
        </p:nvSpPr>
        <p:spPr>
          <a:xfrm>
            <a:off x="11144250" y="2590800"/>
            <a:ext cx="0" cy="4953000"/>
          </a:xfrm>
          <a:prstGeom prst="line">
            <a:avLst/>
          </a:prstGeom>
          <a:noFill/>
          <a:ln w="3810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0934700" y="23812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34700" y="36195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4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34700" y="48577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34700" y="60960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34700" y="73342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772900" y="23622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21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10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100" dirty="0" spc="-2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Terminating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772900" y="36004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Traffic</a:t>
            </a:r>
            <a:r>
              <a:rPr lang="en-US" sz="210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thể</a:t>
            </a:r>
            <a:r>
              <a:rPr lang="en-US" sz="210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100" dirty="0" spc="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1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1772900" y="48387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Nhận</a:t>
            </a:r>
            <a:r>
              <a:rPr lang="en-US" sz="21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100" dirty="0" spc="1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72900" y="60769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1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ân</a:t>
            </a:r>
            <a:r>
              <a:rPr lang="en-US" sz="210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hạn:</a:t>
            </a:r>
            <a:r>
              <a:rPr lang="en-US" sz="2100" dirty="0" spc="19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100" dirty="0" spc="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cưỡng</a:t>
            </a:r>
            <a:r>
              <a:rPr lang="en-US" sz="2100" dirty="0" spc="1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bức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1772900" y="73152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Dồn</a:t>
            </a:r>
            <a:r>
              <a:rPr lang="en-US" sz="210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node:</a:t>
            </a:r>
            <a:r>
              <a:rPr lang="en-US" sz="21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1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2100" dirty="0" spc="-1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2100" dirty="0" spc="-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1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df19883-48c3-452f-b068-5715d204ad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3820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75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rớt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-10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9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Lỗi</a:t>
            </a:r>
            <a:r>
              <a:rPr lang="en-US" sz="30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300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3000" dirty="0" spc="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300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000" dirty="0" spc="-1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tắt,</a:t>
            </a:r>
            <a:endParaRPr lang="en-US" sz="30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xử</a:t>
            </a:r>
            <a:r>
              <a:rPr lang="en-US" sz="300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238750"/>
            <a:ext cx="81915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dồn node,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781800"/>
            <a:ext cx="8191500" cy="1962150"/>
          </a:xfrm>
          <a:prstGeom prst="roundRect">
            <a:avLst>
              <a:gd name="adj" fmla="val 13592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70294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4866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 theo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715500" y="876300"/>
            <a:ext cx="7658100" cy="7867650"/>
          </a:xfrm>
          <a:prstGeom prst="roundRect">
            <a:avLst>
              <a:gd name="adj" fmla="val 398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1524000"/>
            <a:ext cx="61341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400" dirty="0"/>
          </a:p>
        </p:txBody>
      </p:sp>
      <p:sp>
        <p:nvSpPr>
          <p:cNvPr id="11" name="Connector line-1792319700607-647003598"/>
          <p:cNvSpPr/>
          <p:nvPr/>
        </p:nvSpPr>
        <p:spPr>
          <a:xfrm>
            <a:off x="13544550" y="2762250"/>
            <a:ext cx="0" cy="78105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0477500" y="3619500"/>
            <a:ext cx="6134100" cy="1238250"/>
          </a:xfrm>
          <a:prstGeom prst="roundRect">
            <a:avLst>
              <a:gd name="adj" fmla="val 1846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</a:t>
            </a: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3" name="Connector line-1792319700609-276892368"/>
          <p:cNvSpPr/>
          <p:nvPr/>
        </p:nvSpPr>
        <p:spPr>
          <a:xfrm>
            <a:off x="13544550" y="4857750"/>
            <a:ext cx="0" cy="78105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0477500" y="5715000"/>
            <a:ext cx="6134100" cy="1238250"/>
          </a:xfrm>
          <a:prstGeom prst="roundRect">
            <a:avLst>
              <a:gd name="adj" fmla="val 1846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rớt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77500" y="7810500"/>
            <a:ext cx="613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55da5d9-f568-4927-b238-604d814f54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382000" cy="2381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838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-1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30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3000" dirty="0" spc="-3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Terminating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29150"/>
            <a:ext cx="81915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terminating,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5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19800"/>
            <a:ext cx="8191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2484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r>
              <a:rPr lang="en-US" sz="1800" b="1" spc="19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 THÊM</a:t>
            </a:r>
            <a:endParaRPr lang="en-US" sz="1800" dirty="0"/>
          </a:p>
        </p:txBody>
      </p:sp>
      <p:sp>
        <p:nvSpPr>
          <p:cNvPr id="8" name="Text richtext-1792321202243-595209318"/>
          <p:cNvSpPr/>
          <p:nvPr/>
        </p:nvSpPr>
        <p:spPr>
          <a:xfrm>
            <a:off x="1295400" y="67437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tắt:</a:t>
            </a:r>
            <a:r>
              <a:rPr lang="en-US" sz="24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preStop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715500" y="876300"/>
            <a:ext cx="7658100" cy="7867650"/>
          </a:xfrm>
          <a:prstGeom prst="roundRect">
            <a:avLst>
              <a:gd name="adj" fmla="val 398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0477500" y="1428750"/>
            <a:ext cx="6134100" cy="1028700"/>
          </a:xfrm>
          <a:prstGeom prst="roundRect">
            <a:avLst>
              <a:gd name="adj" fmla="val 22222"/>
            </a:avLst>
          </a:prstGeom>
          <a:solidFill>
            <a:srgbClr val="12141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endParaRPr lang="en-US" sz="2250" dirty="0"/>
          </a:p>
        </p:txBody>
      </p:sp>
      <p:sp>
        <p:nvSpPr>
          <p:cNvPr id="11" name="Connector line-1792321202266-908166688"/>
          <p:cNvSpPr/>
          <p:nvPr/>
        </p:nvSpPr>
        <p:spPr>
          <a:xfrm>
            <a:off x="13544550" y="2457450"/>
            <a:ext cx="0" cy="6477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0477500" y="3181350"/>
            <a:ext cx="6134100" cy="2152650"/>
          </a:xfrm>
          <a:prstGeom prst="roundRect">
            <a:avLst>
              <a:gd name="adj" fmla="val 10619"/>
            </a:avLst>
          </a:prstGeom>
          <a:solidFill>
            <a:srgbClr val="12141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58500" y="3409950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Endpoint</a:t>
            </a:r>
            <a:r>
              <a:rPr lang="en-US" sz="195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dirty="0" spc="-1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195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Service</a:t>
            </a:r>
            <a:r>
              <a:rPr lang="en-US" sz="195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1950" dirty="0" spc="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58500" y="39624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2141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terminating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277850" y="39624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12141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19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858500" y="47053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950" dirty="0"/>
          </a:p>
        </p:txBody>
      </p:sp>
      <p:sp>
        <p:nvSpPr>
          <p:cNvPr id="17" name="Connector line-1792321202276-776917600"/>
          <p:cNvSpPr/>
          <p:nvPr/>
        </p:nvSpPr>
        <p:spPr>
          <a:xfrm>
            <a:off x="13544550" y="5334000"/>
            <a:ext cx="0" cy="6477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8" name="Text 16"/>
          <p:cNvSpPr/>
          <p:nvPr/>
        </p:nvSpPr>
        <p:spPr>
          <a:xfrm>
            <a:off x="10477500" y="6057900"/>
            <a:ext cx="6134100" cy="1028700"/>
          </a:xfrm>
          <a:prstGeom prst="roundRect">
            <a:avLst>
              <a:gd name="adj" fmla="val 22222"/>
            </a:avLst>
          </a:prstGeom>
          <a:solidFill>
            <a:srgbClr val="12141B"/>
          </a:solidFill>
          <a:ln w="28575">
            <a:solidFill>
              <a:srgbClr val="F3EEE3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Traffic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477500" y="7810500"/>
            <a:ext cx="613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e936214-8400-407f-8e23-cddd522f3c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382000" cy="2381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 dừng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838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Mặc</a:t>
            </a:r>
            <a:r>
              <a:rPr lang="en-US" sz="3000" dirty="0" spc="1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300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SIGTERM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29150"/>
            <a:ext cx="81915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cần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19800"/>
            <a:ext cx="8191500" cy="2762250"/>
          </a:xfrm>
          <a:prstGeom prst="roundRect">
            <a:avLst>
              <a:gd name="adj" fmla="val 9655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2484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1800" dirty="0"/>
          </a:p>
        </p:txBody>
      </p:sp>
      <p:sp>
        <p:nvSpPr>
          <p:cNvPr id="8" name="Text richtext-1792319833493-216597830"/>
          <p:cNvSpPr/>
          <p:nvPr/>
        </p:nvSpPr>
        <p:spPr>
          <a:xfrm>
            <a:off x="1295400" y="67437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Ngừng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shell: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không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715500" y="876300"/>
            <a:ext cx="7658100" cy="7867650"/>
          </a:xfrm>
          <a:prstGeom prst="roundRect">
            <a:avLst>
              <a:gd name="adj" fmla="val 398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1428750"/>
            <a:ext cx="61341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endParaRPr lang="en-US" sz="2400" dirty="0"/>
          </a:p>
        </p:txBody>
      </p:sp>
      <p:sp>
        <p:nvSpPr>
          <p:cNvPr id="11" name="Connector line-1792319833502-626934874"/>
          <p:cNvSpPr/>
          <p:nvPr/>
        </p:nvSpPr>
        <p:spPr>
          <a:xfrm>
            <a:off x="13544550" y="2381250"/>
            <a:ext cx="0" cy="8382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3773150" y="25908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477500" y="3295650"/>
            <a:ext cx="61341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2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250" dirty="0"/>
          </a:p>
        </p:txBody>
      </p:sp>
      <p:sp>
        <p:nvSpPr>
          <p:cNvPr id="14" name="Connector line-1792319833507-939934415"/>
          <p:cNvSpPr/>
          <p:nvPr/>
        </p:nvSpPr>
        <p:spPr>
          <a:xfrm>
            <a:off x="11906250" y="4533900"/>
            <a:ext cx="0" cy="12192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5" name="Connector line-1792319833507-826024855"/>
          <p:cNvSpPr/>
          <p:nvPr/>
        </p:nvSpPr>
        <p:spPr>
          <a:xfrm>
            <a:off x="15182850" y="4533900"/>
            <a:ext cx="0" cy="12192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10477500" y="5829300"/>
            <a:ext cx="2857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Ngừng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754100" y="5829300"/>
            <a:ext cx="2857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477500" y="7810500"/>
            <a:ext cx="613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96a9bdf-ef83-401f-a77f-cd8109d55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382000" cy="2381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ân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hạn,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69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cưỡng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bức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838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Mặc</a:t>
            </a:r>
            <a:r>
              <a:rPr lang="en-US" sz="3000" dirty="0" spc="19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3000" dirty="0" spc="-1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30</a:t>
            </a:r>
            <a:r>
              <a:rPr lang="en-US" sz="300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30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cả</a:t>
            </a:r>
            <a:r>
              <a:rPr lang="en-US" sz="30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000" dirty="0" spc="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29150"/>
            <a:ext cx="81915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 đếm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preStop.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19800"/>
            <a:ext cx="8191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2484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19834373-134190552"/>
          <p:cNvSpPr/>
          <p:nvPr/>
        </p:nvSpPr>
        <p:spPr>
          <a:xfrm>
            <a:off x="1295400" y="67437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preStop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 gia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Ân hạn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0: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preStop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cưỡng</a:t>
            </a: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bức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715500" y="876300"/>
            <a:ext cx="7658100" cy="7867650"/>
          </a:xfrm>
          <a:prstGeom prst="roundRect">
            <a:avLst>
              <a:gd name="adj" fmla="val 398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0477500" y="1314450"/>
            <a:ext cx="613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Ân</a:t>
            </a:r>
            <a:r>
              <a:rPr lang="en-US" sz="195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1950" dirty="0" spc="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1950" dirty="0" spc="-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30</a:t>
            </a:r>
            <a:r>
              <a:rPr lang="en-US" sz="1950" dirty="0" spc="-4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1950" dirty="0"/>
          </a:p>
        </p:txBody>
      </p:sp>
      <p:sp>
        <p:nvSpPr>
          <p:cNvPr id="11" name="Connector line-1792319834382-553180851"/>
          <p:cNvSpPr/>
          <p:nvPr/>
        </p:nvSpPr>
        <p:spPr>
          <a:xfrm>
            <a:off x="10477500" y="1981200"/>
            <a:ext cx="40767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arrow" w="lg" len="lg"/>
            <a:tailEnd type="arrow" w="lg" len="lg"/>
          </a:ln>
        </p:spPr>
      </p:sp>
      <p:sp>
        <p:nvSpPr>
          <p:cNvPr id="12" name="Text 10"/>
          <p:cNvSpPr/>
          <p:nvPr/>
        </p:nvSpPr>
        <p:spPr>
          <a:xfrm>
            <a:off x="10477500" y="2247900"/>
            <a:ext cx="1619250" cy="1238250"/>
          </a:xfrm>
          <a:prstGeom prst="roundRect">
            <a:avLst>
              <a:gd name="adj" fmla="val 15385"/>
            </a:avLst>
          </a:prstGeom>
          <a:solidFill>
            <a:srgbClr val="2A1C1E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preStop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172950" y="2247900"/>
            <a:ext cx="2381250" cy="1238250"/>
          </a:xfrm>
          <a:prstGeom prst="roundRect">
            <a:avLst>
              <a:gd name="adj" fmla="val 15385"/>
            </a:avLst>
          </a:prstGeom>
          <a:solidFill>
            <a:srgbClr val="2A1C1E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4630400" y="2247900"/>
            <a:ext cx="1981200" cy="1238250"/>
          </a:xfrm>
          <a:prstGeom prst="roundRect">
            <a:avLst>
              <a:gd name="adj" fmla="val 15385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24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1950" dirty="0" spc="5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cưỡng</a:t>
            </a:r>
            <a:r>
              <a:rPr lang="en-US" sz="1950" dirty="0" spc="12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bức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0477500" y="4476750"/>
            <a:ext cx="2571750" cy="1104900"/>
          </a:xfrm>
          <a:prstGeom prst="roundRect">
            <a:avLst>
              <a:gd name="adj" fmla="val 17241"/>
            </a:avLst>
          </a:prstGeom>
          <a:solidFill>
            <a:srgbClr val="12141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Ân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1950" dirty="0"/>
          </a:p>
        </p:txBody>
      </p:sp>
      <p:sp>
        <p:nvSpPr>
          <p:cNvPr id="16" name="Connector line-1792319834389-827642846"/>
          <p:cNvSpPr/>
          <p:nvPr/>
        </p:nvSpPr>
        <p:spPr>
          <a:xfrm>
            <a:off x="13087350" y="5029200"/>
            <a:ext cx="8763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14039850" y="4476750"/>
            <a:ext cx="2571750" cy="1104900"/>
          </a:xfrm>
          <a:prstGeom prst="roundRect">
            <a:avLst>
              <a:gd name="adj" fmla="val 17241"/>
            </a:avLst>
          </a:prstGeom>
          <a:solidFill>
            <a:srgbClr val="2A1C1E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preStop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chạy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477500" y="6057900"/>
            <a:ext cx="2571750" cy="1104900"/>
          </a:xfrm>
          <a:prstGeom prst="roundRect">
            <a:avLst>
              <a:gd name="adj" fmla="val 17241"/>
            </a:avLst>
          </a:prstGeom>
          <a:solidFill>
            <a:srgbClr val="12141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cưỡng</a:t>
            </a:r>
            <a:r>
              <a:rPr lang="en-US" sz="19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bức</a:t>
            </a:r>
            <a:endParaRPr lang="en-US" sz="1950" dirty="0"/>
          </a:p>
        </p:txBody>
      </p:sp>
      <p:sp>
        <p:nvSpPr>
          <p:cNvPr id="19" name="Connector line-1792319834392-829420527"/>
          <p:cNvSpPr/>
          <p:nvPr/>
        </p:nvSpPr>
        <p:spPr>
          <a:xfrm>
            <a:off x="13087350" y="6610350"/>
            <a:ext cx="8763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4039850" y="6057900"/>
            <a:ext cx="2571750" cy="1104900"/>
          </a:xfrm>
          <a:prstGeom prst="roundRect">
            <a:avLst>
              <a:gd name="adj" fmla="val 17241"/>
            </a:avLst>
          </a:prstGeom>
          <a:solidFill>
            <a:srgbClr val="2A1C1E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477500" y="7810500"/>
            <a:ext cx="613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9390e6f-4dc4-4729-84dd-f89c126c6d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572500" cy="2381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Dồn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node,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838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PodDisruptionBudget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29150"/>
            <a:ext cx="8191500" cy="11811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drain.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19800"/>
            <a:ext cx="8191500" cy="2762250"/>
          </a:xfrm>
          <a:prstGeom prst="roundRect">
            <a:avLst>
              <a:gd name="adj" fmla="val 9655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2484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19876249-818487234"/>
          <p:cNvSpPr/>
          <p:nvPr/>
        </p:nvSpPr>
        <p:spPr>
          <a:xfrm>
            <a:off x="1295400" y="6743700"/>
            <a:ext cx="7524750" cy="1905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minAvailable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715500" y="876300"/>
            <a:ext cx="7658100" cy="7867650"/>
          </a:xfrm>
          <a:prstGeom prst="roundRect">
            <a:avLst>
              <a:gd name="adj" fmla="val 398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1428750"/>
            <a:ext cx="613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drain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Eviction API</a:t>
            </a:r>
            <a:endParaRPr lang="en-US" sz="1950" dirty="0"/>
          </a:p>
        </p:txBody>
      </p:sp>
      <p:sp>
        <p:nvSpPr>
          <p:cNvPr id="11" name="Connector line-1792319876263-590766886"/>
          <p:cNvSpPr/>
          <p:nvPr/>
        </p:nvSpPr>
        <p:spPr>
          <a:xfrm>
            <a:off x="15830550" y="2038350"/>
            <a:ext cx="0" cy="704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0477500" y="2857500"/>
            <a:ext cx="133350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039600" y="2857500"/>
            <a:ext cx="133350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601700" y="2857500"/>
            <a:ext cx="133350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163800" y="2857500"/>
            <a:ext cx="13335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28575">
            <a:solidFill>
              <a:srgbClr val="6B6A66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endParaRPr lang="en-US" sz="2100" dirty="0"/>
          </a:p>
        </p:txBody>
      </p:sp>
      <p:sp>
        <p:nvSpPr>
          <p:cNvPr id="16" name="Connector line-1792319876272-673079727"/>
          <p:cNvSpPr/>
          <p:nvPr/>
        </p:nvSpPr>
        <p:spPr>
          <a:xfrm>
            <a:off x="10477500" y="4533900"/>
            <a:ext cx="44577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arrow" w="lg" len="lg"/>
            <a:tailEnd type="arrow" w="lg" len="lg"/>
          </a:ln>
        </p:spPr>
      </p:sp>
      <p:sp>
        <p:nvSpPr>
          <p:cNvPr id="17" name="Text 15"/>
          <p:cNvSpPr/>
          <p:nvPr/>
        </p:nvSpPr>
        <p:spPr>
          <a:xfrm>
            <a:off x="10477500" y="4705350"/>
            <a:ext cx="4457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5049500" y="4305300"/>
            <a:ext cx="1562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0" y="5810250"/>
            <a:ext cx="6134100" cy="142875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77500" y="6057900"/>
            <a:ext cx="613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PodDisruptionBudget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6591300"/>
            <a:ext cx="613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minAvailable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maxUnavailable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477500" y="7810500"/>
            <a:ext cx="613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dd1d51-b173-4278-970d-b5ae8ad00e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3820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để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mắt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838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 đặt</a:t>
            </a:r>
            <a:r>
              <a:rPr lang="en-US" sz="3000" dirty="0" spc="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3000" dirty="0" spc="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30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ân</a:t>
            </a:r>
            <a:r>
              <a:rPr lang="en-US" sz="30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29150"/>
            <a:ext cx="8191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nhỏ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ở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preStop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 thời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819900"/>
            <a:ext cx="8191500" cy="1962150"/>
          </a:xfrm>
          <a:prstGeom prst="roundRect">
            <a:avLst>
              <a:gd name="adj" fmla="val 13592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7067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180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8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543800"/>
            <a:ext cx="75247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715500" y="876300"/>
            <a:ext cx="7658100" cy="7867650"/>
          </a:xfrm>
          <a:prstGeom prst="roundRect">
            <a:avLst>
              <a:gd name="adj" fmla="val 398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0096500" y="1162050"/>
            <a:ext cx="6896100" cy="1333500"/>
          </a:xfrm>
          <a:prstGeom prst="roundRect">
            <a:avLst>
              <a:gd name="adj" fmla="val 17143"/>
            </a:avLst>
          </a:prstGeom>
          <a:solidFill>
            <a:srgbClr val="12141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8225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239500" y="116205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096500" y="2667000"/>
            <a:ext cx="6896100" cy="1333500"/>
          </a:xfrm>
          <a:prstGeom prst="roundRect">
            <a:avLst>
              <a:gd name="adj" fmla="val 17143"/>
            </a:avLst>
          </a:prstGeom>
          <a:solidFill>
            <a:srgbClr val="12141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82250" y="30289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239500" y="26670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preStop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0" y="4171950"/>
            <a:ext cx="6896100" cy="1333500"/>
          </a:xfrm>
          <a:prstGeom prst="roundRect">
            <a:avLst>
              <a:gd name="adj" fmla="val 17143"/>
            </a:avLst>
          </a:prstGeom>
          <a:solidFill>
            <a:srgbClr val="12141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82250" y="4533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239500" y="417195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0096500" y="5676900"/>
            <a:ext cx="6896100" cy="1333500"/>
          </a:xfrm>
          <a:prstGeom prst="roundRect">
            <a:avLst>
              <a:gd name="adj" fmla="val 17143"/>
            </a:avLst>
          </a:prstGeom>
          <a:solidFill>
            <a:srgbClr val="12141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82250" y="60388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1239500" y="56769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Ân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096500" y="7181850"/>
            <a:ext cx="6896100" cy="1333500"/>
          </a:xfrm>
          <a:prstGeom prst="roundRect">
            <a:avLst>
              <a:gd name="adj" fmla="val 17143"/>
            </a:avLst>
          </a:prstGeom>
          <a:solidFill>
            <a:srgbClr val="12141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82250" y="75438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kern="0">
                <a:solidFill>
                  <a:srgbClr val="1214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1239500" y="718185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2d335bf9-8760-4cc6-a182-c2ccbcf6e8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 HÌNH,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239000" cy="4953000"/>
          </a:xfrm>
          <a:prstGeom prst="roundRect">
            <a:avLst>
              <a:gd name="adj" fmla="val 615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5052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33500" y="4038600"/>
            <a:ext cx="6572250" cy="4191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30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300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Terminating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request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572500" y="3143250"/>
            <a:ext cx="8801100" cy="4953000"/>
          </a:xfrm>
          <a:prstGeom prst="roundRect">
            <a:avLst>
              <a:gd name="adj" fmla="val 61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8991600" y="35052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91600" y="3981450"/>
            <a:ext cx="8001000" cy="161925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4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4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ngắn.</a:t>
            </a:r>
            <a:endParaRPr lang="en-US" sz="4500" dirty="0"/>
          </a:p>
        </p:txBody>
      </p:sp>
      <p:sp>
        <p:nvSpPr>
          <p:cNvPr id="10" name="Text richtext-1792319926073-235861564"/>
          <p:cNvSpPr/>
          <p:nvPr/>
        </p:nvSpPr>
        <p:spPr>
          <a:xfrm>
            <a:off x="8991600" y="581025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ngay;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tắt:</a:t>
            </a:r>
            <a:r>
              <a:rPr lang="en-US" sz="25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preStop</a:t>
            </a:r>
            <a:r>
              <a:rPr lang="en-US" sz="25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b3a96c1-cd20-44e8-8037-d1575d39b2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195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sâu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286375" cy="5715000"/>
          </a:xfrm>
          <a:prstGeom prst="roundRect">
            <a:avLst>
              <a:gd name="adj" fmla="val 504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276600"/>
            <a:ext cx="209550" cy="209550"/>
          </a:xfrm>
          <a:prstGeom prst="ellipse">
            <a:avLst/>
          </a:prstGeom>
          <a:solidFill>
            <a:srgbClr val="E8E0CF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6" name="Connector line-1792319926905-349882416"/>
          <p:cNvSpPr/>
          <p:nvPr/>
        </p:nvSpPr>
        <p:spPr>
          <a:xfrm>
            <a:off x="1447800" y="3381375"/>
            <a:ext cx="443865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7528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3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3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dài</a:t>
            </a:r>
            <a:endParaRPr lang="en-US" sz="3300" dirty="0"/>
          </a:p>
        </p:txBody>
      </p:sp>
      <p:sp>
        <p:nvSpPr>
          <p:cNvPr id="8" name="Text richtext-1792319926907-236809296"/>
          <p:cNvSpPr/>
          <p:nvPr/>
        </p:nvSpPr>
        <p:spPr>
          <a:xfrm>
            <a:off x="1238250" y="4895850"/>
            <a:ext cx="4667250" cy="3524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keep-alive,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250" dirty="0" spc="-9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GOAWAY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HTTP/2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505575" y="2952750"/>
            <a:ext cx="5286375" cy="5715000"/>
          </a:xfrm>
          <a:prstGeom prst="roundRect">
            <a:avLst>
              <a:gd name="adj" fmla="val 504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6829425" y="3276600"/>
            <a:ext cx="209550" cy="209550"/>
          </a:xfrm>
          <a:prstGeom prst="ellipse">
            <a:avLst/>
          </a:prstGeom>
          <a:solidFill>
            <a:srgbClr val="E8E0CF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11" name="Connector line-1792319926914-886959293"/>
          <p:cNvSpPr/>
          <p:nvPr/>
        </p:nvSpPr>
        <p:spPr>
          <a:xfrm>
            <a:off x="7038975" y="3381375"/>
            <a:ext cx="443865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6829425" y="37528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Dạng</a:t>
            </a:r>
            <a:r>
              <a:rPr lang="en-US" sz="3300" dirty="0" spc="-5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exec</a:t>
            </a:r>
            <a:r>
              <a:rPr lang="en-US" sz="3300" dirty="0" spc="-3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33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shell</a:t>
            </a:r>
            <a:endParaRPr lang="en-US" sz="3300" dirty="0"/>
          </a:p>
        </p:txBody>
      </p:sp>
      <p:sp>
        <p:nvSpPr>
          <p:cNvPr id="13" name="Text richtext-1792319926917-672703160"/>
          <p:cNvSpPr/>
          <p:nvPr/>
        </p:nvSpPr>
        <p:spPr>
          <a:xfrm>
            <a:off x="6829425" y="4895850"/>
            <a:ext cx="4667250" cy="3524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Exec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Shell: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đặt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STOPSIGNAL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96750" y="2952750"/>
            <a:ext cx="5286375" cy="5715000"/>
          </a:xfrm>
          <a:prstGeom prst="roundRect">
            <a:avLst>
              <a:gd name="adj" fmla="val 5045"/>
            </a:avLst>
          </a:prstGeom>
          <a:solidFill>
            <a:srgbClr val="E8E0CF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20600" y="3276600"/>
            <a:ext cx="209550" cy="209550"/>
          </a:xfrm>
          <a:prstGeom prst="ellipse">
            <a:avLst/>
          </a:prstGeom>
          <a:solidFill>
            <a:srgbClr val="E8E0CF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6" name="Connector line-1792319926925-810288529"/>
          <p:cNvSpPr/>
          <p:nvPr/>
        </p:nvSpPr>
        <p:spPr>
          <a:xfrm>
            <a:off x="12630150" y="3381375"/>
            <a:ext cx="44386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420600" y="375285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33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3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3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300" dirty="0"/>
          </a:p>
        </p:txBody>
      </p:sp>
      <p:sp>
        <p:nvSpPr>
          <p:cNvPr id="18" name="Text richtext-1792319926927-213219548"/>
          <p:cNvSpPr/>
          <p:nvPr/>
        </p:nvSpPr>
        <p:spPr>
          <a:xfrm>
            <a:off x="12420600" y="4895850"/>
            <a:ext cx="4667250" cy="3524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publishNotReadyAddresses: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probe,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migration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f90cb83-9ebd-4b8a-b8a5-0a7f44c656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52700"/>
            <a:ext cx="3048000" cy="428625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81100" y="2838450"/>
            <a:ext cx="209550" cy="20955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6" name="Connector line-1792319927798-567037857"/>
          <p:cNvSpPr/>
          <p:nvPr/>
        </p:nvSpPr>
        <p:spPr>
          <a:xfrm>
            <a:off x="1390650" y="2943225"/>
            <a:ext cx="23050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181100" y="3219450"/>
            <a:ext cx="2628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181100" y="4038600"/>
            <a:ext cx="2628900" cy="7239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81100" y="4838700"/>
            <a:ext cx="262890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267200" y="2552700"/>
            <a:ext cx="3048000" cy="428625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4533900" y="2838450"/>
            <a:ext cx="209550" cy="20955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2" name="Connector line-1792319927804-865683340"/>
          <p:cNvSpPr/>
          <p:nvPr/>
        </p:nvSpPr>
        <p:spPr>
          <a:xfrm>
            <a:off x="4743450" y="2943225"/>
            <a:ext cx="23050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4533900" y="3219450"/>
            <a:ext cx="2628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SIGTERM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533900" y="4038600"/>
            <a:ext cx="2628900" cy="7239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533900" y="4838700"/>
            <a:ext cx="262890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thúc,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kubelet</a:t>
            </a:r>
            <a:r>
              <a:rPr lang="en-US" sz="1950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620000" y="2552700"/>
            <a:ext cx="3048000" cy="428625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6700" y="2838450"/>
            <a:ext cx="209550" cy="20955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8" name="Connector line-1792319927810-999308090"/>
          <p:cNvSpPr/>
          <p:nvPr/>
        </p:nvSpPr>
        <p:spPr>
          <a:xfrm>
            <a:off x="8096250" y="2943225"/>
            <a:ext cx="23050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7886700" y="3219450"/>
            <a:ext cx="2628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7886700" y="4038600"/>
            <a:ext cx="2628900" cy="7239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886700" y="4838700"/>
            <a:ext cx="262890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9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972800" y="2552700"/>
            <a:ext cx="3048000" cy="428625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39500" y="2838450"/>
            <a:ext cx="209550" cy="20955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24" name="Connector line-1792319927815-172397317"/>
          <p:cNvSpPr/>
          <p:nvPr/>
        </p:nvSpPr>
        <p:spPr>
          <a:xfrm>
            <a:off x="11449050" y="2943225"/>
            <a:ext cx="230505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1239500" y="3219450"/>
            <a:ext cx="2628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1239500" y="4038600"/>
            <a:ext cx="2628900" cy="7239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6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239500" y="4838700"/>
            <a:ext cx="262890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 lâu.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4325600" y="2552700"/>
            <a:ext cx="3048000" cy="428625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4592300" y="2838450"/>
            <a:ext cx="209550" cy="20955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30" name="Connector line-1792319927819-824839071"/>
          <p:cNvSpPr/>
          <p:nvPr/>
        </p:nvSpPr>
        <p:spPr>
          <a:xfrm>
            <a:off x="14801850" y="2943225"/>
            <a:ext cx="230505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4592300" y="3219450"/>
            <a:ext cx="2628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200" dirty="0"/>
          </a:p>
        </p:txBody>
      </p:sp>
      <p:sp>
        <p:nvSpPr>
          <p:cNvPr id="32" name="Text 30"/>
          <p:cNvSpPr/>
          <p:nvPr/>
        </p:nvSpPr>
        <p:spPr>
          <a:xfrm>
            <a:off x="14592300" y="4038600"/>
            <a:ext cx="2628900" cy="7239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4592300" y="4838700"/>
            <a:ext cx="262890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14400" y="7162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14400" y="75819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Pod,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lifecycle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hook,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PodDisruptionBudget,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Docker: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CMD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ENTRYPOINT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7c54cdf9-ef4d-447a-b3bd-e10220668a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2026-10-18T11:00:40Z</dcterms:created>
  <dcterms:modified xsi:type="dcterms:W3CDTF">2026-10-18T11:00:40Z</dcterms:modified>
</cp:coreProperties>
</file>