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0096500" cy="447675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3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63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3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3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3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3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6572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5" name="Connector line-1792423869890-507572633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0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phỏng: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525000" y="4476750"/>
            <a:ext cx="2857500" cy="2857500"/>
          </a:xfrm>
          <a:prstGeom prst="ellipse">
            <a:avLst/>
          </a:prstGeom>
          <a:noFill/>
          <a:ln w="28575">
            <a:solidFill>
              <a:srgbClr val="FF6A4D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53625" y="4905375"/>
            <a:ext cx="2000250" cy="2000250"/>
          </a:xfrm>
          <a:prstGeom prst="ellipse">
            <a:avLst/>
          </a:prstGeom>
          <a:noFill/>
          <a:ln w="28575">
            <a:solidFill>
              <a:srgbClr val="FF6A4D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3200" y="5314950"/>
            <a:ext cx="1181100" cy="11811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63200" y="5695950"/>
            <a:ext cx="1181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FCM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544300" y="419100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1619250"/>
                </a:moveTo>
                <a:cubicBezTo>
                  <a:pt x="838200" y="1619250"/>
                  <a:pt x="838200" y="0"/>
                  <a:pt x="160020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44300" y="600075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0"/>
                </a:moveTo>
                <a:cubicBezTo>
                  <a:pt x="838200" y="0"/>
                  <a:pt x="838200" y="1619250"/>
                  <a:pt x="1600200" y="1619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144500" y="3829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dirty="0" spc="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144500" y="7258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19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215373f-881f-488a-b070-2987a84536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667000"/>
            <a:ext cx="133350" cy="400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6670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7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FCM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7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72390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cài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b="1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30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e8e0705-f8fa-4d95-827c-3cf2e2116e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 THẺ</a:t>
            </a:r>
            <a:r>
              <a:rPr lang="en-US" sz="180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 sau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tháng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80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0490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238500"/>
            <a:ext cx="3619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762500" y="323850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43500" y="342900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78.547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5143500" y="466725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1049000" y="323850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0" y="342900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53.455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11430000" y="466725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5810250"/>
            <a:ext cx="3619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4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40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762500" y="581025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3500" y="600075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78.547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5143500" y="723900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1049000" y="581025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0" y="600075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3.844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1430000" y="723900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847725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mô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phỏng,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FCM.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0fa905d-cab2-4851-89cd-37a82a6743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 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001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550" dirty="0"/>
          </a:p>
        </p:txBody>
      </p:sp>
      <p:sp>
        <p:nvSpPr>
          <p:cNvPr id="7" name="Connector line-1792423875156-612181673"/>
          <p:cNvSpPr/>
          <p:nvPr/>
        </p:nvSpPr>
        <p:spPr>
          <a:xfrm>
            <a:off x="3933825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7672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47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6247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550" dirty="0"/>
          </a:p>
        </p:txBody>
      </p:sp>
      <p:sp>
        <p:nvSpPr>
          <p:cNvPr id="11" name="Connector line-1792423875160-773373114"/>
          <p:cNvSpPr/>
          <p:nvPr/>
        </p:nvSpPr>
        <p:spPr>
          <a:xfrm>
            <a:off x="7296150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63905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2480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2480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Firebase</a:t>
            </a:r>
            <a:endParaRPr lang="en-US" sz="2550" dirty="0"/>
          </a:p>
        </p:txBody>
      </p:sp>
      <p:sp>
        <p:nvSpPr>
          <p:cNvPr id="15" name="Connector line-1792423875163-629810074"/>
          <p:cNvSpPr/>
          <p:nvPr/>
        </p:nvSpPr>
        <p:spPr>
          <a:xfrm>
            <a:off x="10658475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100137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28712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28712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 ngoại</a:t>
            </a:r>
            <a:r>
              <a:rPr lang="en-US" sz="25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550" dirty="0"/>
          </a:p>
        </p:txBody>
      </p:sp>
      <p:sp>
        <p:nvSpPr>
          <p:cNvPr id="19" name="Connector line-1792423875169-808722337"/>
          <p:cNvSpPr/>
          <p:nvPr/>
        </p:nvSpPr>
        <p:spPr>
          <a:xfrm>
            <a:off x="14020800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3637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6494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46494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70485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30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30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4eaee89-e780-4a28-8796-2c6e43f5a0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1800" b="1" spc="30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69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trở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3825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524750" y="27622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GIỜ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68250" y="2762250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 28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33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3333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524750" y="3333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63,9%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668250" y="3333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4857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" y="4857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24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524750" y="4857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17,8%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668250" y="4857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6381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" y="6381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72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524750" y="6381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5,3%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668250" y="6381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4400" y="8001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tuyến;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chọn.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7f30e98-308d-437e-b9a9-4092ccbb52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TỤ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dọn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438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0" dirty="0" spc="-5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40%</a:t>
            </a:r>
            <a:endParaRPr lang="en-US" sz="28500" dirty="0"/>
          </a:p>
        </p:txBody>
      </p:sp>
      <p:sp>
        <p:nvSpPr>
          <p:cNvPr id="5" name="Text 3"/>
          <p:cNvSpPr/>
          <p:nvPr/>
        </p:nvSpPr>
        <p:spPr>
          <a:xfrm>
            <a:off x="914400" y="7429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dọn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06000" y="304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53.455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0" y="4953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4953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4,7%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525000" y="685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685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 như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8c47098-26be-4337-bc4e-5397d1ebb4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HẠN</a:t>
            </a:r>
            <a:r>
              <a:rPr lang="en-US" sz="180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 sống theo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112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29540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82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28</a:t>
            </a:r>
            <a:r>
              <a:rPr lang="en-US" sz="9882" dirty="0" spc="-1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9882" dirty="0"/>
          </a:p>
        </p:txBody>
      </p:sp>
      <p:sp>
        <p:nvSpPr>
          <p:cNvPr id="9" name="Text 7"/>
          <p:cNvSpPr/>
          <p:nvPr/>
        </p:nvSpPr>
        <p:spPr>
          <a:xfrm>
            <a:off x="6905625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1250" dirty="0"/>
          </a:p>
        </p:txBody>
      </p:sp>
      <p:sp>
        <p:nvSpPr>
          <p:cNvPr id="12" name="Text 10"/>
          <p:cNvSpPr/>
          <p:nvPr/>
        </p:nvSpPr>
        <p:spPr>
          <a:xfrm>
            <a:off x="1251585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5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38200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phỏng,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FCM.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68c48cb-15ed-4aa8-b5b6-43733bde40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thẻ, ba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956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952750" y="30956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09587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2952750" y="509587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0961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2952750" y="70961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0de7808-2cb6-493c-8d3d-19d6e504f2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4290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FCM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3429000" y="30480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nhắn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Firebase.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85775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3429000" y="447675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2865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3429000" y="59055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100" dirty="0"/>
          </a:p>
        </p:txBody>
      </p:sp>
      <p:sp>
        <p:nvSpPr>
          <p:cNvPr id="13" name="Connector line-1792423911360-811591923"/>
          <p:cNvSpPr/>
          <p:nvPr/>
        </p:nvSpPr>
        <p:spPr>
          <a:xfrm>
            <a:off x="12382500" y="3048000"/>
            <a:ext cx="0" cy="533400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858750" y="30480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423911362-210267362"/>
          <p:cNvSpPr/>
          <p:nvPr/>
        </p:nvSpPr>
        <p:spPr>
          <a:xfrm>
            <a:off x="12858750" y="36195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858750" y="6667500"/>
            <a:ext cx="4762500" cy="17145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a213ccd-36be-4143-855d-5e0163834e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2026-10-19T16:15:58Z</dcterms:created>
  <dcterms:modified xsi:type="dcterms:W3CDTF">2026-10-19T16:15:58Z</dcterms:modified>
</cp:coreProperties>
</file>