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 SemiBold"/>
      <p:regular r:id="rId15"/>
    </p:embeddedFont>
    <p:embeddedFont>
      <p:font typeface="Bricolage Grotesque ExtraBold"/>
      <p:regular r:id="rId16"/>
    </p:embeddedFont>
    <p:embeddedFont>
      <p:font typeface="Be Vietnam Pro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4953000" cy="22479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Tiến</a:t>
            </a:r>
            <a:r>
              <a:rPr lang="en-US" sz="81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</a:t>
            </a:r>
            <a:endParaRPr lang="en-US" sz="8100" dirty="0"/>
          </a:p>
        </p:txBody>
      </p:sp>
      <p:sp>
        <p:nvSpPr>
          <p:cNvPr id="4" name="Shape 2"/>
          <p:cNvSpPr/>
          <p:nvPr/>
        </p:nvSpPr>
        <p:spPr>
          <a:xfrm>
            <a:off x="914400" y="390525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286250"/>
            <a:ext cx="8953500" cy="723900"/>
          </a:xfrm>
          <a:prstGeom prst="rect">
            <a:avLst/>
          </a:prstGeom>
          <a:noFill/>
          <a:ln/>
        </p:spPr>
        <p:txBody>
          <a:bodyPr wrap="square" lIns="0" tIns="13335" rIns="0" bIns="-13335" rtlCol="0" anchor="ctr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42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chương</a:t>
            </a:r>
            <a:r>
              <a:rPr lang="en-US" sz="42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42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4200" dirty="0" spc="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đĩa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8953500" cy="723900"/>
          </a:xfrm>
          <a:prstGeom prst="rect">
            <a:avLst/>
          </a:prstGeom>
          <a:noFill/>
          <a:ln/>
        </p:spPr>
        <p:txBody>
          <a:bodyPr wrap="square" lIns="0" tIns="13335" rIns="0" bIns="-13335" rtlCol="0" anchor="ctr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200" dirty="0" spc="-3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42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4200" dirty="0" spc="-1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42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14400" y="6438900"/>
            <a:ext cx="190500" cy="1905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324600"/>
            <a:ext cx="857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trình: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yên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7105650"/>
            <a:ext cx="190500" cy="190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6991350"/>
            <a:ext cx="857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Tiến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trình: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7772400"/>
            <a:ext cx="190500" cy="1905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658100"/>
            <a:ext cx="857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Luồng: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 thi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0" y="1905000"/>
            <a:ext cx="6896100" cy="4762500"/>
          </a:xfrm>
          <a:prstGeom prst="roundRect">
            <a:avLst>
              <a:gd name="adj" fmla="val 6400"/>
            </a:avLst>
          </a:prstGeom>
          <a:solidFill>
            <a:srgbClr val="1E212B"/>
          </a:solidFill>
          <a:ln w="47625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96600" y="2209800"/>
            <a:ext cx="609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tiến</a:t>
            </a:r>
            <a:r>
              <a:rPr lang="en-US" sz="3900" dirty="0" spc="-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3900" dirty="0"/>
          </a:p>
        </p:txBody>
      </p:sp>
      <p:sp>
        <p:nvSpPr>
          <p:cNvPr id="15" name="Shape 13"/>
          <p:cNvSpPr/>
          <p:nvPr/>
        </p:nvSpPr>
        <p:spPr>
          <a:xfrm>
            <a:off x="11620500" y="3333750"/>
            <a:ext cx="1524000" cy="15240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6" name="Shape 14"/>
          <p:cNvSpPr/>
          <p:nvPr/>
        </p:nvSpPr>
        <p:spPr>
          <a:xfrm>
            <a:off x="14706600" y="3333750"/>
            <a:ext cx="1524000" cy="15240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11239500" y="5086350"/>
            <a:ext cx="228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luồng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4325600" y="5086350"/>
            <a:ext cx="228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luồng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0896600" y="581025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250" dirty="0" spc="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stack</a:t>
            </a:r>
            <a:r>
              <a:rPr lang="en-US" sz="2250" dirty="0" spc="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250" dirty="0"/>
          </a:p>
        </p:txBody>
      </p:sp>
      <p:sp>
        <p:nvSpPr>
          <p:cNvPr id="20" name="Connector line-1792293829724-986795142"/>
          <p:cNvSpPr/>
          <p:nvPr/>
        </p:nvSpPr>
        <p:spPr>
          <a:xfrm flipV="1">
            <a:off x="13925550" y="6781800"/>
            <a:ext cx="0" cy="83820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4192250" y="70485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0477500" y="7715250"/>
            <a:ext cx="68961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77500" y="771525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896600" y="7715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chương</a:t>
            </a:r>
            <a:r>
              <a:rPr lang="en-US" sz="3000" dirty="0" spc="-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3754100" y="771525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</a:t>
            </a:r>
            <a:r>
              <a:rPr lang="en-US" sz="22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dc64e194-9eda-480a-a95e-b193f8a8a1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ĐĨA ĐẾN</a:t>
            </a:r>
            <a:r>
              <a:rPr lang="en-US" sz="1950" spc="227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LÚC</a:t>
            </a:r>
            <a:r>
              <a:rPr lang="en-US" sz="1950" spc="192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7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7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chương</a:t>
            </a:r>
            <a:r>
              <a:rPr lang="en-US" sz="78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0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thi</a:t>
            </a:r>
            <a:r>
              <a:rPr lang="en-US" sz="30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lệnh.</a:t>
            </a:r>
            <a:endParaRPr lang="en-US" sz="3000" dirty="0"/>
          </a:p>
        </p:txBody>
      </p:sp>
      <p:sp>
        <p:nvSpPr>
          <p:cNvPr id="5" name="Connector line-1792293868281-828688374"/>
          <p:cNvSpPr/>
          <p:nvPr/>
        </p:nvSpPr>
        <p:spPr>
          <a:xfrm>
            <a:off x="3467100" y="4191000"/>
            <a:ext cx="54102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6" name="Connector line-1792293868281-513418050"/>
          <p:cNvSpPr/>
          <p:nvPr/>
        </p:nvSpPr>
        <p:spPr>
          <a:xfrm>
            <a:off x="9410700" y="4191000"/>
            <a:ext cx="54102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33700" y="3924300"/>
            <a:ext cx="533400" cy="5334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8" name="Shape 6"/>
          <p:cNvSpPr/>
          <p:nvPr/>
        </p:nvSpPr>
        <p:spPr>
          <a:xfrm>
            <a:off x="8877300" y="3924300"/>
            <a:ext cx="533400" cy="5334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9" name="Shape 7"/>
          <p:cNvSpPr/>
          <p:nvPr/>
        </p:nvSpPr>
        <p:spPr>
          <a:xfrm>
            <a:off x="14820900" y="3924300"/>
            <a:ext cx="533400" cy="5334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Shape 8"/>
          <p:cNvSpPr/>
          <p:nvPr/>
        </p:nvSpPr>
        <p:spPr>
          <a:xfrm>
            <a:off x="4743450" y="3943350"/>
            <a:ext cx="285750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11" name="Text 9"/>
          <p:cNvSpPr/>
          <p:nvPr/>
        </p:nvSpPr>
        <p:spPr>
          <a:xfrm>
            <a:off x="4743450" y="3943350"/>
            <a:ext cx="2857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19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115550" y="3943350"/>
            <a:ext cx="400050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10115550" y="3943350"/>
            <a:ext cx="4000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9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400" y="4953000"/>
            <a:ext cx="4572000" cy="40005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953000"/>
            <a:ext cx="95250" cy="4000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5295900"/>
            <a:ext cx="4000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3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Chương</a:t>
            </a:r>
            <a:r>
              <a:rPr lang="en-US" sz="3900" dirty="0" spc="-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3900" dirty="0"/>
          </a:p>
        </p:txBody>
      </p:sp>
      <p:sp>
        <p:nvSpPr>
          <p:cNvPr id="17" name="Shape 15"/>
          <p:cNvSpPr/>
          <p:nvPr/>
        </p:nvSpPr>
        <p:spPr>
          <a:xfrm>
            <a:off x="1295400" y="6381750"/>
            <a:ext cx="133350" cy="1333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8" name="Text 16"/>
          <p:cNvSpPr/>
          <p:nvPr/>
        </p:nvSpPr>
        <p:spPr>
          <a:xfrm>
            <a:off x="1562100" y="6191250"/>
            <a:ext cx="3714750" cy="762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yên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295400" y="7191375"/>
            <a:ext cx="133350" cy="1333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0" name="Text 18"/>
          <p:cNvSpPr/>
          <p:nvPr/>
        </p:nvSpPr>
        <p:spPr>
          <a:xfrm>
            <a:off x="1562100" y="7000875"/>
            <a:ext cx="3714750" cy="762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858000" y="4953000"/>
            <a:ext cx="4572000" cy="40005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4953000"/>
            <a:ext cx="95250" cy="4000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7239000" y="5295900"/>
            <a:ext cx="4000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Tiến</a:t>
            </a:r>
            <a:r>
              <a:rPr lang="en-US" sz="3900" dirty="0" spc="-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3900" dirty="0"/>
          </a:p>
        </p:txBody>
      </p:sp>
      <p:sp>
        <p:nvSpPr>
          <p:cNvPr id="24" name="Shape 22"/>
          <p:cNvSpPr/>
          <p:nvPr/>
        </p:nvSpPr>
        <p:spPr>
          <a:xfrm>
            <a:off x="7239000" y="6381750"/>
            <a:ext cx="133350" cy="1333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7505700" y="6191250"/>
            <a:ext cx="3714750" cy="762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7239000" y="7191375"/>
            <a:ext cx="133350" cy="1333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7505700" y="7000875"/>
            <a:ext cx="3714750" cy="762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7239000" y="8001000"/>
            <a:ext cx="133350" cy="1333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7505700" y="7810500"/>
            <a:ext cx="3714750" cy="762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12801600" y="4953000"/>
            <a:ext cx="4572000" cy="40005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801600" y="4953000"/>
            <a:ext cx="95250" cy="4000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32" name="Text 30"/>
          <p:cNvSpPr/>
          <p:nvPr/>
        </p:nvSpPr>
        <p:spPr>
          <a:xfrm>
            <a:off x="13182600" y="5295900"/>
            <a:ext cx="4000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Luồng</a:t>
            </a:r>
            <a:endParaRPr lang="en-US" sz="3900" dirty="0"/>
          </a:p>
        </p:txBody>
      </p:sp>
      <p:sp>
        <p:nvSpPr>
          <p:cNvPr id="33" name="Shape 31"/>
          <p:cNvSpPr/>
          <p:nvPr/>
        </p:nvSpPr>
        <p:spPr>
          <a:xfrm>
            <a:off x="13182600" y="6381750"/>
            <a:ext cx="133350" cy="1333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4" name="Text 32"/>
          <p:cNvSpPr/>
          <p:nvPr/>
        </p:nvSpPr>
        <p:spPr>
          <a:xfrm>
            <a:off x="13449300" y="6191250"/>
            <a:ext cx="3714750" cy="762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13182600" y="7191375"/>
            <a:ext cx="133350" cy="1333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6" name="Text 34"/>
          <p:cNvSpPr/>
          <p:nvPr/>
        </p:nvSpPr>
        <p:spPr>
          <a:xfrm>
            <a:off x="13449300" y="7000875"/>
            <a:ext cx="3714750" cy="762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Nằm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13182600" y="8001000"/>
            <a:ext cx="133350" cy="1333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8" name="Text 36"/>
          <p:cNvSpPr/>
          <p:nvPr/>
        </p:nvSpPr>
        <p:spPr>
          <a:xfrm>
            <a:off x="13449300" y="7810500"/>
            <a:ext cx="3714750" cy="762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Shape 3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1" name="Shape 3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2" name="Shape 4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3" name="Shape 4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4" name="Shape 4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5" name="Shape 4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6" name="Shape 4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7" name="Text 45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9" name="Moda image moda-export-watermark-c6ea2662-02bf-41e8-b825-95fa66d1be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2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XẾP</a:t>
            </a:r>
            <a:r>
              <a:rPr lang="en-US" sz="1950" spc="189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TẦNG</a:t>
            </a: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1950" spc="22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ĐĨA ĐẾN</a:t>
            </a: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LUỒNG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Bên</a:t>
            </a:r>
            <a:r>
              <a:rPr lang="en-US" sz="78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78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tiến</a:t>
            </a:r>
            <a:r>
              <a:rPr lang="en-US" sz="78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762250"/>
            <a:ext cx="4381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3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Chương</a:t>
            </a:r>
            <a:r>
              <a:rPr lang="en-US" sz="3450" dirty="0" spc="-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6096000" y="2762250"/>
            <a:ext cx="1085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yên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endParaRPr lang="en-US" sz="2550" dirty="0"/>
          </a:p>
        </p:txBody>
      </p:sp>
      <p:sp>
        <p:nvSpPr>
          <p:cNvPr id="7" name="Connector line-1792293884000-552314793"/>
          <p:cNvSpPr/>
          <p:nvPr/>
        </p:nvSpPr>
        <p:spPr>
          <a:xfrm>
            <a:off x="9144000" y="3886200"/>
            <a:ext cx="0" cy="62865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9429750" y="4048125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4572000"/>
            <a:ext cx="16459200" cy="4476750"/>
          </a:xfrm>
          <a:prstGeom prst="roundRect">
            <a:avLst>
              <a:gd name="adj" fmla="val 6809"/>
            </a:avLst>
          </a:prstGeom>
          <a:solidFill>
            <a:srgbClr val="FBF8F2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5400" y="4762500"/>
            <a:ext cx="361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Tiến</a:t>
            </a:r>
            <a:r>
              <a:rPr lang="en-US" sz="3600" dirty="0" spc="-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953000" y="4857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95400" y="5619750"/>
            <a:ext cx="7810500" cy="1714500"/>
          </a:xfrm>
          <a:prstGeom prst="roundRect">
            <a:avLst>
              <a:gd name="adj" fmla="val 13333"/>
            </a:avLst>
          </a:prstGeom>
          <a:solidFill>
            <a:srgbClr val="CFE8E2"/>
          </a:solidFill>
          <a:ln/>
        </p:spPr>
      </p:sp>
      <p:sp>
        <p:nvSpPr>
          <p:cNvPr id="13" name="Shape 11"/>
          <p:cNvSpPr/>
          <p:nvPr/>
        </p:nvSpPr>
        <p:spPr>
          <a:xfrm>
            <a:off x="1295400" y="5619750"/>
            <a:ext cx="95250" cy="1714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1676400" y="5829300"/>
            <a:ext cx="7048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Luồng</a:t>
            </a:r>
            <a:r>
              <a:rPr lang="en-US" sz="36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676400" y="6572250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stack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72600" y="5619750"/>
            <a:ext cx="7810500" cy="1714500"/>
          </a:xfrm>
          <a:prstGeom prst="roundRect">
            <a:avLst>
              <a:gd name="adj" fmla="val 13333"/>
            </a:avLst>
          </a:prstGeom>
          <a:solidFill>
            <a:srgbClr val="CFE8E2"/>
          </a:solidFill>
          <a:ln/>
        </p:spPr>
      </p:sp>
      <p:sp>
        <p:nvSpPr>
          <p:cNvPr id="17" name="Shape 15"/>
          <p:cNvSpPr/>
          <p:nvPr/>
        </p:nvSpPr>
        <p:spPr>
          <a:xfrm>
            <a:off x="9372600" y="5619750"/>
            <a:ext cx="95250" cy="1714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9753600" y="5829300"/>
            <a:ext cx="7048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Luồng</a:t>
            </a:r>
            <a:r>
              <a:rPr lang="en-US" sz="36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753600" y="6572250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stack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295400" y="7620000"/>
            <a:ext cx="15887700" cy="1143000"/>
          </a:xfrm>
          <a:prstGeom prst="roundRect">
            <a:avLst>
              <a:gd name="adj" fmla="val 16667"/>
            </a:avLst>
          </a:prstGeom>
          <a:solidFill>
            <a:srgbClr val="F3DFB8"/>
          </a:solidFill>
          <a:ln/>
        </p:spPr>
      </p:sp>
      <p:sp>
        <p:nvSpPr>
          <p:cNvPr id="21" name="Text 19"/>
          <p:cNvSpPr/>
          <p:nvPr/>
        </p:nvSpPr>
        <p:spPr>
          <a:xfrm>
            <a:off x="1676400" y="775335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2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DÙNG</a:t>
            </a:r>
            <a:r>
              <a:rPr lang="en-US" sz="1800" spc="151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76400" y="8096250"/>
            <a:ext cx="1485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Mã,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heap,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file</a:t>
            </a:r>
            <a:r>
              <a:rPr lang="en-US" sz="30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Text 29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97c503e0-8588-419b-abea-0f7102389e7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 ·</a:t>
            </a:r>
            <a:r>
              <a:rPr lang="en-US" sz="1950" spc="23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</a:t>
            </a:r>
            <a:r>
              <a:rPr lang="en-US" sz="1950" spc="21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SÁNH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1950" spc="21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Hàng</a:t>
            </a: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rào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Giữa</a:t>
            </a:r>
            <a:r>
              <a:rPr lang="en-US" sz="30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tiến</a:t>
            </a:r>
            <a:r>
              <a:rPr lang="en-US" sz="3000" dirty="0" spc="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0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3000" dirty="0" spc="-2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rào,</a:t>
            </a:r>
            <a:r>
              <a:rPr lang="en-US" sz="3000" dirty="0" spc="1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30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0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 thì</a:t>
            </a:r>
            <a:r>
              <a:rPr lang="en-US" sz="30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8001000" cy="5715000"/>
          </a:xfrm>
          <a:prstGeom prst="roundRect">
            <a:avLst>
              <a:gd name="adj" fmla="val 4667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238500"/>
            <a:ext cx="95250" cy="5715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50520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 tiến</a:t>
            </a:r>
            <a:r>
              <a:rPr lang="en-US" sz="3900" dirty="0" spc="-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3900" dirty="0"/>
          </a:p>
        </p:txBody>
      </p:sp>
      <p:sp>
        <p:nvSpPr>
          <p:cNvPr id="8" name="Shape 6"/>
          <p:cNvSpPr/>
          <p:nvPr/>
        </p:nvSpPr>
        <p:spPr>
          <a:xfrm>
            <a:off x="1295400" y="4476750"/>
            <a:ext cx="3143250" cy="1714500"/>
          </a:xfrm>
          <a:prstGeom prst="roundRect">
            <a:avLst>
              <a:gd name="adj" fmla="val 13333"/>
            </a:avLst>
          </a:prstGeom>
          <a:solidFill>
            <a:srgbClr val="14161C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91150" y="4476750"/>
            <a:ext cx="3143250" cy="1714500"/>
          </a:xfrm>
          <a:prstGeom prst="roundRect">
            <a:avLst>
              <a:gd name="adj" fmla="val 13333"/>
            </a:avLst>
          </a:prstGeom>
          <a:solidFill>
            <a:srgbClr val="14161C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7275" y="4286250"/>
            <a:ext cx="95250" cy="2095500"/>
          </a:xfrm>
          <a:prstGeom prst="roundRect">
            <a:avLst>
              <a:gd name="adj" fmla="val 50000"/>
            </a:avLst>
          </a:prstGeom>
          <a:solidFill>
            <a:srgbClr val="A8A59E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876800"/>
            <a:ext cx="314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Tiến</a:t>
            </a:r>
            <a:r>
              <a:rPr lang="en-US" sz="27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27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95400" y="546735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391150" y="4876800"/>
            <a:ext cx="314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Tiến</a:t>
            </a:r>
            <a:r>
              <a:rPr lang="en-US" sz="27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27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391150" y="546735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295400" y="6953250"/>
            <a:ext cx="133350" cy="1333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6" name="Text 14"/>
          <p:cNvSpPr/>
          <p:nvPr/>
        </p:nvSpPr>
        <p:spPr>
          <a:xfrm>
            <a:off x="1600200" y="6762750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gian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295400" y="7620000"/>
            <a:ext cx="133350" cy="1333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8" name="Text 16"/>
          <p:cNvSpPr/>
          <p:nvPr/>
        </p:nvSpPr>
        <p:spPr>
          <a:xfrm>
            <a:off x="1600200" y="7429500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 của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295400" y="8286750"/>
            <a:ext cx="133350" cy="1333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1600200" y="8096250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Ngoại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lệ: hệ</a:t>
            </a:r>
            <a:r>
              <a:rPr lang="en-US" sz="25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cho phép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372600" y="3238500"/>
            <a:ext cx="8001000" cy="5715000"/>
          </a:xfrm>
          <a:prstGeom prst="roundRect">
            <a:avLst>
              <a:gd name="adj" fmla="val 4667"/>
            </a:avLst>
          </a:prstGeom>
          <a:solidFill>
            <a:srgbClr val="1E212B"/>
          </a:solidFill>
          <a:ln/>
        </p:spPr>
      </p:sp>
      <p:sp>
        <p:nvSpPr>
          <p:cNvPr id="22" name="Shape 20"/>
          <p:cNvSpPr/>
          <p:nvPr/>
        </p:nvSpPr>
        <p:spPr>
          <a:xfrm>
            <a:off x="9372600" y="3238500"/>
            <a:ext cx="95250" cy="5715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3" name="Text 21"/>
          <p:cNvSpPr/>
          <p:nvPr/>
        </p:nvSpPr>
        <p:spPr>
          <a:xfrm>
            <a:off x="9753600" y="350520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39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</a:t>
            </a:r>
            <a:r>
              <a:rPr lang="en-US" sz="39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39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tiến</a:t>
            </a:r>
            <a:r>
              <a:rPr lang="en-US" sz="3900" dirty="0" spc="-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3900" dirty="0"/>
          </a:p>
        </p:txBody>
      </p:sp>
      <p:sp>
        <p:nvSpPr>
          <p:cNvPr id="24" name="Shape 22"/>
          <p:cNvSpPr/>
          <p:nvPr/>
        </p:nvSpPr>
        <p:spPr>
          <a:xfrm>
            <a:off x="9753600" y="4476750"/>
            <a:ext cx="7239000" cy="1714500"/>
          </a:xfrm>
          <a:prstGeom prst="roundRect">
            <a:avLst>
              <a:gd name="adj" fmla="val 13333"/>
            </a:avLst>
          </a:prstGeom>
          <a:solidFill>
            <a:srgbClr val="14161C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20300" y="459105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1950" dirty="0" spc="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134600" y="5143500"/>
            <a:ext cx="3143250" cy="838200"/>
          </a:xfrm>
          <a:prstGeom prst="roundRect">
            <a:avLst>
              <a:gd name="adj" fmla="val 22727"/>
            </a:avLst>
          </a:prstGeom>
          <a:solidFill>
            <a:srgbClr val="3DD6A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468350" y="5143500"/>
            <a:ext cx="3143250" cy="838200"/>
          </a:xfrm>
          <a:prstGeom prst="roundRect">
            <a:avLst>
              <a:gd name="adj" fmla="val 22727"/>
            </a:avLst>
          </a:prstGeom>
          <a:solidFill>
            <a:srgbClr val="3DD6A0"/>
          </a:solidFill>
          <a:ln/>
        </p:spPr>
      </p:sp>
      <p:sp>
        <p:nvSpPr>
          <p:cNvPr id="28" name="Text 26"/>
          <p:cNvSpPr/>
          <p:nvPr/>
        </p:nvSpPr>
        <p:spPr>
          <a:xfrm>
            <a:off x="10134600" y="5143500"/>
            <a:ext cx="3143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luồng</a:t>
            </a:r>
            <a:r>
              <a:rPr lang="en-US" sz="28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endParaRPr lang="en-US" sz="2850" dirty="0"/>
          </a:p>
        </p:txBody>
      </p:sp>
      <p:sp>
        <p:nvSpPr>
          <p:cNvPr id="29" name="Text 27"/>
          <p:cNvSpPr/>
          <p:nvPr/>
        </p:nvSpPr>
        <p:spPr>
          <a:xfrm>
            <a:off x="13468350" y="5143500"/>
            <a:ext cx="3143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luồng</a:t>
            </a:r>
            <a:r>
              <a:rPr lang="en-US" sz="28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</a:t>
            </a:r>
            <a:endParaRPr lang="en-US" sz="2850" dirty="0"/>
          </a:p>
        </p:txBody>
      </p:sp>
      <p:sp>
        <p:nvSpPr>
          <p:cNvPr id="30" name="Shape 28"/>
          <p:cNvSpPr/>
          <p:nvPr/>
        </p:nvSpPr>
        <p:spPr>
          <a:xfrm>
            <a:off x="9753600" y="6953250"/>
            <a:ext cx="133350" cy="1333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0" y="6762750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Chung mã,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heap,</a:t>
            </a: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2550" dirty="0"/>
          </a:p>
        </p:txBody>
      </p:sp>
      <p:sp>
        <p:nvSpPr>
          <p:cNvPr id="32" name="Shape 30"/>
          <p:cNvSpPr/>
          <p:nvPr/>
        </p:nvSpPr>
        <p:spPr>
          <a:xfrm>
            <a:off x="9753600" y="7620000"/>
            <a:ext cx="133350" cy="1333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0" y="7429500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stack,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 ghi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550" dirty="0"/>
          </a:p>
        </p:txBody>
      </p:sp>
      <p:sp>
        <p:nvSpPr>
          <p:cNvPr id="34" name="Shape 32"/>
          <p:cNvSpPr/>
          <p:nvPr/>
        </p:nvSpPr>
        <p:spPr>
          <a:xfrm>
            <a:off x="9753600" y="8286750"/>
            <a:ext cx="133350" cy="1333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35" name="Text 33"/>
          <p:cNvSpPr/>
          <p:nvPr/>
        </p:nvSpPr>
        <p:spPr>
          <a:xfrm>
            <a:off x="10058400" y="8096250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luồng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chẳng có hàng</a:t>
            </a:r>
            <a:r>
              <a:rPr lang="en-US" sz="25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rào</a:t>
            </a:r>
            <a:endParaRPr lang="en-US" sz="2550" dirty="0"/>
          </a:p>
        </p:txBody>
      </p:sp>
      <p:sp>
        <p:nvSpPr>
          <p:cNvPr id="36" name="Shape 3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7" name="Shape 3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8" name="Shape 3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9" name="Shape 3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0" name="Shape 3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1" name="Shape 3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2" name="Shape 4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3" name="Shape 4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4" name="Text 42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04/08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0cf709eb-b4fc-47c2-bae6-cecfde74006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800" dirty="0" spc="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 phí,</a:t>
            </a: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tiếp,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r>
              <a:rPr lang="en-US" sz="30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30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30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3943350" cy="5715000"/>
          </a:xfrm>
          <a:prstGeom prst="roundRect">
            <a:avLst>
              <a:gd name="adj" fmla="val 6763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181100" y="3505200"/>
            <a:ext cx="342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81100" y="4191000"/>
            <a:ext cx="1047750" cy="4191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191000"/>
            <a:ext cx="1047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luồng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343150" y="4191000"/>
            <a:ext cx="1619250" cy="4191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</p:sp>
      <p:sp>
        <p:nvSpPr>
          <p:cNvPr id="10" name="Text 8"/>
          <p:cNvSpPr/>
          <p:nvPr/>
        </p:nvSpPr>
        <p:spPr>
          <a:xfrm>
            <a:off x="2343150" y="4191000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tiến</a:t>
            </a:r>
            <a:r>
              <a:rPr lang="en-US" sz="1800" dirty="0" spc="8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81100" y="518160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447800" y="495300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2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181100" y="651510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628650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2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181100" y="784860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1447800" y="762000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chênh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5086350" y="3238500"/>
            <a:ext cx="3943350" cy="5715000"/>
          </a:xfrm>
          <a:prstGeom prst="roundRect">
            <a:avLst>
              <a:gd name="adj" fmla="val 6763"/>
            </a:avLst>
          </a:prstGeom>
          <a:solidFill>
            <a:srgbClr val="E8E0CF"/>
          </a:solidFill>
          <a:ln/>
        </p:spPr>
      </p:sp>
      <p:sp>
        <p:nvSpPr>
          <p:cNvPr id="18" name="Text 16"/>
          <p:cNvSpPr/>
          <p:nvPr/>
        </p:nvSpPr>
        <p:spPr>
          <a:xfrm>
            <a:off x="5353050" y="3505200"/>
            <a:ext cx="342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Giao tiếp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5353050" y="4191000"/>
            <a:ext cx="1619250" cy="4191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</p:sp>
      <p:sp>
        <p:nvSpPr>
          <p:cNvPr id="20" name="Text 18"/>
          <p:cNvSpPr/>
          <p:nvPr/>
        </p:nvSpPr>
        <p:spPr>
          <a:xfrm>
            <a:off x="5353050" y="4191000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tiến</a:t>
            </a:r>
            <a:r>
              <a:rPr lang="en-US" sz="1800" dirty="0" spc="8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086600" y="4191000"/>
            <a:ext cx="1047750" cy="4191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4191000"/>
            <a:ext cx="1047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luồng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353050" y="518160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4" name="Text 22"/>
          <p:cNvSpPr/>
          <p:nvPr/>
        </p:nvSpPr>
        <p:spPr>
          <a:xfrm>
            <a:off x="5619750" y="495300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Tiến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trình: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pipe,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socket,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5353050" y="651510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6" name="Text 24"/>
          <p:cNvSpPr/>
          <p:nvPr/>
        </p:nvSpPr>
        <p:spPr>
          <a:xfrm>
            <a:off x="5619750" y="628650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Luồng: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5353050" y="784860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Text 26"/>
          <p:cNvSpPr/>
          <p:nvPr/>
        </p:nvSpPr>
        <p:spPr>
          <a:xfrm>
            <a:off x="5619750" y="762000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9258300" y="3238500"/>
            <a:ext cx="3943350" cy="5715000"/>
          </a:xfrm>
          <a:prstGeom prst="roundRect">
            <a:avLst>
              <a:gd name="adj" fmla="val 6763"/>
            </a:avLst>
          </a:prstGeom>
          <a:solidFill>
            <a:srgbClr val="E8E0CF"/>
          </a:solidFill>
          <a:ln/>
        </p:spPr>
      </p:sp>
      <p:sp>
        <p:nvSpPr>
          <p:cNvPr id="30" name="Text 28"/>
          <p:cNvSpPr/>
          <p:nvPr/>
        </p:nvSpPr>
        <p:spPr>
          <a:xfrm>
            <a:off x="9525000" y="3505200"/>
            <a:ext cx="342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Trên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Linux</a:t>
            </a:r>
            <a:endParaRPr lang="en-US" sz="3000" dirty="0"/>
          </a:p>
        </p:txBody>
      </p:sp>
      <p:sp>
        <p:nvSpPr>
          <p:cNvPr id="31" name="Shape 29"/>
          <p:cNvSpPr/>
          <p:nvPr/>
        </p:nvSpPr>
        <p:spPr>
          <a:xfrm>
            <a:off x="9525000" y="4191000"/>
            <a:ext cx="1047750" cy="4191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</p:sp>
      <p:sp>
        <p:nvSpPr>
          <p:cNvPr id="32" name="Text 30"/>
          <p:cNvSpPr/>
          <p:nvPr/>
        </p:nvSpPr>
        <p:spPr>
          <a:xfrm>
            <a:off x="9525000" y="4191000"/>
            <a:ext cx="1047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luồng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525000" y="518160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Text 32"/>
          <p:cNvSpPr/>
          <p:nvPr/>
        </p:nvSpPr>
        <p:spPr>
          <a:xfrm>
            <a:off x="9791700" y="495300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9525000" y="651510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Text 34"/>
          <p:cNvSpPr/>
          <p:nvPr/>
        </p:nvSpPr>
        <p:spPr>
          <a:xfrm>
            <a:off x="9791700" y="628650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6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 tác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13430250" y="3238500"/>
            <a:ext cx="3943350" cy="5715000"/>
          </a:xfrm>
          <a:prstGeom prst="roundRect">
            <a:avLst>
              <a:gd name="adj" fmla="val 6763"/>
            </a:avLst>
          </a:prstGeom>
          <a:solidFill>
            <a:srgbClr val="E8E0CF"/>
          </a:solidFill>
          <a:ln/>
        </p:spPr>
      </p:sp>
      <p:sp>
        <p:nvSpPr>
          <p:cNvPr id="38" name="Text 36"/>
          <p:cNvSpPr/>
          <p:nvPr/>
        </p:nvSpPr>
        <p:spPr>
          <a:xfrm>
            <a:off x="13696950" y="3505200"/>
            <a:ext cx="342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30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r>
              <a:rPr lang="en-US" sz="30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tế</a:t>
            </a:r>
            <a:endParaRPr lang="en-US" sz="3000" dirty="0"/>
          </a:p>
        </p:txBody>
      </p:sp>
      <p:sp>
        <p:nvSpPr>
          <p:cNvPr id="39" name="Shape 37"/>
          <p:cNvSpPr/>
          <p:nvPr/>
        </p:nvSpPr>
        <p:spPr>
          <a:xfrm>
            <a:off x="13696950" y="4191000"/>
            <a:ext cx="1619250" cy="4191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</p:sp>
      <p:sp>
        <p:nvSpPr>
          <p:cNvPr id="40" name="Text 38"/>
          <p:cNvSpPr/>
          <p:nvPr/>
        </p:nvSpPr>
        <p:spPr>
          <a:xfrm>
            <a:off x="13696950" y="4191000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tiến</a:t>
            </a:r>
            <a:r>
              <a:rPr lang="en-US" sz="1800" dirty="0" spc="8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430500" y="4191000"/>
            <a:ext cx="1047750" cy="4191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</p:sp>
      <p:sp>
        <p:nvSpPr>
          <p:cNvPr id="42" name="Text 40"/>
          <p:cNvSpPr/>
          <p:nvPr/>
        </p:nvSpPr>
        <p:spPr>
          <a:xfrm>
            <a:off x="15430500" y="4191000"/>
            <a:ext cx="1047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luồng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3696950" y="518160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4" name="Text 42"/>
          <p:cNvSpPr/>
          <p:nvPr/>
        </p:nvSpPr>
        <p:spPr>
          <a:xfrm>
            <a:off x="13963650" y="495300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2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endParaRPr lang="en-US" sz="2250" dirty="0"/>
          </a:p>
        </p:txBody>
      </p:sp>
      <p:sp>
        <p:nvSpPr>
          <p:cNvPr id="45" name="Shape 43"/>
          <p:cNvSpPr/>
          <p:nvPr/>
        </p:nvSpPr>
        <p:spPr>
          <a:xfrm>
            <a:off x="13696950" y="651510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6" name="Text 44"/>
          <p:cNvSpPr/>
          <p:nvPr/>
        </p:nvSpPr>
        <p:spPr>
          <a:xfrm>
            <a:off x="13963650" y="628650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duyệt: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tiến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2250" dirty="0"/>
          </a:p>
        </p:txBody>
      </p:sp>
      <p:sp>
        <p:nvSpPr>
          <p:cNvPr id="47" name="Shape 45"/>
          <p:cNvSpPr/>
          <p:nvPr/>
        </p:nvSpPr>
        <p:spPr>
          <a:xfrm>
            <a:off x="13696950" y="784860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8" name="Text 46"/>
          <p:cNvSpPr/>
          <p:nvPr/>
        </p:nvSpPr>
        <p:spPr>
          <a:xfrm>
            <a:off x="13963650" y="762000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endParaRPr lang="en-US" sz="2250" dirty="0"/>
          </a:p>
        </p:txBody>
      </p:sp>
      <p:sp>
        <p:nvSpPr>
          <p:cNvPr id="49" name="Shape 4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0" name="Shape 4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1" name="Shape 4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2" name="Shape 5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3" name="Shape 5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4" name="Shape 5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5" name="Shape 5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6" name="Shape 5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7" name="Text 55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16f946ed-b4d7-450a-834e-d50cdae4332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Cái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30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0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“luôn</a:t>
            </a:r>
            <a:r>
              <a:rPr lang="en-US" sz="3000" dirty="0" spc="-2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30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hơn”.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29000" y="31623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225" kern="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ĐƯỢC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515600" y="31623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208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RỦI</a:t>
            </a:r>
            <a:r>
              <a:rPr lang="en-US" sz="2100" spc="205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286000" cy="238125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endParaRPr lang="en-US" sz="30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30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tiến</a:t>
            </a:r>
            <a:r>
              <a:rPr lang="en-US" sz="30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429000" y="3657600"/>
            <a:ext cx="6858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3657600"/>
            <a:ext cx="95250" cy="2381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0" name="Shape 8"/>
          <p:cNvSpPr/>
          <p:nvPr/>
        </p:nvSpPr>
        <p:spPr>
          <a:xfrm>
            <a:off x="3810000" y="4152900"/>
            <a:ext cx="133350" cy="1333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3943350"/>
            <a:ext cx="5905500" cy="762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Dễ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 hơn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3810000" y="5105400"/>
            <a:ext cx="133350" cy="1333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4895850"/>
            <a:ext cx="5905500" cy="762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0515600" y="3657600"/>
            <a:ext cx="6858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0" y="3657600"/>
            <a:ext cx="95250" cy="2381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96600" y="4152900"/>
            <a:ext cx="133350" cy="1333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1201400" y="3943350"/>
            <a:ext cx="5905500" cy="762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7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0896600" y="5105400"/>
            <a:ext cx="133350" cy="1333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9" name="Text 17"/>
          <p:cNvSpPr/>
          <p:nvPr/>
        </p:nvSpPr>
        <p:spPr>
          <a:xfrm>
            <a:off x="11201400" y="4895850"/>
            <a:ext cx="5905500" cy="762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914400" y="6267450"/>
            <a:ext cx="2286000" cy="238125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30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3429000" y="6267450"/>
            <a:ext cx="6858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22" name="Shape 20"/>
          <p:cNvSpPr/>
          <p:nvPr/>
        </p:nvSpPr>
        <p:spPr>
          <a:xfrm>
            <a:off x="3429000" y="6267450"/>
            <a:ext cx="95250" cy="2381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3" name="Shape 21"/>
          <p:cNvSpPr/>
          <p:nvPr/>
        </p:nvSpPr>
        <p:spPr>
          <a:xfrm>
            <a:off x="3810000" y="6762750"/>
            <a:ext cx="133350" cy="1333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0" y="6553200"/>
            <a:ext cx="5905500" cy="762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Chung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5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3810000" y="7715250"/>
            <a:ext cx="133350" cy="1333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0" y="7505700"/>
            <a:ext cx="5905500" cy="762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10515600" y="6267450"/>
            <a:ext cx="6858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28" name="Shape 26"/>
          <p:cNvSpPr/>
          <p:nvPr/>
        </p:nvSpPr>
        <p:spPr>
          <a:xfrm>
            <a:off x="10515600" y="6267450"/>
            <a:ext cx="95250" cy="2381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9" name="Shape 27"/>
          <p:cNvSpPr/>
          <p:nvPr/>
        </p:nvSpPr>
        <p:spPr>
          <a:xfrm>
            <a:off x="10896600" y="6762750"/>
            <a:ext cx="133350" cy="1333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30" name="Text 28"/>
          <p:cNvSpPr/>
          <p:nvPr/>
        </p:nvSpPr>
        <p:spPr>
          <a:xfrm>
            <a:off x="11201400" y="6553200"/>
            <a:ext cx="59055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 không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18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race</a:t>
            </a:r>
            <a:r>
              <a:rPr lang="en-US" sz="2550" dirty="0" spc="-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condition</a:t>
            </a:r>
            <a:endParaRPr lang="en-US" sz="2550" dirty="0"/>
          </a:p>
        </p:txBody>
      </p:sp>
      <p:sp>
        <p:nvSpPr>
          <p:cNvPr id="31" name="Shape 29"/>
          <p:cNvSpPr/>
          <p:nvPr/>
        </p:nvSpPr>
        <p:spPr>
          <a:xfrm>
            <a:off x="10896600" y="7715250"/>
            <a:ext cx="133350" cy="1333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32" name="Text 30"/>
          <p:cNvSpPr/>
          <p:nvPr/>
        </p:nvSpPr>
        <p:spPr>
          <a:xfrm>
            <a:off x="11201400" y="7505700"/>
            <a:ext cx="59055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nặng có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 trình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endParaRPr lang="en-US" sz="2550" dirty="0"/>
          </a:p>
        </p:txBody>
      </p:sp>
      <p:sp>
        <p:nvSpPr>
          <p:cNvPr id="33" name="Shape 3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4" name="Shape 3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5" name="Shape 3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6" name="Shape 3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7" name="Shape 3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8" name="Shape 3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9" name="Shape 3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0" name="Shape 3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1" name="Text 39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06/08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f7106a88-e67b-4d19-8db0-c523f52186f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95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NHÌN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1950" spc="22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1950" spc="22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950" spc="199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971550"/>
            <a:ext cx="16459200" cy="1809750"/>
          </a:xfrm>
          <a:prstGeom prst="roundRect">
            <a:avLst>
              <a:gd name="adj" fmla="val 1473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11430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00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800" spc="228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95400" y="1524000"/>
            <a:ext cx="1581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Hai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luồng cùng</a:t>
            </a:r>
            <a:r>
              <a:rPr lang="en-US" sz="31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31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dem</a:t>
            </a:r>
            <a:r>
              <a:rPr lang="en-US" sz="31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31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dem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+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315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31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biến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chung,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295400" y="2076450"/>
            <a:ext cx="1581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luồng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1000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lần.</a:t>
            </a:r>
            <a:r>
              <a:rPr lang="en-US" sz="3150" dirty="0" spc="-4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luôn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1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2000</a:t>
            </a:r>
            <a:r>
              <a:rPr lang="en-US" sz="3150" dirty="0" spc="6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chứ?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047750" y="3143250"/>
            <a:ext cx="2286000" cy="609600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3143250"/>
            <a:ext cx="22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Luồng</a:t>
            </a:r>
            <a:r>
              <a:rPr lang="en-US" sz="255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4191000" y="3143250"/>
            <a:ext cx="2286000" cy="6096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4191000" y="3143250"/>
            <a:ext cx="22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dem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7334250" y="3143250"/>
            <a:ext cx="2286000" cy="609600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7334250" y="3143250"/>
            <a:ext cx="22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Luồng</a:t>
            </a:r>
            <a:r>
              <a:rPr lang="en-US" sz="255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</a:t>
            </a:r>
            <a:endParaRPr lang="en-US" sz="2550" dirty="0"/>
          </a:p>
        </p:txBody>
      </p:sp>
      <p:sp>
        <p:nvSpPr>
          <p:cNvPr id="13" name="Connector line-1792294046674-923208718"/>
          <p:cNvSpPr/>
          <p:nvPr/>
        </p:nvSpPr>
        <p:spPr>
          <a:xfrm>
            <a:off x="2190750" y="3829050"/>
            <a:ext cx="0" cy="5029200"/>
          </a:xfrm>
          <a:prstGeom prst="line">
            <a:avLst/>
          </a:prstGeom>
          <a:noFill/>
          <a:ln w="38100">
            <a:solidFill>
              <a:srgbClr val="CFC7B3"/>
            </a:solidFill>
            <a:prstDash val="solid"/>
            <a:headEnd type="none"/>
            <a:tailEnd type="none"/>
          </a:ln>
        </p:spPr>
      </p:sp>
      <p:sp>
        <p:nvSpPr>
          <p:cNvPr id="14" name="Connector line-1792294046674-218018431"/>
          <p:cNvSpPr/>
          <p:nvPr/>
        </p:nvSpPr>
        <p:spPr>
          <a:xfrm>
            <a:off x="5334000" y="3829050"/>
            <a:ext cx="0" cy="5029200"/>
          </a:xfrm>
          <a:prstGeom prst="line">
            <a:avLst/>
          </a:prstGeom>
          <a:noFill/>
          <a:ln w="38100">
            <a:solidFill>
              <a:srgbClr val="CFC7B3"/>
            </a:solidFill>
            <a:prstDash val="solid"/>
            <a:headEnd type="none"/>
            <a:tailEnd type="none"/>
          </a:ln>
        </p:spPr>
      </p:sp>
      <p:sp>
        <p:nvSpPr>
          <p:cNvPr id="15" name="Connector line-1792294046675-349864185"/>
          <p:cNvSpPr/>
          <p:nvPr/>
        </p:nvSpPr>
        <p:spPr>
          <a:xfrm>
            <a:off x="8477250" y="3829050"/>
            <a:ext cx="0" cy="5029200"/>
          </a:xfrm>
          <a:prstGeom prst="line">
            <a:avLst/>
          </a:prstGeom>
          <a:noFill/>
          <a:ln w="38100">
            <a:solidFill>
              <a:srgbClr val="CFC7B3"/>
            </a:solidFill>
            <a:prstDash val="solid"/>
            <a:headEnd type="none"/>
            <a:tailEnd type="none"/>
          </a:ln>
        </p:spPr>
      </p:sp>
      <p:sp>
        <p:nvSpPr>
          <p:cNvPr id="16" name="Connector line-1792294046675-25479484"/>
          <p:cNvSpPr/>
          <p:nvPr/>
        </p:nvSpPr>
        <p:spPr>
          <a:xfrm>
            <a:off x="2190750" y="4667250"/>
            <a:ext cx="30670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286000" y="4191000"/>
            <a:ext cx="295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4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đọc</a:t>
            </a:r>
            <a:r>
              <a:rPr lang="en-US" sz="2100" dirty="0" spc="-4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</a:t>
            </a:r>
            <a:endParaRPr lang="en-US" sz="2100" dirty="0"/>
          </a:p>
        </p:txBody>
      </p:sp>
      <p:sp>
        <p:nvSpPr>
          <p:cNvPr id="18" name="Connector line-1792294046677-243822682"/>
          <p:cNvSpPr/>
          <p:nvPr/>
        </p:nvSpPr>
        <p:spPr>
          <a:xfrm flipH="1">
            <a:off x="5410200" y="5619750"/>
            <a:ext cx="30670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429250" y="5143500"/>
            <a:ext cx="295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4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đọc</a:t>
            </a:r>
            <a:r>
              <a:rPr lang="en-US" sz="2100" dirty="0" spc="-4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</a:t>
            </a:r>
            <a:endParaRPr lang="en-US" sz="2100" dirty="0"/>
          </a:p>
        </p:txBody>
      </p:sp>
      <p:sp>
        <p:nvSpPr>
          <p:cNvPr id="20" name="Connector line-1792294046679-477721511"/>
          <p:cNvSpPr/>
          <p:nvPr/>
        </p:nvSpPr>
        <p:spPr>
          <a:xfrm>
            <a:off x="2190750" y="6667500"/>
            <a:ext cx="30670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286000" y="6191250"/>
            <a:ext cx="295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ghi</a:t>
            </a:r>
            <a:r>
              <a:rPr lang="en-US" sz="2100" dirty="0" spc="-3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 +</a:t>
            </a:r>
            <a:r>
              <a:rPr lang="en-US" sz="2100" dirty="0" spc="-4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2100" dirty="0"/>
          </a:p>
        </p:txBody>
      </p:sp>
      <p:sp>
        <p:nvSpPr>
          <p:cNvPr id="22" name="Connector line-1792294046682-988067736"/>
          <p:cNvSpPr/>
          <p:nvPr/>
        </p:nvSpPr>
        <p:spPr>
          <a:xfrm flipH="1">
            <a:off x="5410200" y="7620000"/>
            <a:ext cx="30670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429250" y="7143750"/>
            <a:ext cx="295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ghi</a:t>
            </a:r>
            <a:r>
              <a:rPr lang="en-US" sz="2100" dirty="0" spc="-3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 + 1, ghi</a:t>
            </a:r>
            <a:r>
              <a:rPr lang="en-US" sz="2100" dirty="0" spc="7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đè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3905250" y="8096250"/>
            <a:ext cx="2857500" cy="666750"/>
          </a:xfrm>
          <a:prstGeom prst="roundRect">
            <a:avLst>
              <a:gd name="adj" fmla="val 25714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05250" y="8096250"/>
            <a:ext cx="285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1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mất</a:t>
            </a:r>
            <a:r>
              <a:rPr lang="en-US" sz="2100" dirty="0" spc="-7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100" dirty="0" spc="-3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2100" dirty="0" spc="-6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cộng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0763250" y="3143250"/>
            <a:ext cx="6610350" cy="5905500"/>
          </a:xfrm>
          <a:prstGeom prst="roundRect">
            <a:avLst>
              <a:gd name="adj" fmla="val 4516"/>
            </a:avLst>
          </a:prstGeom>
          <a:solidFill>
            <a:srgbClr val="14161C"/>
          </a:solidFill>
          <a:ln/>
        </p:spPr>
      </p:sp>
      <p:sp>
        <p:nvSpPr>
          <p:cNvPr id="27" name="Text 25"/>
          <p:cNvSpPr/>
          <p:nvPr/>
        </p:nvSpPr>
        <p:spPr>
          <a:xfrm>
            <a:off x="11144250" y="34861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0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800" spc="22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144250" y="3905250"/>
            <a:ext cx="5905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510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51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đảm.</a:t>
            </a:r>
            <a:endParaRPr lang="en-US" sz="5100" dirty="0"/>
          </a:p>
        </p:txBody>
      </p:sp>
      <p:sp>
        <p:nvSpPr>
          <p:cNvPr id="29" name="Shape 27"/>
          <p:cNvSpPr/>
          <p:nvPr/>
        </p:nvSpPr>
        <p:spPr>
          <a:xfrm>
            <a:off x="11144250" y="5429250"/>
            <a:ext cx="133350" cy="1333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30" name="Text 28"/>
          <p:cNvSpPr/>
          <p:nvPr/>
        </p:nvSpPr>
        <p:spPr>
          <a:xfrm>
            <a:off x="11449050" y="5219700"/>
            <a:ext cx="5619750" cy="4953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cộng,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550" dirty="0"/>
          </a:p>
        </p:txBody>
      </p:sp>
      <p:sp>
        <p:nvSpPr>
          <p:cNvPr id="31" name="Shape 29"/>
          <p:cNvSpPr/>
          <p:nvPr/>
        </p:nvSpPr>
        <p:spPr>
          <a:xfrm>
            <a:off x="11144250" y="6381750"/>
            <a:ext cx="133350" cy="1333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32" name="Text 30"/>
          <p:cNvSpPr/>
          <p:nvPr/>
        </p:nvSpPr>
        <p:spPr>
          <a:xfrm>
            <a:off x="11449050" y="6172200"/>
            <a:ext cx="561975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550" dirty="0"/>
          </a:p>
        </p:txBody>
      </p:sp>
      <p:sp>
        <p:nvSpPr>
          <p:cNvPr id="33" name="Shape 31"/>
          <p:cNvSpPr/>
          <p:nvPr/>
        </p:nvSpPr>
        <p:spPr>
          <a:xfrm>
            <a:off x="11144250" y="7620000"/>
            <a:ext cx="133350" cy="1333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34" name="Text 32"/>
          <p:cNvSpPr/>
          <p:nvPr/>
        </p:nvSpPr>
        <p:spPr>
          <a:xfrm>
            <a:off x="11449050" y="7410450"/>
            <a:ext cx="561975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 tử</a:t>
            </a:r>
            <a:endParaRPr lang="en-US" sz="2550" dirty="0"/>
          </a:p>
        </p:txBody>
      </p:sp>
      <p:sp>
        <p:nvSpPr>
          <p:cNvPr id="35" name="Shape 3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Shape 3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Shape 3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1" name="Shape 3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Shape 4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3" name="Text 41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6f09ef2c-2fe4-421b-9fbd-05ea6329da4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8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THUẬT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 CHÍNH</a:t>
            </a:r>
            <a:r>
              <a:rPr lang="en-US" sz="1950" spc="21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59080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590800"/>
            <a:ext cx="4000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Chương</a:t>
            </a:r>
            <a:r>
              <a:rPr lang="en-US" sz="30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524500" y="2590800"/>
            <a:ext cx="11430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4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yên</a:t>
            </a: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48615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3486150"/>
            <a:ext cx="4000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Tiến</a:t>
            </a:r>
            <a:r>
              <a:rPr lang="en-US" sz="3000" dirty="0" spc="-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524500" y="3486150"/>
            <a:ext cx="11430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438150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381500"/>
            <a:ext cx="4000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Luồng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524500" y="4381500"/>
            <a:ext cx="11430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4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527685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276850"/>
            <a:ext cx="4000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Stack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524500" y="5276850"/>
            <a:ext cx="11430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Riêng mỗi luồng,</a:t>
            </a:r>
            <a:r>
              <a:rPr lang="en-US" sz="24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dòng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617220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172200"/>
            <a:ext cx="4000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Race</a:t>
            </a:r>
            <a:r>
              <a:rPr lang="en-US" sz="30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condition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524500" y="6172200"/>
            <a:ext cx="11430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xen</a:t>
            </a:r>
            <a:r>
              <a:rPr lang="en-US" sz="2400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kẽ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luồng.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7334250"/>
            <a:ext cx="8001000" cy="1809750"/>
          </a:xfrm>
          <a:prstGeom prst="roundRect">
            <a:avLst>
              <a:gd name="adj" fmla="val 12632"/>
            </a:avLst>
          </a:prstGeom>
          <a:solidFill>
            <a:srgbClr val="F3EEE3"/>
          </a:solidFill>
          <a:ln/>
        </p:spPr>
      </p:sp>
      <p:sp>
        <p:nvSpPr>
          <p:cNvPr id="20" name="Text 18"/>
          <p:cNvSpPr/>
          <p:nvPr/>
        </p:nvSpPr>
        <p:spPr>
          <a:xfrm>
            <a:off x="1238250" y="75247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r>
              <a:rPr lang="en-US" sz="1800" spc="22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180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8250" y="7924800"/>
            <a:ext cx="742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 snapshot cố</a:t>
            </a:r>
            <a:r>
              <a:rPr lang="en-US" sz="19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38250" y="8305800"/>
            <a:ext cx="742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OSTEP:</a:t>
            </a: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9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Process;</a:t>
            </a:r>
            <a:r>
              <a:rPr lang="en-US" sz="19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Concurrency: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19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Introduction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38250" y="8686800"/>
            <a:ext cx="742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Linux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clone(2):</a:t>
            </a:r>
            <a:r>
              <a:rPr lang="en-US" sz="19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chia</a:t>
            </a:r>
            <a:r>
              <a:rPr lang="en-US" sz="19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r>
              <a:rPr lang="en-US" sz="19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144000" y="7334250"/>
            <a:ext cx="82296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0" y="7334250"/>
            <a:ext cx="95250" cy="1809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6" name="Text 24"/>
          <p:cNvSpPr/>
          <p:nvPr/>
        </p:nvSpPr>
        <p:spPr>
          <a:xfrm>
            <a:off x="9563100" y="76200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 theo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bài,</a:t>
            </a:r>
            <a:r>
              <a:rPr lang="en-US" sz="19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19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thuật.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563100" y="813435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563100" y="86487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9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9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9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1" name="Shape 2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2" name="Shape 3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3" name="Shape 3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4" name="Shape 3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5" name="Shape 3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6" name="Shape 3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Text 35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08/08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a8961a7e-25d3-4dbc-9da8-cc2b7f38ee0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2026-10-19T00:43:39Z</dcterms:created>
  <dcterms:modified xsi:type="dcterms:W3CDTF">2026-10-19T00:43:39Z</dcterms:modified>
</cp:coreProperties>
</file>