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bù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81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000" dirty="0"/>
          </a:p>
        </p:txBody>
      </p:sp>
      <p:sp>
        <p:nvSpPr>
          <p:cNvPr id="5" name="Connector line-1792381264262-343408081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001500" y="285750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001500" y="409575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001500" y="5334000"/>
            <a:ext cx="5334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2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628a0230-9901-4728-afc2-b6fff4e9e8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2100" b="1" spc="2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1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(CLEARING)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100" b="1" spc="1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(SETTLEMENT)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53600" y="375285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239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Claire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5df52ae-9e68-4508-98b1-aa422136c6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(LUỒNG THU)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PayPal trả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4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PayPal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4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r>
              <a:rPr lang="en-US" sz="4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Amazon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6953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Bob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 03/10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6381ebd-ad08-43b4-a8b6-d0bed03dd5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b="1" spc="3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chênh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 100,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quỹ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ad48758-2bf9-4f1d-a551-20dce842cc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(LUỒNG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sổ</a:t>
            </a:r>
            <a:r>
              <a:rPr lang="en-US" sz="69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Claire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400" dirty="0"/>
          </a:p>
        </p:txBody>
      </p:sp>
      <p:sp>
        <p:nvSpPr>
          <p:cNvPr id="6" name="Connector line-1792381267857-79848404"/>
          <p:cNvSpPr/>
          <p:nvPr/>
        </p:nvSpPr>
        <p:spPr>
          <a:xfrm>
            <a:off x="5619750" y="4476750"/>
            <a:ext cx="1047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6294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sổ,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tiền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400" dirty="0"/>
          </a:p>
        </p:txBody>
      </p:sp>
      <p:sp>
        <p:nvSpPr>
          <p:cNvPr id="10" name="Connector line-1792381267869-21823925"/>
          <p:cNvSpPr/>
          <p:nvPr/>
        </p:nvSpPr>
        <p:spPr>
          <a:xfrm>
            <a:off x="11563350" y="4476750"/>
            <a:ext cx="10477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25730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31826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4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572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5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lặp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55be442-2bb1-4ebf-81a5-278246b576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trên,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971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F6E3C8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476750"/>
            <a:ext cx="971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 trừ: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 lệch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0960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96000"/>
            <a:ext cx="971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550" dirty="0"/>
          </a:p>
        </p:txBody>
      </p:sp>
      <p:sp>
        <p:nvSpPr>
          <p:cNvPr id="10" name="Connector line-1792381268676-624955176"/>
          <p:cNvSpPr/>
          <p:nvPr/>
        </p:nvSpPr>
        <p:spPr>
          <a:xfrm>
            <a:off x="11906250" y="2857500"/>
            <a:ext cx="0" cy="30480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192000" y="38100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36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3600" dirty="0"/>
          </a:p>
        </p:txBody>
      </p:sp>
      <p:sp>
        <p:nvSpPr>
          <p:cNvPr id="12" name="Connector line-1792381268678-181160634"/>
          <p:cNvSpPr/>
          <p:nvPr/>
        </p:nvSpPr>
        <p:spPr>
          <a:xfrm>
            <a:off x="11906250" y="6096000"/>
            <a:ext cx="0" cy="14287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192000" y="6334125"/>
            <a:ext cx="5334000" cy="952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ctr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36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c072446-1fb3-4906-a545-658d2321e9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bù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đồng:</a:t>
            </a:r>
            <a:r>
              <a:rPr lang="en-US" sz="25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b1a7a44-b784-4983-acb7-24981775ca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nợ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nợ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500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lại không?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4800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400</a:t>
            </a:r>
            <a:endParaRPr lang="en-US" sz="25500" dirty="0"/>
          </a:p>
        </p:txBody>
      </p:sp>
      <p:sp>
        <p:nvSpPr>
          <p:cNvPr id="6" name="Text 4"/>
          <p:cNvSpPr/>
          <p:nvPr/>
        </p:nvSpPr>
        <p:spPr>
          <a:xfrm>
            <a:off x="914400" y="6667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la: B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600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0" y="32385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0" y="32385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còn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ròng.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0" y="45720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45720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40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quỹ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trữ ở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0" y="59055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0" y="59055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đúng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0434c34-fc74-4322-a262-a88a220bed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271211-86560433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đồ;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thẻ cho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án;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"một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sách".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29a9503-82ff-43d9-b2af-a3b1c93c45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ai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 thông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chuyển.</a:t>
            </a:r>
            <a:endParaRPr lang="en-US" sz="1950" dirty="0"/>
          </a:p>
        </p:txBody>
      </p:sp>
      <p:sp>
        <p:nvSpPr>
          <p:cNvPr id="16" name="Connector line-1792381272106-51246598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1272108-910532524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aeb8b23-48b9-4e8e-8e4b-c5e7ce196d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2026-10-19T03:41:44Z</dcterms:created>
  <dcterms:modified xsi:type="dcterms:W3CDTF">2026-10-19T03:41:44Z</dcterms:modified>
</cp:coreProperties>
</file>