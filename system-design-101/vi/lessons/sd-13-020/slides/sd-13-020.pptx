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triển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Triển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quen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Lỗi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</a:t>
            </a:r>
            <a:r>
              <a:rPr lang="en-US" sz="24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lộ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ở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tải</a:t>
            </a:r>
            <a:r>
              <a:rPr lang="en-US" sz="24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thật,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gặp</a:t>
            </a: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4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4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tốt</a:t>
            </a:r>
            <a:r>
              <a:rPr lang="en-US" sz="240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2400" dirty="0" spc="-1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24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Thay</a:t>
            </a:r>
            <a:r>
              <a:rPr lang="en-US" sz="240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4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gói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lớn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84ac12d-6f81-47a4-b357-195d07cb00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78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 nào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giá.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56e9d58a-1426-422c-ad2d-58d8f1d230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63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thật,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1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19087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850" dirty="0" spc="-2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8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cho</a:t>
            </a:r>
            <a:r>
              <a:rPr lang="en-US" sz="28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2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8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429125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Dừng</a:t>
            </a: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28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 đo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xấu</a:t>
            </a:r>
            <a:r>
              <a:rPr lang="en-US" sz="2850" dirty="0" spc="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5905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 NHAU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14400" y="638175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285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850" dirty="0" spc="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tương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8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8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r>
              <a:rPr lang="en-US" sz="285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liệu</a:t>
            </a: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nhiều</a:t>
            </a:r>
            <a:r>
              <a:rPr lang="en-US" sz="285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a4d683-a02a-47d1-ac9f-554b56fae3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biết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6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xấu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ngưỡng</a:t>
            </a:r>
            <a:r>
              <a:rPr lang="en-US" sz="28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85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 từ</a:t>
            </a:r>
            <a:r>
              <a:rPr lang="en-US" sz="2850" dirty="0" spc="-2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850" dirty="0" spc="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So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với</a:t>
            </a:r>
            <a:r>
              <a:rPr lang="en-US" sz="28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850" dirty="0" spc="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chứng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429000"/>
            <a:ext cx="4762500" cy="2286000"/>
          </a:xfrm>
          <a:prstGeom prst="roundRect">
            <a:avLst>
              <a:gd name="adj" fmla="val 11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8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850" dirty="0" spc="-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quyết</a:t>
            </a:r>
            <a:r>
              <a:rPr lang="en-US" sz="2850" dirty="0" spc="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định,</a:t>
            </a:r>
            <a:r>
              <a:rPr lang="en-US" sz="28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cảm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</a:t>
            </a:r>
            <a:endParaRPr lang="en-US" sz="2850" dirty="0"/>
          </a:p>
        </p:txBody>
      </p:sp>
      <p:sp>
        <p:nvSpPr>
          <p:cNvPr id="7" name="Connector line-1792371511353-311180233"/>
          <p:cNvSpPr/>
          <p:nvPr/>
        </p:nvSpPr>
        <p:spPr>
          <a:xfrm>
            <a:off x="577215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511354-739675525"/>
          <p:cNvSpPr/>
          <p:nvPr/>
        </p:nvSpPr>
        <p:spPr>
          <a:xfrm>
            <a:off x="11620500" y="4572000"/>
            <a:ext cx="8953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72ce80f-ccf5-463d-8cd0-f180aee4ac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Rút lại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42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4200" dirty="0" spc="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r>
              <a:rPr lang="en-US" sz="42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3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LUYỆN</a:t>
            </a:r>
            <a:r>
              <a:rPr lang="en-US" sz="22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4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Tập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rút</a:t>
            </a:r>
            <a:r>
              <a:rPr lang="en-US" sz="42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r>
              <a:rPr lang="en-US" sz="42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42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42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 gian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5904b29-d4a7-4a7c-b0a4-dba5445986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78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7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8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9055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30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33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Text 15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82aef56-6909-46da-904c-c2e4a26e84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cơ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chế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triển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285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nấc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giám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Giữ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sẵn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nguyên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 dọn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dẹp.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 liệu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850" dirty="0" spc="-3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kéo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5ee99c-55e4-4221-af1c-eef3ef978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43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43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43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43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3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r>
              <a:rPr lang="en-US" sz="43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chạy?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914400" y="22383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85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85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850" dirty="0" spc="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r>
              <a:rPr lang="en-US" sz="285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85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định:</a:t>
            </a:r>
            <a:r>
              <a:rPr lang="en-US" sz="28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lỗi,</a:t>
            </a:r>
            <a:r>
              <a:rPr lang="en-US" sz="285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PostgreSQL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</a:t>
            </a:r>
            <a:r>
              <a:rPr lang="en-US" sz="2850" dirty="0" spc="-1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ngay</a:t>
            </a:r>
            <a:r>
              <a:rPr lang="en-US" sz="28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migration.</a:t>
            </a:r>
            <a:r>
              <a:rPr lang="en-US" sz="28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An</a:t>
            </a:r>
            <a:r>
              <a:rPr lang="en-US" sz="28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toàn nhất:</a:t>
            </a:r>
            <a:r>
              <a:rPr lang="en-US" sz="285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85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85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8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8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gọn.</a:t>
            </a:r>
            <a:endParaRPr lang="en-US" sz="2850" dirty="0"/>
          </a:p>
        </p:txBody>
      </p:sp>
      <p:sp>
        <p:nvSpPr>
          <p:cNvPr id="5" name="Connector line-1792392201868-91080357"/>
          <p:cNvSpPr/>
          <p:nvPr/>
        </p:nvSpPr>
        <p:spPr>
          <a:xfrm>
            <a:off x="2476500" y="4476750"/>
            <a:ext cx="13335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9812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53149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864870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1982450" y="3981450"/>
            <a:ext cx="990600" cy="9906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2481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58190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400" b="1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sang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15650" y="5524500"/>
            <a:ext cx="3143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Siết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724cd21-8585-4005-b6df-e032b22c6f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 cơ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400" dirty="0" spc="-1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400" dirty="0" spc="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2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nấc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Canary;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Tương</a:t>
            </a:r>
            <a:r>
              <a:rPr lang="en-US" sz="24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thích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240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chiều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mới,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chuyển,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Ngưỡng</a:t>
            </a: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chấp</a:t>
            </a:r>
            <a:r>
              <a:rPr lang="en-US" sz="24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SLO,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4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Rút</a:t>
            </a:r>
            <a:r>
              <a:rPr lang="en-US" sz="240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cách; cách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cũng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Bản</a:t>
            </a:r>
            <a:r>
              <a:rPr lang="en-US" sz="24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nhỏ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Dễ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nhân; DORA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9699734-0462-4152-8a97-7b453044d7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1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tiêu</a:t>
            </a:r>
            <a:r>
              <a:rPr lang="en-US" sz="21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105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72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DORA =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10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296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63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3487400" y="1428750"/>
            <a:ext cx="388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54100" y="1428750"/>
            <a:ext cx="3352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14400" y="37147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5151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ParallelChange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115800" y="42862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CanaryRelease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Canarying</a:t>
            </a:r>
            <a:r>
              <a:rPr lang="en-US" sz="2100" dirty="0" spc="-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releases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151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Working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small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batches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48640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INSERT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14400" y="6686550"/>
            <a:ext cx="5257800" cy="9144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ALTER</a:t>
            </a:r>
            <a:r>
              <a:rPr lang="en-US" sz="2100" dirty="0" spc="-3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TABLE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Text 2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657e7c7-1ffb-4a53-aae0-bf2ba527a7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2026-10-19T12:43:28Z</dcterms:created>
  <dcterms:modified xsi:type="dcterms:W3CDTF">2026-10-19T12:43:28Z</dcterms:modified>
</cp:coreProperties>
</file>