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niệm,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3000" dirty="0" spc="-4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miền,</a:t>
            </a: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3000" dirty="0"/>
          </a:p>
        </p:txBody>
      </p:sp>
      <p:sp>
        <p:nvSpPr>
          <p:cNvPr id="5" name="Connector line-1792388231348-675670596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056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239500" y="31432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Miền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39500" y="533400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Ranh</a:t>
            </a:r>
            <a:r>
              <a:rPr lang="en-US" sz="24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239500" y="75247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endParaRPr lang="en-US" sz="2400" dirty="0"/>
          </a:p>
        </p:txBody>
      </p:sp>
      <p:sp>
        <p:nvSpPr>
          <p:cNvPr id="10" name="Connector line-1792388231363-368793112"/>
          <p:cNvSpPr/>
          <p:nvPr/>
        </p:nvSpPr>
        <p:spPr>
          <a:xfrm>
            <a:off x="12668250" y="409575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88231363-539636530"/>
          <p:cNvSpPr/>
          <p:nvPr/>
        </p:nvSpPr>
        <p:spPr>
          <a:xfrm>
            <a:off x="12668250" y="628650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4478000" y="561975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9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0c2af976-ca72-446e-bda3-b4adaa0011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2952750"/>
            <a:ext cx="33337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Thiết</a:t>
            </a:r>
            <a:r>
              <a:rPr lang="en-US" sz="2250" dirty="0" spc="-2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kế</a:t>
            </a: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hướng</a:t>
            </a:r>
            <a:r>
              <a:rPr lang="en-US" sz="22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miền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5105400" y="295275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1150" y="2952750"/>
            <a:ext cx="33337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Thực</a:t>
            </a:r>
            <a:r>
              <a:rPr lang="en-US" sz="22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thể</a:t>
            </a: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nghiệp</a:t>
            </a:r>
            <a:r>
              <a:rPr lang="en-US" sz="22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296400" y="295275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82150" y="2952750"/>
            <a:ext cx="33337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Ranh</a:t>
            </a:r>
            <a:r>
              <a:rPr lang="en-US" sz="22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giới</a:t>
            </a: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</a:t>
            </a: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3487400" y="295275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73150" y="2952750"/>
            <a:ext cx="33337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Khối</a:t>
            </a:r>
            <a:r>
              <a:rPr lang="en-US" sz="22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nhất</a:t>
            </a: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quán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523875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0150" y="5238750"/>
            <a:ext cx="33337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Thực</a:t>
            </a:r>
            <a:r>
              <a:rPr lang="en-US" sz="22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thể</a:t>
            </a:r>
            <a:r>
              <a:rPr lang="en-US" sz="22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đối</a:t>
            </a:r>
            <a:r>
              <a:rPr lang="en-US" sz="22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tượng</a:t>
            </a:r>
            <a:r>
              <a:rPr lang="en-US" sz="22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</a:t>
            </a:r>
            <a:r>
              <a:rPr lang="en-US" sz="2250" dirty="0" spc="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trị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105400" y="523875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1150" y="5238750"/>
            <a:ext cx="33337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</a:t>
            </a: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thao</a:t>
            </a: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296400" y="523875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FBF8F1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82150" y="5238750"/>
            <a:ext cx="33337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Chia</a:t>
            </a:r>
            <a:r>
              <a:rPr lang="en-US" sz="22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tầng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3487400" y="5238750"/>
            <a:ext cx="3886200" cy="2000250"/>
          </a:xfrm>
          <a:prstGeom prst="roundRect">
            <a:avLst>
              <a:gd name="adj" fmla="val 11429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73150" y="5238750"/>
            <a:ext cx="333375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Dựng</a:t>
            </a:r>
            <a:r>
              <a:rPr lang="en-US" sz="22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</a:t>
            </a: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r>
              <a:rPr lang="en-US" sz="22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miền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7715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4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</a:t>
            </a:r>
            <a:r>
              <a:rPr lang="en-US" sz="2250" dirty="0" spc="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250" dirty="0" spc="-1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250" dirty="0" spc="-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niệm;</a:t>
            </a:r>
            <a:r>
              <a:rPr lang="en-US" sz="22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1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bằng</a:t>
            </a:r>
            <a:r>
              <a:rPr lang="en-US" sz="22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250" dirty="0"/>
          </a:p>
        </p:txBody>
      </p:sp>
      <p:sp>
        <p:nvSpPr>
          <p:cNvPr id="21" name="Connector line-1792388232628-18448967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377289b8-471e-4d0d-bfcd-889f33474e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NIỆM,</a:t>
            </a:r>
            <a:r>
              <a:rPr lang="en-US" sz="1800" b="1" spc="2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180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39100" cy="2952750"/>
          </a:xfrm>
          <a:prstGeom prst="roundRect">
            <a:avLst>
              <a:gd name="adj" fmla="val 9032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48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Có</a:t>
            </a:r>
            <a:r>
              <a:rPr lang="en-US" sz="24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chỗ</a:t>
            </a:r>
            <a:r>
              <a:rPr lang="en-US" sz="240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đối</a:t>
            </a:r>
            <a:r>
              <a:rPr lang="en-US" sz="24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chiếu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95400" y="371475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Miền,</a:t>
            </a:r>
            <a:r>
              <a:rPr lang="en-US" sz="2100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giới,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10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quán,</a:t>
            </a:r>
            <a:r>
              <a:rPr lang="en-US" sz="210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10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vụ,</a:t>
            </a:r>
            <a:r>
              <a:rPr lang="en-US" sz="2100" dirty="0" spc="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1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334500" y="2762250"/>
            <a:ext cx="8039100" cy="2952750"/>
          </a:xfrm>
          <a:prstGeom prst="roundRect">
            <a:avLst>
              <a:gd name="adj" fmla="val 9032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15500" y="3048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Chia</a:t>
            </a:r>
            <a:r>
              <a:rPr lang="en-US" sz="24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tầng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715500" y="371475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mã;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6000750"/>
            <a:ext cx="8039100" cy="2952750"/>
          </a:xfrm>
          <a:prstGeom prst="roundRect">
            <a:avLst>
              <a:gd name="adj" fmla="val 9032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2865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Thêm</a:t>
            </a:r>
            <a:r>
              <a:rPr lang="en-US" sz="24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từ</a:t>
            </a:r>
            <a:r>
              <a:rPr lang="en-US" sz="24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Microsoft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95400" y="695325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334500" y="6000750"/>
            <a:ext cx="8039100" cy="2952750"/>
          </a:xfrm>
          <a:prstGeom prst="roundRect">
            <a:avLst>
              <a:gd name="adj" fmla="val 9032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62865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Nguồn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715500" y="695325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ngắn,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2100" dirty="0"/>
          </a:p>
        </p:txBody>
      </p:sp>
      <p:sp>
        <p:nvSpPr>
          <p:cNvPr id="16" name="Connector line-1792388233572-70855758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396b707b-6fec-4fa5-a4ce-b22f662ebb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HAI NGHĨA</a:t>
            </a:r>
            <a:r>
              <a:rPr lang="en-US" sz="1800" b="1" spc="29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26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chữ,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8105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81000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0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63100" y="2762250"/>
            <a:ext cx="78105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822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82200" y="381000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7048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485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Cắt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dịch</a:t>
            </a: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theo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năng</a:t>
            </a:r>
            <a:r>
              <a:rPr lang="en-US" sz="2550" dirty="0" spc="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lực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nghiệp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vụ;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tầng</a:t>
            </a:r>
            <a:r>
              <a:rPr lang="en-US" sz="25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nằm</a:t>
            </a:r>
            <a:r>
              <a:rPr lang="en-US" sz="255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bên</a:t>
            </a:r>
            <a:r>
              <a:rPr lang="en-US" sz="255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endParaRPr lang="en-US" sz="2550" dirty="0"/>
          </a:p>
        </p:txBody>
      </p:sp>
      <p:sp>
        <p:nvSpPr>
          <p:cNvPr id="12" name="Connector line-1792388234395-73290196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04/09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a84801f-612f-4ecf-9ea7-5e17ca184b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6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đếm,</a:t>
            </a:r>
            <a:r>
              <a:rPr lang="en-US" sz="69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khỏi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191500" cy="3619500"/>
          </a:xfrm>
          <a:prstGeom prst="rect">
            <a:avLst/>
          </a:prstGeom>
          <a:noFill/>
          <a:ln/>
        </p:spPr>
        <p:txBody>
          <a:bodyPr wrap="square" lIns="0" tIns="182880" rIns="0" bIns="-182880" rtlCol="0" anchor="ctr"/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dirty="0" spc="-10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10.000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914400" y="6572250"/>
            <a:ext cx="81915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tệp: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0,69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0,78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2857500"/>
            <a:ext cx="7848600" cy="1619250"/>
          </a:xfrm>
          <a:prstGeom prst="roundRect">
            <a:avLst>
              <a:gd name="adj" fmla="val 14118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8575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tệp: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0,002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0" y="4762500"/>
            <a:ext cx="7848600" cy="1619250"/>
          </a:xfrm>
          <a:prstGeom prst="roundRect">
            <a:avLst>
              <a:gd name="adj" fmla="val 14118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47625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2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25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2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250" dirty="0"/>
          </a:p>
        </p:txBody>
      </p:sp>
      <p:sp>
        <p:nvSpPr>
          <p:cNvPr id="10" name="Connector line-1792388235175-32105621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3a50941-e4e2-42af-b4ea-96bd7b696a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575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mỗi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niệm: cột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"ý của nguồn"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2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262A36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28625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chiếu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Microsoft;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Eric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Evans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2E3342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7150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do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sinh: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tỏ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363B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14375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quy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2" name="Connector line-1792388235954-27402398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751691f-1868-44cd-8276-d27315e47a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714750"/>
            <a:ext cx="7048500" cy="476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vụ: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diện, nghiệp vụ,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lo,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631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9822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950" b="1" spc="20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82200" y="37147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2533" rIns="0" bIns="-12533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</a:t>
            </a:r>
            <a:r>
              <a:rPr lang="en-US" sz="2325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325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3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325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325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ngang:</a:t>
            </a:r>
            <a:r>
              <a:rPr lang="en-US" sz="23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325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325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3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325" dirty="0" spc="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3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cả</a:t>
            </a:r>
            <a:r>
              <a:rPr lang="en-US" sz="23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3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982200" y="5238750"/>
            <a:ext cx="7048500" cy="1524000"/>
          </a:xfrm>
          <a:prstGeom prst="rect">
            <a:avLst/>
          </a:prstGeom>
          <a:noFill/>
          <a:ln/>
        </p:spPr>
        <p:txBody>
          <a:bodyPr wrap="square" lIns="0" tIns="12533" rIns="0" bIns="-12533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325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3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3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325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 vụ:</a:t>
            </a:r>
            <a:r>
              <a:rPr lang="en-US" sz="23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2325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khoản,</a:t>
            </a:r>
            <a:r>
              <a:rPr lang="en-US" sz="2325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325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bay.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9982200" y="71437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2533" rIns="0" bIns="-12533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b="1" dirty="0" spc="-6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325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325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325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325" b="1" dirty="0" spc="2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325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vụ,</a:t>
            </a:r>
            <a:r>
              <a:rPr lang="en-US" sz="2325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325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325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325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tầng.</a:t>
            </a:r>
            <a:endParaRPr lang="en-US" sz="2325" dirty="0"/>
          </a:p>
        </p:txBody>
      </p:sp>
      <p:sp>
        <p:nvSpPr>
          <p:cNvPr id="12" name="Connector line-1792388236788-57180798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-1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f72ef22-063b-4a7a-beef-1ac2521e32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Thay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7622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76500" y="27622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1910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76500" y="41910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thứ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6197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76500" y="56197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"tầng"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048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5A5F7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476500" y="7048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250" dirty="0"/>
          </a:p>
        </p:txBody>
      </p:sp>
      <p:sp>
        <p:nvSpPr>
          <p:cNvPr id="16" name="Connector line-1792388237602-85482439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08/09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0b23ec6-a443-4be6-871f-037942c638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0480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DDD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05250" y="28384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Domain-Driven Design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05250" y="31432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250" dirty="0" spc="-3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0957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43815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API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905250" y="41719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905250" y="44767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 lập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5429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57150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05250" y="55054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IDentifier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905250" y="58102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239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7715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domain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analysis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microservices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tactical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DDD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microservices</a:t>
            </a:r>
            <a:endParaRPr lang="en-US" sz="2250" dirty="0"/>
          </a:p>
        </p:txBody>
      </p:sp>
      <p:sp>
        <p:nvSpPr>
          <p:cNvPr id="18" name="Connector line-1792388238392-11039480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09/09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ad24ffb8-9f6b-49b7-b5f3-304a3256ec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2026-10-19T05:37:38Z</dcterms:created>
  <dcterms:modified xsi:type="dcterms:W3CDTF">2026-10-19T05:37:38Z</dcterms:modified>
</cp:coreProperties>
</file>