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7"/>
      <p:bold r:id="rId16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5581650"/>
            <a:ext cx="99060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4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30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0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C, C++</a:t>
            </a:r>
            <a:r>
              <a:rPr lang="en-US" sz="30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dirty="0" spc="-3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Rust</a:t>
            </a:r>
            <a:r>
              <a:rPr lang="en-US" sz="300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3000" dirty="0" spc="-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000" dirty="0" spc="-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duyệt,</a:t>
            </a:r>
            <a:r>
              <a:rPr lang="en-US" sz="30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30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30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30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gốc?</a:t>
            </a:r>
            <a:endParaRPr lang="en-US" sz="3000" dirty="0"/>
          </a:p>
        </p:txBody>
      </p:sp>
      <p:sp>
        <p:nvSpPr>
          <p:cNvPr id="4" name="Connector line-1792335305236-739976783"/>
          <p:cNvSpPr/>
          <p:nvPr/>
        </p:nvSpPr>
        <p:spPr>
          <a:xfrm>
            <a:off x="914400" y="7334250"/>
            <a:ext cx="9467850" cy="0"/>
          </a:xfrm>
          <a:prstGeom prst="line">
            <a:avLst/>
          </a:prstGeom>
          <a:noFill/>
          <a:ln w="19050">
            <a:solidFill>
              <a:srgbClr val="2B2F3D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914400" y="8458200"/>
            <a:ext cx="2190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1800" dirty="0"/>
          </a:p>
        </p:txBody>
      </p:sp>
      <p:sp>
        <p:nvSpPr>
          <p:cNvPr id="6" name="Connector line-1792335305243-315142184"/>
          <p:cNvSpPr/>
          <p:nvPr/>
        </p:nvSpPr>
        <p:spPr>
          <a:xfrm>
            <a:off x="3200400" y="7581900"/>
            <a:ext cx="0" cy="1181100"/>
          </a:xfrm>
          <a:prstGeom prst="line">
            <a:avLst/>
          </a:prstGeom>
          <a:noFill/>
          <a:ln w="19050">
            <a:solidFill>
              <a:srgbClr val="2B2F3D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3486150" y="8458200"/>
            <a:ext cx="2190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18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1800" dirty="0" spc="-3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WASM</a:t>
            </a:r>
            <a:endParaRPr lang="en-US" sz="1800" dirty="0"/>
          </a:p>
        </p:txBody>
      </p:sp>
      <p:sp>
        <p:nvSpPr>
          <p:cNvPr id="8" name="Connector line-1792335305253-54444064"/>
          <p:cNvSpPr/>
          <p:nvPr/>
        </p:nvSpPr>
        <p:spPr>
          <a:xfrm>
            <a:off x="5772150" y="7581900"/>
            <a:ext cx="0" cy="1181100"/>
          </a:xfrm>
          <a:prstGeom prst="line">
            <a:avLst/>
          </a:prstGeom>
          <a:noFill/>
          <a:ln w="19050">
            <a:solidFill>
              <a:srgbClr val="2B2F3D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6057900" y="8458200"/>
            <a:ext cx="2190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dirty="0" spc="2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8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10" name="Connector line-1792335305259-695039788"/>
          <p:cNvSpPr/>
          <p:nvPr/>
        </p:nvSpPr>
        <p:spPr>
          <a:xfrm>
            <a:off x="8343900" y="7581900"/>
            <a:ext cx="0" cy="1181100"/>
          </a:xfrm>
          <a:prstGeom prst="line">
            <a:avLst/>
          </a:prstGeom>
          <a:noFill/>
          <a:ln w="19050">
            <a:solidFill>
              <a:srgbClr val="2B2F3D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914400" y="95250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620500" y="1333500"/>
            <a:ext cx="5753100" cy="2057400"/>
          </a:xfrm>
          <a:prstGeom prst="roundRect">
            <a:avLst>
              <a:gd name="adj" fmla="val 1296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01500" y="1619250"/>
            <a:ext cx="499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80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001500" y="2019300"/>
            <a:ext cx="49911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</a:t>
            </a:r>
            <a:r>
              <a:rPr lang="en-US" sz="45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4500" dirty="0" spc="-5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C++</a:t>
            </a:r>
            <a:r>
              <a:rPr lang="en-US" sz="45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45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Rust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12001500" y="2857500"/>
            <a:ext cx="4991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 hoặc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100" dirty="0"/>
          </a:p>
        </p:txBody>
      </p:sp>
      <p:sp>
        <p:nvSpPr>
          <p:cNvPr id="16" name="Connector line-1792335305274-174725177"/>
          <p:cNvSpPr/>
          <p:nvPr/>
        </p:nvSpPr>
        <p:spPr>
          <a:xfrm>
            <a:off x="14497050" y="3486150"/>
            <a:ext cx="0" cy="6286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1620500" y="4210050"/>
            <a:ext cx="5753100" cy="2057400"/>
          </a:xfrm>
          <a:prstGeom prst="roundRect">
            <a:avLst>
              <a:gd name="adj" fmla="val 1296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01500" y="4495800"/>
            <a:ext cx="499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MÔ-ĐUN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001500" y="4895850"/>
            <a:ext cx="49911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11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WASM</a:t>
            </a:r>
            <a:endParaRPr lang="en-US" sz="4500" dirty="0"/>
          </a:p>
        </p:txBody>
      </p:sp>
      <p:sp>
        <p:nvSpPr>
          <p:cNvPr id="20" name="Text 18"/>
          <p:cNvSpPr/>
          <p:nvPr/>
        </p:nvSpPr>
        <p:spPr>
          <a:xfrm>
            <a:off x="12001500" y="5734050"/>
            <a:ext cx="4991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biên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dirty="0" spc="-3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100" dirty="0"/>
          </a:p>
        </p:txBody>
      </p:sp>
      <p:sp>
        <p:nvSpPr>
          <p:cNvPr id="21" name="Connector line-1792335305279-816650192"/>
          <p:cNvSpPr/>
          <p:nvPr/>
        </p:nvSpPr>
        <p:spPr>
          <a:xfrm>
            <a:off x="14497050" y="6362700"/>
            <a:ext cx="0" cy="6286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1620500" y="7086600"/>
            <a:ext cx="5753100" cy="2057400"/>
          </a:xfrm>
          <a:prstGeom prst="roundRect">
            <a:avLst>
              <a:gd name="adj" fmla="val 12963"/>
            </a:avLst>
          </a:prstGeom>
          <a:solidFill>
            <a:srgbClr val="1E212B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001500" y="7372350"/>
            <a:ext cx="499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1800" b="1" spc="192" kern="0" dirty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001500" y="7772400"/>
            <a:ext cx="49911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Trình</a:t>
            </a: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duyệt</a:t>
            </a:r>
            <a:endParaRPr lang="en-US" sz="4500" dirty="0"/>
          </a:p>
        </p:txBody>
      </p:sp>
      <p:sp>
        <p:nvSpPr>
          <p:cNvPr id="25" name="Text 23"/>
          <p:cNvSpPr/>
          <p:nvPr/>
        </p:nvSpPr>
        <p:spPr>
          <a:xfrm>
            <a:off x="12001500" y="8610600"/>
            <a:ext cx="4991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mô-đun cùng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100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14400" y="1428750"/>
            <a:ext cx="10477500" cy="3810000"/>
          </a:xfrm>
          <a:prstGeom prst="rect">
            <a:avLst/>
          </a:prstGeom>
          <a:noFill/>
          <a:ln/>
        </p:spPr>
        <p:txBody>
          <a:bodyPr wrap="square" lIns="0" tIns="51435" rIns="0" bIns="-51435" rtlCol="0" anchor="t"/>
          <a:lstStyle/>
          <a:p>
            <a:pPr algn="l" indent="0" marL="0">
              <a:lnSpc>
                <a:spcPts val="8910"/>
              </a:lnSpc>
              <a:buNone/>
            </a:pP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8100" dirty="0" spc="-4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endParaRPr lang="en-US" sz="8100" dirty="0"/>
          </a:p>
          <a:p>
            <a:pPr algn="l" indent="0" marL="0">
              <a:lnSpc>
                <a:spcPts val="8910"/>
              </a:lnSpc>
              <a:buNone/>
            </a:pPr>
            <a:r>
              <a:rPr lang="en-US" sz="81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trong</a:t>
            </a:r>
            <a:r>
              <a:rPr lang="en-US" sz="81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duyệt</a:t>
            </a:r>
            <a:endParaRPr lang="en-US" sz="8100" dirty="0"/>
          </a:p>
          <a:p>
            <a:pPr algn="l" indent="0" marL="0">
              <a:lnSpc>
                <a:spcPts val="8910"/>
              </a:lnSpc>
              <a:buNone/>
            </a:pP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bằng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8910"/>
              </a:lnSpc>
              <a:buNone/>
            </a:pPr>
            <a:r>
              <a:rPr lang="en-US" sz="8100" dirty="0" spc="-5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WebAssembly</a:t>
            </a:r>
            <a:endParaRPr lang="en-US" sz="8100" dirty="0"/>
          </a:p>
        </p:txBody>
      </p:sp>
      <p:sp>
        <p:nvSpPr>
          <p:cNvPr id="27" name="Text 25"/>
          <p:cNvSpPr/>
          <p:nvPr/>
        </p:nvSpPr>
        <p:spPr>
          <a:xfrm>
            <a:off x="914400" y="7486650"/>
            <a:ext cx="2190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000" dirty="0"/>
          </a:p>
        </p:txBody>
      </p:sp>
      <p:sp>
        <p:nvSpPr>
          <p:cNvPr id="28" name="Text 26"/>
          <p:cNvSpPr/>
          <p:nvPr/>
        </p:nvSpPr>
        <p:spPr>
          <a:xfrm>
            <a:off x="3486150" y="7486650"/>
            <a:ext cx="2190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000" dirty="0"/>
          </a:p>
        </p:txBody>
      </p:sp>
      <p:sp>
        <p:nvSpPr>
          <p:cNvPr id="29" name="Text 27"/>
          <p:cNvSpPr/>
          <p:nvPr/>
        </p:nvSpPr>
        <p:spPr>
          <a:xfrm>
            <a:off x="6057900" y="7486650"/>
            <a:ext cx="2190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000" dirty="0"/>
          </a:p>
        </p:txBody>
      </p:sp>
      <p:sp>
        <p:nvSpPr>
          <p:cNvPr id="30" name="Text 28"/>
          <p:cNvSpPr/>
          <p:nvPr/>
        </p:nvSpPr>
        <p:spPr>
          <a:xfrm>
            <a:off x="8629650" y="7486650"/>
            <a:ext cx="2190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000" dirty="0"/>
          </a:p>
        </p:txBody>
      </p:sp>
      <p:sp>
        <p:nvSpPr>
          <p:cNvPr id="31" name="Text 29"/>
          <p:cNvSpPr/>
          <p:nvPr/>
        </p:nvSpPr>
        <p:spPr>
          <a:xfrm>
            <a:off x="8629650" y="845820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4a643793-107f-46a9-baa4-389b3106758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75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endParaRPr lang="en-US" sz="7500" dirty="0"/>
          </a:p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trang</a:t>
            </a:r>
            <a:r>
              <a:rPr lang="en-US" sz="75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714750"/>
            <a:ext cx="7620000" cy="1619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C++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Rust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duyệt,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có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5810250"/>
            <a:ext cx="7620000" cy="2667000"/>
          </a:xfrm>
          <a:prstGeom prst="roundRect">
            <a:avLst>
              <a:gd name="adj" fmla="val 10000"/>
            </a:avLst>
          </a:prstGeom>
          <a:solidFill>
            <a:srgbClr val="DDE3FA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11505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7" name="Text richtext-1792335395188-225843351"/>
          <p:cNvSpPr/>
          <p:nvPr/>
        </p:nvSpPr>
        <p:spPr>
          <a:xfrm>
            <a:off x="1295400" y="6610350"/>
            <a:ext cx="6858000" cy="1619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marL="342900" indent="-244981">
              <a:lnSpc>
                <a:spcPts val="364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dirty="0" spc="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buSzPct val="100000"/>
              <a:buFont typeface="Arial"/>
              <a:buChar char="•"/>
            </a:pP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700" dirty="0" spc="-5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WASM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1333500"/>
            <a:ext cx="742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1800" b="1" spc="20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86900" y="2762250"/>
            <a:ext cx="228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15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1650" b="1" spc="15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 GỐC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096750" y="2762250"/>
            <a:ext cx="2000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15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MÔ-ĐUN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859000" y="2762250"/>
            <a:ext cx="2133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1650" b="1" spc="1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486900" y="3286125"/>
            <a:ext cx="1714500" cy="857250"/>
          </a:xfrm>
          <a:prstGeom prst="roundRect">
            <a:avLst>
              <a:gd name="adj" fmla="val 26667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9486900" y="4333875"/>
            <a:ext cx="1714500" cy="857250"/>
          </a:xfrm>
          <a:prstGeom prst="roundRect">
            <a:avLst>
              <a:gd name="adj" fmla="val 26667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C++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486900" y="5381625"/>
            <a:ext cx="1714500" cy="857250"/>
          </a:xfrm>
          <a:prstGeom prst="roundRect">
            <a:avLst>
              <a:gd name="adj" fmla="val 26667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5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Rust</a:t>
            </a:r>
            <a:endParaRPr lang="en-US" sz="3300" dirty="0"/>
          </a:p>
        </p:txBody>
      </p:sp>
      <p:sp>
        <p:nvSpPr>
          <p:cNvPr id="16" name="Connector line-1792335395224-388197028"/>
          <p:cNvSpPr/>
          <p:nvPr/>
        </p:nvSpPr>
        <p:spPr>
          <a:xfrm>
            <a:off x="11277600" y="3714750"/>
            <a:ext cx="7429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35395224-861598260"/>
          <p:cNvSpPr/>
          <p:nvPr/>
        </p:nvSpPr>
        <p:spPr>
          <a:xfrm>
            <a:off x="11277600" y="4762500"/>
            <a:ext cx="7429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35395224-853120374"/>
          <p:cNvSpPr/>
          <p:nvPr/>
        </p:nvSpPr>
        <p:spPr>
          <a:xfrm>
            <a:off x="11277600" y="5810250"/>
            <a:ext cx="7429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2096750" y="3238500"/>
            <a:ext cx="2000250" cy="3048000"/>
          </a:xfrm>
          <a:prstGeom prst="roundRect">
            <a:avLst>
              <a:gd name="adj" fmla="val 13333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 spc="-9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WASM</a:t>
            </a:r>
            <a:endParaRPr lang="en-US" sz="3600" dirty="0"/>
          </a:p>
        </p:txBody>
      </p:sp>
      <p:sp>
        <p:nvSpPr>
          <p:cNvPr id="20" name="Connector line-1792335395227-513783589"/>
          <p:cNvSpPr/>
          <p:nvPr/>
        </p:nvSpPr>
        <p:spPr>
          <a:xfrm>
            <a:off x="14173200" y="4762500"/>
            <a:ext cx="6096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4859000" y="3238500"/>
            <a:ext cx="2133600" cy="3048000"/>
          </a:xfrm>
          <a:prstGeom prst="roundRect">
            <a:avLst>
              <a:gd name="adj" fmla="val 125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4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486900" y="6953250"/>
            <a:ext cx="7505700" cy="8001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Hiệu</a:t>
            </a:r>
            <a:r>
              <a:rPr lang="en-US" sz="25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d591578e-2c36-4d8b-94e5-98e6cad1098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 ĐI</a:t>
            </a:r>
            <a:r>
              <a:rPr lang="en-US" sz="1950" b="1" spc="21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8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Đường</a:t>
            </a:r>
            <a:r>
              <a:rPr lang="en-US" sz="7500" dirty="0" spc="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endParaRPr lang="en-US" sz="7500" dirty="0"/>
          </a:p>
          <a:p>
            <a:pPr algn="l" indent="0" marL="0">
              <a:lnSpc>
                <a:spcPts val="8250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của</a:t>
            </a: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781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3300" b="1" dirty="0" spc="1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33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30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300" b="1" dirty="0" spc="-2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5619750"/>
            <a:ext cx="381000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Gần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2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6762750"/>
            <a:ext cx="7620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704850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7505700"/>
            <a:ext cx="68580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hàm,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mô-đun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B2F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86900" y="1238250"/>
            <a:ext cx="75057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53600" y="1628775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0648950" y="150495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0648950" y="20383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C,</a:t>
            </a:r>
            <a:r>
              <a:rPr lang="en-US" sz="2100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C++</a:t>
            </a:r>
            <a:r>
              <a:rPr lang="en-US" sz="2100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100" dirty="0" spc="-2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Rust</a:t>
            </a:r>
            <a:endParaRPr lang="en-US" sz="2100" dirty="0"/>
          </a:p>
        </p:txBody>
      </p:sp>
      <p:sp>
        <p:nvSpPr>
          <p:cNvPr id="14" name="Connector line-1792335438604-630118904"/>
          <p:cNvSpPr/>
          <p:nvPr/>
        </p:nvSpPr>
        <p:spPr>
          <a:xfrm>
            <a:off x="13239750" y="2724150"/>
            <a:ext cx="0" cy="3619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486900" y="3143250"/>
            <a:ext cx="75057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53600" y="3533775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0648950" y="340995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Biên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mô-đun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648950" y="39433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100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100" dirty="0" spc="-4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WASM</a:t>
            </a:r>
            <a:endParaRPr lang="en-US" sz="2100" dirty="0"/>
          </a:p>
        </p:txBody>
      </p:sp>
      <p:sp>
        <p:nvSpPr>
          <p:cNvPr id="19" name="Connector line-1792335438610-810356881"/>
          <p:cNvSpPr/>
          <p:nvPr/>
        </p:nvSpPr>
        <p:spPr>
          <a:xfrm>
            <a:off x="13239750" y="4629150"/>
            <a:ext cx="0" cy="3619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86900" y="5048250"/>
            <a:ext cx="75057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53600" y="5438775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0648950" y="531495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 duyệt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mô-đun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0648950" y="58483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100" dirty="0" spc="-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endParaRPr lang="en-US" sz="2100" dirty="0"/>
          </a:p>
        </p:txBody>
      </p:sp>
      <p:sp>
        <p:nvSpPr>
          <p:cNvPr id="24" name="Connector line-1792335438616-682919515"/>
          <p:cNvSpPr/>
          <p:nvPr/>
        </p:nvSpPr>
        <p:spPr>
          <a:xfrm>
            <a:off x="13239750" y="6534150"/>
            <a:ext cx="0" cy="3619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486900" y="6953250"/>
            <a:ext cx="75057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53600" y="7343775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648950" y="721995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10648950" y="77533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mô-đun</a:t>
            </a:r>
            <a:r>
              <a:rPr lang="en-US" sz="2100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dirty="0" spc="-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100" dirty="0" spc="-1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100" dirty="0" spc="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100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914400" y="43434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7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70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2700" dirty="0"/>
          </a:p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5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</a:t>
            </a:r>
            <a:r>
              <a:rPr lang="en-US" sz="27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mô-đun</a:t>
            </a:r>
            <a:r>
              <a:rPr lang="en-US" sz="2700" dirty="0" spc="-5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WASM.</a:t>
            </a:r>
            <a:endParaRPr lang="en-US" sz="270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767c9d5c-0efa-4a4e-b007-39044f1d59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1950" b="1" spc="17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1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1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Trước</a:t>
            </a:r>
            <a:r>
              <a:rPr lang="en-US" sz="7500" dirty="0" spc="-8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endParaRPr lang="en-US" sz="7500" dirty="0"/>
          </a:p>
          <a:p>
            <a:pPr algn="l" indent="0" marL="0">
              <a:lnSpc>
                <a:spcPts val="8250"/>
              </a:lnSpc>
              <a:buNone/>
            </a:pP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sau</a:t>
            </a:r>
            <a:r>
              <a:rPr lang="en-US" sz="7500" dirty="0" spc="-1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WASM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781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33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3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33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330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300" b="1" dirty="0" spc="-1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3434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 mã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C++.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619750"/>
            <a:ext cx="381000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6762750"/>
            <a:ext cx="7620000" cy="1809750"/>
          </a:xfrm>
          <a:prstGeom prst="roundRect">
            <a:avLst>
              <a:gd name="adj" fmla="val 14737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704850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7505700"/>
            <a:ext cx="68580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86900" y="1238250"/>
            <a:ext cx="7505700" cy="2762250"/>
          </a:xfrm>
          <a:prstGeom prst="roundRect">
            <a:avLst>
              <a:gd name="adj" fmla="val 8276"/>
            </a:avLst>
          </a:prstGeom>
          <a:solidFill>
            <a:srgbClr val="F3DFB8"/>
          </a:solidFill>
          <a:ln/>
        </p:spPr>
      </p:sp>
      <p:sp>
        <p:nvSpPr>
          <p:cNvPr id="12" name="Text 10"/>
          <p:cNvSpPr/>
          <p:nvPr/>
        </p:nvSpPr>
        <p:spPr>
          <a:xfrm>
            <a:off x="9867900" y="15049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1800" b="1" spc="16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867900" y="1885950"/>
            <a:ext cx="666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45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4500" dirty="0" spc="-2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JavaScript</a:t>
            </a:r>
            <a:endParaRPr lang="en-US" sz="4500" dirty="0"/>
          </a:p>
        </p:txBody>
      </p:sp>
      <p:sp>
        <p:nvSpPr>
          <p:cNvPr id="14" name="Text richtext-1792335475836-964490478"/>
          <p:cNvSpPr/>
          <p:nvPr/>
        </p:nvSpPr>
        <p:spPr>
          <a:xfrm>
            <a:off x="9867900" y="2819400"/>
            <a:ext cx="685800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Hiệu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400" dirty="0"/>
          </a:p>
        </p:txBody>
      </p:sp>
      <p:sp>
        <p:nvSpPr>
          <p:cNvPr id="15" name="Connector line-1792335475847-395800517"/>
          <p:cNvSpPr/>
          <p:nvPr/>
        </p:nvSpPr>
        <p:spPr>
          <a:xfrm>
            <a:off x="13239750" y="4076700"/>
            <a:ext cx="0" cy="51435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486900" y="4667250"/>
            <a:ext cx="7505700" cy="3714750"/>
          </a:xfrm>
          <a:prstGeom prst="roundRect">
            <a:avLst>
              <a:gd name="adj" fmla="val 6154"/>
            </a:avLst>
          </a:prstGeom>
          <a:solidFill>
            <a:srgbClr val="DDE3FA"/>
          </a:solidFill>
          <a:ln/>
        </p:spPr>
      </p:sp>
      <p:sp>
        <p:nvSpPr>
          <p:cNvPr id="17" name="Text 15"/>
          <p:cNvSpPr/>
          <p:nvPr/>
        </p:nvSpPr>
        <p:spPr>
          <a:xfrm>
            <a:off x="9867900" y="49339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1800" b="1" spc="18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WASM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867900" y="5314950"/>
            <a:ext cx="666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45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45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4500" dirty="0" spc="-2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endParaRPr lang="en-US" sz="4500" dirty="0"/>
          </a:p>
        </p:txBody>
      </p:sp>
      <p:sp>
        <p:nvSpPr>
          <p:cNvPr id="19" name="Text richtext-1792335475850-499650152"/>
          <p:cNvSpPr/>
          <p:nvPr/>
        </p:nvSpPr>
        <p:spPr>
          <a:xfrm>
            <a:off x="9867900" y="6248400"/>
            <a:ext cx="6858000" cy="1905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-7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C++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duyệt,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2d52c49b-71ac-4a7e-a006-effb07227d2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1950" b="1" spc="17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18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WASM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cạnh</a:t>
            </a:r>
            <a:endParaRPr lang="en-US" sz="7500" dirty="0"/>
          </a:p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4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JavaScript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781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Bổ</a:t>
            </a:r>
            <a:r>
              <a:rPr lang="en-US" sz="33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sung,</a:t>
            </a:r>
            <a:r>
              <a:rPr lang="en-US" sz="3300" b="1" dirty="0" spc="-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300" b="1" dirty="0" spc="-1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3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3434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7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MDN,</a:t>
            </a:r>
            <a:r>
              <a:rPr lang="en-US" sz="2700" dirty="0" spc="-5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WASM</a:t>
            </a:r>
            <a:r>
              <a:rPr lang="en-US" sz="270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700" dirty="0" spc="-4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70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7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619750"/>
            <a:ext cx="3810000" cy="6858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DOM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6762750"/>
            <a:ext cx="7620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704850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7505700"/>
            <a:ext cx="68580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7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WASM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JavaScript, JavaScript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B2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20250" y="1428750"/>
            <a:ext cx="4762500" cy="1143000"/>
          </a:xfrm>
          <a:prstGeom prst="roundRect">
            <a:avLst>
              <a:gd name="adj" fmla="val 2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Mô-đun</a:t>
            </a:r>
            <a:r>
              <a:rPr lang="en-US" sz="2850" b="1" dirty="0" spc="-5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WASM</a:t>
            </a:r>
            <a:endParaRPr lang="en-US" sz="2850" dirty="0"/>
          </a:p>
        </p:txBody>
      </p:sp>
      <p:sp>
        <p:nvSpPr>
          <p:cNvPr id="12" name="Connector line-1792335517782-887819598"/>
          <p:cNvSpPr/>
          <p:nvPr/>
        </p:nvSpPr>
        <p:spPr>
          <a:xfrm>
            <a:off x="12001500" y="2628900"/>
            <a:ext cx="0" cy="5524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2287250" y="2752725"/>
            <a:ext cx="209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20250" y="3238500"/>
            <a:ext cx="4762500" cy="1143000"/>
          </a:xfrm>
          <a:prstGeom prst="roundRect">
            <a:avLst>
              <a:gd name="adj" fmla="val 2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endParaRPr lang="en-US" sz="2850" dirty="0"/>
          </a:p>
        </p:txBody>
      </p:sp>
      <p:sp>
        <p:nvSpPr>
          <p:cNvPr id="15" name="Connector line-1792335517785-491077244"/>
          <p:cNvSpPr/>
          <p:nvPr/>
        </p:nvSpPr>
        <p:spPr>
          <a:xfrm>
            <a:off x="12001500" y="4438650"/>
            <a:ext cx="0" cy="5524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2287250" y="4562475"/>
            <a:ext cx="209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20250" y="5048250"/>
            <a:ext cx="4762500" cy="1143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28575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 của</a:t>
            </a: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700" dirty="0"/>
          </a:p>
        </p:txBody>
      </p:sp>
      <p:sp>
        <p:nvSpPr>
          <p:cNvPr id="18" name="Connector line-1792335517789-115540445"/>
          <p:cNvSpPr/>
          <p:nvPr/>
        </p:nvSpPr>
        <p:spPr>
          <a:xfrm>
            <a:off x="12001500" y="6248400"/>
            <a:ext cx="0" cy="5524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2287250" y="6372225"/>
            <a:ext cx="209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đọc,</a:t>
            </a:r>
            <a:r>
              <a:rPr lang="en-US" sz="180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20250" y="6858000"/>
            <a:ext cx="4762500" cy="1143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28575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 của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700" dirty="0"/>
          </a:p>
        </p:txBody>
      </p:sp>
      <p:sp>
        <p:nvSpPr>
          <p:cNvPr id="21" name="Connector line-1792335517793-354546764"/>
          <p:cNvSpPr/>
          <p:nvPr/>
        </p:nvSpPr>
        <p:spPr>
          <a:xfrm>
            <a:off x="14382750" y="2000250"/>
            <a:ext cx="13335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lgDash"/>
            <a:headEnd type="none"/>
            <a:tailEnd type="none"/>
          </a:ln>
        </p:spPr>
      </p:sp>
      <p:sp>
        <p:nvSpPr>
          <p:cNvPr id="22" name="Connector line-1792335517794-116627678"/>
          <p:cNvSpPr/>
          <p:nvPr/>
        </p:nvSpPr>
        <p:spPr>
          <a:xfrm>
            <a:off x="15716250" y="2000250"/>
            <a:ext cx="0" cy="5429250"/>
          </a:xfrm>
          <a:prstGeom prst="line">
            <a:avLst/>
          </a:prstGeom>
          <a:noFill/>
          <a:ln w="47625">
            <a:solidFill>
              <a:srgbClr val="FF6A4D"/>
            </a:solidFill>
            <a:prstDash val="lgDash"/>
            <a:headEnd type="none"/>
            <a:tailEnd type="none"/>
          </a:ln>
        </p:spPr>
      </p:sp>
      <p:sp>
        <p:nvSpPr>
          <p:cNvPr id="23" name="Connector line-1792335517794-173918297"/>
          <p:cNvSpPr/>
          <p:nvPr/>
        </p:nvSpPr>
        <p:spPr>
          <a:xfrm flipH="1">
            <a:off x="14478000" y="7429500"/>
            <a:ext cx="123825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lgDash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4906625" y="4476750"/>
            <a:ext cx="1619250" cy="6096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bfd98b35-7378-431e-bc56-8f65fff835b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ĐIỆN</a:t>
            </a:r>
            <a:r>
              <a:rPr lang="en-US" sz="1950" b="1" spc="1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950" b="1" spc="20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950" b="1" spc="17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 VÀ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Đám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mây</a:t>
            </a:r>
            <a:endParaRPr lang="en-US" sz="7500" dirty="0"/>
          </a:p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1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biên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781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3300" b="1" dirty="0" spc="1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3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3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3300" b="1" dirty="0" spc="-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3434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700" dirty="0" spc="-5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WASM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 năng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619750"/>
            <a:ext cx="4191000" cy="6858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2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6762750"/>
            <a:ext cx="7620000" cy="1809750"/>
          </a:xfrm>
          <a:prstGeom prst="roundRect">
            <a:avLst>
              <a:gd name="adj" fmla="val 14737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704850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7505700"/>
            <a:ext cx="68580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Serverless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tức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nào.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1333500"/>
            <a:ext cx="742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20550" y="1905000"/>
            <a:ext cx="2476500" cy="1047750"/>
          </a:xfrm>
          <a:prstGeom prst="roundRect">
            <a:avLst>
              <a:gd name="adj" fmla="val 21818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8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WASM</a:t>
            </a:r>
            <a:endParaRPr lang="en-US" sz="3300" dirty="0"/>
          </a:p>
        </p:txBody>
      </p:sp>
      <p:sp>
        <p:nvSpPr>
          <p:cNvPr id="13" name="Connector line-1792335556101-356006090"/>
          <p:cNvSpPr/>
          <p:nvPr/>
        </p:nvSpPr>
        <p:spPr>
          <a:xfrm>
            <a:off x="13258800" y="3009900"/>
            <a:ext cx="0" cy="66675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486900" y="3733800"/>
            <a:ext cx="7505700" cy="3238500"/>
          </a:xfrm>
          <a:prstGeom prst="roundRect">
            <a:avLst>
              <a:gd name="adj" fmla="val 8235"/>
            </a:avLst>
          </a:prstGeom>
          <a:solidFill>
            <a:srgbClr val="F3EEE3"/>
          </a:solidFill>
          <a:ln w="28575">
            <a:solidFill>
              <a:srgbClr val="E8472B"/>
            </a:solidFill>
            <a:prstDash val="lgDash"/>
          </a:ln>
        </p:spPr>
      </p:sp>
      <p:sp>
        <p:nvSpPr>
          <p:cNvPr id="15" name="Text 13"/>
          <p:cNvSpPr/>
          <p:nvPr/>
        </p:nvSpPr>
        <p:spPr>
          <a:xfrm>
            <a:off x="9867900" y="40386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80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SERVERLESS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867900" y="4610100"/>
            <a:ext cx="3295650" cy="1943100"/>
          </a:xfrm>
          <a:prstGeom prst="roundRect">
            <a:avLst>
              <a:gd name="adj" fmla="val 11765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 tài</a:t>
            </a:r>
            <a:r>
              <a:rPr lang="en-US" sz="2850" b="1" dirty="0" spc="-1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85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3315950" y="4610100"/>
            <a:ext cx="3295650" cy="1943100"/>
          </a:xfrm>
          <a:prstGeom prst="roundRect">
            <a:avLst>
              <a:gd name="adj" fmla="val 11765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Khởi</a:t>
            </a:r>
            <a:r>
              <a:rPr lang="en-US" sz="28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b="1" dirty="0" spc="1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tức</a:t>
            </a:r>
            <a:r>
              <a:rPr lang="en-US" sz="28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9486900" y="7524750"/>
            <a:ext cx="7505700" cy="8001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ec1a860e-4ffd-4bf4-94f6-4d95b97d68f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7500" dirty="0"/>
          </a:p>
          <a:p>
            <a:pPr algn="l" indent="0" marL="0">
              <a:lnSpc>
                <a:spcPts val="8250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 nhớ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781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330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33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3300" b="1" dirty="0" spc="-2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3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343400"/>
            <a:ext cx="7620000" cy="1428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6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Về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năng,</a:t>
            </a:r>
            <a:r>
              <a:rPr lang="en-US" sz="27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của</a:t>
            </a:r>
            <a:r>
              <a:rPr lang="en-US" sz="27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MDN:</a:t>
            </a:r>
            <a:r>
              <a:rPr lang="en-US" sz="27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r>
              <a:rPr lang="en-US" sz="27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7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70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nặng.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6762750"/>
            <a:ext cx="7620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704850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7505700"/>
            <a:ext cx="68580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7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WASM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B2F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86900" y="1238250"/>
            <a:ext cx="7505700" cy="2190750"/>
          </a:xfrm>
          <a:prstGeom prst="roundRect">
            <a:avLst>
              <a:gd name="adj" fmla="val 10435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53600" y="2009775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0648950" y="1562100"/>
            <a:ext cx="6191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7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WASM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DOM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0648950" y="2133600"/>
            <a:ext cx="6191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2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2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250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648950" y="2762250"/>
            <a:ext cx="6191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486900" y="3714750"/>
            <a:ext cx="7505700" cy="2190750"/>
          </a:xfrm>
          <a:prstGeom prst="roundRect">
            <a:avLst>
              <a:gd name="adj" fmla="val 10435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53600" y="4486275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0648950" y="4038600"/>
            <a:ext cx="6191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0648950" y="4610100"/>
            <a:ext cx="6191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bổ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sung</a:t>
            </a:r>
            <a:r>
              <a:rPr lang="en-US" sz="22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250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648950" y="5238750"/>
            <a:ext cx="6191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86900" y="6191250"/>
            <a:ext cx="7505700" cy="2190750"/>
          </a:xfrm>
          <a:prstGeom prst="roundRect">
            <a:avLst>
              <a:gd name="adj" fmla="val 10435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lgDash"/>
          </a:ln>
        </p:spPr>
      </p:sp>
      <p:sp>
        <p:nvSpPr>
          <p:cNvPr id="21" name="Text 19"/>
          <p:cNvSpPr/>
          <p:nvPr/>
        </p:nvSpPr>
        <p:spPr>
          <a:xfrm>
            <a:off x="9753600" y="6962775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0648950" y="6515100"/>
            <a:ext cx="6191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Đám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10648950" y="7086600"/>
            <a:ext cx="6191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25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0648950" y="7715250"/>
            <a:ext cx="6191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180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14400" y="56769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5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WASM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1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210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1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1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100" dirty="0" spc="-2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ra.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cd59b3fe-3cb3-40e1-a95a-6d4beaabb8d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7500" dirty="0"/>
          </a:p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75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6957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 bằng</a:t>
            </a:r>
            <a:r>
              <a:rPr lang="en-US" sz="27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C++,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 trang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5334000"/>
            <a:ext cx="7620000" cy="3238500"/>
          </a:xfrm>
          <a:prstGeom prst="roundRect">
            <a:avLst>
              <a:gd name="adj" fmla="val 8235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561975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86900" y="1238250"/>
            <a:ext cx="7505700" cy="2190750"/>
          </a:xfrm>
          <a:prstGeom prst="roundRect">
            <a:avLst>
              <a:gd name="adj" fmla="val 10435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9753600" y="2009775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0648950" y="14287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14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650" b="1" spc="13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CÂU</a:t>
            </a:r>
            <a:r>
              <a:rPr lang="en-US" sz="16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648950" y="1847850"/>
            <a:ext cx="6191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0648950" y="2419350"/>
            <a:ext cx="6191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biên</a:t>
            </a:r>
            <a:r>
              <a:rPr lang="en-US" sz="2250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-3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mô-đun</a:t>
            </a:r>
            <a:r>
              <a:rPr lang="en-US" sz="2250" dirty="0" spc="-4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WASM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486900" y="3714750"/>
            <a:ext cx="7505700" cy="2190750"/>
          </a:xfrm>
          <a:prstGeom prst="roundRect">
            <a:avLst>
              <a:gd name="adj" fmla="val 10435"/>
            </a:avLst>
          </a:prstGeom>
          <a:solidFill>
            <a:srgbClr val="F3DFB8"/>
          </a:solidFill>
          <a:ln/>
        </p:spPr>
      </p:sp>
      <p:sp>
        <p:nvSpPr>
          <p:cNvPr id="14" name="Text 12"/>
          <p:cNvSpPr/>
          <p:nvPr/>
        </p:nvSpPr>
        <p:spPr>
          <a:xfrm>
            <a:off x="9753600" y="4486275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648950" y="39052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14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650" b="1" spc="13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CÂU</a:t>
            </a:r>
            <a:r>
              <a:rPr lang="en-US" sz="16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48950" y="4324350"/>
            <a:ext cx="6191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9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0648950" y="4895850"/>
            <a:ext cx="6191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2250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250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mô-đun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486900" y="6191250"/>
            <a:ext cx="7505700" cy="2190750"/>
          </a:xfrm>
          <a:prstGeom prst="roundRect">
            <a:avLst>
              <a:gd name="adj" fmla="val 10435"/>
            </a:avLst>
          </a:prstGeom>
          <a:solidFill>
            <a:srgbClr val="F3DFB8"/>
          </a:solidFill>
          <a:ln/>
        </p:spPr>
      </p:sp>
      <p:sp>
        <p:nvSpPr>
          <p:cNvPr id="19" name="Text 17"/>
          <p:cNvSpPr/>
          <p:nvPr/>
        </p:nvSpPr>
        <p:spPr>
          <a:xfrm>
            <a:off x="9753600" y="6962775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0648950" y="63817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14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650" b="1" spc="13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CÂU</a:t>
            </a:r>
            <a:r>
              <a:rPr lang="en-US" sz="16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648950" y="6800850"/>
            <a:ext cx="6191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0648950" y="7372350"/>
            <a:ext cx="6191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6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WASM</a:t>
            </a:r>
            <a:r>
              <a:rPr lang="en-US" sz="2250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250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DOM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295400" y="611505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7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</a:t>
            </a:r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 có phải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70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​</a:t>
            </a:r>
            <a:endParaRPr lang="en-US" sz="270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70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</a:t>
            </a:r>
            <a:pPr algn="l" indent="0" marL="0">
              <a:lnSpc>
                <a:spcPts val="3510"/>
              </a:lnSpc>
              <a:buNone/>
            </a:pPr>
            <a:r>
              <a:rPr lang="en-US" sz="2700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đó?</a:t>
            </a:r>
            <a:endParaRPr lang="en-US" sz="27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e77a812d-92e1-46f0-955a-58d019c78c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0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17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5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7500" dirty="0"/>
          </a:p>
          <a:p>
            <a:pPr algn="l" indent="0" marL="0">
              <a:lnSpc>
                <a:spcPts val="8250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 nhớ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38100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19050">
            <a:solidFill>
              <a:srgbClr val="2B2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409575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6" name="Text richtext-1792338147521-741951536"/>
          <p:cNvSpPr/>
          <p:nvPr/>
        </p:nvSpPr>
        <p:spPr>
          <a:xfrm>
            <a:off x="1295400" y="459105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7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WebAssembly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14400" y="7391400"/>
            <a:ext cx="7620000" cy="8572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2100" dirty="0" spc="-1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serverless</a:t>
            </a:r>
            <a:r>
              <a:rPr lang="en-US" sz="2100" dirty="0" spc="-1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100" dirty="0" spc="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100" dirty="0" spc="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tức</a:t>
            </a:r>
            <a:r>
              <a:rPr lang="en-US" sz="2100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100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100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dirty="0" spc="-2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100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 tài</a:t>
            </a:r>
            <a:r>
              <a:rPr lang="en-US" sz="2100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B2F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0700" y="1181100"/>
            <a:ext cx="7696200" cy="1676400"/>
          </a:xfrm>
          <a:prstGeom prst="roundRect">
            <a:avLst>
              <a:gd name="adj" fmla="val 13636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15500" y="1562100"/>
            <a:ext cx="2190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11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WASM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2096750" y="14097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r>
              <a:rPr lang="en-US" sz="19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ASseMbly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096750" y="1828800"/>
            <a:ext cx="476250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nhị phân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gọn,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410700" y="3048000"/>
            <a:ext cx="7696200" cy="1676400"/>
          </a:xfrm>
          <a:prstGeom prst="roundRect">
            <a:avLst>
              <a:gd name="adj" fmla="val 13636"/>
            </a:avLst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15500" y="3429000"/>
            <a:ext cx="2190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DOM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2096750" y="32766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Document</a:t>
            </a:r>
            <a:r>
              <a:rPr lang="en-US" sz="19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096750" y="3695700"/>
            <a:ext cx="476250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410700" y="4914900"/>
            <a:ext cx="7696200" cy="1676400"/>
          </a:xfrm>
          <a:prstGeom prst="roundRect">
            <a:avLst>
              <a:gd name="adj" fmla="val 13636"/>
            </a:avLst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15500" y="5295900"/>
            <a:ext cx="2190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2096750" y="5143500"/>
            <a:ext cx="4857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096750" y="5562600"/>
            <a:ext cx="476250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tập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2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410700" y="6781800"/>
            <a:ext cx="7696200" cy="1676400"/>
          </a:xfrm>
          <a:prstGeom prst="roundRect">
            <a:avLst>
              <a:gd name="adj" fmla="val 13636"/>
            </a:avLst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15500" y="7162800"/>
            <a:ext cx="2190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MDN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12096750" y="70104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Mozilla</a:t>
            </a: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 Network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2096750" y="7429500"/>
            <a:ext cx="476250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2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web,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14400" y="6324600"/>
            <a:ext cx="8001000" cy="9144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25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minh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250" dirty="0" spc="-3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5d284a5e-74b4-45bb-8461-35cd01c36d7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2026-10-19T00:39:53Z</dcterms:created>
  <dcterms:modified xsi:type="dcterms:W3CDTF">2026-10-19T00:39:53Z</dcterms:modified>
</cp:coreProperties>
</file>