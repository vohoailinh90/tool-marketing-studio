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Dọn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rác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mãi. Ai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dùng?</a:t>
            </a:r>
            <a:endParaRPr lang="en-US" sz="2850" dirty="0"/>
          </a:p>
        </p:txBody>
      </p:sp>
      <p:sp>
        <p:nvSpPr>
          <p:cNvPr id="5" name="Connector line-1792333960817-81378230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432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1432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34000" y="74104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5334000" y="81153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CPython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0" y="74104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76200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096500" y="18097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01300" y="21526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763250" y="21717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5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763250" y="28194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96500" y="39052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01300" y="42481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0763250" y="42672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CPython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0763250" y="49149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096500" y="60007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01300" y="63436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0763250" y="63627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763250" y="70104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4fcf344-88b8-42a0-98c9-77a33e68bd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tục.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 dùng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CPython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 Go.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b="1" spc="1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0" y="2190750"/>
            <a:ext cx="74676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nhớ</a:t>
            </a:r>
            <a:endParaRPr lang="en-US" sz="2400" dirty="0"/>
          </a:p>
        </p:txBody>
      </p:sp>
      <p:sp>
        <p:nvSpPr>
          <p:cNvPr id="11" name="Connector line-1792333975053-748575981"/>
          <p:cNvSpPr/>
          <p:nvPr/>
        </p:nvSpPr>
        <p:spPr>
          <a:xfrm>
            <a:off x="13258800" y="3581400"/>
            <a:ext cx="0" cy="5524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525000" y="4191000"/>
            <a:ext cx="74676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3" name="Connector line-1792333975056-564323039"/>
          <p:cNvSpPr/>
          <p:nvPr/>
        </p:nvSpPr>
        <p:spPr>
          <a:xfrm>
            <a:off x="13258800" y="5581650"/>
            <a:ext cx="0" cy="5524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25000" y="6191250"/>
            <a:ext cx="7467600" cy="1333500"/>
          </a:xfrm>
          <a:prstGeom prst="roundRect">
            <a:avLst>
              <a:gd name="adj" fmla="val 2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25000" y="7905750"/>
            <a:ext cx="746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9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57c2e9e-9a56-4470-9525-bc413641ba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thước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richtext-1792333990936-731685011"/>
          <p:cNvSpPr/>
          <p:nvPr/>
        </p:nvSpPr>
        <p:spPr>
          <a:xfrm>
            <a:off x="914400" y="3810000"/>
            <a:ext cx="7810500" cy="2476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lượng: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7620000" cy="1619250"/>
          </a:xfrm>
          <a:prstGeom prst="roundRect">
            <a:avLst>
              <a:gd name="adj" fmla="val 16471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7086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 GỌI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5057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stop-the-world.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TRÁI</a:t>
            </a:r>
            <a:r>
              <a:rPr lang="en-US" sz="1950" b="1" spc="13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0" y="209550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2628900"/>
            <a:ext cx="276225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87250" y="2628900"/>
            <a:ext cx="2095500" cy="914400"/>
          </a:xfrm>
          <a:prstGeom prst="roundRect">
            <a:avLst>
              <a:gd name="adj" fmla="val 1666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382750" y="2628900"/>
            <a:ext cx="260985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100" dirty="0"/>
          </a:p>
        </p:txBody>
      </p:sp>
      <p:sp>
        <p:nvSpPr>
          <p:cNvPr id="14" name="Connector line-1792333990979-595300739"/>
          <p:cNvSpPr/>
          <p:nvPr/>
        </p:nvSpPr>
        <p:spPr>
          <a:xfrm>
            <a:off x="9525000" y="41910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46672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25000" y="5200650"/>
            <a:ext cx="746760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287250" y="6324600"/>
            <a:ext cx="3429000" cy="381000"/>
          </a:xfrm>
          <a:prstGeom prst="roundRect">
            <a:avLst>
              <a:gd name="adj" fmla="val 3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287250" y="6819900"/>
            <a:ext cx="4705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lúc,</a:t>
            </a:r>
            <a:r>
              <a:rPr lang="en-US" sz="1950" b="1" dirty="0" spc="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0" y="7620000"/>
            <a:ext cx="7467600" cy="8572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Go: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62db4137-9ed7-4fa0-966e-1bfe05e3a2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95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9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Java: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 dọn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47625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hoàn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200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có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b="1" spc="14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b="1" spc="13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203835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Serial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658600" y="2038350"/>
            <a:ext cx="5334000" cy="9906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0" y="323850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Parallel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658600" y="3238500"/>
            <a:ext cx="5334000" cy="9906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xử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lý;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bộ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443865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658600" y="4438650"/>
            <a:ext cx="5334000" cy="9906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vùng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lớn;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563880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ZGC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658600" y="5638800"/>
            <a:ext cx="5334000" cy="9906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0" y="683895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Shenandoah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658600" y="6838950"/>
            <a:ext cx="5334000" cy="9906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thời, thời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0" y="80962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efaccc5-d963-4007-9e4d-46c493393d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CPYTHON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ctr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CPython: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chiếu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 nhau.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400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b="1" spc="1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8199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 cho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1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0" y="2038350"/>
            <a:ext cx="238125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tượng</a:t>
            </a:r>
            <a:endParaRPr lang="en-US" sz="2250" dirty="0"/>
          </a:p>
        </p:txBody>
      </p:sp>
      <p:sp>
        <p:nvSpPr>
          <p:cNvPr id="11" name="Connector line-1792334028560-373606807"/>
          <p:cNvSpPr/>
          <p:nvPr/>
        </p:nvSpPr>
        <p:spPr>
          <a:xfrm>
            <a:off x="11963400" y="2562225"/>
            <a:ext cx="14097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772900" y="19621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430250" y="2038350"/>
            <a:ext cx="3562350" cy="1047750"/>
          </a:xfrm>
          <a:prstGeom prst="roundRect">
            <a:avLst>
              <a:gd name="adj" fmla="val 2181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250" dirty="0"/>
          </a:p>
        </p:txBody>
      </p:sp>
      <p:sp>
        <p:nvSpPr>
          <p:cNvPr id="14" name="Connector line-1792334028564-512923941"/>
          <p:cNvSpPr/>
          <p:nvPr/>
        </p:nvSpPr>
        <p:spPr>
          <a:xfrm>
            <a:off x="9525000" y="37147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4095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1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0" y="4762500"/>
            <a:ext cx="238125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tượng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4611350" y="4762500"/>
            <a:ext cx="238125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tượng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</p:txBody>
      </p:sp>
      <p:sp>
        <p:nvSpPr>
          <p:cNvPr id="18" name="Connector line-1792334028571-79827937"/>
          <p:cNvSpPr/>
          <p:nvPr/>
        </p:nvSpPr>
        <p:spPr>
          <a:xfrm>
            <a:off x="11963400" y="5076825"/>
            <a:ext cx="25908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34028571-775215226"/>
          <p:cNvSpPr/>
          <p:nvPr/>
        </p:nvSpPr>
        <p:spPr>
          <a:xfrm flipH="1">
            <a:off x="11963400" y="5505450"/>
            <a:ext cx="25908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525000" y="6096000"/>
            <a:ext cx="74676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1950" dirty="0"/>
          </a:p>
        </p:txBody>
      </p:sp>
      <p:sp>
        <p:nvSpPr>
          <p:cNvPr id="21" name="Connector line-1792334028573-738931"/>
          <p:cNvSpPr/>
          <p:nvPr/>
        </p:nvSpPr>
        <p:spPr>
          <a:xfrm>
            <a:off x="13258800" y="6915150"/>
            <a:ext cx="0" cy="4381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353800" y="742950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d4f41f7-2f60-4fdc-a394-3971f9a9e4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19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b="1" spc="17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76225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lớn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6400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b="1" spc="1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68199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lớn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1950" b="1" spc="13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0" y="2190750"/>
            <a:ext cx="34290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endParaRPr lang="en-US" sz="2700" dirty="0"/>
          </a:p>
        </p:txBody>
      </p:sp>
      <p:sp>
        <p:nvSpPr>
          <p:cNvPr id="10" name="Connector line-1792334041635-185180282"/>
          <p:cNvSpPr/>
          <p:nvPr/>
        </p:nvSpPr>
        <p:spPr>
          <a:xfrm>
            <a:off x="13011150" y="2905125"/>
            <a:ext cx="4953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563600" y="2190750"/>
            <a:ext cx="34290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525000" y="38100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563600" y="38100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7449" rIns="0" bIns="-7449" rtlCol="0" anchor="t"/>
          <a:lstStyle/>
          <a:p>
            <a:pPr algn="ctr" indent="0" marL="0">
              <a:lnSpc>
                <a:spcPts val="2626"/>
              </a:lnSpc>
              <a:buNone/>
            </a:pPr>
            <a:r>
              <a:rPr lang="en-US" sz="194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46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1946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46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46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46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46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endParaRPr lang="en-US" sz="1946" dirty="0"/>
          </a:p>
        </p:txBody>
      </p:sp>
      <p:sp>
        <p:nvSpPr>
          <p:cNvPr id="14" name="Connector line-1792334041642-831603790"/>
          <p:cNvSpPr/>
          <p:nvPr/>
        </p:nvSpPr>
        <p:spPr>
          <a:xfrm>
            <a:off x="9525000" y="50482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54292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b="1" spc="17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1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0" y="6057900"/>
            <a:ext cx="746760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0" y="7181850"/>
            <a:ext cx="7467600" cy="419100"/>
          </a:xfrm>
          <a:prstGeom prst="roundRect">
            <a:avLst>
              <a:gd name="adj" fmla="val 27273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7810500"/>
            <a:ext cx="746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 làm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lúc;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4400" y="1333500"/>
            <a:ext cx="8191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Go: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69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d97a87d-5183-49e3-a6aa-7e049afd8a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Dọn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6900" dirty="0"/>
          </a:p>
        </p:txBody>
      </p:sp>
      <p:sp>
        <p:nvSpPr>
          <p:cNvPr id="4" name="Text richtext-1792334119306-19389762"/>
          <p:cNvSpPr/>
          <p:nvPr/>
        </p:nvSpPr>
        <p:spPr>
          <a:xfrm>
            <a:off x="914400" y="4191000"/>
            <a:ext cx="78105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lần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7239000"/>
            <a:ext cx="76200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74485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b="1" spc="1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867650"/>
            <a:ext cx="6858000" cy="762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1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b="1" spc="15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525250" y="2038350"/>
            <a:ext cx="2571750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287500" y="2038350"/>
            <a:ext cx="2705100" cy="914400"/>
          </a:xfrm>
          <a:prstGeom prst="roundRect">
            <a:avLst>
              <a:gd name="adj" fmla="val 2083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0" y="3429000"/>
            <a:ext cx="190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525250" y="3238500"/>
            <a:ext cx="257175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287500" y="3238500"/>
            <a:ext cx="27051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0" y="5143500"/>
            <a:ext cx="190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525250" y="4857750"/>
            <a:ext cx="257175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287500" y="4857750"/>
            <a:ext cx="27051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1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0" y="6762750"/>
            <a:ext cx="7467600" cy="1428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làm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5556fea-e027-4112-8deb-c06c514753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rác</a:t>
            </a:r>
            <a:endParaRPr lang="en-US" sz="6900" dirty="0"/>
          </a:p>
        </p:txBody>
      </p:sp>
      <p:sp>
        <p:nvSpPr>
          <p:cNvPr id="4" name="Text richtext-1792334152891-753909293"/>
          <p:cNvSpPr/>
          <p:nvPr/>
        </p:nvSpPr>
        <p:spPr>
          <a:xfrm>
            <a:off x="914400" y="3143250"/>
            <a:ext cx="7810500" cy="3048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chọn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cần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phiên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934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3533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độ;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con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0" y="13335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10750" y="16764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0191750" y="1619250"/>
            <a:ext cx="657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0191750" y="23812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38100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10750" y="41529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1750" y="4095750"/>
            <a:ext cx="657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CPython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0191750" y="48577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chiếu, thêm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0" y="62865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10750" y="66294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1750" y="6572250"/>
            <a:ext cx="657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</a:t>
            </a: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191750" y="73342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dụng;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14400" y="5448300"/>
            <a:ext cx="7810500" cy="8001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CPython,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 chuẩn;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388403f-379d-400b-a793-f218b96509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3048000"/>
          </a:xfrm>
          <a:prstGeom prst="rect">
            <a:avLst/>
          </a:prstGeom>
          <a:noFill/>
          <a:ln/>
        </p:spPr>
        <p:txBody>
          <a:bodyPr wrap="square" lIns="0" tIns="58674" rIns="0" bIns="-58674" rtlCol="0" anchor="t"/>
          <a:lstStyle/>
          <a:p>
            <a:pPr algn="l" indent="0" marL="0">
              <a:lnSpc>
                <a:spcPts val="6864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6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6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66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CPython,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chúng.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không?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723900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0" y="21907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2847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687050" y="23812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0" y="42862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10750" y="49434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687050" y="44767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 tham chiếu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giải phóng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0" y="63817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0" y="7038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687050" y="65722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chiếu.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bc6fe48-81a7-4c66-aba9-6cef0c367e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Connector line-1792334203932-971260243"/>
          <p:cNvSpPr/>
          <p:nvPr/>
        </p:nvSpPr>
        <p:spPr>
          <a:xfrm>
            <a:off x="1390650" y="3238500"/>
            <a:ext cx="44005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2382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Garbage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không còn dùng.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5151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68008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2" name="Connector line-1792334203939-506237949"/>
          <p:cNvSpPr/>
          <p:nvPr/>
        </p:nvSpPr>
        <p:spPr>
          <a:xfrm>
            <a:off x="6991350" y="3238500"/>
            <a:ext cx="4400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8389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CMS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68389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Concurrent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Mark-Sweep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89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Java;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 mô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1158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015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8" name="Connector line-1792334203945-570510995"/>
          <p:cNvSpPr/>
          <p:nvPr/>
        </p:nvSpPr>
        <p:spPr>
          <a:xfrm>
            <a:off x="12592050" y="3238500"/>
            <a:ext cx="4400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4396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5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ZGC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124396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Garbage Collector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96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thời gian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7048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4866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(tên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ngữ)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Go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4400" y="81153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cd6c6e3c-d16a-4db6-ab5a-89b82c6454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2026-10-19T11:37:40Z</dcterms:created>
  <dcterms:modified xsi:type="dcterms:W3CDTF">2026-10-19T11:37:40Z</dcterms:modified>
</cp:coreProperties>
</file>