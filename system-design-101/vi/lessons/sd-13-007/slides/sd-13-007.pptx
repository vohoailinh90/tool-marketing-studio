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Tăng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81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ngầm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906000" y="1714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8900" y="2000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10248900" y="3143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3716000" y="1714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058900" y="2000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14058900" y="3143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906000" y="5143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8900" y="5429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10248900" y="6572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 cục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716000" y="5143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58900" y="5429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14058900" y="6572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a6bed26-9707-4824-a1a4-78aea7e49c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7239000" cy="5334000"/>
          </a:xfrm>
          <a:prstGeom prst="rect">
            <a:avLst/>
          </a:prstGeom>
          <a:noFill/>
          <a:ln/>
        </p:spPr>
        <p:txBody>
          <a:bodyPr wrap="square" lIns="0" tIns="396240" rIns="0" bIns="-396240" rtlCol="0" anchor="t"/>
          <a:lstStyle/>
          <a:p>
            <a:pPr algn="l" indent="0" marL="0">
              <a:lnSpc>
                <a:spcPts val="39000"/>
              </a:lnSpc>
              <a:buNone/>
            </a:pPr>
            <a:r>
              <a:rPr lang="en-US" sz="39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0" dirty="0"/>
          </a:p>
        </p:txBody>
      </p:sp>
      <p:sp>
        <p:nvSpPr>
          <p:cNvPr id="4" name="Text 2"/>
          <p:cNvSpPr/>
          <p:nvPr/>
        </p:nvSpPr>
        <p:spPr>
          <a:xfrm>
            <a:off x="1047750" y="685800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572500" y="2095500"/>
            <a:ext cx="8801100" cy="4953000"/>
          </a:xfrm>
          <a:prstGeom prst="roundRect">
            <a:avLst>
              <a:gd name="adj" fmla="val 6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richtext-1792370182421-631592826"/>
          <p:cNvSpPr/>
          <p:nvPr/>
        </p:nvSpPr>
        <p:spPr>
          <a:xfrm>
            <a:off x="9144000" y="2571750"/>
            <a:ext cx="7810500" cy="4191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ngầm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 mỗi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76352b3-b67a-48b2-8771-1cd6f000ea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Trạng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14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924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550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 tải</a:t>
            </a:r>
            <a:r>
              <a:rPr lang="en-US" sz="255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550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819900" y="3857625"/>
            <a:ext cx="4991100" cy="2000250"/>
          </a:xfrm>
          <a:custGeom>
            <a:avLst/>
            <a:gdLst/>
            <a:ahLst/>
            <a:cxnLst/>
            <a:rect l="l" t="t" r="r" b="b"/>
            <a:pathLst>
              <a:path w="4991100" h="2000250">
                <a:moveTo>
                  <a:pt x="0" y="0"/>
                </a:moveTo>
                <a:cubicBezTo>
                  <a:pt x="2324100" y="0"/>
                  <a:pt x="2705100" y="2000250"/>
                  <a:pt x="4991100" y="200025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8" name="Shape 6"/>
          <p:cNvSpPr/>
          <p:nvPr/>
        </p:nvSpPr>
        <p:spPr>
          <a:xfrm>
            <a:off x="914400" y="4953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219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5829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6819900" y="5762625"/>
            <a:ext cx="4991100" cy="95250"/>
          </a:xfrm>
          <a:custGeom>
            <a:avLst/>
            <a:gdLst/>
            <a:ahLst/>
            <a:cxnLst/>
            <a:rect l="l" t="t" r="r" b="b"/>
            <a:pathLst>
              <a:path w="4991100" h="95250">
                <a:moveTo>
                  <a:pt x="0" y="0"/>
                </a:moveTo>
                <a:cubicBezTo>
                  <a:pt x="2324100" y="0"/>
                  <a:pt x="2705100" y="95250"/>
                  <a:pt x="4991100" y="9525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12" name="Shape 10"/>
          <p:cNvSpPr/>
          <p:nvPr/>
        </p:nvSpPr>
        <p:spPr>
          <a:xfrm>
            <a:off x="914400" y="6858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24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C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295400" y="7734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6819900" y="5857875"/>
            <a:ext cx="4991100" cy="1809750"/>
          </a:xfrm>
          <a:custGeom>
            <a:avLst/>
            <a:gdLst/>
            <a:ahLst/>
            <a:cxnLst/>
            <a:rect l="l" t="t" r="r" b="b"/>
            <a:pathLst>
              <a:path w="4991100" h="1809750">
                <a:moveTo>
                  <a:pt x="0" y="1809750"/>
                </a:moveTo>
                <a:cubicBezTo>
                  <a:pt x="2324100" y="1809750"/>
                  <a:pt x="2705100" y="0"/>
                  <a:pt x="4991100" y="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16" name="Text 14"/>
          <p:cNvSpPr/>
          <p:nvPr/>
        </p:nvSpPr>
        <p:spPr>
          <a:xfrm>
            <a:off x="11811000" y="4810125"/>
            <a:ext cx="5562600" cy="2095500"/>
          </a:xfrm>
          <a:prstGeom prst="roundRect">
            <a:avLst>
              <a:gd name="adj" fmla="val 14545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 chung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811000" y="7239000"/>
            <a:ext cx="55626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b623043-6226-4157-8df7-7601f9d0dd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90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17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550" dirty="0"/>
          </a:p>
        </p:txBody>
      </p:sp>
      <p:sp>
        <p:nvSpPr>
          <p:cNvPr id="7" name="Connector line-1792370221420-711271621"/>
          <p:cNvSpPr/>
          <p:nvPr/>
        </p:nvSpPr>
        <p:spPr>
          <a:xfrm>
            <a:off x="4343400" y="457200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58165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90650" y="5334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10" name="Connector line-1792370221425-457197950"/>
          <p:cNvSpPr/>
          <p:nvPr/>
        </p:nvSpPr>
        <p:spPr>
          <a:xfrm>
            <a:off x="4343400" y="581025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581650" y="5334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90650" y="6572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550" dirty="0"/>
          </a:p>
        </p:txBody>
      </p:sp>
      <p:sp>
        <p:nvSpPr>
          <p:cNvPr id="13" name="Connector line-1792370221433-55189177"/>
          <p:cNvSpPr/>
          <p:nvPr/>
        </p:nvSpPr>
        <p:spPr>
          <a:xfrm>
            <a:off x="4343400" y="704850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5581650" y="6572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90650" y="79057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9848850" y="3390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4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848850" y="4095750"/>
            <a:ext cx="7048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2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848850" y="56197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848850" y="6286500"/>
            <a:ext cx="7048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848850" y="79057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 một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628af353-dae5-49ec-adbd-64d0b670d9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8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UUID.</a:t>
            </a:r>
            <a:endParaRPr lang="en-US" sz="2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4608576"/>
                <a:gridCol w="6254496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sinh</a:t>
                      </a:r>
                      <a:r>
                        <a:rPr lang="en-US" sz="24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Duy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r>
                        <a:rPr lang="en-US" sz="2400" b="1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Đánh</a:t>
                      </a:r>
                      <a:r>
                        <a:rPr lang="en-US" sz="2400" b="1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40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đếm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tiến</a:t>
                      </a: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Trùng</a:t>
                      </a:r>
                      <a:r>
                        <a:rPr lang="en-US" sz="24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giữa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tuần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bản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bản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 phối hợp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53a39a5-bc45-40c1-813f-e13855ae13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200" dirty="0"/>
          </a:p>
        </p:txBody>
      </p:sp>
      <p:sp>
        <p:nvSpPr>
          <p:cNvPr id="4" name="Connector line-1792370258068-761218561"/>
          <p:cNvSpPr/>
          <p:nvPr/>
        </p:nvSpPr>
        <p:spPr>
          <a:xfrm>
            <a:off x="333375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Connector line-1792370258068-659841847"/>
          <p:cNvSpPr/>
          <p:nvPr/>
        </p:nvSpPr>
        <p:spPr>
          <a:xfrm>
            <a:off x="914400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6" name="Connector line-1792370258068-70914801"/>
          <p:cNvSpPr/>
          <p:nvPr/>
        </p:nvSpPr>
        <p:spPr>
          <a:xfrm>
            <a:off x="1495425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5240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733425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1445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3619500" y="4286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endParaRPr lang="en-US" sz="2550" dirty="0"/>
          </a:p>
        </p:txBody>
      </p:sp>
      <p:sp>
        <p:nvSpPr>
          <p:cNvPr id="11" name="Connector line-1792370258079-137102901"/>
          <p:cNvSpPr/>
          <p:nvPr/>
        </p:nvSpPr>
        <p:spPr>
          <a:xfrm>
            <a:off x="3390900" y="4857750"/>
            <a:ext cx="5657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191500" y="514350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 lý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619500" y="5905500"/>
            <a:ext cx="1104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Connector line-1792370258085-739619861"/>
          <p:cNvSpPr/>
          <p:nvPr/>
        </p:nvSpPr>
        <p:spPr>
          <a:xfrm>
            <a:off x="3390900" y="6477000"/>
            <a:ext cx="11468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001750" y="676275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 lý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 làm</a:t>
            </a:r>
            <a:r>
              <a:rPr lang="en-US" sz="25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20a93bf-da7c-4e4b-97b2-a9030b12ae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gỡ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667000" y="3619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Phạm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715000" y="3619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vỡ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286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667000" y="5524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715000" y="5524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 hàng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2667000" y="7429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5715000" y="7429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 cần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572500"/>
            <a:ext cx="1619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lỗi.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0ebdb6c-3bcb-4652-9dd5-9ee5409bfe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bản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550" dirty="0"/>
          </a:p>
        </p:txBody>
      </p:sp>
      <p:sp>
        <p:nvSpPr>
          <p:cNvPr id="5" name="Connector line-1792370288576-340083155"/>
          <p:cNvSpPr/>
          <p:nvPr/>
        </p:nvSpPr>
        <p:spPr>
          <a:xfrm>
            <a:off x="3867150" y="3619500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5143500" y="3143250"/>
            <a:ext cx="4953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8" name="Connector line-1792370288581-298166346"/>
          <p:cNvSpPr/>
          <p:nvPr/>
        </p:nvSpPr>
        <p:spPr>
          <a:xfrm>
            <a:off x="3867150" y="5048250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5143500" y="4572000"/>
            <a:ext cx="4953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550" dirty="0"/>
          </a:p>
        </p:txBody>
      </p:sp>
      <p:sp>
        <p:nvSpPr>
          <p:cNvPr id="10" name="Connector line-1792370288584-262201443"/>
          <p:cNvSpPr/>
          <p:nvPr/>
        </p:nvSpPr>
        <p:spPr>
          <a:xfrm>
            <a:off x="10191750" y="504825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11430000" y="4572000"/>
            <a:ext cx="3429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390650" y="63817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100" dirty="0"/>
          </a:p>
        </p:txBody>
      </p:sp>
      <p:sp>
        <p:nvSpPr>
          <p:cNvPr id="14" name="Text richtext-1792370288589-200501255"/>
          <p:cNvSpPr/>
          <p:nvPr/>
        </p:nvSpPr>
        <p:spPr>
          <a:xfrm>
            <a:off x="1390650" y="6953250"/>
            <a:ext cx="1562100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chữ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chứng;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64d5fa2-62a3-47ac-8225-95ff111ad1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6" name="Text richtext-1792370301990-302240692"/>
          <p:cNvSpPr/>
          <p:nvPr/>
        </p:nvSpPr>
        <p:spPr>
          <a:xfrm>
            <a:off x="1295400" y="3638550"/>
            <a:ext cx="733425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7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storage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009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550" dirty="0"/>
          </a:p>
        </p:txBody>
      </p:sp>
      <p:sp>
        <p:nvSpPr>
          <p:cNvPr id="9" name="Text richtext-1792370302005-526149668"/>
          <p:cNvSpPr/>
          <p:nvPr/>
        </p:nvSpPr>
        <p:spPr>
          <a:xfrm>
            <a:off x="9753600" y="3638550"/>
            <a:ext cx="733425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CronJob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Forbid: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khi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 chưa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Hiếm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lần: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048375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29602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55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550" dirty="0"/>
          </a:p>
        </p:txBody>
      </p:sp>
      <p:sp>
        <p:nvSpPr>
          <p:cNvPr id="12" name="Text richtext-1792370302016-502010472"/>
          <p:cNvSpPr/>
          <p:nvPr/>
        </p:nvSpPr>
        <p:spPr>
          <a:xfrm>
            <a:off x="1295400" y="6924675"/>
            <a:ext cx="733425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tin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 mã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dịch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tin.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72600" y="6048375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29602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2550" dirty="0"/>
          </a:p>
        </p:txBody>
      </p:sp>
      <p:sp>
        <p:nvSpPr>
          <p:cNvPr id="15" name="Text richtext-1792370302027-123544831"/>
          <p:cNvSpPr/>
          <p:nvPr/>
        </p:nvSpPr>
        <p:spPr>
          <a:xfrm>
            <a:off x="9753600" y="6924675"/>
            <a:ext cx="733425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hai,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b0e4f06-3407-42ce-bd2d-1de605753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Universally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Unique 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 duy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toàn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TTL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Time</a:t>
                      </a:r>
                      <a:r>
                        <a:rPr lang="en-US" sz="2100" dirty="0" spc="-6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Live: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Simple Queue Service: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hàng</a:t>
                      </a:r>
                      <a:r>
                        <a:rPr lang="en-US" sz="210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đợi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thông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điệp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0319309-814364518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025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Twelve-Factor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App: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processes,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CronJob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2025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202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SQS: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025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Consumer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51067f6-ca01-42c0-997c-9adfd8d4ca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2026-10-19T02:53:20Z</dcterms:created>
  <dcterms:modified xsi:type="dcterms:W3CDTF">2026-10-19T02:53:20Z</dcterms:modified>
</cp:coreProperties>
</file>