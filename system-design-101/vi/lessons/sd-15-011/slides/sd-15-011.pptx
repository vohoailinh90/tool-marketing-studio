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9144000" cy="3238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phổ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4572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9530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ctr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345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thỏa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thuận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ctr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4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về</a:t>
            </a:r>
            <a:r>
              <a:rPr lang="en-US" sz="34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34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4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34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chuyện.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69151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8008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58190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46760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nền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giao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82486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81343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HTTP/3,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0" y="17145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0" y="17145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0" y="1714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4135100" y="17145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4135100" y="17145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35100" y="1714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10477500" y="34290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0" y="34290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0" y="34290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14135100" y="34290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4135100" y="34290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4135100" y="34290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SMTP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10477500" y="51435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77500" y="51435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0" y="5143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FTP</a:t>
            </a:r>
            <a:endParaRPr lang="en-US" sz="3300" dirty="0"/>
          </a:p>
        </p:txBody>
      </p:sp>
      <p:sp>
        <p:nvSpPr>
          <p:cNvPr id="28" name="Shape 26"/>
          <p:cNvSpPr/>
          <p:nvPr/>
        </p:nvSpPr>
        <p:spPr>
          <a:xfrm>
            <a:off x="14135100" y="51435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4135100" y="51435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30" name="Text 28"/>
          <p:cNvSpPr/>
          <p:nvPr/>
        </p:nvSpPr>
        <p:spPr>
          <a:xfrm>
            <a:off x="14135100" y="5143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10477500" y="68580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77500" y="68580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0" y="68580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300" dirty="0"/>
          </a:p>
        </p:txBody>
      </p:sp>
      <p:sp>
        <p:nvSpPr>
          <p:cNvPr id="34" name="Shape 32"/>
          <p:cNvSpPr/>
          <p:nvPr/>
        </p:nvSpPr>
        <p:spPr>
          <a:xfrm>
            <a:off x="14135100" y="6858000"/>
            <a:ext cx="3238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4135100" y="68580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36" name="Text 34"/>
          <p:cNvSpPr/>
          <p:nvPr/>
        </p:nvSpPr>
        <p:spPr>
          <a:xfrm>
            <a:off x="14135100" y="68580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HTTP/3</a:t>
            </a:r>
            <a:endParaRPr lang="en-US" sz="33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ef4ca089-37c6-417f-8a69-0212b8fc9f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4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TỪNG</a:t>
            </a:r>
            <a:r>
              <a:rPr lang="en-US" sz="1950" spc="21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thức,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4955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4476750" y="249555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3147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476750" y="331470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web: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13385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1338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4476750" y="413385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495300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4953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476750" y="495300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77215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57721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SMTP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4476750" y="577215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659130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65913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FTP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4476750" y="659130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14400" y="741045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8250" y="74104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4476750" y="741045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14400" y="822960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E8E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238250" y="8229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HTTP/3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4476750" y="8229600"/>
            <a:ext cx="1266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QUIC;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77ac5237-a845-4df5-8f00-db89b058cd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CHỒNG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59055" rIns="0" bIns="-59055" rtlCol="0" anchor="ctr"/>
          <a:lstStyle/>
          <a:p>
            <a:pPr algn="l" indent="0" marL="0">
              <a:lnSpc>
                <a:spcPts val="10230"/>
              </a:lnSpc>
              <a:buNone/>
            </a:pPr>
            <a:r>
              <a:rPr lang="en-US" sz="9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9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9300" dirty="0" spc="-1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mượn</a:t>
            </a:r>
            <a:r>
              <a:rPr lang="en-US" sz="9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9300" dirty="0" spc="-10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59055" rIns="0" bIns="-59055" rtlCol="0" anchor="ctr"/>
          <a:lstStyle/>
          <a:p>
            <a:pPr algn="l" indent="0" marL="0">
              <a:lnSpc>
                <a:spcPts val="10230"/>
              </a:lnSpc>
              <a:buNone/>
            </a:pPr>
            <a:r>
              <a:rPr lang="en-US" sz="9300" dirty="0" spc="3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để</a:t>
            </a:r>
            <a:r>
              <a:rPr lang="en-US" sz="93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93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93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liệu.</a:t>
            </a:r>
            <a:endParaRPr lang="en-US" sz="93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30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30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chồng lên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5905500"/>
            <a:ext cx="5334000" cy="914400"/>
          </a:xfrm>
          <a:prstGeom prst="roundRect">
            <a:avLst>
              <a:gd name="adj" fmla="val 208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9055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914400" y="6896100"/>
            <a:ext cx="5334000" cy="914400"/>
          </a:xfrm>
          <a:prstGeom prst="roundRect">
            <a:avLst>
              <a:gd name="adj" fmla="val 20833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8961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450" dirty="0"/>
          </a:p>
        </p:txBody>
      </p:sp>
      <p:sp>
        <p:nvSpPr>
          <p:cNvPr id="10" name="Connector line-1792304808424-984922932"/>
          <p:cNvSpPr/>
          <p:nvPr/>
        </p:nvSpPr>
        <p:spPr>
          <a:xfrm>
            <a:off x="6667500" y="6362700"/>
            <a:ext cx="0" cy="9906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048500" y="59055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mượn</a:t>
            </a:r>
            <a:r>
              <a:rPr lang="en-US" sz="285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77b839d-503e-4c3b-bfa7-6756790b59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2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 CHỒNG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chồng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300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gạch</a:t>
            </a:r>
            <a:r>
              <a:rPr lang="en-US" sz="3000" dirty="0" spc="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800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345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14400" y="3810000"/>
            <a:ext cx="1447800" cy="1333500"/>
          </a:xfrm>
          <a:prstGeom prst="roundRect">
            <a:avLst>
              <a:gd name="adj" fmla="val 1285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10000"/>
            <a:ext cx="1447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495550" y="3810000"/>
            <a:ext cx="1447800" cy="1333500"/>
          </a:xfrm>
          <a:prstGeom prst="roundRect">
            <a:avLst>
              <a:gd name="adj" fmla="val 1285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5550" y="3810000"/>
            <a:ext cx="1447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076700" y="3810000"/>
            <a:ext cx="1447800" cy="1333500"/>
          </a:xfrm>
          <a:prstGeom prst="roundRect">
            <a:avLst>
              <a:gd name="adj" fmla="val 1285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6700" y="3810000"/>
            <a:ext cx="1447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57850" y="3810000"/>
            <a:ext cx="1447800" cy="1333500"/>
          </a:xfrm>
          <a:prstGeom prst="roundRect">
            <a:avLst>
              <a:gd name="adj" fmla="val 1285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7850" y="3810000"/>
            <a:ext cx="1447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239000" y="3810000"/>
            <a:ext cx="1676400" cy="1333500"/>
          </a:xfrm>
          <a:prstGeom prst="roundRect">
            <a:avLst>
              <a:gd name="adj" fmla="val 1285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0" y="3810000"/>
            <a:ext cx="1676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FTP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238750"/>
            <a:ext cx="8001000" cy="1905000"/>
          </a:xfrm>
          <a:prstGeom prst="roundRect">
            <a:avLst>
              <a:gd name="adj" fmla="val 9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24500"/>
            <a:ext cx="800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914400" y="63436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 đúng thứ tự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372600" y="3143250"/>
            <a:ext cx="800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UDP</a:t>
            </a:r>
            <a:endParaRPr lang="en-US" sz="3450" dirty="0"/>
          </a:p>
        </p:txBody>
      </p:sp>
      <p:sp>
        <p:nvSpPr>
          <p:cNvPr id="20" name="Shape 18"/>
          <p:cNvSpPr/>
          <p:nvPr/>
        </p:nvSpPr>
        <p:spPr>
          <a:xfrm>
            <a:off x="9372600" y="3810000"/>
            <a:ext cx="8001000" cy="1143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3810000"/>
            <a:ext cx="800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2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HTTP/3</a:t>
            </a:r>
            <a:endParaRPr lang="en-US" sz="3450" dirty="0"/>
          </a:p>
        </p:txBody>
      </p:sp>
      <p:sp>
        <p:nvSpPr>
          <p:cNvPr id="22" name="Shape 20"/>
          <p:cNvSpPr/>
          <p:nvPr/>
        </p:nvSpPr>
        <p:spPr>
          <a:xfrm>
            <a:off x="9372600" y="5048250"/>
            <a:ext cx="8001000" cy="1333500"/>
          </a:xfrm>
          <a:prstGeom prst="roundRect">
            <a:avLst>
              <a:gd name="adj" fmla="val 12857"/>
            </a:avLst>
          </a:prstGeom>
          <a:solidFill>
            <a:srgbClr val="4A3A1A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52197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9372600" y="5848350"/>
            <a:ext cx="800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72600" y="6477000"/>
            <a:ext cx="8001000" cy="666750"/>
          </a:xfrm>
          <a:prstGeom prst="roundRect">
            <a:avLst>
              <a:gd name="adj" fmla="val 25714"/>
            </a:avLst>
          </a:prstGeom>
          <a:solidFill>
            <a:srgbClr val="FFB454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6477000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75247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" y="752475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WebSocket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HTTP/3,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QUIC.</a:t>
            </a:r>
            <a:endParaRPr lang="en-US" sz="285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1aa14c0a-eb1e-4704-bda2-c3b13ebae4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HTTP, HAI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r>
              <a:rPr lang="en-US" sz="7800" dirty="0" spc="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30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 chuyển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38500"/>
            <a:ext cx="95250" cy="5715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8615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HTTP/1.1</a:t>
            </a:r>
            <a:r>
              <a:rPr lang="en-US" sz="3600" dirty="0" spc="-3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-3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295400" y="4286250"/>
            <a:ext cx="7239000" cy="723900"/>
          </a:xfrm>
          <a:prstGeom prst="roundRect">
            <a:avLst>
              <a:gd name="adj" fmla="val 2105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2862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95400" y="5086350"/>
            <a:ext cx="7239000" cy="723900"/>
          </a:xfrm>
          <a:prstGeom prst="roundRect">
            <a:avLst>
              <a:gd name="adj" fmla="val 2105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863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295400" y="5886450"/>
            <a:ext cx="7239000" cy="723900"/>
          </a:xfrm>
          <a:prstGeom prst="roundRect">
            <a:avLst>
              <a:gd name="adj" fmla="val 21053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8864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295400" y="718185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69723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HTTPS: HTTP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95400" y="784860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76390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72600" y="32385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3238500"/>
            <a:ext cx="95250" cy="5715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9753600" y="348615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9753600" y="4286250"/>
            <a:ext cx="7239000" cy="723900"/>
          </a:xfrm>
          <a:prstGeom prst="roundRect">
            <a:avLst>
              <a:gd name="adj" fmla="val 2105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3600" y="42862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23" name="Shape 21"/>
          <p:cNvSpPr/>
          <p:nvPr/>
        </p:nvSpPr>
        <p:spPr>
          <a:xfrm>
            <a:off x="9753600" y="5086350"/>
            <a:ext cx="7239000" cy="723900"/>
          </a:xfrm>
          <a:prstGeom prst="roundRect">
            <a:avLst>
              <a:gd name="adj" fmla="val 2105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53600" y="50863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QUIC,</a:t>
            </a:r>
            <a:r>
              <a:rPr lang="en-US" sz="285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285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gồm</a:t>
            </a:r>
            <a:r>
              <a:rPr lang="en-US" sz="28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TLS</a:t>
            </a:r>
            <a:r>
              <a:rPr lang="en-US" sz="28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1.3</a:t>
            </a:r>
            <a:endParaRPr lang="en-US" sz="2850" dirty="0"/>
          </a:p>
        </p:txBody>
      </p:sp>
      <p:sp>
        <p:nvSpPr>
          <p:cNvPr id="25" name="Shape 23"/>
          <p:cNvSpPr/>
          <p:nvPr/>
        </p:nvSpPr>
        <p:spPr>
          <a:xfrm>
            <a:off x="9753600" y="5886450"/>
            <a:ext cx="7239000" cy="723900"/>
          </a:xfrm>
          <a:prstGeom prst="roundRect">
            <a:avLst>
              <a:gd name="adj" fmla="val 21053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9753600" y="58864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9753600" y="7181850"/>
            <a:ext cx="133350" cy="1333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69723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9753600" y="7848600"/>
            <a:ext cx="133350" cy="1333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0" y="76390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lớp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Text 38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bd2bbc92-745b-4ff6-9488-e1987462d9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78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2895600"/>
            <a:ext cx="685800" cy="685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895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2286000" y="2705100"/>
            <a:ext cx="1466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315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31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hoàn</a:t>
            </a:r>
            <a:r>
              <a:rPr lang="en-US" sz="31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2286000" y="3333750"/>
            <a:ext cx="1466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TLS;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400" dirty="0" spc="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038600"/>
            <a:ext cx="164592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57300" y="436245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4362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2286000" y="4171950"/>
            <a:ext cx="1466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SMTP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315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31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2286000" y="4800600"/>
            <a:ext cx="1466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240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40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587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2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4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5505450"/>
            <a:ext cx="164592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57300" y="582930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58293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2286000" y="5638800"/>
            <a:ext cx="1466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FTP dùng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1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2286000" y="6267450"/>
            <a:ext cx="1466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400" dirty="0" spc="1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400" dirty="0" spc="4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</a:t>
            </a:r>
            <a:r>
              <a:rPr lang="en-US" sz="2400" dirty="0" spc="-2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 file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972300"/>
            <a:ext cx="164592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7300" y="7296150"/>
            <a:ext cx="685800" cy="685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" y="72961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2286000" y="7105650"/>
            <a:ext cx="1466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TLS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1.3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2286000" y="7734300"/>
            <a:ext cx="1466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dirty="0" spc="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3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fa55e517-3b3e-488f-86f4-340f991183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 danh</a:t>
            </a:r>
            <a:r>
              <a:rPr lang="en-US" sz="30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29000" y="314325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7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10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0" y="314325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BẢO</a:t>
            </a:r>
            <a:r>
              <a:rPr lang="en-US" sz="2100" spc="22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VỆ</a:t>
            </a:r>
            <a:r>
              <a:rPr lang="en-US" sz="210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10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619500"/>
            <a:ext cx="2286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FTP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3429000" y="3619500"/>
            <a:ext cx="6858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36195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3810000" y="407670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8671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3810000" y="474345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45339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nối: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515600" y="3619500"/>
            <a:ext cx="6858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36195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96600" y="407670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1201400" y="38671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lớp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 vệ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5657850"/>
            <a:ext cx="2286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SFTP</a:t>
            </a:r>
            <a:endParaRPr lang="en-US" sz="3900" dirty="0"/>
          </a:p>
        </p:txBody>
      </p:sp>
      <p:sp>
        <p:nvSpPr>
          <p:cNvPr id="19" name="Shape 17"/>
          <p:cNvSpPr/>
          <p:nvPr/>
        </p:nvSpPr>
        <p:spPr>
          <a:xfrm>
            <a:off x="3429000" y="5657850"/>
            <a:ext cx="6858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565785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6115050"/>
            <a:ext cx="133350" cy="1333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59055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3810000" y="6781800"/>
            <a:ext cx="133350" cy="1333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65722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FTP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0515600" y="5657850"/>
            <a:ext cx="6858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565785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96600" y="6115050"/>
            <a:ext cx="133350" cy="1333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59055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914400" y="7810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781050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1333500" y="78105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HTTP/3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5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nghẽn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TCP,</a:t>
            </a:r>
            <a:r>
              <a:rPr lang="en-US" sz="25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 cũng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hơn.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4a461d06-2bf0-491a-9364-c7ed1cca7c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9715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1430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95400" y="152400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150" dirty="0" spc="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15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WebSocket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server.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95400" y="20764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1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31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1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428750" y="3143250"/>
            <a:ext cx="28575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3143250"/>
            <a:ext cx="285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22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 chat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7143750" y="3143250"/>
            <a:ext cx="28575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7143750" y="3143250"/>
            <a:ext cx="285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Server</a:t>
            </a:r>
            <a:endParaRPr lang="en-US" sz="2250" dirty="0"/>
          </a:p>
        </p:txBody>
      </p:sp>
      <p:sp>
        <p:nvSpPr>
          <p:cNvPr id="11" name="Connector line-1792304929690-211229014"/>
          <p:cNvSpPr/>
          <p:nvPr/>
        </p:nvSpPr>
        <p:spPr>
          <a:xfrm>
            <a:off x="2857500" y="3829050"/>
            <a:ext cx="0" cy="50292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2" name="Connector line-1792304929690-686286065"/>
          <p:cNvSpPr/>
          <p:nvPr/>
        </p:nvSpPr>
        <p:spPr>
          <a:xfrm>
            <a:off x="8572500" y="3829050"/>
            <a:ext cx="0" cy="50292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3" name="Connector line-1792304929690-671766781"/>
          <p:cNvSpPr/>
          <p:nvPr/>
        </p:nvSpPr>
        <p:spPr>
          <a:xfrm>
            <a:off x="2857500" y="4762500"/>
            <a:ext cx="56388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71800" y="424815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6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19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 HTTP:</a:t>
            </a:r>
            <a:r>
              <a:rPr lang="en-US" sz="19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nâng</a:t>
            </a:r>
            <a:r>
              <a:rPr lang="en-US" sz="19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195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1950" dirty="0" spc="-2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WebSocket</a:t>
            </a:r>
            <a:endParaRPr lang="en-US" sz="1950" dirty="0"/>
          </a:p>
        </p:txBody>
      </p:sp>
      <p:sp>
        <p:nvSpPr>
          <p:cNvPr id="15" name="Connector line-1792304929692-648720050"/>
          <p:cNvSpPr/>
          <p:nvPr/>
        </p:nvSpPr>
        <p:spPr>
          <a:xfrm flipH="1">
            <a:off x="2933700" y="5905500"/>
            <a:ext cx="5638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971800" y="539115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Server</a:t>
            </a:r>
            <a:r>
              <a:rPr lang="en-US" sz="195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chấp</a:t>
            </a:r>
            <a:r>
              <a:rPr lang="en-US" sz="19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1950" dirty="0"/>
          </a:p>
        </p:txBody>
      </p:sp>
      <p:sp>
        <p:nvSpPr>
          <p:cNvPr id="17" name="Connector line-1792304929694-118292281"/>
          <p:cNvSpPr/>
          <p:nvPr/>
        </p:nvSpPr>
        <p:spPr>
          <a:xfrm>
            <a:off x="2857500" y="7048500"/>
            <a:ext cx="5638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04929694-704934453"/>
          <p:cNvSpPr/>
          <p:nvPr/>
        </p:nvSpPr>
        <p:spPr>
          <a:xfrm flipH="1">
            <a:off x="2933700" y="7620000"/>
            <a:ext cx="5638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71800" y="653415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Khung</a:t>
            </a:r>
            <a:r>
              <a:rPr lang="en-US" sz="19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WebSocket,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38250" y="8153400"/>
            <a:ext cx="89535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8153400"/>
            <a:ext cx="895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4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Trên</a:t>
            </a:r>
            <a:r>
              <a:rPr lang="en-US" sz="19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950" dirty="0" spc="-2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9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950" dirty="0" spc="-2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TCP,</a:t>
            </a:r>
            <a:r>
              <a:rPr lang="en-US" sz="195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1950" dirty="0" spc="-1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TLS</a:t>
            </a:r>
            <a:r>
              <a:rPr lang="en-US" sz="195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19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1950" dirty="0" spc="-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wss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953750" y="3143250"/>
            <a:ext cx="6419850" cy="5905500"/>
          </a:xfrm>
          <a:prstGeom prst="roundRect">
            <a:avLst>
              <a:gd name="adj" fmla="val 4516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4750" y="3429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80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334750" y="3867150"/>
            <a:ext cx="571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3900" dirty="0" spc="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3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3900" dirty="0" spc="1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endParaRPr lang="en-US" sz="3900" dirty="0"/>
          </a:p>
        </p:txBody>
      </p:sp>
      <p:sp>
        <p:nvSpPr>
          <p:cNvPr id="25" name="Shape 23"/>
          <p:cNvSpPr/>
          <p:nvPr/>
        </p:nvSpPr>
        <p:spPr>
          <a:xfrm>
            <a:off x="11334750" y="51816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6" name="Text 24"/>
          <p:cNvSpPr/>
          <p:nvPr/>
        </p:nvSpPr>
        <p:spPr>
          <a:xfrm>
            <a:off x="11639550" y="4953000"/>
            <a:ext cx="54292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HTTP/1.1: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1334750" y="641985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8" name="Text 26"/>
          <p:cNvSpPr/>
          <p:nvPr/>
        </p:nvSpPr>
        <p:spPr>
          <a:xfrm>
            <a:off x="11639550" y="6191250"/>
            <a:ext cx="54292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1334750" y="76581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0" name="Text 28"/>
          <p:cNvSpPr/>
          <p:nvPr/>
        </p:nvSpPr>
        <p:spPr>
          <a:xfrm>
            <a:off x="11639550" y="74295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HTTP/3: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 rộng,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Text 38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c46bc333-d38b-40fb-a954-a2e92adce5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21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955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2762250" y="25527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62250" y="28384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31470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1470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2762250" y="33718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762250" y="36576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 đến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13385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338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762250" y="41910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762250" y="44767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495300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95300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762250" y="50101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762250" y="52959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577215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7721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2762250" y="58293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762250" y="61150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659130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659130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2762250" y="66484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</a:t>
            </a:r>
            <a:r>
              <a:rPr lang="en-US" sz="16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165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762250" y="69342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249555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486900" y="24955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WS</a:t>
            </a:r>
            <a:endParaRPr lang="en-US" sz="2850" dirty="0"/>
          </a:p>
        </p:txBody>
      </p:sp>
      <p:sp>
        <p:nvSpPr>
          <p:cNvPr id="30" name="Text 28"/>
          <p:cNvSpPr/>
          <p:nvPr/>
        </p:nvSpPr>
        <p:spPr>
          <a:xfrm>
            <a:off x="11106150" y="25527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106150" y="28384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258300" y="331470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486900" y="331470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SMTP</a:t>
            </a:r>
            <a:endParaRPr lang="en-US" sz="2850" dirty="0"/>
          </a:p>
        </p:txBody>
      </p:sp>
      <p:sp>
        <p:nvSpPr>
          <p:cNvPr id="34" name="Text 32"/>
          <p:cNvSpPr/>
          <p:nvPr/>
        </p:nvSpPr>
        <p:spPr>
          <a:xfrm>
            <a:off x="11106150" y="33718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Simple</a:t>
            </a: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Mail</a:t>
            </a:r>
            <a:r>
              <a:rPr lang="en-US" sz="165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106150" y="36576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258300" y="413385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486900" y="41338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FTP</a:t>
            </a:r>
            <a:endParaRPr lang="en-US" sz="2850" dirty="0"/>
          </a:p>
        </p:txBody>
      </p:sp>
      <p:sp>
        <p:nvSpPr>
          <p:cNvPr id="38" name="Text 36"/>
          <p:cNvSpPr/>
          <p:nvPr/>
        </p:nvSpPr>
        <p:spPr>
          <a:xfrm>
            <a:off x="11106150" y="41910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165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106150" y="44767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258300" y="495300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41" name="Text 39"/>
          <p:cNvSpPr/>
          <p:nvPr/>
        </p:nvSpPr>
        <p:spPr>
          <a:xfrm>
            <a:off x="9486900" y="495300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SFTP</a:t>
            </a:r>
            <a:endParaRPr lang="en-US" sz="2850" dirty="0"/>
          </a:p>
        </p:txBody>
      </p:sp>
      <p:sp>
        <p:nvSpPr>
          <p:cNvPr id="42" name="Text 40"/>
          <p:cNvSpPr/>
          <p:nvPr/>
        </p:nvSpPr>
        <p:spPr>
          <a:xfrm>
            <a:off x="11106150" y="50101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SSH</a:t>
            </a: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165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106150" y="52959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SSH,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258300" y="5772150"/>
            <a:ext cx="811530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</p:sp>
      <p:sp>
        <p:nvSpPr>
          <p:cNvPr id="45" name="Text 43"/>
          <p:cNvSpPr/>
          <p:nvPr/>
        </p:nvSpPr>
        <p:spPr>
          <a:xfrm>
            <a:off x="9486900" y="57721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SSH</a:t>
            </a:r>
            <a:endParaRPr lang="en-US" sz="2850" dirty="0"/>
          </a:p>
        </p:txBody>
      </p:sp>
      <p:sp>
        <p:nvSpPr>
          <p:cNvPr id="46" name="Text 44"/>
          <p:cNvSpPr/>
          <p:nvPr/>
        </p:nvSpPr>
        <p:spPr>
          <a:xfrm>
            <a:off x="11106150" y="58293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106150" y="61150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19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14400" y="7581900"/>
            <a:ext cx="8572500" cy="1562100"/>
          </a:xfrm>
          <a:prstGeom prst="roundRect">
            <a:avLst>
              <a:gd name="adj" fmla="val 14634"/>
            </a:avLst>
          </a:prstGeom>
          <a:solidFill>
            <a:srgbClr val="F3EEE3"/>
          </a:solidFill>
          <a:ln/>
        </p:spPr>
      </p:sp>
      <p:sp>
        <p:nvSpPr>
          <p:cNvPr id="49" name="Text 47"/>
          <p:cNvSpPr/>
          <p:nvPr/>
        </p:nvSpPr>
        <p:spPr>
          <a:xfrm>
            <a:off x="1238250" y="76962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8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38250" y="8058150"/>
            <a:ext cx="809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38250" y="8401050"/>
            <a:ext cx="809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9114</a:t>
            </a:r>
            <a:r>
              <a:rPr lang="en-US" sz="18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9000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8446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38250" y="8743950"/>
            <a:ext cx="809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6455</a:t>
            </a:r>
            <a:r>
              <a:rPr lang="en-US" sz="18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9293</a:t>
            </a:r>
            <a:r>
              <a:rPr lang="en-US" sz="18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768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 ·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5321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SMTP ·</a:t>
            </a:r>
            <a:r>
              <a:rPr lang="en-US" sz="18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959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FTP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715500" y="7581900"/>
            <a:ext cx="7658100" cy="1562100"/>
          </a:xfrm>
          <a:prstGeom prst="roundRect">
            <a:avLst>
              <a:gd name="adj" fmla="val 14634"/>
            </a:avLst>
          </a:prstGeom>
          <a:solidFill>
            <a:srgbClr val="1E212B"/>
          </a:solidFill>
          <a:ln/>
        </p:spPr>
      </p:sp>
      <p:sp>
        <p:nvSpPr>
          <p:cNvPr id="54" name="Shape 52"/>
          <p:cNvSpPr/>
          <p:nvPr/>
        </p:nvSpPr>
        <p:spPr>
          <a:xfrm>
            <a:off x="9715500" y="7581900"/>
            <a:ext cx="9525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5" name="Text 53"/>
          <p:cNvSpPr/>
          <p:nvPr/>
        </p:nvSpPr>
        <p:spPr>
          <a:xfrm>
            <a:off x="10134600" y="77914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 theo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134600" y="82486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0134600" y="87058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9" name="Shape 5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0" name="Shape 5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1" name="Shape 5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2" name="Shape 6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3" name="Shape 6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4" name="Shape 6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5" name="Shape 6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6" name="Shape 6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7" name="Text 6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0a9f33a4-75fe-4cca-9014-2b6b982f4c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2026-10-19T00:43:52Z</dcterms:created>
  <dcterms:modified xsi:type="dcterms:W3CDTF">2026-10-19T00:43:52Z</dcterms:modified>
</cp:coreProperties>
</file>