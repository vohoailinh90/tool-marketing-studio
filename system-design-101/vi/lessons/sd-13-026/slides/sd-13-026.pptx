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1"/>
      <p:bold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59055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ps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Restarting?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 THÁI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 THÁI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--filter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 nhật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ps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40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--tail 50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40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85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4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nhớ: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lại hay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953000" y="3219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005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3557" rIns="0" bIns="-13557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on-failure [:số lần]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4552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0.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4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 SIGKILL.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0001" rIns="0" bIns="-10001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inspect: State.OOMKilled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F3F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2026-10-19T02:02:08Z</dcterms:created>
  <dcterms:modified xsi:type="dcterms:W3CDTF">2026-10-19T02:02:08Z</dcterms:modified>
</cp:coreProperties>
</file>