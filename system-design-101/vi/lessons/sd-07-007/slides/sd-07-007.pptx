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nóng: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81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</a:t>
            </a:r>
            <a:r>
              <a:rPr lang="en-US" sz="81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hơn?</a:t>
            </a:r>
            <a:endParaRPr lang="en-US" sz="3000" dirty="0"/>
          </a:p>
        </p:txBody>
      </p:sp>
      <p:sp>
        <p:nvSpPr>
          <p:cNvPr id="5" name="Connector line-1792380211798-920198207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gỡ,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cách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Connector line-1792380211804-19941521"/>
          <p:cNvSpPr/>
          <p:nvPr/>
        </p:nvSpPr>
        <p:spPr>
          <a:xfrm>
            <a:off x="12287250" y="3143250"/>
            <a:ext cx="0" cy="4000500"/>
          </a:xfrm>
          <a:prstGeom prst="line">
            <a:avLst/>
          </a:prstGeom>
          <a:noFill/>
          <a:ln w="28575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2001500" y="27622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001500" y="40957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001500" y="54292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001500" y="67627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954000" y="2686050"/>
            <a:ext cx="44767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nghẽn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954000" y="4019550"/>
            <a:ext cx="44767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1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1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2954000" y="5353050"/>
            <a:ext cx="44767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1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954000" y="6686550"/>
            <a:ext cx="44767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1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76de047-d317-4120-94de-fb2d794e1c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dòng,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rất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3619500"/>
          </a:xfrm>
          <a:prstGeom prst="roundRect">
            <a:avLst>
              <a:gd name="adj" fmla="val 10526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485900" y="2857500"/>
            <a:ext cx="15316200" cy="361950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63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3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dòng,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63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3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chờ.</a:t>
            </a:r>
            <a:endParaRPr lang="en-US" sz="6300" dirty="0"/>
          </a:p>
        </p:txBody>
      </p:sp>
      <p:sp>
        <p:nvSpPr>
          <p:cNvPr id="6" name="Shape 4"/>
          <p:cNvSpPr/>
          <p:nvPr/>
        </p:nvSpPr>
        <p:spPr>
          <a:xfrm>
            <a:off x="914400" y="69532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95325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nóng: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khoản.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82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f464ede2-b804-4cd1-afbb-24941cbc87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80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NGHẼN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cánh</a:t>
            </a:r>
            <a:r>
              <a:rPr lang="en-US" sz="69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3771900" y="3238500"/>
            <a:ext cx="3657600" cy="1714500"/>
          </a:xfrm>
          <a:custGeom>
            <a:avLst/>
            <a:gdLst/>
            <a:ahLst/>
            <a:cxnLst/>
            <a:rect l="l" t="t" r="r" b="b"/>
            <a:pathLst>
              <a:path w="3657600" h="1714500">
                <a:moveTo>
                  <a:pt x="0" y="0"/>
                </a:moveTo>
                <a:cubicBezTo>
                  <a:pt x="1809750" y="0"/>
                  <a:pt x="1809750" y="1714500"/>
                  <a:pt x="3657600" y="1714500"/>
                </a:cubicBezTo>
              </a:path>
            </a:pathLst>
          </a:custGeom>
          <a:ln w="47625">
            <a:solidFill>
              <a:srgbClr val="E847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71900" y="4381500"/>
            <a:ext cx="3657600" cy="571500"/>
          </a:xfrm>
          <a:custGeom>
            <a:avLst/>
            <a:gdLst/>
            <a:ahLst/>
            <a:cxnLst/>
            <a:rect l="l" t="t" r="r" b="b"/>
            <a:pathLst>
              <a:path w="3657600" h="571500">
                <a:moveTo>
                  <a:pt x="0" y="0"/>
                </a:moveTo>
                <a:cubicBezTo>
                  <a:pt x="1809750" y="0"/>
                  <a:pt x="1809750" y="571500"/>
                  <a:pt x="3657600" y="571500"/>
                </a:cubicBezTo>
              </a:path>
            </a:pathLst>
          </a:custGeom>
          <a:ln w="47625">
            <a:solidFill>
              <a:srgbClr val="E847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71900" y="4953000"/>
            <a:ext cx="3657600" cy="571500"/>
          </a:xfrm>
          <a:custGeom>
            <a:avLst/>
            <a:gdLst/>
            <a:ahLst/>
            <a:cxnLst/>
            <a:rect l="l" t="t" r="r" b="b"/>
            <a:pathLst>
              <a:path w="3657600" h="571500">
                <a:moveTo>
                  <a:pt x="0" y="571500"/>
                </a:moveTo>
                <a:cubicBezTo>
                  <a:pt x="1809750" y="571500"/>
                  <a:pt x="1809750" y="0"/>
                  <a:pt x="3657600" y="0"/>
                </a:cubicBezTo>
              </a:path>
            </a:pathLst>
          </a:custGeom>
          <a:ln w="47625">
            <a:solidFill>
              <a:srgbClr val="E847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71900" y="4953000"/>
            <a:ext cx="3657600" cy="1714500"/>
          </a:xfrm>
          <a:custGeom>
            <a:avLst/>
            <a:gdLst/>
            <a:ahLst/>
            <a:cxnLst/>
            <a:rect l="l" t="t" r="r" b="b"/>
            <a:pathLst>
              <a:path w="3657600" h="1714500">
                <a:moveTo>
                  <a:pt x="0" y="1714500"/>
                </a:moveTo>
                <a:cubicBezTo>
                  <a:pt x="1809750" y="1714500"/>
                  <a:pt x="1809750" y="0"/>
                  <a:pt x="3657600" y="0"/>
                </a:cubicBezTo>
              </a:path>
            </a:pathLst>
          </a:custGeom>
          <a:ln w="4762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85750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400050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514350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628650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429500" y="3714750"/>
            <a:ext cx="4191000" cy="2476500"/>
          </a:xfrm>
          <a:prstGeom prst="roundRect">
            <a:avLst>
              <a:gd name="adj" fmla="val 12308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20000" y="39052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620000" y="4476750"/>
            <a:ext cx="381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 của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endParaRPr lang="en-US" sz="2700" dirty="0"/>
          </a:p>
        </p:txBody>
      </p:sp>
      <p:sp>
        <p:nvSpPr>
          <p:cNvPr id="15" name="Connector line-1792380213743-20758074"/>
          <p:cNvSpPr/>
          <p:nvPr/>
        </p:nvSpPr>
        <p:spPr>
          <a:xfrm>
            <a:off x="11715750" y="4953000"/>
            <a:ext cx="9525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2763500" y="3810000"/>
            <a:ext cx="4610100" cy="2286000"/>
          </a:xfrm>
          <a:prstGeom prst="roundRect">
            <a:avLst>
              <a:gd name="adj" fmla="val 13333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13049250" y="3810000"/>
            <a:ext cx="4038600" cy="2286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thấp: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chai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95400" y="7620000"/>
            <a:ext cx="15697200" cy="1047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dòng, lệnh khác phải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e2a230d2-f5c2-4692-8108-3495fc83ad1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180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813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1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HẠN</a:t>
            </a:r>
            <a:endParaRPr lang="en-US" sz="2100" dirty="0"/>
          </a:p>
        </p:txBody>
      </p:sp>
      <p:sp>
        <p:nvSpPr>
          <p:cNvPr id="6" name="Text richtext-1792380216504-777847564"/>
          <p:cNvSpPr/>
          <p:nvPr/>
        </p:nvSpPr>
        <p:spPr>
          <a:xfrm>
            <a:off x="1295400" y="375285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phản hồi nhanh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1813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VƯỢT</a:t>
            </a:r>
            <a:r>
              <a:rPr lang="en-US" sz="21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HẠN</a:t>
            </a:r>
            <a:endParaRPr lang="en-US" sz="2100" dirty="0"/>
          </a:p>
        </p:txBody>
      </p:sp>
      <p:sp>
        <p:nvSpPr>
          <p:cNvPr id="9" name="Text richtext-1792380216526-87158277"/>
          <p:cNvSpPr/>
          <p:nvPr/>
        </p:nvSpPr>
        <p:spPr>
          <a:xfrm>
            <a:off x="9753600" y="375285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chối.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 hẹn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239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2390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giản,</a:t>
            </a:r>
            <a:r>
              <a:rPr lang="en-US" sz="270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72de0d9-12b2-43be-9aa3-0e725e5714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2: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2095500"/>
          </a:xfrm>
          <a:prstGeom prst="roundRect">
            <a:avLst>
              <a:gd name="adj" fmla="val 14545"/>
            </a:avLst>
          </a:prstGeom>
          <a:solidFill>
            <a:srgbClr val="F3DFB8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857500"/>
            <a:ext cx="5334000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b="1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6477000" y="2857500"/>
            <a:ext cx="5334000" cy="2095500"/>
          </a:xfrm>
          <a:prstGeom prst="roundRect">
            <a:avLst>
              <a:gd name="adj" fmla="val 1454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77000" y="2857500"/>
            <a:ext cx="5334000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 2: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rảnh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5238750"/>
            <a:ext cx="5334000" cy="2095500"/>
          </a:xfrm>
          <a:prstGeom prst="roundRect">
            <a:avLst>
              <a:gd name="adj" fmla="val 1454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5238750"/>
            <a:ext cx="5334000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3: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rảnh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477000" y="5238750"/>
            <a:ext cx="5334000" cy="2095500"/>
          </a:xfrm>
          <a:prstGeom prst="roundRect">
            <a:avLst>
              <a:gd name="adj" fmla="val 1454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7000" y="5238750"/>
            <a:ext cx="5334000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ctr" indent="0" marL="0">
              <a:lnSpc>
                <a:spcPts val="3188"/>
              </a:lnSpc>
              <a:buNone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 4: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rảnh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382500" y="2857500"/>
            <a:ext cx="4991100" cy="4476750"/>
          </a:xfrm>
          <a:prstGeom prst="roundRect">
            <a:avLst>
              <a:gd name="adj" fmla="val 6809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2706350" y="3143250"/>
            <a:ext cx="4343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1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706350" y="3714750"/>
            <a:ext cx="4343400" cy="3238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con,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91f936f-5f1f-41a4-ab65-2ebd0c5e06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7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3:</a:t>
            </a:r>
            <a:r>
              <a:rPr lang="en-US" sz="1800" b="1" spc="29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800" b="1" spc="29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Cập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 nhanh,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 sau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295650"/>
            <a:ext cx="4114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38250" y="3752850"/>
            <a:ext cx="4114800" cy="200025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762750" y="30480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86600" y="3295650"/>
            <a:ext cx="4114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NGAY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086600" y="3752850"/>
            <a:ext cx="4114800" cy="200025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Chịu</a:t>
            </a:r>
            <a:r>
              <a:rPr lang="en-US" sz="27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611100" y="30480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934950" y="3295650"/>
            <a:ext cx="4114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934950" y="3752850"/>
            <a:ext cx="4114800" cy="200025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7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700" dirty="0"/>
          </a:p>
        </p:txBody>
      </p:sp>
      <p:sp>
        <p:nvSpPr>
          <p:cNvPr id="13" name="Connector line-1792380218208-384986700"/>
          <p:cNvSpPr/>
          <p:nvPr/>
        </p:nvSpPr>
        <p:spPr>
          <a:xfrm>
            <a:off x="5753100" y="4476750"/>
            <a:ext cx="93345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80218208-847511781"/>
          <p:cNvSpPr/>
          <p:nvPr/>
        </p:nvSpPr>
        <p:spPr>
          <a:xfrm>
            <a:off x="11601450" y="4476750"/>
            <a:ext cx="93345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" y="6667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6667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efc70cf-e146-4780-b8be-ec0fdd1c42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giá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950" b="1" spc="21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Đệm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ghi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xuống: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76200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1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độ.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của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6b7b102b-6402-463f-963c-09b5b5e726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r>
              <a:rPr lang="en-US" sz="69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4295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6" name="Text richtext-1792380264359-600725262"/>
          <p:cNvSpPr/>
          <p:nvPr/>
        </p:nvSpPr>
        <p:spPr>
          <a:xfrm>
            <a:off x="1295400" y="3810000"/>
            <a:ext cx="6667500" cy="3619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7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hơn?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8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 giải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944100" y="2857500"/>
            <a:ext cx="74295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25100" y="32004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Text richtext-1792380264382-538546356"/>
          <p:cNvSpPr/>
          <p:nvPr/>
        </p:nvSpPr>
        <p:spPr>
          <a:xfrm>
            <a:off x="10325100" y="3810000"/>
            <a:ext cx="6667500" cy="3619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8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cánh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cửa.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914400" y="81915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Suy luận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mô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dòng,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6d33af1-69c3-473e-938e-6afb838f66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05125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286125"/>
            <a:ext cx="152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700" b="1" dirty="0" spc="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1866900" y="4381500"/>
            <a:ext cx="14554200" cy="1428750"/>
          </a:xfrm>
          <a:prstGeom prst="roundRect">
            <a:avLst>
              <a:gd name="adj" fmla="val 18667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2247900" y="4524375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18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247900" y="4905375"/>
            <a:ext cx="13811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cách,</a:t>
            </a:r>
            <a:r>
              <a:rPr lang="en-US" sz="2700" b="1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tới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2819400" y="6000750"/>
            <a:ext cx="126492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0" y="6143625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BIÊN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00400" y="6524625"/>
            <a:ext cx="11906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cách,</a:t>
            </a:r>
            <a:r>
              <a:rPr lang="en-US" sz="27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79057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nhắc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0973b46e-a68a-4068-a183-fb5f35bc357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95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572000" y="2762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19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095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429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572000" y="4095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nhật,</a:t>
            </a:r>
            <a:r>
              <a:rPr lang="en-US" sz="19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tránh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5762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572000" y="5429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dư;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lệnh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762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7096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Bất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4572000" y="6762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 không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chờ.</a:t>
            </a:r>
            <a:endParaRPr lang="en-US" sz="1950" dirty="0"/>
          </a:p>
        </p:txBody>
      </p:sp>
      <p:sp>
        <p:nvSpPr>
          <p:cNvPr id="16" name="Connector line-1792380266087-994385620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80266089-625546387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be32b84-a0a8-4588-8941-7f57a3d03f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2026-10-19T09:19:18Z</dcterms:created>
  <dcterms:modified xsi:type="dcterms:W3CDTF">2026-10-19T09:19:18Z</dcterms:modified>
</cp:coreProperties>
</file>