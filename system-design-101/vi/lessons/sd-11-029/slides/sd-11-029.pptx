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ricolage Grotesque"/>
      <p:bold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lại: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66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6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66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đôi,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ngẫu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 hay không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lâu</a:t>
            </a:r>
            <a:r>
              <a:rPr lang="en-US" sz="30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thêm?</a:t>
            </a:r>
            <a:endParaRPr lang="en-US" sz="3000" dirty="0"/>
          </a:p>
        </p:txBody>
      </p:sp>
      <p:sp>
        <p:nvSpPr>
          <p:cNvPr id="5" name="Connector line-1792422890923-986216430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r>
              <a:rPr lang="en-US" sz="22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0" y="3143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1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381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19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19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335000" y="5619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Gấp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Gấp</a:t>
            </a: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ngẫu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950" dirty="0"/>
          </a:p>
        </p:txBody>
      </p:sp>
      <p:sp>
        <p:nvSpPr>
          <p:cNvPr id="13" name="Connector line-1792422890953-802290313"/>
          <p:cNvSpPr/>
          <p:nvPr/>
        </p:nvSpPr>
        <p:spPr>
          <a:xfrm flipV="1">
            <a:off x="12439650" y="3505200"/>
            <a:ext cx="895350" cy="16383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Connector line-1792422890953-305444584"/>
          <p:cNvSpPr/>
          <p:nvPr/>
        </p:nvSpPr>
        <p:spPr>
          <a:xfrm flipV="1">
            <a:off x="12439650" y="4743450"/>
            <a:ext cx="895350" cy="4000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Connector line-1792422890954-101730894"/>
          <p:cNvSpPr/>
          <p:nvPr/>
        </p:nvSpPr>
        <p:spPr>
          <a:xfrm>
            <a:off x="12439650" y="5143500"/>
            <a:ext cx="895350" cy="8382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6" name="Connector line-1792422890954-41207715"/>
          <p:cNvSpPr/>
          <p:nvPr/>
        </p:nvSpPr>
        <p:spPr>
          <a:xfrm>
            <a:off x="12439650" y="5143500"/>
            <a:ext cx="895350" cy="20764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bff0924-cf48-4fbd-af52-9e3113fb83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1430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 nhau</a:t>
            </a:r>
            <a:r>
              <a:rPr lang="en-US" sz="7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4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300" dirty="0" spc="13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300" dirty="0" spc="-29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300" dirty="0" spc="0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300" dirty="0" spc="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33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lúc</a:t>
            </a:r>
            <a:r>
              <a:rPr lang="en-US" sz="3300" dirty="0" spc="14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ce29605-9e05-4a29-ad2d-f9b3ee3a84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63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886200" cy="2095500"/>
          </a:xfrm>
          <a:prstGeom prst="roundRect">
            <a:avLst>
              <a:gd name="adj" fmla="val 10909"/>
            </a:avLst>
          </a:prstGeom>
          <a:solidFill>
            <a:srgbClr val="FBE6C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38500"/>
            <a:ext cx="388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105400" y="3238500"/>
            <a:ext cx="3886200" cy="2095500"/>
          </a:xfrm>
          <a:prstGeom prst="roundRect">
            <a:avLst>
              <a:gd name="adj" fmla="val 10909"/>
            </a:avLst>
          </a:prstGeom>
          <a:solidFill>
            <a:srgbClr val="FBE6C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5400" y="3238500"/>
            <a:ext cx="388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296400" y="3238500"/>
            <a:ext cx="3886200" cy="2095500"/>
          </a:xfrm>
          <a:prstGeom prst="roundRect">
            <a:avLst>
              <a:gd name="adj" fmla="val 10909"/>
            </a:avLst>
          </a:prstGeom>
          <a:solidFill>
            <a:srgbClr val="FBE6C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96400" y="3238500"/>
            <a:ext cx="388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3487400" y="3238500"/>
            <a:ext cx="3886200" cy="2095500"/>
          </a:xfrm>
          <a:prstGeom prst="roundRect">
            <a:avLst>
              <a:gd name="adj" fmla="val 10909"/>
            </a:avLst>
          </a:prstGeom>
          <a:solidFill>
            <a:srgbClr val="FBE6C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87400" y="3238500"/>
            <a:ext cx="388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14400" y="6286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Dễ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làm,</a:t>
            </a:r>
            <a:r>
              <a:rPr lang="en-US" sz="31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1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c94d6f5-3372-4a50-9e25-935418278d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 CỘNG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3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ngẫu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r>
              <a:rPr lang="en-US" sz="63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3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rải ra.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b="1" spc="18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71475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6" name="Text richtext-1792422896303-854202577"/>
          <p:cNvSpPr/>
          <p:nvPr/>
        </p:nvSpPr>
        <p:spPr>
          <a:xfrm>
            <a:off x="1295400" y="4000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thành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bão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3726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2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371475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richtext-1792422896331-709974273"/>
          <p:cNvSpPr/>
          <p:nvPr/>
        </p:nvSpPr>
        <p:spPr>
          <a:xfrm>
            <a:off x="9753600" y="4000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rải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4df45a2-70db-4a84-9b7b-53c5c58224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GẤP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Giãn</a:t>
            </a:r>
            <a:r>
              <a:rPr lang="en-US" sz="6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nhanh,</a:t>
            </a:r>
            <a:r>
              <a:rPr lang="en-US" sz="63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trần.</a:t>
            </a:r>
            <a:endParaRPr lang="en-US" sz="6300" dirty="0"/>
          </a:p>
        </p:txBody>
      </p:sp>
      <p:sp>
        <p:nvSpPr>
          <p:cNvPr id="4" name="Connector line-1792422897256-259865307"/>
          <p:cNvSpPr/>
          <p:nvPr/>
        </p:nvSpPr>
        <p:spPr>
          <a:xfrm>
            <a:off x="1905000" y="4572000"/>
            <a:ext cx="14478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2171700" y="3886200"/>
            <a:ext cx="1371600" cy="13716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81700" y="3886200"/>
            <a:ext cx="1371600" cy="13716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791700" y="3886200"/>
            <a:ext cx="1371600" cy="13716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601700" y="3886200"/>
            <a:ext cx="1371600" cy="13716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905000" y="56197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250" dirty="0" spc="5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715000" y="56197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250" dirty="0" spc="4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0" y="56197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250" dirty="0" spc="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335000" y="56197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250" dirty="0" spc="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048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Hợp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cao,</a:t>
            </a:r>
            <a:r>
              <a:rPr lang="en-US" sz="31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31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thừa.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eacc8c9-4076-4607-99db-593b2e2391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GẤP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Gấp</a:t>
            </a:r>
            <a:r>
              <a:rPr lang="en-US" sz="63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đôi,</a:t>
            </a:r>
            <a:r>
              <a:rPr lang="en-US" sz="6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trộn</a:t>
            </a:r>
            <a:r>
              <a:rPr lang="en-US" sz="63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ngẫu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572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Gấp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0" y="3429000"/>
            <a:ext cx="4572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nhân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0" y="3429000"/>
            <a:ext cx="4572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lại</a:t>
            </a:r>
            <a:endParaRPr lang="en-US" sz="2850" dirty="0"/>
          </a:p>
        </p:txBody>
      </p:sp>
      <p:sp>
        <p:nvSpPr>
          <p:cNvPr id="7" name="Connector line-1792422919357-329391703"/>
          <p:cNvSpPr/>
          <p:nvPr/>
        </p:nvSpPr>
        <p:spPr>
          <a:xfrm>
            <a:off x="5486400" y="4333875"/>
            <a:ext cx="1371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2919357-787666719"/>
          <p:cNvSpPr/>
          <p:nvPr/>
        </p:nvSpPr>
        <p:spPr>
          <a:xfrm>
            <a:off x="11430000" y="4333875"/>
            <a:ext cx="1371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6477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</a:t>
            </a:r>
            <a:r>
              <a:rPr lang="en-US" sz="315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đụng</a:t>
            </a:r>
            <a:r>
              <a:rPr lang="en-US" sz="315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31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hơn,</a:t>
            </a:r>
            <a:r>
              <a:rPr lang="en-US" sz="3150" dirty="0" spc="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</a:t>
            </a:r>
            <a:r>
              <a:rPr lang="en-US" sz="31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 chờ</a:t>
            </a:r>
            <a:r>
              <a:rPr lang="en-US" sz="315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r>
              <a:rPr lang="en-US" sz="31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31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7da02cc-2544-46e0-8e11-807405ae7f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1000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Ngẫu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bẻ</a:t>
            </a:r>
            <a:r>
              <a:rPr lang="en-US" sz="6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gãy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trùng.</a:t>
            </a:r>
            <a:endParaRPr lang="en-US" sz="6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962656"/>
                <a:gridCol w="3621024"/>
                <a:gridCol w="3291840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6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550" b="1" dirty="0" spc="-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Bỏ cuộc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88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Yêu</a:t>
                      </a:r>
                      <a:r>
                        <a:rPr lang="en-US" sz="255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r>
                        <a:rPr lang="en-US" sz="2550" b="1" dirty="0" spc="49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Bước</a:t>
                      </a:r>
                      <a:r>
                        <a:rPr lang="en-US" sz="2550" b="1" dirty="0" spc="-2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xong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6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Tăng</a:t>
                      </a:r>
                      <a:r>
                        <a:rPr lang="en-US" sz="2550" b="1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đều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5400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72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Gấp</a:t>
                      </a:r>
                      <a:r>
                        <a:rPr lang="en-US" sz="2550" b="1" dirty="0" spc="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đôi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5400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254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6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Tăng</a:t>
                      </a:r>
                      <a:r>
                        <a:rPr lang="en-US" sz="2550" b="1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đều</a:t>
                      </a:r>
                      <a:r>
                        <a:rPr lang="en-US" sz="2550" b="1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+</a:t>
                      </a:r>
                      <a:r>
                        <a:rPr lang="en-US" sz="255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ngẫu</a:t>
                      </a:r>
                      <a:r>
                        <a:rPr lang="en-US" sz="25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2560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22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Gấp</a:t>
                      </a:r>
                      <a:r>
                        <a:rPr lang="en-US" sz="2550" b="1" dirty="0" spc="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đôi</a:t>
                      </a:r>
                      <a:r>
                        <a:rPr lang="en-US" sz="25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+</a:t>
                      </a:r>
                      <a:r>
                        <a:rPr lang="en-US" sz="255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ngẫu</a:t>
                      </a:r>
                      <a:r>
                        <a:rPr lang="en-US" sz="25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2560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26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8e54f105-0b62-41ba-ad45-83f424ba5b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192500" cy="2857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Gấp</a:t>
            </a:r>
            <a:r>
              <a:rPr lang="en-US" sz="63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ngẫu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nhiên: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khỏi,</a:t>
            </a:r>
            <a:r>
              <a:rPr lang="en-US" sz="6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3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5143500"/>
            <a:ext cx="164592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richtext-1792422921469-110634052"/>
          <p:cNvSpPr/>
          <p:nvPr/>
        </p:nvSpPr>
        <p:spPr>
          <a:xfrm>
            <a:off x="1333500" y="5334000"/>
            <a:ext cx="156210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Đợt</a:t>
            </a:r>
            <a:r>
              <a:rPr lang="en-US" sz="30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 nhất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quá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đợt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tan</a:t>
            </a:r>
            <a:r>
              <a:rPr lang="en-US" sz="30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ec79c2b-2693-48d7-a1e2-bdd1640b21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pPr algn="l" indent="0" marL="0">
              <a:buNone/>
            </a:pPr>
            <a:r>
              <a:rPr lang="en-US" sz="22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(HyperText Transfer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Protocol):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qua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36195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36195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Blog: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Exponential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Backoff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Jitter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1707f73-ff9b-4a48-9618-59c5151416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2026-10-19T15:15:46Z</dcterms:created>
  <dcterms:modified xsi:type="dcterms:W3CDTF">2026-10-19T15:15:46Z</dcterms:modified>
</cp:coreProperties>
</file>