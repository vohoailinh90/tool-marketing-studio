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096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143000"/>
            <a:ext cx="10096500" cy="447675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t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Alice</a:t>
            </a:r>
            <a:r>
              <a:rPr lang="en-US" sz="6900" dirty="0" spc="3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gửi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thư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 Bob:</a:t>
            </a:r>
            <a:r>
              <a:rPr lang="en-US" sz="6900" dirty="0" spc="-6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đường</a:t>
            </a:r>
            <a:r>
              <a:rPr lang="en-US" sz="6900" dirty="0" spc="3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Outlook</a:t>
            </a:r>
            <a:r>
              <a:rPr lang="en-US" sz="6900" dirty="0" spc="-7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Gmail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6572250"/>
            <a:ext cx="9525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6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 Bob</a:t>
            </a:r>
            <a:r>
              <a:rPr lang="en-US" sz="300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Carol,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 gì?</a:t>
            </a:r>
            <a:endParaRPr lang="en-US" sz="3000" dirty="0"/>
          </a:p>
        </p:txBody>
      </p:sp>
      <p:sp>
        <p:nvSpPr>
          <p:cNvPr id="5" name="Connector line-1792420784683-702188244"/>
          <p:cNvSpPr/>
          <p:nvPr/>
        </p:nvSpPr>
        <p:spPr>
          <a:xfrm>
            <a:off x="914400" y="7620000"/>
            <a:ext cx="8610600" cy="0"/>
          </a:xfrm>
          <a:prstGeom prst="line">
            <a:avLst/>
          </a:prstGeom>
          <a:noFill/>
          <a:ln w="19050">
            <a:solidFill>
              <a:srgbClr val="2A2E3B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905750"/>
            <a:ext cx="952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1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Outlook sang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Gmail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r>
              <a:rPr lang="en-US" sz="1650" dirty="0" spc="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9525000" y="4476750"/>
            <a:ext cx="2857500" cy="2857500"/>
          </a:xfrm>
          <a:prstGeom prst="ellipse">
            <a:avLst/>
          </a:prstGeom>
          <a:noFill/>
          <a:ln w="28575">
            <a:solidFill>
              <a:srgbClr val="FF6A4D">
                <a:alpha val="2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953625" y="4905375"/>
            <a:ext cx="2000250" cy="2000250"/>
          </a:xfrm>
          <a:prstGeom prst="ellipse">
            <a:avLst/>
          </a:prstGeom>
          <a:noFill/>
          <a:ln w="28575">
            <a:solidFill>
              <a:srgbClr val="FF6A4D">
                <a:alpha val="5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363200" y="5314950"/>
            <a:ext cx="1181100" cy="1181100"/>
          </a:xfrm>
          <a:prstGeom prst="ellipse">
            <a:avLst/>
          </a:prstGeom>
          <a:solidFill>
            <a:srgbClr val="1E212B"/>
          </a:solidFill>
          <a:ln w="38100">
            <a:solidFill>
              <a:srgbClr val="F3EE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363200" y="5695950"/>
            <a:ext cx="11811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11544300" y="3238500"/>
            <a:ext cx="1600200" cy="2571750"/>
          </a:xfrm>
          <a:custGeom>
            <a:avLst/>
            <a:gdLst/>
            <a:ahLst/>
            <a:cxnLst/>
            <a:rect l="l" t="t" r="r" b="b"/>
            <a:pathLst>
              <a:path w="1600200" h="2571750">
                <a:moveTo>
                  <a:pt x="0" y="2571750"/>
                </a:moveTo>
                <a:cubicBezTo>
                  <a:pt x="838200" y="2571750"/>
                  <a:pt x="838200" y="0"/>
                  <a:pt x="1600200" y="0"/>
                </a:cubicBezTo>
              </a:path>
            </a:pathLst>
          </a:custGeom>
          <a:ln w="47625">
            <a:solidFill>
              <a:srgbClr val="FF6A4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544300" y="4762500"/>
            <a:ext cx="1600200" cy="1104900"/>
          </a:xfrm>
          <a:custGeom>
            <a:avLst/>
            <a:gdLst/>
            <a:ahLst/>
            <a:cxnLst/>
            <a:rect l="l" t="t" r="r" b="b"/>
            <a:pathLst>
              <a:path w="1600200" h="1104900">
                <a:moveTo>
                  <a:pt x="0" y="1104900"/>
                </a:moveTo>
                <a:cubicBezTo>
                  <a:pt x="742950" y="1104900"/>
                  <a:pt x="838200" y="0"/>
                  <a:pt x="1600200" y="0"/>
                </a:cubicBezTo>
              </a:path>
            </a:pathLst>
          </a:custGeom>
          <a:ln w="47625">
            <a:solidFill>
              <a:srgbClr val="7C93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544300" y="5943600"/>
            <a:ext cx="1600200" cy="723900"/>
          </a:xfrm>
          <a:custGeom>
            <a:avLst/>
            <a:gdLst/>
            <a:ahLst/>
            <a:cxnLst/>
            <a:rect l="l" t="t" r="r" b="b"/>
            <a:pathLst>
              <a:path w="1600200" h="723900">
                <a:moveTo>
                  <a:pt x="0" y="0"/>
                </a:moveTo>
                <a:cubicBezTo>
                  <a:pt x="742950" y="0"/>
                  <a:pt x="838200" y="723900"/>
                  <a:pt x="1600200" y="723900"/>
                </a:cubicBezTo>
              </a:path>
            </a:pathLst>
          </a:custGeom>
          <a:ln w="47625">
            <a:solidFill>
              <a:srgbClr val="FFB45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544300" y="6000750"/>
            <a:ext cx="1600200" cy="2190750"/>
          </a:xfrm>
          <a:custGeom>
            <a:avLst/>
            <a:gdLst/>
            <a:ahLst/>
            <a:cxnLst/>
            <a:rect l="l" t="t" r="r" b="b"/>
            <a:pathLst>
              <a:path w="1600200" h="2190750">
                <a:moveTo>
                  <a:pt x="0" y="0"/>
                </a:moveTo>
                <a:cubicBezTo>
                  <a:pt x="838200" y="0"/>
                  <a:pt x="838200" y="2190750"/>
                  <a:pt x="1600200" y="2190750"/>
                </a:cubicBezTo>
              </a:path>
            </a:pathLst>
          </a:custGeom>
          <a:ln w="47625">
            <a:solidFill>
              <a:srgbClr val="3DD6A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144500" y="2876550"/>
            <a:ext cx="4762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dirty="0" spc="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1:</a:t>
            </a:r>
            <a:r>
              <a:rPr lang="en-US" sz="195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Alice</a:t>
            </a:r>
            <a:r>
              <a:rPr lang="en-US" sz="1950" b="1" dirty="0" spc="3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13144500" y="4400550"/>
            <a:ext cx="4762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9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2:</a:t>
            </a:r>
            <a:r>
              <a:rPr lang="en-US" sz="1950" b="1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Outlook</a:t>
            </a:r>
            <a:r>
              <a:rPr lang="en-US" sz="195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195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Gmail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3144500" y="6305550"/>
            <a:ext cx="4762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3:</a:t>
            </a:r>
            <a:r>
              <a:rPr lang="en-US" sz="195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Gmail</a:t>
            </a:r>
            <a:r>
              <a:rPr lang="en-US" sz="1950" b="1" dirty="0" spc="2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1950" b="1" dirty="0" spc="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13144500" y="7829550"/>
            <a:ext cx="4762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9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dirty="0" spc="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4:</a:t>
            </a:r>
            <a:r>
              <a:rPr lang="en-US" sz="195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Bob</a:t>
            </a:r>
            <a:r>
              <a:rPr lang="en-US" sz="1950" b="1" dirty="0" spc="-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1950" b="1" dirty="0" spc="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endParaRPr lang="en-US" sz="19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b93772df-6956-414e-a447-69b059b1733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80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800" b="1" spc="25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2667000"/>
            <a:ext cx="133350" cy="40005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2667000"/>
            <a:ext cx="15240000" cy="3810000"/>
          </a:xfrm>
          <a:prstGeom prst="rect">
            <a:avLst/>
          </a:prstGeom>
          <a:noFill/>
          <a:ln/>
        </p:spPr>
        <p:txBody>
          <a:bodyPr wrap="square" lIns="0" tIns="59436" rIns="0" bIns="-59436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7800" dirty="0" spc="-6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78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Outlook</a:t>
            </a:r>
            <a:r>
              <a:rPr lang="en-US" sz="78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sang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Gmail,</a:t>
            </a: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thư</a:t>
            </a: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</a:t>
            </a:r>
            <a:r>
              <a:rPr lang="en-US" sz="78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đúng</a:t>
            </a: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bốn việc.</a:t>
            </a:r>
            <a:endParaRPr lang="en-US" sz="7800" dirty="0"/>
          </a:p>
        </p:txBody>
      </p:sp>
      <p:sp>
        <p:nvSpPr>
          <p:cNvPr id="5" name="Text 3"/>
          <p:cNvSpPr/>
          <p:nvPr/>
        </p:nvSpPr>
        <p:spPr>
          <a:xfrm>
            <a:off x="1428750" y="7239000"/>
            <a:ext cx="14287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3000" b="1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chịu</a:t>
            </a:r>
            <a:r>
              <a:rPr lang="en-US" sz="3000" b="1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trách</a:t>
            </a:r>
            <a:r>
              <a:rPr lang="en-US" sz="3000" b="1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3000" b="1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3000" b="1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3000" b="1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3000" b="1" dirty="0" spc="2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3000" b="1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lúc?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68038663-7260-44f8-b3cc-9a68e87b6ba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ALICE</a:t>
            </a:r>
            <a:r>
              <a:rPr lang="en-US" sz="1800" b="1" spc="3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Ứng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</a:t>
            </a:r>
            <a:r>
              <a:rPr lang="en-US" sz="6900" dirty="0" spc="-4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đưa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thư cho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4762500" y="2714625"/>
            <a:ext cx="609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ALICE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1239500" y="2714625"/>
            <a:ext cx="609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spc="15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100" b="1" spc="21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OUTLOOK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14400" y="3810000"/>
            <a:ext cx="342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21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6096000"/>
            <a:ext cx="342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22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21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100" b="1" spc="17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4762500" y="3143250"/>
            <a:ext cx="6096000" cy="1905000"/>
          </a:xfrm>
          <a:prstGeom prst="roundRect">
            <a:avLst>
              <a:gd name="adj" fmla="val 14000"/>
            </a:avLst>
          </a:prstGeom>
          <a:solidFill>
            <a:srgbClr val="F8D9D0"/>
          </a:solidFill>
          <a:ln/>
        </p:spPr>
      </p:sp>
      <p:sp>
        <p:nvSpPr>
          <p:cNvPr id="9" name="Text 7"/>
          <p:cNvSpPr/>
          <p:nvPr/>
        </p:nvSpPr>
        <p:spPr>
          <a:xfrm>
            <a:off x="5048250" y="3333750"/>
            <a:ext cx="5524500" cy="15240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ctr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Soạn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thư, bấm</a:t>
            </a:r>
            <a:r>
              <a:rPr lang="en-US" sz="2700" b="1" dirty="0" spc="4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11239500" y="3143250"/>
            <a:ext cx="6096000" cy="1905000"/>
          </a:xfrm>
          <a:prstGeom prst="roundRect">
            <a:avLst>
              <a:gd name="adj" fmla="val 14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525250" y="3333750"/>
            <a:ext cx="5524500" cy="15240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ctr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thư, ở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đây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SMTP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4762500" y="5429250"/>
            <a:ext cx="6096000" cy="1905000"/>
          </a:xfrm>
          <a:prstGeom prst="roundRect">
            <a:avLst>
              <a:gd name="adj" fmla="val 14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48250" y="5619750"/>
            <a:ext cx="5524500" cy="15240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ctr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Alice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7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 máy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11239500" y="5429250"/>
            <a:ext cx="6096000" cy="1905000"/>
          </a:xfrm>
          <a:prstGeom prst="roundRect">
            <a:avLst>
              <a:gd name="adj" fmla="val 14000"/>
            </a:avLst>
          </a:prstGeom>
          <a:solidFill>
            <a:srgbClr val="F8D9D0"/>
          </a:solidFill>
          <a:ln/>
        </p:spPr>
      </p:sp>
      <p:sp>
        <p:nvSpPr>
          <p:cNvPr id="15" name="Text 13"/>
          <p:cNvSpPr/>
          <p:nvPr/>
        </p:nvSpPr>
        <p:spPr>
          <a:xfrm>
            <a:off x="11525250" y="5619750"/>
            <a:ext cx="5524500" cy="15240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ctr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-3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70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 tới</a:t>
            </a:r>
            <a:r>
              <a:rPr lang="en-US" sz="2700" b="1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endParaRPr lang="en-US" sz="270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c92c29f4-3792-4431-8130-485d5f0a661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80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5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b="1" spc="30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800" b="1" spc="29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OUTLOOK</a:t>
            </a:r>
            <a:r>
              <a:rPr lang="en-US" sz="1800" b="1" spc="29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1800" b="1" spc="29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GMAIL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8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DNS</a:t>
            </a:r>
            <a:r>
              <a:rPr lang="en-US" sz="6900" dirty="0" spc="-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69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đưa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thư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sang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2286000" y="2762250"/>
            <a:ext cx="3048000" cy="762000"/>
          </a:xfrm>
          <a:prstGeom prst="roundRect">
            <a:avLst>
              <a:gd name="adj" fmla="val 3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9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100" b="1" dirty="0" spc="-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Outlook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7620000" y="2762250"/>
            <a:ext cx="3048000" cy="762000"/>
          </a:xfrm>
          <a:prstGeom prst="roundRect">
            <a:avLst>
              <a:gd name="adj" fmla="val 3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DNS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2954000" y="2762250"/>
            <a:ext cx="3048000" cy="762000"/>
          </a:xfrm>
          <a:prstGeom prst="roundRect">
            <a:avLst>
              <a:gd name="adj" fmla="val 3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9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100" b="1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Gmail</a:t>
            </a:r>
            <a:endParaRPr lang="en-US" sz="2100" dirty="0"/>
          </a:p>
        </p:txBody>
      </p:sp>
      <p:sp>
        <p:nvSpPr>
          <p:cNvPr id="7" name="Connector line-1792420789703-839174487"/>
          <p:cNvSpPr/>
          <p:nvPr/>
        </p:nvSpPr>
        <p:spPr>
          <a:xfrm>
            <a:off x="3810000" y="3524250"/>
            <a:ext cx="0" cy="4667250"/>
          </a:xfrm>
          <a:prstGeom prst="line">
            <a:avLst/>
          </a:prstGeom>
          <a:noFill/>
          <a:ln w="28575">
            <a:solidFill>
              <a:srgbClr val="4A4F63"/>
            </a:solidFill>
            <a:prstDash val="lgDash"/>
            <a:headEnd type="none"/>
            <a:tailEnd type="none"/>
          </a:ln>
        </p:spPr>
      </p:sp>
      <p:sp>
        <p:nvSpPr>
          <p:cNvPr id="8" name="Connector line-1792420789703-572624990"/>
          <p:cNvSpPr/>
          <p:nvPr/>
        </p:nvSpPr>
        <p:spPr>
          <a:xfrm>
            <a:off x="9144000" y="3524250"/>
            <a:ext cx="0" cy="4667250"/>
          </a:xfrm>
          <a:prstGeom prst="line">
            <a:avLst/>
          </a:prstGeom>
          <a:noFill/>
          <a:ln w="28575">
            <a:solidFill>
              <a:srgbClr val="4A4F63"/>
            </a:solidFill>
            <a:prstDash val="lgDash"/>
            <a:headEnd type="none"/>
            <a:tailEnd type="none"/>
          </a:ln>
        </p:spPr>
      </p:sp>
      <p:sp>
        <p:nvSpPr>
          <p:cNvPr id="9" name="Connector line-1792420789703-684372653"/>
          <p:cNvSpPr/>
          <p:nvPr/>
        </p:nvSpPr>
        <p:spPr>
          <a:xfrm>
            <a:off x="14478000" y="3524250"/>
            <a:ext cx="0" cy="4667250"/>
          </a:xfrm>
          <a:prstGeom prst="line">
            <a:avLst/>
          </a:prstGeom>
          <a:noFill/>
          <a:ln w="28575">
            <a:solidFill>
              <a:srgbClr val="4A4F63"/>
            </a:solidFill>
            <a:prstDash val="lgDash"/>
            <a:headEnd type="none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4000500" y="3905250"/>
            <a:ext cx="4953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1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MX</a:t>
            </a:r>
            <a:r>
              <a:rPr lang="en-US" sz="21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gmail.com?</a:t>
            </a:r>
            <a:endParaRPr lang="en-US" sz="2100" dirty="0"/>
          </a:p>
        </p:txBody>
      </p:sp>
      <p:sp>
        <p:nvSpPr>
          <p:cNvPr id="11" name="Connector line-1792420789706-665238830"/>
          <p:cNvSpPr/>
          <p:nvPr/>
        </p:nvSpPr>
        <p:spPr>
          <a:xfrm>
            <a:off x="3848100" y="4476750"/>
            <a:ext cx="5257800" cy="0"/>
          </a:xfrm>
          <a:prstGeom prst="line">
            <a:avLst/>
          </a:prstGeom>
          <a:noFill/>
          <a:ln w="57150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4000500" y="4857750"/>
            <a:ext cx="4953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7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21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1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2100" dirty="0"/>
          </a:p>
        </p:txBody>
      </p:sp>
      <p:sp>
        <p:nvSpPr>
          <p:cNvPr id="13" name="Connector line-1792420789708-327961836"/>
          <p:cNvSpPr/>
          <p:nvPr/>
        </p:nvSpPr>
        <p:spPr>
          <a:xfrm flipH="1">
            <a:off x="3848100" y="5429250"/>
            <a:ext cx="5257800" cy="0"/>
          </a:xfrm>
          <a:prstGeom prst="line">
            <a:avLst/>
          </a:prstGeom>
          <a:noFill/>
          <a:ln w="57150">
            <a:solidFill>
              <a:srgbClr val="FFB454"/>
            </a:solidFill>
            <a:prstDash val="lgDash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5334000" y="5905500"/>
            <a:ext cx="7620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SMTP:</a:t>
            </a:r>
            <a:r>
              <a:rPr lang="en-US" sz="210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21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21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 Gmail</a:t>
            </a:r>
            <a:endParaRPr lang="en-US" sz="2100" dirty="0"/>
          </a:p>
        </p:txBody>
      </p:sp>
      <p:sp>
        <p:nvSpPr>
          <p:cNvPr id="15" name="Connector line-1792420789710-494048324"/>
          <p:cNvSpPr/>
          <p:nvPr/>
        </p:nvSpPr>
        <p:spPr>
          <a:xfrm>
            <a:off x="3848100" y="6477000"/>
            <a:ext cx="10591800" cy="0"/>
          </a:xfrm>
          <a:prstGeom prst="line">
            <a:avLst/>
          </a:prstGeom>
          <a:noFill/>
          <a:ln w="57150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5334000" y="6953250"/>
            <a:ext cx="7620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 nhận</a:t>
            </a:r>
            <a:r>
              <a:rPr lang="en-US" sz="21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(mã 250)</a:t>
            </a:r>
            <a:endParaRPr lang="en-US" sz="2100" dirty="0"/>
          </a:p>
        </p:txBody>
      </p:sp>
      <p:sp>
        <p:nvSpPr>
          <p:cNvPr id="17" name="Connector line-1792420789712-189524843"/>
          <p:cNvSpPr/>
          <p:nvPr/>
        </p:nvSpPr>
        <p:spPr>
          <a:xfrm flipH="1">
            <a:off x="3848100" y="7524750"/>
            <a:ext cx="10591800" cy="0"/>
          </a:xfrm>
          <a:prstGeom prst="line">
            <a:avLst/>
          </a:prstGeom>
          <a:noFill/>
          <a:ln w="57150">
            <a:solidFill>
              <a:srgbClr val="3DD6A0"/>
            </a:solidFill>
            <a:prstDash val="lgDash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f2d9a5c9-6796-4671-a06c-7a6567576c6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GMAIL</a:t>
            </a:r>
            <a:r>
              <a:rPr lang="en-US" sz="1800" b="1" spc="32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1800" b="1" spc="30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5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đây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thư là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Gmail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4572000" cy="2571750"/>
          </a:xfrm>
          <a:prstGeom prst="roundRect">
            <a:avLst>
              <a:gd name="adj" fmla="val 11852"/>
            </a:avLst>
          </a:prstGeom>
          <a:solidFill>
            <a:srgbClr val="F3DFB8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0" y="3143250"/>
            <a:ext cx="4572000" cy="2571750"/>
          </a:xfrm>
          <a:prstGeom prst="roundRect">
            <a:avLst>
              <a:gd name="adj" fmla="val 1185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801600" y="3143250"/>
            <a:ext cx="4572000" cy="2571750"/>
          </a:xfrm>
          <a:prstGeom prst="roundRect">
            <a:avLst>
              <a:gd name="adj" fmla="val 1185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Connector line-1792420790559-775263128"/>
          <p:cNvSpPr/>
          <p:nvPr/>
        </p:nvSpPr>
        <p:spPr>
          <a:xfrm>
            <a:off x="5581650" y="4429125"/>
            <a:ext cx="1181100" cy="0"/>
          </a:xfrm>
          <a:prstGeom prst="line">
            <a:avLst/>
          </a:prstGeom>
          <a:noFill/>
          <a:ln w="57150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8" name="Connector line-1792420790559-60340337"/>
          <p:cNvSpPr/>
          <p:nvPr/>
        </p:nvSpPr>
        <p:spPr>
          <a:xfrm>
            <a:off x="11525250" y="4429125"/>
            <a:ext cx="1181100" cy="0"/>
          </a:xfrm>
          <a:prstGeom prst="line">
            <a:avLst/>
          </a:prstGeom>
          <a:noFill/>
          <a:ln w="57150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1238250" y="34480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1238250" y="3943350"/>
            <a:ext cx="4000500" cy="1524000"/>
          </a:xfrm>
          <a:prstGeom prst="rect">
            <a:avLst/>
          </a:prstGeom>
          <a:noFill/>
          <a:ln/>
        </p:spPr>
        <p:txBody>
          <a:bodyPr wrap="square" lIns="0" tIns="19891" rIns="0" bIns="-19891" rtlCol="0" anchor="t"/>
          <a:lstStyle/>
          <a:p>
            <a:pPr algn="l" indent="0" marL="0">
              <a:lnSpc>
                <a:spcPts val="3563"/>
              </a:lnSpc>
              <a:buNone/>
            </a:pPr>
            <a:r>
              <a:rPr lang="en-US" sz="28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Gmail</a:t>
            </a:r>
            <a:r>
              <a:rPr lang="en-US" sz="28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85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2850" dirty="0"/>
          </a:p>
        </p:txBody>
      </p:sp>
      <p:sp>
        <p:nvSpPr>
          <p:cNvPr id="11" name="Text 9"/>
          <p:cNvSpPr/>
          <p:nvPr/>
        </p:nvSpPr>
        <p:spPr>
          <a:xfrm>
            <a:off x="7181850" y="34480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6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7181850" y="3943350"/>
            <a:ext cx="4000500" cy="1524000"/>
          </a:xfrm>
          <a:prstGeom prst="rect">
            <a:avLst/>
          </a:prstGeom>
          <a:noFill/>
          <a:ln/>
        </p:spPr>
        <p:txBody>
          <a:bodyPr wrap="square" lIns="0" tIns="19891" rIns="0" bIns="-19891" rtlCol="0" anchor="t"/>
          <a:lstStyle/>
          <a:p>
            <a:pPr algn="l" indent="0" marL="0">
              <a:lnSpc>
                <a:spcPts val="3563"/>
              </a:lnSpc>
              <a:buNone/>
            </a:pPr>
            <a:r>
              <a:rPr lang="en-US" sz="28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Đặt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28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hộp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Bob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13125450" y="34480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CHỜ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3125450" y="3943350"/>
            <a:ext cx="4000500" cy="1524000"/>
          </a:xfrm>
          <a:prstGeom prst="rect">
            <a:avLst/>
          </a:prstGeom>
          <a:noFill/>
          <a:ln/>
        </p:spPr>
        <p:txBody>
          <a:bodyPr wrap="square" lIns="0" tIns="19891" rIns="0" bIns="-19891" rtlCol="0" anchor="t"/>
          <a:lstStyle/>
          <a:p>
            <a:pPr algn="l" indent="0" marL="0">
              <a:lnSpc>
                <a:spcPts val="3563"/>
              </a:lnSpc>
              <a:buNone/>
            </a:pP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85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Bob mở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914400" y="6667500"/>
            <a:ext cx="1619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6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Trách</a:t>
            </a:r>
            <a:r>
              <a:rPr lang="en-US" sz="30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30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30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30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30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30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Gmail.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6bdb8042-219d-4f5a-a871-e79b475b62d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BOB</a:t>
            </a:r>
            <a:r>
              <a:rPr lang="en-US" sz="1800" b="1" spc="25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1800" b="1" spc="30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Bob</a:t>
            </a:r>
            <a:r>
              <a:rPr lang="en-US" sz="6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r>
              <a:rPr lang="en-US" sz="6900" dirty="0" spc="-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thư,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thư</a:t>
            </a:r>
            <a:r>
              <a:rPr lang="en-US" sz="6900" dirty="0" spc="-6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về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257800" cy="3048000"/>
          </a:xfrm>
          <a:prstGeom prst="roundRect">
            <a:avLst>
              <a:gd name="adj" fmla="val 10000"/>
            </a:avLst>
          </a:prstGeom>
          <a:solidFill>
            <a:srgbClr val="CFE8E2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429000"/>
            <a:ext cx="4495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3905250"/>
            <a:ext cx="4495800" cy="190500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Bob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8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hộp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mình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6515100" y="3048000"/>
            <a:ext cx="5257800" cy="304800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96100" y="3429000"/>
            <a:ext cx="4495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spc="22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6896100" y="3905250"/>
            <a:ext cx="4495800" cy="190500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 thư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8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28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850" b="1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12115800" y="3048000"/>
            <a:ext cx="5257800" cy="304800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496800" y="3429000"/>
            <a:ext cx="4495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BẰNG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496800" y="3905250"/>
            <a:ext cx="4495800" cy="190500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IMAP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POP3</a:t>
            </a:r>
            <a:endParaRPr lang="en-US" sz="285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3a67dc8a-fe30-485e-b086-becaa2f031c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ĐƯỜNG ĐI ĐỂ</a:t>
            </a:r>
            <a:r>
              <a:rPr lang="en-US" sz="1800" b="1" spc="29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1800" b="1" spc="28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DẤU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</a:t>
            </a:r>
            <a:r>
              <a:rPr lang="en-US" sz="69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dòng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3333750"/>
            <a:ext cx="3429000" cy="4762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9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Outlook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5048250" y="3048000"/>
            <a:ext cx="12001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55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Received: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" y="438150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238250" y="4667250"/>
            <a:ext cx="3429000" cy="4762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9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Gmail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5048250" y="4381500"/>
            <a:ext cx="12001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55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Received: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571500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238250" y="6000750"/>
            <a:ext cx="3429000" cy="47625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19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5048250" y="5715000"/>
            <a:ext cx="12001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5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chặng,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dưới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19cc5deb-9e94-42b0-b507-c16a4d91383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Hình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6900" dirty="0" spc="-6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vẽ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5334000" cy="400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175" dirty="0" spc="-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6175" dirty="0"/>
          </a:p>
        </p:txBody>
      </p:sp>
      <p:sp>
        <p:nvSpPr>
          <p:cNvPr id="5" name="Text 3"/>
          <p:cNvSpPr/>
          <p:nvPr/>
        </p:nvSpPr>
        <p:spPr>
          <a:xfrm>
            <a:off x="914400" y="6858000"/>
            <a:ext cx="5334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9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hình,</a:t>
            </a:r>
            <a:r>
              <a:rPr lang="en-US" sz="195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95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r>
              <a:rPr lang="en-US" sz="19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 hơn</a:t>
            </a:r>
            <a:endParaRPr lang="en-US" sz="1950" dirty="0"/>
          </a:p>
        </p:txBody>
      </p:sp>
      <p:sp>
        <p:nvSpPr>
          <p:cNvPr id="6" name="Shape 4"/>
          <p:cNvSpPr/>
          <p:nvPr/>
        </p:nvSpPr>
        <p:spPr>
          <a:xfrm>
            <a:off x="7239000" y="2857500"/>
            <a:ext cx="101346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20000" y="3048000"/>
            <a:ext cx="93726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Hình</a:t>
            </a: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7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lọc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27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rác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7239000" y="4572000"/>
            <a:ext cx="101346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20000" y="4762500"/>
            <a:ext cx="93726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Hình</a:t>
            </a: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70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70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700" b="1" dirty="0" spc="4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7239000" y="6286500"/>
            <a:ext cx="101346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620000" y="6477000"/>
            <a:ext cx="93726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Gmail</a:t>
            </a:r>
            <a:r>
              <a:rPr lang="en-US" sz="270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web,</a:t>
            </a: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Outlook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mới:</a:t>
            </a: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SMTP, IMAP</a:t>
            </a:r>
            <a:r>
              <a:rPr lang="en-US" sz="27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POP3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ca93fd57-da4c-4bd5-b7af-69a1c818f23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5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Gửi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 Bob</a:t>
            </a:r>
            <a:r>
              <a:rPr lang="en-US" sz="6900" dirty="0" spc="-7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Carol,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r>
              <a:rPr lang="en-US" sz="69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gì?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F8D9D0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33375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21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BOB</a:t>
            </a:r>
            <a:r>
              <a:rPr lang="en-US" sz="21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(GMAIL.COM)</a:t>
            </a:r>
            <a:endParaRPr lang="en-US" sz="2100" dirty="0"/>
          </a:p>
        </p:txBody>
      </p:sp>
      <p:sp>
        <p:nvSpPr>
          <p:cNvPr id="6" name="Text richtext-1792420794358-557999028"/>
          <p:cNvSpPr/>
          <p:nvPr/>
        </p:nvSpPr>
        <p:spPr>
          <a:xfrm>
            <a:off x="1333500" y="4000500"/>
            <a:ext cx="7239000" cy="266700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marL="361950" indent="-258592">
              <a:lnSpc>
                <a:spcPts val="3705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850" b="1" dirty="0" spc="-6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DNS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gmail.com</a:t>
            </a:r>
            <a:endParaRPr lang="en-US" sz="2850" dirty="0"/>
          </a:p>
          <a:p>
            <a:pPr algn="l" marL="361950" indent="-258592">
              <a:lnSpc>
                <a:spcPts val="3705"/>
              </a:lnSpc>
              <a:buSzPct val="100000"/>
              <a:buFont typeface="Arial"/>
              <a:buChar char="•"/>
            </a:pPr>
            <a:r>
              <a:rPr lang="en-US" sz="28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850" b="1" dirty="0" spc="-3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SMTP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Gmail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9372600" y="295275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91700" y="333375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9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CAROL</a:t>
            </a:r>
            <a:r>
              <a:rPr lang="en-US" sz="210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(TÊN</a:t>
            </a:r>
            <a:r>
              <a:rPr lang="en-US" sz="2100" b="1" spc="22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MIỀN</a:t>
            </a:r>
            <a:r>
              <a:rPr lang="en-US" sz="2100" b="1" spc="21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KHÁC)</a:t>
            </a:r>
            <a:endParaRPr lang="en-US" sz="2100" dirty="0"/>
          </a:p>
        </p:txBody>
      </p:sp>
      <p:sp>
        <p:nvSpPr>
          <p:cNvPr id="9" name="Text richtext-1792420794378-905346791"/>
          <p:cNvSpPr/>
          <p:nvPr/>
        </p:nvSpPr>
        <p:spPr>
          <a:xfrm>
            <a:off x="9791700" y="4000500"/>
            <a:ext cx="7239000" cy="266700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marL="361950" indent="-258592">
              <a:lnSpc>
                <a:spcPts val="3705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850" b="1" dirty="0" spc="-6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DNS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miền</a:t>
            </a:r>
            <a:r>
              <a:rPr lang="en-US" sz="285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endParaRPr lang="en-US" sz="2850" dirty="0"/>
          </a:p>
          <a:p>
            <a:pPr algn="l" marL="361950" indent="-258592">
              <a:lnSpc>
                <a:spcPts val="3705"/>
              </a:lnSpc>
              <a:buSzPct val="100000"/>
              <a:buFont typeface="Arial"/>
              <a:buChar char="•"/>
            </a:pPr>
            <a:r>
              <a:rPr lang="en-US" sz="28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850" b="1" dirty="0" spc="-3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SMTP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8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2850" dirty="0"/>
          </a:p>
        </p:txBody>
      </p:sp>
      <p:sp>
        <p:nvSpPr>
          <p:cNvPr id="10" name="Text 8"/>
          <p:cNvSpPr/>
          <p:nvPr/>
        </p:nvSpPr>
        <p:spPr>
          <a:xfrm>
            <a:off x="914400" y="7620000"/>
            <a:ext cx="1619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7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7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7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700" dirty="0" spc="4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7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70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fd99b76b-86b4-41c3-98ec-35915985e40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6675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000125"/>
            <a:ext cx="10477500" cy="1066800"/>
          </a:xfrm>
          <a:prstGeom prst="rect">
            <a:avLst/>
          </a:prstGeom>
          <a:noFill/>
          <a:ln/>
        </p:spPr>
        <p:txBody>
          <a:bodyPr wrap="square" lIns="0" tIns="54007" rIns="0" bIns="-54007" rtlCol="0" anchor="ctr"/>
          <a:lstStyle/>
          <a:p>
            <a:pPr algn="l" indent="0" marL="0">
              <a:lnSpc>
                <a:spcPts val="6615"/>
              </a:lnSpc>
              <a:buNone/>
            </a:pPr>
            <a:r>
              <a:rPr lang="en-US" sz="63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Chín</a:t>
            </a:r>
            <a:r>
              <a:rPr lang="en-US" sz="6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thuật ngữ</a:t>
            </a:r>
            <a:r>
              <a:rPr lang="en-US" sz="63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3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300" dirty="0"/>
          </a:p>
        </p:txBody>
      </p:sp>
      <p:sp>
        <p:nvSpPr>
          <p:cNvPr id="4" name="Shape 2"/>
          <p:cNvSpPr/>
          <p:nvPr/>
        </p:nvSpPr>
        <p:spPr>
          <a:xfrm>
            <a:off x="914400" y="2190750"/>
            <a:ext cx="10668000" cy="666750"/>
          </a:xfrm>
          <a:prstGeom prst="roundRect">
            <a:avLst>
              <a:gd name="adj" fmla="val 28571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971800"/>
            <a:ext cx="10668000" cy="666750"/>
          </a:xfrm>
          <a:prstGeom prst="roundRect">
            <a:avLst>
              <a:gd name="adj" fmla="val 28571"/>
            </a:avLst>
          </a:prstGeom>
          <a:solidFill>
            <a:srgbClr val="1E212B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3752850"/>
            <a:ext cx="10668000" cy="666750"/>
          </a:xfrm>
          <a:prstGeom prst="roundRect">
            <a:avLst>
              <a:gd name="adj" fmla="val 28571"/>
            </a:avLst>
          </a:prstGeom>
          <a:solidFill>
            <a:srgbClr val="1E212B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4533900"/>
            <a:ext cx="10668000" cy="666750"/>
          </a:xfrm>
          <a:prstGeom prst="roundRect">
            <a:avLst>
              <a:gd name="adj" fmla="val 28571"/>
            </a:avLst>
          </a:prstGeom>
          <a:solidFill>
            <a:srgbClr val="1E212B"/>
          </a:solidFill>
          <a:ln/>
        </p:spPr>
      </p:sp>
      <p:sp>
        <p:nvSpPr>
          <p:cNvPr id="8" name="Shape 6"/>
          <p:cNvSpPr/>
          <p:nvPr/>
        </p:nvSpPr>
        <p:spPr>
          <a:xfrm>
            <a:off x="914400" y="5314950"/>
            <a:ext cx="10668000" cy="666750"/>
          </a:xfrm>
          <a:prstGeom prst="roundRect">
            <a:avLst>
              <a:gd name="adj" fmla="val 28571"/>
            </a:avLst>
          </a:prstGeom>
          <a:solidFill>
            <a:srgbClr val="1E212B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6096000"/>
            <a:ext cx="10668000" cy="666750"/>
          </a:xfrm>
          <a:prstGeom prst="roundRect">
            <a:avLst>
              <a:gd name="adj" fmla="val 28571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914400" y="6877050"/>
            <a:ext cx="10668000" cy="666750"/>
          </a:xfrm>
          <a:prstGeom prst="roundRect">
            <a:avLst>
              <a:gd name="adj" fmla="val 28571"/>
            </a:avLst>
          </a:prstGeom>
          <a:solidFill>
            <a:srgbClr val="1E212B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7658100"/>
            <a:ext cx="10668000" cy="666750"/>
          </a:xfrm>
          <a:prstGeom prst="roundRect">
            <a:avLst>
              <a:gd name="adj" fmla="val 28571"/>
            </a:avLst>
          </a:prstGeom>
          <a:solidFill>
            <a:srgbClr val="1E212B"/>
          </a:solidFill>
          <a:ln/>
        </p:spPr>
      </p:sp>
      <p:sp>
        <p:nvSpPr>
          <p:cNvPr id="12" name="Shape 10"/>
          <p:cNvSpPr/>
          <p:nvPr/>
        </p:nvSpPr>
        <p:spPr>
          <a:xfrm>
            <a:off x="914400" y="8439150"/>
            <a:ext cx="10668000" cy="666750"/>
          </a:xfrm>
          <a:prstGeom prst="roundRect">
            <a:avLst>
              <a:gd name="adj" fmla="val 28571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104900" y="2286000"/>
            <a:ext cx="1333500" cy="4762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SMTP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104900" y="3067050"/>
            <a:ext cx="1333500" cy="4762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DNS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104900" y="3848100"/>
            <a:ext cx="1333500" cy="4762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IMAP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04900" y="4629150"/>
            <a:ext cx="1333500" cy="4762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POP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104900" y="5410200"/>
            <a:ext cx="1333500" cy="4762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MX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104900" y="6191250"/>
            <a:ext cx="1333500" cy="4762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MUA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104900" y="6972300"/>
            <a:ext cx="1333500" cy="4762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6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MTA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104900" y="7753350"/>
            <a:ext cx="1333500" cy="4762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MDA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104900" y="8534400"/>
            <a:ext cx="1333500" cy="4762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RFC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2667000" y="2286000"/>
            <a:ext cx="8763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1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đẩy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2100" dirty="0" spc="2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2667000" y="3067050"/>
            <a:ext cx="8763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21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1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miền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2667000" y="3848100"/>
            <a:ext cx="8763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1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10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10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1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2667000" y="4629150"/>
            <a:ext cx="8763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1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1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21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21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1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máy,</a:t>
            </a:r>
            <a:r>
              <a:rPr lang="en-US" sz="21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1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2667000" y="5410200"/>
            <a:ext cx="8763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 chỉ</a:t>
            </a:r>
            <a:r>
              <a:rPr lang="en-US" sz="2100" dirty="0" spc="-3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1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1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endParaRPr lang="en-US" sz="2100" dirty="0"/>
          </a:p>
        </p:txBody>
      </p:sp>
      <p:sp>
        <p:nvSpPr>
          <p:cNvPr id="27" name="Text 25"/>
          <p:cNvSpPr/>
          <p:nvPr/>
        </p:nvSpPr>
        <p:spPr>
          <a:xfrm>
            <a:off x="2667000" y="6191250"/>
            <a:ext cx="8763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2667000" y="6972300"/>
            <a:ext cx="8763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Chương</a:t>
            </a:r>
            <a:r>
              <a:rPr lang="en-US" sz="210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1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endParaRPr lang="en-US" sz="2100" dirty="0"/>
          </a:p>
        </p:txBody>
      </p:sp>
      <p:sp>
        <p:nvSpPr>
          <p:cNvPr id="29" name="Text 27"/>
          <p:cNvSpPr/>
          <p:nvPr/>
        </p:nvSpPr>
        <p:spPr>
          <a:xfrm>
            <a:off x="2667000" y="7753350"/>
            <a:ext cx="8763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Chương</a:t>
            </a:r>
            <a:r>
              <a:rPr lang="en-US" sz="210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1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21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1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hộp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endParaRPr lang="en-US" sz="2100" dirty="0"/>
          </a:p>
        </p:txBody>
      </p:sp>
      <p:sp>
        <p:nvSpPr>
          <p:cNvPr id="30" name="Text 28"/>
          <p:cNvSpPr/>
          <p:nvPr/>
        </p:nvSpPr>
        <p:spPr>
          <a:xfrm>
            <a:off x="2667000" y="8534400"/>
            <a:ext cx="8763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3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Loạt</a:t>
            </a:r>
            <a:r>
              <a:rPr lang="en-US" sz="21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1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 của</a:t>
            </a:r>
            <a:r>
              <a:rPr lang="en-US" sz="21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Internet</a:t>
            </a:r>
            <a:endParaRPr lang="en-US" sz="2100" dirty="0"/>
          </a:p>
        </p:txBody>
      </p:sp>
      <p:sp>
        <p:nvSpPr>
          <p:cNvPr id="31" name="Connector line-1792420795304-931830075"/>
          <p:cNvSpPr/>
          <p:nvPr/>
        </p:nvSpPr>
        <p:spPr>
          <a:xfrm>
            <a:off x="12382500" y="2190750"/>
            <a:ext cx="0" cy="6381750"/>
          </a:xfrm>
          <a:prstGeom prst="line">
            <a:avLst/>
          </a:prstGeom>
          <a:noFill/>
          <a:ln w="19050">
            <a:solidFill>
              <a:srgbClr val="2A2E3B"/>
            </a:solidFill>
            <a:prstDash val="solid"/>
            <a:headEnd type="none"/>
            <a:tailEnd type="none"/>
          </a:ln>
        </p:spPr>
      </p:sp>
      <p:sp>
        <p:nvSpPr>
          <p:cNvPr id="32" name="Text 30"/>
          <p:cNvSpPr/>
          <p:nvPr/>
        </p:nvSpPr>
        <p:spPr>
          <a:xfrm>
            <a:off x="12858750" y="2190750"/>
            <a:ext cx="495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10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10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2100" dirty="0"/>
          </a:p>
        </p:txBody>
      </p:sp>
      <p:sp>
        <p:nvSpPr>
          <p:cNvPr id="33" name="Text richtext-1792420795306-950472178"/>
          <p:cNvSpPr/>
          <p:nvPr/>
        </p:nvSpPr>
        <p:spPr>
          <a:xfrm>
            <a:off x="12858750" y="2762250"/>
            <a:ext cx="4953000" cy="2286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marL="266700" indent="-190541">
              <a:lnSpc>
                <a:spcPts val="273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1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ByteByteGo: bài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21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1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10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100" dirty="0"/>
          </a:p>
          <a:p>
            <a:pPr algn="l" marL="266700" indent="-190541">
              <a:lnSpc>
                <a:spcPts val="2730"/>
              </a:lnSpc>
              <a:buSzPct val="100000"/>
              <a:buFont typeface="Arial"/>
              <a:buChar char="•"/>
            </a:pPr>
            <a:r>
              <a:rPr lang="en-US" sz="21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RFC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5321: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210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điện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SMTP</a:t>
            </a:r>
            <a:endParaRPr lang="en-US" sz="2100" dirty="0"/>
          </a:p>
        </p:txBody>
      </p:sp>
      <p:sp>
        <p:nvSpPr>
          <p:cNvPr id="34" name="Text 32"/>
          <p:cNvSpPr/>
          <p:nvPr/>
        </p:nvSpPr>
        <p:spPr>
          <a:xfrm>
            <a:off x="12858750" y="6667500"/>
            <a:ext cx="4953000" cy="1714500"/>
          </a:xfrm>
          <a:prstGeom prst="rect">
            <a:avLst/>
          </a:prstGeom>
          <a:noFill/>
          <a:ln/>
        </p:spPr>
        <p:txBody>
          <a:bodyPr wrap="square" lIns="0" tIns="6858" rIns="0" bIns="-6858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800" dirty="0" spc="-2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8100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46" name="Shape 4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7" name="Moda image moda-export-watermark-06d859ba-f54c-4080-ae98-96020c36a90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2026-10-19T15:44:28Z</dcterms:created>
  <dcterms:modified xsi:type="dcterms:W3CDTF">2026-10-19T15:44:28Z</dcterms:modified>
</cp:coreProperties>
</file>