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1631" rIns="0" bIns="-41631" rtlCol="0" anchor="t"/>
          <a:lstStyle/>
          <a:p>
            <a:pPr algn="l" indent="0" marL="0">
              <a:lnSpc>
                <a:spcPts val="7214"/>
              </a:lnSpc>
              <a:buNone/>
            </a:pPr>
            <a:r>
              <a:rPr lang="en-US" sz="6558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55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55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558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558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hỏi:</a:t>
            </a:r>
            <a:r>
              <a:rPr lang="en-US" sz="6558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6558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558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558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558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558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câu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001500" y="24765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0" y="271462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9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287250" y="3286125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Tìm</a:t>
            </a:r>
            <a:r>
              <a:rPr lang="en-US" sz="36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36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2001500" y="47625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0" y="500062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9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87250" y="5572125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87" dirty="0" spc="-10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Tổng</a:t>
            </a:r>
            <a:r>
              <a:rPr lang="en-US" sz="3287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r>
              <a:rPr lang="en-US" sz="3287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r>
              <a:rPr lang="en-US" sz="3287" dirty="0" spc="-1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endParaRPr lang="en-US" sz="3287" dirty="0"/>
          </a:p>
        </p:txBody>
      </p:sp>
      <p:sp>
        <p:nvSpPr>
          <p:cNvPr id="12" name="Text 10"/>
          <p:cNvSpPr/>
          <p:nvPr/>
        </p:nvSpPr>
        <p:spPr>
          <a:xfrm>
            <a:off x="12001500" y="70485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5bd6052-f5b9-45a8-bf9d-59f98028e0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loại,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0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286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hỏi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nhỏ,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endParaRPr lang="en-US" sz="2850" dirty="0"/>
          </a:p>
        </p:txBody>
      </p:sp>
      <p:sp>
        <p:nvSpPr>
          <p:cNvPr id="5" name="Text richtext-1792370992483-677184325"/>
          <p:cNvSpPr/>
          <p:nvPr/>
        </p:nvSpPr>
        <p:spPr>
          <a:xfrm>
            <a:off x="1333500" y="3143250"/>
            <a:ext cx="7143750" cy="457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429750" y="200025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286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hỏi</a:t>
            </a:r>
            <a:r>
              <a:rPr lang="en-US" sz="285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đặc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thù</a:t>
            </a:r>
            <a:endParaRPr lang="en-US" sz="2850" dirty="0"/>
          </a:p>
        </p:txBody>
      </p:sp>
      <p:sp>
        <p:nvSpPr>
          <p:cNvPr id="8" name="Text richtext-1792370992507-393837386"/>
          <p:cNvSpPr/>
          <p:nvPr/>
        </p:nvSpPr>
        <p:spPr>
          <a:xfrm>
            <a:off x="9810750" y="3143250"/>
            <a:ext cx="7143750" cy="457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văn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Vector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8429625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ad364ce-1d4e-4ef2-8106-31b74e8e52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từ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163830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238375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4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bảng</a:t>
            </a:r>
            <a:r>
              <a:rPr lang="en-US" sz="240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(SCAN</a:t>
            </a:r>
            <a:r>
              <a:rPr lang="en-US" sz="24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2809875"/>
            <a:ext cx="857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37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3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49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like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'%mã123456%'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4953000"/>
            <a:ext cx="16383000" cy="2571750"/>
          </a:xfrm>
          <a:prstGeom prst="roundRect">
            <a:avLst>
              <a:gd name="adj" fmla="val 1037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191125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FTS5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33500" y="5762625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7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0,01</a:t>
            </a:r>
            <a:r>
              <a:rPr lang="en-US" sz="630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300" dirty="0" spc="-5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0,02</a:t>
            </a:r>
            <a:r>
              <a:rPr lang="en-US" sz="6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</a:t>
            </a:r>
            <a:r>
              <a:rPr lang="en-US" sz="6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333500" y="68580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800100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200.000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e796773-6243-4cbf-86be-8878655cfe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Tổng</a:t>
            </a:r>
            <a:r>
              <a:rPr lang="en-US" sz="6600" dirty="0" spc="-4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 dòng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50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762250"/>
            <a:ext cx="790575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4A4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48000"/>
            <a:ext cx="714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SQLite,</a:t>
            </a:r>
            <a:r>
              <a:rPr lang="en-US" sz="2550" b="1" dirty="0" spc="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1,9</a:t>
            </a:r>
            <a:r>
              <a:rPr lang="en-US" sz="82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1333500" y="57150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29750" y="2762250"/>
            <a:ext cx="790575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3048000"/>
            <a:ext cx="714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DuckDB,</a:t>
            </a:r>
            <a:r>
              <a:rPr lang="en-US" sz="2550" b="1" dirty="0" spc="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810750" y="3810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</a:t>
            </a:r>
            <a:r>
              <a:rPr lang="en-US" sz="570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3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33</a:t>
            </a:r>
            <a:r>
              <a:rPr lang="en-US" sz="5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</a:t>
            </a:r>
            <a:r>
              <a:rPr lang="en-US" sz="57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9810750" y="57150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" y="819150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Text 19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7f30b50-d916-4a87-9aac-579671eea0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31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máy,</a:t>
            </a: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31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31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luồng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chậm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Khoảng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cách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gộp</a:t>
            </a:r>
            <a:r>
              <a:rPr lang="en-US" sz="31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r>
              <a:rPr lang="en-US" sz="31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Thêm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 thêm</a:t>
            </a:r>
            <a:r>
              <a:rPr lang="en-US" sz="31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Text 21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3fef6fb-500c-4be9-bf92-9817981daa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phòng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sạn: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4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81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381250"/>
            <a:ext cx="609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28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phòng</a:t>
            </a:r>
            <a:r>
              <a:rPr lang="en-US" sz="285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trừ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tiền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810500" y="238125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(OLTP),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4286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286250"/>
            <a:ext cx="609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Tìm</a:t>
            </a:r>
            <a:r>
              <a:rPr lang="en-US" sz="28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8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lời</a:t>
            </a:r>
            <a:r>
              <a:rPr lang="en-US" sz="28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r>
              <a:rPr lang="en-US" sz="28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810500" y="428625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lọc theo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6191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191250"/>
            <a:ext cx="609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Báo</a:t>
            </a:r>
            <a:r>
              <a:rPr lang="en-US" sz="28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cáo</a:t>
            </a:r>
            <a:r>
              <a:rPr lang="en-US" sz="28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 tháng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810500" y="619125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(OLAP)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52500" y="81915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ngay;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 khi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865ab20-bf85-4e14-bc2f-1b5a5d875e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5240000" cy="3238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8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</a:t>
            </a: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 ở</a:t>
            </a: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52500" y="5715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6000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GB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0" y="5715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6000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93.998.750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94.400.750.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Text 14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eaafa74-5fe7-46c4-88f9-b6ad04e081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OLTP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OLAP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5717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phân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524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JSON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000" y="3524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4476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48000" y="44767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" y="542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48000" y="542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52500" y="6381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048000" y="63817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52500" y="7334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048000" y="7334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477500" y="95250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858500" y="1809750"/>
            <a:ext cx="6096000" cy="3429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30861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b7344f1-66ca-4b0b-9f92-499a6c8f6b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2026-10-19T00:50:21Z</dcterms:created>
  <dcterms:modified xsi:type="dcterms:W3CDTF">2026-10-19T00:50:21Z</dcterms:modified>
</cp:coreProperties>
</file>