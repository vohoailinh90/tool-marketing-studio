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31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</a:t>
            </a:r>
            <a:r>
              <a:rPr lang="en-US" sz="31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19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hash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ip_hash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239000"/>
            <a:ext cx="7467600" cy="1619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IPv4,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IPv6: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6.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High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Availability.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HTTP: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19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2026-10-19T15:34:14Z</dcterms:created>
  <dcterms:modified xsi:type="dcterms:W3CDTF">2026-10-19T15:34:14Z</dcterms:modified>
</cp:coreProperties>
</file>