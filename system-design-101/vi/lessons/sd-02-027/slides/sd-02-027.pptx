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Ngăn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nghệ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</a:t>
            </a:r>
            <a:r>
              <a:rPr lang="en-US" sz="300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82176601-421485724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 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Web,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</a:t>
            </a:r>
            <a:r>
              <a:rPr lang="en-US" sz="315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Lưới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1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315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trữ,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15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31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eca04054-736a-43cd-b3b1-29af89b4a6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 ngăn</a:t>
            </a: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2ff1e05-0729-4bb2-83fb-d68933c46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 ĐỘNG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Uber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cả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Fusion.js:</a:t>
            </a:r>
            <a:r>
              <a:rPr lang="en-US" sz="345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framework</a:t>
            </a: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React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432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visualization.js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6197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134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Kiến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RIB,</a:t>
            </a:r>
            <a:r>
              <a:rPr lang="en-US" sz="34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34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VIPER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56197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6134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Swift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iOS,</a:t>
            </a:r>
            <a:r>
              <a:rPr lang="en-US" sz="345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Android</a:t>
            </a:r>
            <a:endParaRPr lang="en-US" sz="34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260e834-d8fd-4e6c-95cb-e54a6bffe2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LƯỚI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 cầu</a:t>
            </a:r>
            <a:endParaRPr lang="en-US" sz="3300" dirty="0"/>
          </a:p>
        </p:txBody>
      </p:sp>
      <p:sp>
        <p:nvSpPr>
          <p:cNvPr id="7" name="Connector line-1792382179379-160581063"/>
          <p:cNvSpPr/>
          <p:nvPr/>
        </p:nvSpPr>
        <p:spPr>
          <a:xfrm>
            <a:off x="460057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9112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553402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UBER</a:t>
            </a:r>
            <a:r>
              <a:rPr lang="en-US" sz="1800" b="1" spc="16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3402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3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3300" dirty="0"/>
          </a:p>
        </p:txBody>
      </p:sp>
      <p:sp>
        <p:nvSpPr>
          <p:cNvPr id="11" name="Connector line-1792382179385-111418932"/>
          <p:cNvSpPr/>
          <p:nvPr/>
        </p:nvSpPr>
        <p:spPr>
          <a:xfrm>
            <a:off x="88773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785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1075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gRPC,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QUIC;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Thrift</a:t>
            </a:r>
            <a:endParaRPr lang="en-US" sz="3300" dirty="0"/>
          </a:p>
        </p:txBody>
      </p:sp>
      <p:sp>
        <p:nvSpPr>
          <p:cNvPr id="15" name="Connector line-1792382179389-245308388"/>
          <p:cNvSpPr/>
          <p:nvPr/>
        </p:nvSpPr>
        <p:spPr>
          <a:xfrm>
            <a:off x="131540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74457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747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8747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Flipr,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H3,</a:t>
            </a: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uAct,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Cadence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Flipr: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H3: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vị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trí.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uAct: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kiện. Cadence: quy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9d4a210-2851-47b4-8883-62f4d55bf7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3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27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6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OLTP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DocStore</a:t>
            </a:r>
            <a:r>
              <a:rPr lang="en-US" sz="3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MySQL,</a:t>
            </a:r>
            <a:r>
              <a:rPr lang="en-US" sz="3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PostgreSQL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Hadoop,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Hudi,</a:t>
            </a: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Parquet;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Pinot,</a:t>
            </a:r>
            <a:r>
              <a:rPr lang="en-US" sz="3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AresDB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DocStore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 dùng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RocksDB.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Alluxio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ee5ef00-b7dd-40e2-937e-ec77646882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b="1" spc="1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Đứng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CFE8E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Hive,</a:t>
            </a:r>
            <a:r>
              <a:rPr lang="en-US" sz="345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Spark,</a:t>
            </a:r>
            <a:r>
              <a:rPr lang="en-US" sz="34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Marmaray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7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Marmaray:</a:t>
            </a:r>
            <a:r>
              <a:rPr lang="en-US" sz="2250" dirty="0" spc="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25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5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3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Monorepo,</a:t>
            </a:r>
            <a:r>
              <a:rPr lang="en-US" sz="345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Spinnaker,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M3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devpod;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uMetric,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uMonitor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878f2fa-6c71-4e55-97cd-aae09eaa6c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chỉ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mô,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năm,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của Flipr không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92585c4-2bb2-4fec-9ca3-eb0dbb4f57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iPhone</a:t>
            </a:r>
            <a:endParaRPr lang="en-US" sz="6900" dirty="0"/>
          </a:p>
        </p:txBody>
      </p:sp>
      <p:sp>
        <p:nvSpPr>
          <p:cNvPr id="4" name="Connector line-1792382230341-114620580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iOS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RIB,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Uber</a:t>
            </a:r>
            <a:r>
              <a:rPr lang="en-US" sz="345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QUIC.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DocStore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389cc47-fcef-4e50-b080-77a4ecde67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làm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85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 cầu,</a:t>
            </a:r>
            <a:r>
              <a:rPr lang="en-US" sz="28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H3,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Cadence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b73cfad2-8098-4cde-a425-2ea10c94e7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RIB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10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tuyến,</a:t>
                      </a:r>
                      <a:r>
                        <a:rPr lang="en-US" sz="21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tương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tác,</a:t>
                      </a:r>
                      <a:r>
                        <a:rPr lang="en-US" sz="210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VIPER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kiến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</a:t>
                      </a:r>
                      <a:r>
                        <a:rPr lang="en-US" sz="21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động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năm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vai</a:t>
                      </a:r>
                      <a:r>
                        <a:rPr lang="en-US" sz="2100" dirty="0" spc="-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trò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MVC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 giao diện,</a:t>
                      </a:r>
                      <a:r>
                        <a:rPr lang="en-US" sz="210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1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khiển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gRPC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1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QUIC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trên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UDP,</a:t>
                      </a: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luồng</a:t>
                      </a:r>
                      <a:r>
                        <a:rPr lang="en-US" sz="210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độc</a:t>
                      </a:r>
                      <a:r>
                        <a:rPr lang="en-US" sz="21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4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UDP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gửi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 cần</a:t>
                      </a:r>
                      <a:r>
                        <a:rPr lang="en-US" sz="210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1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726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 diện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7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1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10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AresDB,</a:t>
                      </a:r>
                      <a:r>
                        <a:rPr lang="en-US" sz="21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RocksDB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OLTP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xử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 dịch</a:t>
                      </a:r>
                      <a:r>
                        <a:rPr lang="en-US" sz="210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trực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tuyến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DevOps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phát</a:t>
                      </a:r>
                      <a:r>
                        <a:rPr lang="en-US" sz="21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210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914400" y="7620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914400" y="8039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914400" y="8572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94a578c7-554e-4305-a16e-e89404989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2026-10-19T04:55:36Z</dcterms:created>
  <dcterms:modified xsi:type="dcterms:W3CDTF">2026-10-19T04:55:36Z</dcterms:modified>
</cp:coreProperties>
</file>