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"/>
      <p:regular r:id="rId20"/>
      <p:bold r:id="rId19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8953500" cy="2286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UDP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cho</a:t>
            </a:r>
            <a:r>
              <a:rPr lang="en-US" sz="81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game</a:t>
            </a:r>
            <a:r>
              <a:rPr lang="en-US" sz="81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online?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419100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667250"/>
            <a:ext cx="8572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9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9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39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39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chóng</a:t>
            </a:r>
            <a:r>
              <a:rPr lang="en-US" sz="39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9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9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0287000" y="1047750"/>
            <a:ext cx="7239000" cy="4000500"/>
          </a:xfrm>
          <a:prstGeom prst="rect">
            <a:avLst/>
          </a:prstGeom>
          <a:noFill/>
          <a:ln/>
        </p:spPr>
        <p:txBody>
          <a:bodyPr wrap="square" lIns="0" tIns="160619" rIns="0" bIns="-160619" rtlCol="0" anchor="t"/>
          <a:lstStyle/>
          <a:p>
            <a:pPr algn="l" indent="0" marL="0">
              <a:lnSpc>
                <a:spcPts val="15809"/>
              </a:lnSpc>
              <a:buNone/>
            </a:pPr>
            <a:r>
              <a:rPr lang="en-US" sz="15809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200</a:t>
            </a:r>
            <a:pPr algn="l" indent="0" marL="0">
              <a:lnSpc>
                <a:spcPts val="15809"/>
              </a:lnSpc>
              <a:buNone/>
            </a:pPr>
            <a:r>
              <a:rPr lang="en-US" sz="5270" dirty="0" spc="-4" kern="0">
                <a:solidFill>
                  <a:srgbClr val="A8A59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ms</a:t>
            </a:r>
            <a:endParaRPr lang="en-US" sz="15809" dirty="0"/>
          </a:p>
        </p:txBody>
      </p:sp>
      <p:sp>
        <p:nvSpPr>
          <p:cNvPr id="7" name="Text 5"/>
          <p:cNvSpPr/>
          <p:nvPr/>
        </p:nvSpPr>
        <p:spPr>
          <a:xfrm>
            <a:off x="10287000" y="5143500"/>
            <a:ext cx="70866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Vị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200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ms</a:t>
            </a:r>
            <a:r>
              <a:rPr lang="en-US" sz="25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chẳng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còn</a:t>
            </a:r>
            <a:r>
              <a:rPr lang="en-US" sz="25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287000" y="6858000"/>
            <a:ext cx="800100" cy="800100"/>
          </a:xfrm>
          <a:prstGeom prst="ellipse">
            <a:avLst/>
          </a:prstGeom>
          <a:solidFill>
            <a:srgbClr val="F3EEE3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0" y="6858000"/>
            <a:ext cx="800100" cy="800100"/>
          </a:xfrm>
          <a:prstGeom prst="ellipse">
            <a:avLst/>
          </a:prstGeom>
          <a:solidFill>
            <a:srgbClr val="F3EEE3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573000" y="6858000"/>
            <a:ext cx="800100" cy="800100"/>
          </a:xfrm>
          <a:prstGeom prst="ellipse">
            <a:avLst/>
          </a:prstGeom>
          <a:solidFill>
            <a:srgbClr val="F3EEE3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0" y="6858000"/>
            <a:ext cx="800100" cy="800100"/>
          </a:xfrm>
          <a:prstGeom prst="ellipse">
            <a:avLst/>
          </a:prstGeom>
          <a:solidFill>
            <a:srgbClr val="F3EEE3">
              <a:alpha val="7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859000" y="6858000"/>
            <a:ext cx="800100" cy="8001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0" y="79057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950" dirty="0" spc="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516100" y="790575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vị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b9f26a37-f215-4821-b335-7c816182bc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78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đảm</a:t>
            </a:r>
            <a:r>
              <a:rPr lang="en-US" sz="78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670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5242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Vị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4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333500" y="4572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1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chẳng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333500" y="6096000"/>
            <a:ext cx="7162800" cy="8001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6096000"/>
            <a:ext cx="716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791700" y="306705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1700" y="35242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Nhân</a:t>
            </a:r>
            <a:r>
              <a:rPr lang="en-US" sz="45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r>
              <a:rPr lang="en-US" sz="45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4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bắn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9791700" y="45720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mất.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791700" y="6096000"/>
            <a:ext cx="71628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6096000"/>
            <a:ext cx="716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620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62000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2700" dirty="0" spc="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 bảo</a:t>
            </a:r>
            <a:r>
              <a:rPr lang="en-US" sz="27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gì.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Text 2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496b3f2-d0a2-4f81-80d9-c823e3b56d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 CHUNG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gói,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3000" dirty="0" spc="5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0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trí,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r>
              <a:rPr lang="en-US" sz="30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bắn,</a:t>
            </a:r>
            <a:r>
              <a:rPr lang="en-US" sz="30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0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76500" y="3200400"/>
            <a:ext cx="34290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2476500" y="3200400"/>
            <a:ext cx="3429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2382500" y="3200400"/>
            <a:ext cx="3429000" cy="800100"/>
          </a:xfrm>
          <a:prstGeom prst="roundRect">
            <a:avLst>
              <a:gd name="adj" fmla="val 2381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0" y="3200400"/>
            <a:ext cx="3429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2700" dirty="0"/>
          </a:p>
        </p:txBody>
      </p:sp>
      <p:sp>
        <p:nvSpPr>
          <p:cNvPr id="9" name="Connector line-1792293262183-784509521"/>
          <p:cNvSpPr/>
          <p:nvPr/>
        </p:nvSpPr>
        <p:spPr>
          <a:xfrm>
            <a:off x="4191000" y="4038600"/>
            <a:ext cx="0" cy="4533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0" name="Connector line-1792293262184-86347029"/>
          <p:cNvSpPr/>
          <p:nvPr/>
        </p:nvSpPr>
        <p:spPr>
          <a:xfrm>
            <a:off x="14097000" y="4038600"/>
            <a:ext cx="0" cy="4533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4381500" y="451485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endParaRPr lang="en-US" sz="2550" dirty="0"/>
          </a:p>
        </p:txBody>
      </p:sp>
      <p:sp>
        <p:nvSpPr>
          <p:cNvPr id="12" name="Connector line-1792293262185-46339119"/>
          <p:cNvSpPr/>
          <p:nvPr/>
        </p:nvSpPr>
        <p:spPr>
          <a:xfrm>
            <a:off x="4229100" y="5143500"/>
            <a:ext cx="9791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81500" y="57531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-5" kern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550" dirty="0" spc="-2" kern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550" dirty="0" spc="-3" kern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550" dirty="0" spc="-2" kern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bắn</a:t>
            </a:r>
            <a:endParaRPr lang="en-US" sz="2550" dirty="0"/>
          </a:p>
        </p:txBody>
      </p:sp>
      <p:sp>
        <p:nvSpPr>
          <p:cNvPr id="14" name="Connector line-1792293262188-215894772"/>
          <p:cNvSpPr/>
          <p:nvPr/>
        </p:nvSpPr>
        <p:spPr>
          <a:xfrm>
            <a:off x="4229100" y="6381750"/>
            <a:ext cx="49149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572500" y="6019800"/>
            <a:ext cx="114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983" dirty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✕</a:t>
            </a:r>
            <a:endParaRPr lang="en-US" sz="4983" dirty="0"/>
          </a:p>
        </p:txBody>
      </p:sp>
      <p:sp>
        <p:nvSpPr>
          <p:cNvPr id="16" name="Text 14"/>
          <p:cNvSpPr/>
          <p:nvPr/>
        </p:nvSpPr>
        <p:spPr>
          <a:xfrm>
            <a:off x="9906000" y="615315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4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381500" y="699135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endParaRPr lang="en-US" sz="2550" dirty="0"/>
          </a:p>
        </p:txBody>
      </p:sp>
      <p:sp>
        <p:nvSpPr>
          <p:cNvPr id="18" name="Connector line-1792293262198-373088188"/>
          <p:cNvSpPr/>
          <p:nvPr/>
        </p:nvSpPr>
        <p:spPr>
          <a:xfrm>
            <a:off x="4229100" y="7620000"/>
            <a:ext cx="9791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b1e521c-db56-4c95-9acc-2e105f8009f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00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800" dirty="0" spc="-4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8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6202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219200" y="3076575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30765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71700" y="2762250"/>
            <a:ext cx="8096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 đúng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96202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219200" y="4505325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450532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171700" y="4191000"/>
            <a:ext cx="8096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619750"/>
            <a:ext cx="96202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219200" y="5934075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19200" y="59340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171700" y="5619750"/>
            <a:ext cx="8096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7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7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96202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19200" y="7362825"/>
            <a:ext cx="609600" cy="6096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1219200" y="736282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2171700" y="7048500"/>
            <a:ext cx="8096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Chờ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 bắn</a:t>
            </a:r>
            <a:r>
              <a:rPr lang="en-US" sz="27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4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10953750" y="2762250"/>
            <a:ext cx="6419850" cy="2476500"/>
          </a:xfrm>
          <a:prstGeom prst="roundRect">
            <a:avLst>
              <a:gd name="adj" fmla="val 9231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53750" y="2762250"/>
            <a:ext cx="95250" cy="2476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11372850" y="30480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57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TỐT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372850" y="3543300"/>
            <a:ext cx="5715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31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31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10953750" y="5524500"/>
            <a:ext cx="641985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53750" y="5524500"/>
            <a:ext cx="95250" cy="2762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26" name="Text 24"/>
          <p:cNvSpPr/>
          <p:nvPr/>
        </p:nvSpPr>
        <p:spPr>
          <a:xfrm>
            <a:off x="11372850" y="58102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TỆ</a:t>
            </a:r>
            <a:r>
              <a:rPr lang="en-US" sz="1950" spc="223" kern="0" dirty="0">
                <a:solidFill>
                  <a:srgbClr val="FF6A4D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372850" y="6305550"/>
            <a:ext cx="5715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31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15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3150" dirty="0"/>
          </a:p>
        </p:txBody>
      </p:sp>
      <p:sp>
        <p:nvSpPr>
          <p:cNvPr id="28" name="Shape 2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Text 3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421ba114-8195-4a78-bd6c-4c0ce1f726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spc="227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</a:t>
            </a:r>
            <a:r>
              <a:rPr lang="en-US" sz="1950" spc="220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THUẦN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mất,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8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61950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4480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SERVER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8250" y="3905250"/>
            <a:ext cx="304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 bắn</a:t>
            </a:r>
            <a:endParaRPr lang="en-US" sz="3000" dirty="0"/>
          </a:p>
        </p:txBody>
      </p:sp>
      <p:sp>
        <p:nvSpPr>
          <p:cNvPr id="7" name="Connector line-1792293306977-286938202"/>
          <p:cNvSpPr/>
          <p:nvPr/>
        </p:nvSpPr>
        <p:spPr>
          <a:xfrm>
            <a:off x="4629150" y="4333875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143250"/>
            <a:ext cx="3619500" cy="2381250"/>
          </a:xfrm>
          <a:prstGeom prst="roundRect">
            <a:avLst>
              <a:gd name="adj" fmla="val 9600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5524500" y="34480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3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MẠNG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24500" y="3905250"/>
            <a:ext cx="304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endParaRPr lang="en-US" sz="3000" dirty="0"/>
          </a:p>
        </p:txBody>
      </p:sp>
      <p:sp>
        <p:nvSpPr>
          <p:cNvPr id="11" name="Connector line-1792293306982-565558519"/>
          <p:cNvSpPr/>
          <p:nvPr/>
        </p:nvSpPr>
        <p:spPr>
          <a:xfrm>
            <a:off x="8915400" y="4333875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86900" y="3143250"/>
            <a:ext cx="361950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10750" y="34480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1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CLIENT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810750" y="3905250"/>
            <a:ext cx="304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3000" dirty="0"/>
          </a:p>
        </p:txBody>
      </p:sp>
      <p:sp>
        <p:nvSpPr>
          <p:cNvPr id="15" name="Connector line-1792293306986-735247772"/>
          <p:cNvSpPr/>
          <p:nvPr/>
        </p:nvSpPr>
        <p:spPr>
          <a:xfrm>
            <a:off x="13201650" y="4333875"/>
            <a:ext cx="4762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773150" y="3143250"/>
            <a:ext cx="3600450" cy="2381250"/>
          </a:xfrm>
          <a:prstGeom prst="roundRect">
            <a:avLst>
              <a:gd name="adj" fmla="val 96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0" y="344805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2" kern="0" dirty="0">
                <a:solidFill>
                  <a:srgbClr val="F8D9D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800" spc="139" kern="0" dirty="0">
                <a:solidFill>
                  <a:srgbClr val="F8D9D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097000" y="3905250"/>
            <a:ext cx="304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914400" y="6191250"/>
            <a:ext cx="16459200" cy="1047750"/>
          </a:xfrm>
          <a:prstGeom prst="roundRect">
            <a:avLst>
              <a:gd name="adj" fmla="val 18182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619125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Game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lệch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nếu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sự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kiện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trọng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bỏ.</a:t>
            </a:r>
            <a:endParaRPr lang="en-US" sz="2850" dirty="0"/>
          </a:p>
        </p:txBody>
      </p:sp>
      <p:sp>
        <p:nvSpPr>
          <p:cNvPr id="21" name="Shape 1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Text 29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aa25ae76-610a-4758-8270-05f85687c3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</a:t>
            </a:r>
            <a:r>
              <a:rPr lang="en-US" sz="1950" spc="226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CỘNG</a:t>
            </a:r>
            <a:r>
              <a:rPr lang="en-US" sz="1950" spc="200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LỚP</a:t>
            </a:r>
            <a:r>
              <a:rPr lang="en-US" sz="1950" spc="223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r>
              <a:rPr lang="en-US" sz="1950" spc="16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CẬY</a:t>
            </a:r>
            <a:r>
              <a:rPr lang="en-US" sz="1950" spc="217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GAME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kênh</a:t>
            </a:r>
            <a:r>
              <a:rPr lang="en-US" sz="78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UDP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2476500" cy="1714500"/>
          </a:xfrm>
          <a:prstGeom prst="roundRect">
            <a:avLst>
              <a:gd name="adj" fmla="val 13333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95750"/>
            <a:ext cx="247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715000" y="2762250"/>
            <a:ext cx="6096000" cy="1809750"/>
          </a:xfrm>
          <a:prstGeom prst="roundRect">
            <a:avLst>
              <a:gd name="adj" fmla="val 12632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6057900" y="2990850"/>
            <a:ext cx="5429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Kênh</a:t>
            </a:r>
            <a:r>
              <a:rPr lang="en-US" sz="36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</a:t>
            </a:r>
            <a:r>
              <a:rPr lang="en-US" sz="36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057900" y="3676650"/>
            <a:ext cx="5429250" cy="762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715000" y="5619750"/>
            <a:ext cx="6096000" cy="2000250"/>
          </a:xfrm>
          <a:prstGeom prst="roundRect">
            <a:avLst>
              <a:gd name="adj" fmla="val 11429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6057900" y="5848350"/>
            <a:ext cx="5429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Kênh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 kiện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057900" y="6534150"/>
            <a:ext cx="542925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ack,</a:t>
            </a:r>
            <a:r>
              <a:rPr lang="en-US" sz="240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ack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4097000" y="4095750"/>
            <a:ext cx="2476500" cy="1714500"/>
          </a:xfrm>
          <a:prstGeom prst="roundRect">
            <a:avLst>
              <a:gd name="adj" fmla="val 13333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4097000" y="4095750"/>
            <a:ext cx="2476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3000" dirty="0"/>
          </a:p>
        </p:txBody>
      </p:sp>
      <p:sp>
        <p:nvSpPr>
          <p:cNvPr id="14" name="Connector line-1792293307828-279849304"/>
          <p:cNvSpPr/>
          <p:nvPr/>
        </p:nvSpPr>
        <p:spPr>
          <a:xfrm flipV="1">
            <a:off x="3467100" y="3676650"/>
            <a:ext cx="2171700" cy="9715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293307829-465034991"/>
          <p:cNvSpPr/>
          <p:nvPr/>
        </p:nvSpPr>
        <p:spPr>
          <a:xfrm>
            <a:off x="11887200" y="3676650"/>
            <a:ext cx="2133600" cy="9334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293307829-427188559"/>
          <p:cNvSpPr/>
          <p:nvPr/>
        </p:nvSpPr>
        <p:spPr>
          <a:xfrm>
            <a:off x="3467100" y="5257800"/>
            <a:ext cx="2171700" cy="13525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293307829-591108626"/>
          <p:cNvSpPr/>
          <p:nvPr/>
        </p:nvSpPr>
        <p:spPr>
          <a:xfrm flipV="1">
            <a:off x="11887200" y="5295900"/>
            <a:ext cx="2133600" cy="13144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293307829-668763794"/>
          <p:cNvSpPr/>
          <p:nvPr/>
        </p:nvSpPr>
        <p:spPr>
          <a:xfrm>
            <a:off x="15335250" y="5886450"/>
            <a:ext cx="0" cy="230505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19" name="Connector line-1792293307829-399389785"/>
          <p:cNvSpPr/>
          <p:nvPr/>
        </p:nvSpPr>
        <p:spPr>
          <a:xfrm flipH="1">
            <a:off x="8763000" y="8191500"/>
            <a:ext cx="65722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20" name="Connector line-1792293307829-817967070"/>
          <p:cNvSpPr/>
          <p:nvPr/>
        </p:nvSpPr>
        <p:spPr>
          <a:xfrm flipV="1">
            <a:off x="8763000" y="7696200"/>
            <a:ext cx="0" cy="49530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1049000" y="82677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ack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4ff2e88a-6788-4139-b23e-86f2e36bab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1950" spc="223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</a:t>
            </a:r>
            <a:r>
              <a:rPr lang="en-US" sz="1950" spc="206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8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mất,</a:t>
            </a: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7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TCP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3000" dirty="0" spc="-2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30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733800"/>
            <a:ext cx="2381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1800" spc="152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1800" spc="110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29000" y="3429000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3429000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Vị</a:t>
            </a:r>
            <a:r>
              <a:rPr lang="en-US" sz="2550" dirty="0" spc="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191250" y="3429000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14161C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91250" y="3429000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r>
              <a:rPr lang="en-US" sz="225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bắn</a:t>
            </a:r>
            <a:r>
              <a:rPr lang="en-US" sz="225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·</a:t>
            </a:r>
            <a:r>
              <a:rPr lang="en-US" sz="22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8953500" y="3429000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8953500" y="3429000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Vị</a:t>
            </a:r>
            <a:r>
              <a:rPr lang="en-US" sz="2550" dirty="0" spc="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5638800"/>
            <a:ext cx="2381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5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GAME</a:t>
            </a:r>
            <a:r>
              <a:rPr lang="en-US" sz="1800" spc="151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1800" spc="15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5334000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5334000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Vị</a:t>
            </a:r>
            <a:r>
              <a:rPr lang="en-US" sz="2550" dirty="0" spc="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6191250" y="5334000"/>
            <a:ext cx="57150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 w="28575">
            <a:solidFill>
              <a:srgbClr val="A8A5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1250" y="53340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3" kern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chờ</a:t>
            </a:r>
            <a:r>
              <a:rPr lang="en-US" sz="2400" dirty="0" spc="40" kern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-2" kern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400" dirty="0" spc="-9" kern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400" dirty="0" spc="-2" kern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2400" dirty="0" spc="-1" kern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bắn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2287250" y="5334000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12287250" y="5334000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bắn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5049500" y="5334000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5049500" y="5334000"/>
            <a:ext cx="2381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Vị</a:t>
            </a:r>
            <a:r>
              <a:rPr lang="en-US" sz="2550" dirty="0" spc="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trí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endParaRPr lang="en-US" sz="2550" dirty="0"/>
          </a:p>
        </p:txBody>
      </p:sp>
      <p:sp>
        <p:nvSpPr>
          <p:cNvPr id="21" name="Connector line-1792293358370-952738559"/>
          <p:cNvSpPr/>
          <p:nvPr/>
        </p:nvSpPr>
        <p:spPr>
          <a:xfrm>
            <a:off x="10287000" y="4438650"/>
            <a:ext cx="5524500" cy="8191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811000" y="43053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1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23" name="Connector line-1792293358373-17937800"/>
          <p:cNvSpPr/>
          <p:nvPr/>
        </p:nvSpPr>
        <p:spPr>
          <a:xfrm>
            <a:off x="3429000" y="6953250"/>
            <a:ext cx="13716000" cy="0"/>
          </a:xfrm>
          <a:prstGeom prst="line">
            <a:avLst/>
          </a:prstGeom>
          <a:noFill/>
          <a:ln w="47625">
            <a:solidFill>
              <a:srgbClr val="A8A59E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4287500" y="70866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9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14400" y="78105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" y="7810500"/>
            <a:ext cx="15716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QUIC</a:t>
            </a: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UDP,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độc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lập.</a:t>
            </a:r>
            <a:endParaRPr lang="en-US" sz="2700" dirty="0"/>
          </a:p>
        </p:txBody>
      </p:sp>
      <p:sp>
        <p:nvSpPr>
          <p:cNvPr id="27" name="Shape 2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4" name="Shape 3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Text 3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872f9be5-119f-412b-8f85-08e47f3435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800" dirty="0" spc="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38750" cy="5334000"/>
          </a:xfrm>
          <a:prstGeom prst="roundRect">
            <a:avLst>
              <a:gd name="adj" fmla="val 5091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45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UDP</a:t>
            </a:r>
            <a:r>
              <a:rPr lang="en-US" sz="345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r>
              <a:rPr lang="en-US" sz="345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</a:t>
            </a:r>
            <a:r>
              <a:rPr lang="en-US" sz="34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</a:t>
            </a:r>
            <a:r>
              <a:rPr lang="en-US" sz="345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3450" dirty="0"/>
          </a:p>
        </p:txBody>
      </p:sp>
      <p:sp>
        <p:nvSpPr>
          <p:cNvPr id="6" name="Text richtext-1792293359446-531136537"/>
          <p:cNvSpPr/>
          <p:nvPr/>
        </p:nvSpPr>
        <p:spPr>
          <a:xfrm>
            <a:off x="1295400" y="4762500"/>
            <a:ext cx="4476750" cy="3143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cách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 thêm,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 quá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524625" y="2762250"/>
            <a:ext cx="5238750" cy="5334000"/>
          </a:xfrm>
          <a:prstGeom prst="roundRect">
            <a:avLst>
              <a:gd name="adj" fmla="val 5091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6905625" y="306705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4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45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game</a:t>
            </a:r>
            <a:r>
              <a:rPr lang="en-US" sz="345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345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34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3450" dirty="0" spc="-2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endParaRPr lang="en-US" sz="3450" dirty="0"/>
          </a:p>
        </p:txBody>
      </p:sp>
      <p:sp>
        <p:nvSpPr>
          <p:cNvPr id="9" name="Text richtext-1792293359468-639572588"/>
          <p:cNvSpPr/>
          <p:nvPr/>
        </p:nvSpPr>
        <p:spPr>
          <a:xfrm>
            <a:off x="6905625" y="4762500"/>
            <a:ext cx="4476750" cy="3143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Lobby,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bán,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game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nhịp:</a:t>
            </a:r>
            <a:r>
              <a:rPr lang="en-US" sz="240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HTTP.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134850" y="2762250"/>
            <a:ext cx="5238750" cy="5334000"/>
          </a:xfrm>
          <a:prstGeom prst="roundRect">
            <a:avLst>
              <a:gd name="adj" fmla="val 5091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12515850" y="3067050"/>
            <a:ext cx="4476750" cy="1428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 nhanh</a:t>
            </a:r>
            <a:r>
              <a:rPr lang="en-US" sz="3450" dirty="0" spc="-1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345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45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345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450" dirty="0" spc="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34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3450" dirty="0"/>
          </a:p>
        </p:txBody>
      </p:sp>
      <p:sp>
        <p:nvSpPr>
          <p:cNvPr id="12" name="Text richtext-1792293359475-850434404"/>
          <p:cNvSpPr/>
          <p:nvPr/>
        </p:nvSpPr>
        <p:spPr>
          <a:xfrm>
            <a:off x="12515850" y="4762500"/>
            <a:ext cx="4476750" cy="3143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chờ.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Text 21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cf757323-0bdf-4331-a70d-0ed927d868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1811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14287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847850"/>
            <a:ext cx="15621000" cy="10287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Nên</a:t>
            </a:r>
            <a:r>
              <a:rPr lang="en-US" sz="3150" dirty="0" spc="5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31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1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31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endParaRPr lang="en-US" sz="3150" dirty="0"/>
          </a:p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Còn</a:t>
            </a:r>
            <a:r>
              <a:rPr lang="en-US" sz="31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“nhặt</a:t>
            </a:r>
            <a:r>
              <a:rPr lang="en-US" sz="31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1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phẩm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hiếm”?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4343400" y="32004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5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620250" y="3200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1950" spc="19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4476750"/>
            <a:ext cx="32385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Vị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trí</a:t>
            </a: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33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4343400" y="3619500"/>
            <a:ext cx="4953000" cy="2190750"/>
          </a:xfrm>
          <a:prstGeom prst="roundRect">
            <a:avLst>
              <a:gd name="adj" fmla="val 10435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3619500"/>
            <a:ext cx="4953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Thường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9525000" y="3619500"/>
            <a:ext cx="7848600" cy="2190750"/>
          </a:xfrm>
          <a:prstGeom prst="roundRect">
            <a:avLst>
              <a:gd name="adj" fmla="val 104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6000" y="3619500"/>
            <a:ext cx="7143750" cy="2190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trí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sẽ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762750"/>
            <a:ext cx="3238500" cy="952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630"/>
              </a:lnSpc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Nhặt</a:t>
            </a:r>
            <a:r>
              <a:rPr lang="en-US" sz="3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4343400" y="6096000"/>
            <a:ext cx="4953000" cy="2190750"/>
          </a:xfrm>
          <a:prstGeom prst="roundRect">
            <a:avLst>
              <a:gd name="adj" fmla="val 10435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6096000"/>
            <a:ext cx="49530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endParaRPr lang="en-US" sz="4800" dirty="0"/>
          </a:p>
        </p:txBody>
      </p:sp>
      <p:sp>
        <p:nvSpPr>
          <p:cNvPr id="16" name="Shape 14"/>
          <p:cNvSpPr/>
          <p:nvPr/>
        </p:nvSpPr>
        <p:spPr>
          <a:xfrm>
            <a:off x="9525000" y="6096000"/>
            <a:ext cx="7848600" cy="2190750"/>
          </a:xfrm>
          <a:prstGeom prst="roundRect">
            <a:avLst>
              <a:gd name="adj" fmla="val 1043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06000" y="6096000"/>
            <a:ext cx="7143750" cy="219075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Sự kiện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Text 2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23ef376e-fb3f-4895-9ce3-821b8f1386a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103251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5527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333750" y="268605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80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33750" y="304800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3714750"/>
            <a:ext cx="103251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19200" y="371475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33750" y="384810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80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33750" y="421005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nhanh,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4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4876800"/>
            <a:ext cx="103251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19200" y="48768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3750" y="501015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800" dirty="0" spc="-2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80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3750" y="537210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Trình</a:t>
            </a:r>
            <a:r>
              <a:rPr lang="en-US" sz="24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duyệt</a:t>
            </a:r>
            <a:r>
              <a:rPr lang="en-US" sz="2400" dirty="0" spc="4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cầu,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4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038850"/>
            <a:ext cx="103251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603885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3750" y="617220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Quick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1800" dirty="0" spc="-1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3750" y="653415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4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HTTP/3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4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40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7200900"/>
            <a:ext cx="103251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19200" y="7200900"/>
            <a:ext cx="1905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1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RUDP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333750" y="7334250"/>
            <a:ext cx="771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Reliable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3750" y="7696200"/>
            <a:ext cx="7715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400" dirty="0" spc="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1620500" y="2552700"/>
            <a:ext cx="5753100" cy="3143250"/>
          </a:xfrm>
          <a:prstGeom prst="roundRect">
            <a:avLst>
              <a:gd name="adj" fmla="val 6061"/>
            </a:avLst>
          </a:prstGeom>
          <a:solidFill>
            <a:srgbClr val="F3EEE3"/>
          </a:solidFill>
          <a:ln/>
        </p:spPr>
      </p:sp>
      <p:sp>
        <p:nvSpPr>
          <p:cNvPr id="25" name="Text 23"/>
          <p:cNvSpPr/>
          <p:nvPr/>
        </p:nvSpPr>
        <p:spPr>
          <a:xfrm>
            <a:off x="11963400" y="2819400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950" dirty="0"/>
          </a:p>
        </p:txBody>
      </p:sp>
      <p:sp>
        <p:nvSpPr>
          <p:cNvPr id="26" name="Text richtext-1792293361221-635760572"/>
          <p:cNvSpPr/>
          <p:nvPr/>
        </p:nvSpPr>
        <p:spPr>
          <a:xfrm>
            <a:off x="11963400" y="3333750"/>
            <a:ext cx="5143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snapshot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2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Gaffer</a:t>
            </a:r>
            <a:r>
              <a:rPr lang="en-US" sz="22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On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Games</a:t>
            </a:r>
            <a:r>
              <a:rPr lang="en-US" sz="22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Valve: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2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game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8085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(UDP),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RFC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9000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(QUIC)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1620500" y="5886450"/>
            <a:ext cx="5753100" cy="2362200"/>
          </a:xfrm>
          <a:prstGeom prst="roundRect">
            <a:avLst>
              <a:gd name="adj" fmla="val 8065"/>
            </a:avLst>
          </a:prstGeom>
          <a:solidFill>
            <a:srgbClr val="1E212B"/>
          </a:solidFill>
          <a:ln/>
        </p:spPr>
      </p:sp>
      <p:sp>
        <p:nvSpPr>
          <p:cNvPr id="28" name="Shape 26"/>
          <p:cNvSpPr/>
          <p:nvPr/>
        </p:nvSpPr>
        <p:spPr>
          <a:xfrm>
            <a:off x="11620500" y="5886450"/>
            <a:ext cx="95250" cy="2362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9" name="Text 27"/>
          <p:cNvSpPr/>
          <p:nvPr/>
        </p:nvSpPr>
        <p:spPr>
          <a:xfrm>
            <a:off x="11963400" y="6096000"/>
            <a:ext cx="5143500" cy="2000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0" name="Text 3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06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bca2ad2a-907e-4b98-b484-dbd1053ea67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2026-10-19T00:43:30Z</dcterms:created>
  <dcterms:modified xsi:type="dcterms:W3CDTF">2026-10-19T00:43:30Z</dcterms:modified>
</cp:coreProperties>
</file>