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Be Vietnam Pro SemiBold"/>
      <p:regular r:id="rId20"/>
    </p:embeddedFont>
    <p:embeddedFont>
      <p:font typeface="Be Vietnam Pro Medium"/>
      <p:regular r:id="rId21"/>
    </p:embeddedFont>
    <p:embeddedFont>
      <p:font typeface="Be Vietnam Pro ExtraBold"/>
      <p:regular r:id="rId2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7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95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0953750" cy="2286000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Cổng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mạng</a:t>
            </a:r>
            <a:r>
              <a:rPr lang="en-US" sz="8100" dirty="0" spc="-8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endParaRPr lang="en-US" sz="8100" dirty="0"/>
          </a:p>
          <a:p>
            <a:pPr algn="l" indent="0" marL="0">
              <a:lnSpc>
                <a:spcPts val="8424"/>
              </a:lnSpc>
              <a:buNone/>
            </a:pP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18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cổng</a:t>
            </a:r>
            <a:r>
              <a:rPr lang="en-US" sz="81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quen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thuộc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4000500"/>
            <a:ext cx="8572500" cy="161925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Hệ</a:t>
            </a:r>
            <a:r>
              <a:rPr lang="en-US" sz="2850" dirty="0" spc="2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8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8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850" dirty="0" spc="-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8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</a:t>
            </a:r>
            <a:r>
              <a:rPr lang="en-US" sz="2850" dirty="0" spc="-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số,</a:t>
            </a:r>
            <a:r>
              <a:rPr lang="en-US" sz="28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-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8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85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8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850" dirty="0" spc="1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8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850" dirty="0" spc="-1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chuyện.</a:t>
            </a:r>
            <a:endParaRPr lang="en-US" sz="2850" dirty="0"/>
          </a:p>
        </p:txBody>
      </p:sp>
      <p:sp>
        <p:nvSpPr>
          <p:cNvPr id="5" name="Connector line-1792296878119-753688437"/>
          <p:cNvSpPr/>
          <p:nvPr/>
        </p:nvSpPr>
        <p:spPr>
          <a:xfrm>
            <a:off x="914400" y="7048500"/>
            <a:ext cx="86106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7410450"/>
            <a:ext cx="2095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35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</a:t>
            </a:r>
            <a:endParaRPr lang="en-US" sz="4350" dirty="0"/>
          </a:p>
        </p:txBody>
      </p:sp>
      <p:sp>
        <p:nvSpPr>
          <p:cNvPr id="7" name="Text 5"/>
          <p:cNvSpPr/>
          <p:nvPr/>
        </p:nvSpPr>
        <p:spPr>
          <a:xfrm>
            <a:off x="914400" y="8115300"/>
            <a:ext cx="2476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phép</a:t>
            </a:r>
            <a:r>
              <a:rPr lang="en-US" sz="1800" dirty="0" spc="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180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Linux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19500" y="7410450"/>
            <a:ext cx="2095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35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18</a:t>
            </a:r>
            <a:endParaRPr lang="en-US" sz="4350" dirty="0"/>
          </a:p>
        </p:txBody>
      </p:sp>
      <p:sp>
        <p:nvSpPr>
          <p:cNvPr id="9" name="Text 7"/>
          <p:cNvSpPr/>
          <p:nvPr/>
        </p:nvSpPr>
        <p:spPr>
          <a:xfrm>
            <a:off x="3619500" y="8115300"/>
            <a:ext cx="2667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cổng quen</a:t>
            </a:r>
            <a:r>
              <a:rPr lang="en-US" sz="18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667500" y="7410450"/>
            <a:ext cx="2095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350" dirty="0" spc="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22</a:t>
            </a:r>
            <a:endParaRPr lang="en-US" sz="4350" dirty="0"/>
          </a:p>
        </p:txBody>
      </p:sp>
      <p:sp>
        <p:nvSpPr>
          <p:cNvPr id="11" name="Text 9"/>
          <p:cNvSpPr/>
          <p:nvPr/>
        </p:nvSpPr>
        <p:spPr>
          <a:xfrm>
            <a:off x="6667500" y="8115300"/>
            <a:ext cx="285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cổng</a:t>
            </a:r>
            <a:r>
              <a:rPr lang="en-US" sz="18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nhắc</a:t>
            </a:r>
            <a:r>
              <a:rPr lang="en-US" sz="180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962025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165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16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3335000" y="1962150"/>
            <a:ext cx="4095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180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máy, một</a:t>
            </a:r>
            <a:r>
              <a:rPr lang="en-US" sz="1800" dirty="0" spc="2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IP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3335000" y="2381250"/>
            <a:ext cx="4095750" cy="4953000"/>
          </a:xfrm>
          <a:prstGeom prst="roundRect">
            <a:avLst>
              <a:gd name="adj" fmla="val 7442"/>
            </a:avLst>
          </a:prstGeom>
          <a:solidFill>
            <a:srgbClr val="1E212B"/>
          </a:solidFill>
          <a:ln w="19050">
            <a:solidFill>
              <a:srgbClr val="2D31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677900" y="2781300"/>
            <a:ext cx="3409950" cy="800100"/>
          </a:xfrm>
          <a:prstGeom prst="roundRect">
            <a:avLst>
              <a:gd name="adj" fmla="val 23810"/>
            </a:avLst>
          </a:prstGeom>
          <a:solidFill>
            <a:srgbClr val="12141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963650" y="2781300"/>
            <a:ext cx="1905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2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TCP</a:t>
            </a:r>
            <a:r>
              <a:rPr lang="en-US" sz="2400" dirty="0" spc="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22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5240000" y="2781300"/>
            <a:ext cx="158115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 spc="10" kern="0">
                <a:solidFill>
                  <a:srgbClr val="C4C8D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SSH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3677900" y="3790950"/>
            <a:ext cx="3409950" cy="800100"/>
          </a:xfrm>
          <a:prstGeom prst="roundRect">
            <a:avLst>
              <a:gd name="adj" fmla="val 23810"/>
            </a:avLst>
          </a:prstGeom>
          <a:solidFill>
            <a:srgbClr val="12141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963650" y="3790950"/>
            <a:ext cx="1905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2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TCP</a:t>
            </a:r>
            <a:r>
              <a:rPr lang="en-US" sz="2400" dirty="0" spc="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443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5240000" y="3790950"/>
            <a:ext cx="158115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 spc="3" kern="0">
                <a:solidFill>
                  <a:srgbClr val="C4C8D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HTTPS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3677900" y="4800600"/>
            <a:ext cx="3409950" cy="800100"/>
          </a:xfrm>
          <a:prstGeom prst="roundRect">
            <a:avLst>
              <a:gd name="adj" fmla="val 23810"/>
            </a:avLst>
          </a:prstGeom>
          <a:solidFill>
            <a:srgbClr val="12141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963650" y="4800600"/>
            <a:ext cx="1905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2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TCP</a:t>
            </a:r>
            <a:r>
              <a:rPr lang="en-US" sz="2400" dirty="0" spc="8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53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5240000" y="4800600"/>
            <a:ext cx="158115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 spc="2" kern="0">
                <a:solidFill>
                  <a:srgbClr val="C4C8D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DNS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3677900" y="5810250"/>
            <a:ext cx="3409950" cy="800100"/>
          </a:xfrm>
          <a:prstGeom prst="roundRect">
            <a:avLst>
              <a:gd name="adj" fmla="val 23810"/>
            </a:avLst>
          </a:prstGeom>
          <a:solidFill>
            <a:srgbClr val="12141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963650" y="5810250"/>
            <a:ext cx="1905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UDP</a:t>
            </a:r>
            <a:r>
              <a:rPr lang="en-US" sz="2400" dirty="0" spc="7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53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15240000" y="5810250"/>
            <a:ext cx="158115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 spc="2" kern="0">
                <a:solidFill>
                  <a:srgbClr val="C4C8D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DNS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0439400" y="4724400"/>
            <a:ext cx="266700" cy="2667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28" name="Connector line-1792296878156-994429280"/>
          <p:cNvSpPr/>
          <p:nvPr/>
        </p:nvSpPr>
        <p:spPr>
          <a:xfrm>
            <a:off x="10706100" y="4857750"/>
            <a:ext cx="2552700" cy="0"/>
          </a:xfrm>
          <a:prstGeom prst="line">
            <a:avLst/>
          </a:prstGeom>
          <a:noFill/>
          <a:ln w="38100">
            <a:solidFill>
              <a:srgbClr val="F3EEE3"/>
            </a:solidFill>
            <a:prstDash val="solid"/>
            <a:headEnd type="none"/>
            <a:tailEnd type="triangle" w="lg" len="lg"/>
          </a:ln>
        </p:spPr>
      </p:sp>
      <p:sp>
        <p:nvSpPr>
          <p:cNvPr id="29" name="Text 27"/>
          <p:cNvSpPr/>
          <p:nvPr/>
        </p:nvSpPr>
        <p:spPr>
          <a:xfrm>
            <a:off x="10287000" y="5086350"/>
            <a:ext cx="285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gói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2192000" y="7620000"/>
            <a:ext cx="5238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cổng cộng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180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80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02cf2e10-e6fb-497d-b6b9-52bb178479c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952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9906000" cy="200025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t"/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Hệ</a:t>
            </a:r>
            <a:r>
              <a:rPr lang="en-US" sz="7200" dirty="0" spc="2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hành</a:t>
            </a:r>
            <a:endParaRPr lang="en-US" sz="7200" dirty="0"/>
          </a:p>
          <a:p>
            <a:pPr algn="l" indent="0" marL="0">
              <a:lnSpc>
                <a:spcPts val="7560"/>
              </a:lnSpc>
              <a:buNone/>
            </a:pP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chỉ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thấy</a:t>
            </a: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con</a:t>
            </a:r>
            <a:r>
              <a:rPr lang="en-US" sz="72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543300"/>
            <a:ext cx="9525000" cy="104775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-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Địa</a:t>
            </a:r>
            <a:r>
              <a:rPr lang="en-US" sz="2700" dirty="0" spc="-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700" dirty="0" spc="-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IP</a:t>
            </a:r>
            <a:r>
              <a:rPr lang="en-US" sz="2700" dirty="0" spc="-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2700" dirty="0" spc="-4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700" dirty="0" spc="-1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máy.</a:t>
            </a:r>
            <a:r>
              <a:rPr lang="en-US" sz="2700" dirty="0" spc="-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Cổng cùng</a:t>
            </a:r>
            <a:r>
              <a:rPr lang="en-US" sz="2700" dirty="0" spc="-3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700" dirty="0" spc="9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700" dirty="0" spc="-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700" dirty="0" spc="-4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700" dirty="0" spc="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</a:t>
            </a:r>
            <a:r>
              <a:rPr lang="en-US" sz="2700" dirty="0" spc="-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700" dirty="0" spc="-2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700" dirty="0" spc="-1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700" dirty="0" spc="1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4857750"/>
            <a:ext cx="4667250" cy="838200"/>
          </a:xfrm>
          <a:prstGeom prst="roundRect">
            <a:avLst>
              <a:gd name="adj" fmla="val 22727"/>
            </a:avLst>
          </a:prstGeom>
          <a:solidFill>
            <a:srgbClr val="E8E0CF"/>
          </a:solidFill>
          <a:ln/>
        </p:spPr>
      </p:sp>
      <p:sp>
        <p:nvSpPr>
          <p:cNvPr id="6" name="Shape 4"/>
          <p:cNvSpPr/>
          <p:nvPr/>
        </p:nvSpPr>
        <p:spPr>
          <a:xfrm>
            <a:off x="1123950" y="5048250"/>
            <a:ext cx="457200" cy="4572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7" name="Text 5"/>
          <p:cNvSpPr/>
          <p:nvPr/>
        </p:nvSpPr>
        <p:spPr>
          <a:xfrm>
            <a:off x="1123950" y="504825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771650" y="5048250"/>
            <a:ext cx="3714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Cổng</a:t>
            </a:r>
            <a:r>
              <a:rPr lang="en-US" sz="24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24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40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14400" y="5867400"/>
            <a:ext cx="4667250" cy="838200"/>
          </a:xfrm>
          <a:prstGeom prst="roundRect">
            <a:avLst>
              <a:gd name="adj" fmla="val 22727"/>
            </a:avLst>
          </a:prstGeom>
          <a:solidFill>
            <a:srgbClr val="E8E0CF"/>
          </a:solidFill>
          <a:ln/>
        </p:spPr>
      </p:sp>
      <p:sp>
        <p:nvSpPr>
          <p:cNvPr id="10" name="Shape 8"/>
          <p:cNvSpPr/>
          <p:nvPr/>
        </p:nvSpPr>
        <p:spPr>
          <a:xfrm>
            <a:off x="1123950" y="6057900"/>
            <a:ext cx="457200" cy="4572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1" name="Text 9"/>
          <p:cNvSpPr/>
          <p:nvPr/>
        </p:nvSpPr>
        <p:spPr>
          <a:xfrm>
            <a:off x="1123950" y="60579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771650" y="6057900"/>
            <a:ext cx="3714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Cổng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thấp</a:t>
            </a: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40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14400" y="6877050"/>
            <a:ext cx="4667250" cy="838200"/>
          </a:xfrm>
          <a:prstGeom prst="roundRect">
            <a:avLst>
              <a:gd name="adj" fmla="val 22727"/>
            </a:avLst>
          </a:prstGeom>
          <a:solidFill>
            <a:srgbClr val="E8E0CF"/>
          </a:solidFill>
          <a:ln/>
        </p:spPr>
      </p:sp>
      <p:sp>
        <p:nvSpPr>
          <p:cNvPr id="14" name="Shape 12"/>
          <p:cNvSpPr/>
          <p:nvPr/>
        </p:nvSpPr>
        <p:spPr>
          <a:xfrm>
            <a:off x="1123950" y="7067550"/>
            <a:ext cx="457200" cy="4572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5" name="Text 13"/>
          <p:cNvSpPr/>
          <p:nvPr/>
        </p:nvSpPr>
        <p:spPr>
          <a:xfrm>
            <a:off x="1123950" y="706755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771650" y="7067550"/>
            <a:ext cx="3714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Mượn</a:t>
            </a:r>
            <a:r>
              <a:rPr lang="en-US" sz="24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cổng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tạm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5772150" y="4857750"/>
            <a:ext cx="4667250" cy="838200"/>
          </a:xfrm>
          <a:prstGeom prst="roundRect">
            <a:avLst>
              <a:gd name="adj" fmla="val 22727"/>
            </a:avLst>
          </a:prstGeom>
          <a:solidFill>
            <a:srgbClr val="E8E0CF"/>
          </a:solidFill>
          <a:ln/>
        </p:spPr>
      </p:sp>
      <p:sp>
        <p:nvSpPr>
          <p:cNvPr id="18" name="Shape 16"/>
          <p:cNvSpPr/>
          <p:nvPr/>
        </p:nvSpPr>
        <p:spPr>
          <a:xfrm>
            <a:off x="5981700" y="5048250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9" name="Text 17"/>
          <p:cNvSpPr/>
          <p:nvPr/>
        </p:nvSpPr>
        <p:spPr>
          <a:xfrm>
            <a:off x="5981700" y="504825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629400" y="5048250"/>
            <a:ext cx="3714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Đóng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 im</a:t>
            </a: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lặng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5772150" y="5867400"/>
            <a:ext cx="4667250" cy="838200"/>
          </a:xfrm>
          <a:prstGeom prst="roundRect">
            <a:avLst>
              <a:gd name="adj" fmla="val 22727"/>
            </a:avLst>
          </a:prstGeom>
          <a:solidFill>
            <a:srgbClr val="E8E0CF"/>
          </a:solidFill>
          <a:ln/>
        </p:spPr>
      </p:sp>
      <p:sp>
        <p:nvSpPr>
          <p:cNvPr id="22" name="Shape 20"/>
          <p:cNvSpPr/>
          <p:nvPr/>
        </p:nvSpPr>
        <p:spPr>
          <a:xfrm>
            <a:off x="5981700" y="6057900"/>
            <a:ext cx="457200" cy="4572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3" name="Text 21"/>
          <p:cNvSpPr/>
          <p:nvPr/>
        </p:nvSpPr>
        <p:spPr>
          <a:xfrm>
            <a:off x="5981700" y="60579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629400" y="6057900"/>
            <a:ext cx="3714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24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4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24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nghe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5772150" y="6877050"/>
            <a:ext cx="4667250" cy="838200"/>
          </a:xfrm>
          <a:prstGeom prst="roundRect">
            <a:avLst>
              <a:gd name="adj" fmla="val 22727"/>
            </a:avLst>
          </a:prstGeom>
          <a:solidFill>
            <a:srgbClr val="E8E0CF"/>
          </a:solidFill>
          <a:ln/>
        </p:spPr>
      </p:sp>
      <p:sp>
        <p:nvSpPr>
          <p:cNvPr id="26" name="Shape 24"/>
          <p:cNvSpPr/>
          <p:nvPr/>
        </p:nvSpPr>
        <p:spPr>
          <a:xfrm>
            <a:off x="5981700" y="7067550"/>
            <a:ext cx="457200" cy="4572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7" name="Text 25"/>
          <p:cNvSpPr/>
          <p:nvPr/>
        </p:nvSpPr>
        <p:spPr>
          <a:xfrm>
            <a:off x="5981700" y="706755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6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629400" y="7067550"/>
            <a:ext cx="3714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Mở</a:t>
            </a:r>
            <a:r>
              <a:rPr lang="en-US" sz="24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4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Internet?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914400" y="7981950"/>
            <a:ext cx="952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800" dirty="0" spc="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5:</a:t>
            </a:r>
            <a:r>
              <a:rPr lang="en-US" sz="1800" dirty="0" spc="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180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8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 máy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Linux.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6:</a:t>
            </a: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cổng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quen thuộc.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1239500" y="914400"/>
            <a:ext cx="6134100" cy="7905750"/>
          </a:xfrm>
          <a:prstGeom prst="roundRect">
            <a:avLst>
              <a:gd name="adj" fmla="val 4969"/>
            </a:avLst>
          </a:prstGeom>
          <a:solidFill>
            <a:srgbClr val="1F3FD1"/>
          </a:solidFill>
          <a:ln/>
        </p:spPr>
      </p:sp>
      <p:sp>
        <p:nvSpPr>
          <p:cNvPr id="31" name="Shape 29"/>
          <p:cNvSpPr/>
          <p:nvPr/>
        </p:nvSpPr>
        <p:spPr>
          <a:xfrm>
            <a:off x="11772900" y="1447800"/>
            <a:ext cx="533400" cy="533400"/>
          </a:xfrm>
          <a:prstGeom prst="ellips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1915775" y="1619250"/>
            <a:ext cx="257175" cy="200025"/>
          </a:xfrm>
          <a:custGeom>
            <a:avLst/>
            <a:gdLst/>
            <a:ahLst/>
            <a:cxnLst/>
            <a:rect l="l" t="t" r="r" b="b"/>
            <a:pathLst>
              <a:path w="257175" h="200025">
                <a:moveTo>
                  <a:pt x="0" y="104775"/>
                </a:moveTo>
                <a:lnTo>
                  <a:pt x="95250" y="200025"/>
                </a:lnTo>
                <a:lnTo>
                  <a:pt x="257175" y="0"/>
                </a:lnTo>
              </a:path>
            </a:pathLst>
          </a:custGeom>
          <a:ln w="381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772900" y="2438400"/>
            <a:ext cx="5143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8" kern="0" dirty="0">
                <a:solidFill>
                  <a:srgbClr val="C7CFF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1650" b="1" spc="227" kern="0" dirty="0">
                <a:solidFill>
                  <a:srgbClr val="C7CFF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11772900" y="2857500"/>
            <a:ext cx="5143500" cy="2476500"/>
          </a:xfrm>
          <a:prstGeom prst="rect">
            <a:avLst/>
          </a:prstGeom>
          <a:noFill/>
          <a:ln/>
        </p:spPr>
        <p:txBody>
          <a:bodyPr wrap="square" lIns="0" tIns="11430" rIns="0" bIns="-1143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000" dirty="0" spc="-8" kern="0">
                <a:solidFill>
                  <a:srgbClr val="FFFFFF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Biết</a:t>
            </a:r>
            <a:r>
              <a:rPr lang="en-US" sz="3000" dirty="0" spc="-2" kern="0">
                <a:solidFill>
                  <a:srgbClr val="FFFFFF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cổng</a:t>
            </a:r>
            <a:r>
              <a:rPr lang="en-US" sz="3000" dirty="0" spc="4" kern="0">
                <a:solidFill>
                  <a:srgbClr val="FFFFFF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nào</a:t>
            </a:r>
            <a:r>
              <a:rPr lang="en-US" sz="3000" dirty="0" spc="0" kern="0">
                <a:solidFill>
                  <a:srgbClr val="FFFFFF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có thể</a:t>
            </a:r>
            <a:r>
              <a:rPr lang="en-US" sz="3000" dirty="0" spc="-4" kern="0">
                <a:solidFill>
                  <a:srgbClr val="FFFFFF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mở</a:t>
            </a:r>
            <a:r>
              <a:rPr lang="en-US" sz="3000" dirty="0" spc="-32" kern="0">
                <a:solidFill>
                  <a:srgbClr val="FFFFFF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ra</a:t>
            </a:r>
            <a:r>
              <a:rPr lang="en-US" sz="3000" dirty="0" spc="-11" kern="0">
                <a:solidFill>
                  <a:srgbClr val="FFFFFF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Internet,</a:t>
            </a:r>
            <a:r>
              <a:rPr lang="en-US" sz="3000" dirty="0" spc="-2" kern="0">
                <a:solidFill>
                  <a:srgbClr val="FFFFFF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cổng</a:t>
            </a:r>
            <a:r>
              <a:rPr lang="en-US" sz="3000" dirty="0" spc="4" kern="0">
                <a:solidFill>
                  <a:srgbClr val="FFFFFF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nào</a:t>
            </a:r>
            <a:r>
              <a:rPr lang="en-US" sz="3000" dirty="0" spc="3" kern="0">
                <a:solidFill>
                  <a:srgbClr val="FFFFFF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thì</a:t>
            </a:r>
            <a:r>
              <a:rPr lang="en-US" sz="3000" dirty="0" spc="-2" kern="0">
                <a:solidFill>
                  <a:srgbClr val="FFFFFF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không.</a:t>
            </a:r>
            <a:endParaRPr lang="en-US" sz="3000" dirty="0"/>
          </a:p>
        </p:txBody>
      </p:sp>
      <p:sp>
        <p:nvSpPr>
          <p:cNvPr id="35" name="Text 33"/>
          <p:cNvSpPr/>
          <p:nvPr/>
        </p:nvSpPr>
        <p:spPr>
          <a:xfrm>
            <a:off x="11772900" y="6667500"/>
            <a:ext cx="5143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C7CFF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Cổng là</a:t>
            </a:r>
            <a:r>
              <a:rPr lang="en-US" sz="1800" dirty="0" spc="-3" kern="0">
                <a:solidFill>
                  <a:srgbClr val="C7CFF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1800" dirty="0" spc="-2" kern="0">
                <a:solidFill>
                  <a:srgbClr val="C7CFF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số</a:t>
            </a:r>
            <a:r>
              <a:rPr lang="en-US" sz="1800" dirty="0" spc="-1" kern="0">
                <a:solidFill>
                  <a:srgbClr val="C7CFF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16</a:t>
            </a:r>
            <a:r>
              <a:rPr lang="en-US" sz="1800" dirty="0" spc="3" kern="0">
                <a:solidFill>
                  <a:srgbClr val="C7CFF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bit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11772900" y="7200900"/>
            <a:ext cx="5067300" cy="152400"/>
          </a:xfrm>
          <a:prstGeom prst="roundRect">
            <a:avLst>
              <a:gd name="adj" fmla="val 50000"/>
            </a:avLst>
          </a:prstGeom>
          <a:solidFill>
            <a:srgbClr val="DDE3FA"/>
          </a:solidFill>
          <a:ln/>
        </p:spPr>
      </p:sp>
      <p:sp>
        <p:nvSpPr>
          <p:cNvPr id="37" name="Shape 35"/>
          <p:cNvSpPr/>
          <p:nvPr/>
        </p:nvSpPr>
        <p:spPr>
          <a:xfrm>
            <a:off x="11696700" y="7162800"/>
            <a:ext cx="228600" cy="2286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8" name="Shape 36"/>
          <p:cNvSpPr/>
          <p:nvPr/>
        </p:nvSpPr>
        <p:spPr>
          <a:xfrm>
            <a:off x="16687800" y="7162800"/>
            <a:ext cx="228600" cy="2286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11772900" y="7581900"/>
            <a:ext cx="190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2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</a:t>
            </a:r>
            <a:endParaRPr lang="en-US" sz="3300" dirty="0"/>
          </a:p>
        </p:txBody>
      </p:sp>
      <p:sp>
        <p:nvSpPr>
          <p:cNvPr id="40" name="Text 38"/>
          <p:cNvSpPr/>
          <p:nvPr/>
        </p:nvSpPr>
        <p:spPr>
          <a:xfrm>
            <a:off x="14935200" y="7581900"/>
            <a:ext cx="190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300" dirty="0" spc="16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65535</a:t>
            </a:r>
            <a:endParaRPr lang="en-US" sz="3300" dirty="0"/>
          </a:p>
        </p:txBody>
      </p:sp>
      <p:sp>
        <p:nvSpPr>
          <p:cNvPr id="41" name="Connector line-1792296923188-116421228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42" name="Shape 4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43" name="Shape 41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4" name="Shape 4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12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53" name="Shape 5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4" name="Moda image moda-export-watermark-b9b1aa72-40c6-4d29-ae0c-19238cbff30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952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ĐO 1</a:t>
            </a:r>
            <a:r>
              <a:rPr lang="en-US" sz="180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3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</a:t>
            </a:r>
            <a:r>
              <a:rPr lang="en-US" sz="180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ctr"/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Cổng cộng</a:t>
            </a:r>
            <a:r>
              <a:rPr lang="en-US" sz="7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giao</a:t>
            </a:r>
            <a:r>
              <a:rPr lang="en-US" sz="7200" dirty="0" spc="-5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thức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2857500"/>
            <a:ext cx="7810500" cy="152400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700" dirty="0" spc="-2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socket</a:t>
            </a:r>
            <a:r>
              <a:rPr lang="en-US" sz="2700" dirty="0" spc="-4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TCP</a:t>
            </a:r>
            <a:r>
              <a:rPr lang="en-US" sz="27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700" dirty="0" spc="2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7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chỉ,</a:t>
            </a:r>
            <a:r>
              <a:rPr lang="en-US" sz="27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700" dirty="0" spc="-1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7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cổng:</a:t>
            </a:r>
            <a:r>
              <a:rPr lang="en-US" sz="27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</a:t>
            </a:r>
            <a:r>
              <a:rPr lang="en-US" sz="27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7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7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7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 chối. UDP</a:t>
            </a:r>
            <a:r>
              <a:rPr lang="en-US" sz="2700" dirty="0" spc="-1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700" dirty="0" spc="-1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2700" dirty="0" spc="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700" dirty="0" spc="-1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700" dirty="0" spc="1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4762500"/>
            <a:ext cx="7810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EADDRINUSE:</a:t>
            </a:r>
            <a:r>
              <a:rPr lang="en-US" sz="1950" dirty="0" spc="2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19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195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195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914400" y="5715000"/>
            <a:ext cx="7810500" cy="2381250"/>
          </a:xfrm>
          <a:prstGeom prst="roundRect">
            <a:avLst>
              <a:gd name="adj" fmla="val 11200"/>
            </a:avLst>
          </a:prstGeom>
          <a:solidFill>
            <a:srgbClr val="1E212B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5715000"/>
            <a:ext cx="114300" cy="23812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8" name="Text 6"/>
          <p:cNvSpPr/>
          <p:nvPr/>
        </p:nvSpPr>
        <p:spPr>
          <a:xfrm>
            <a:off x="1409700" y="6096000"/>
            <a:ext cx="6858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650" b="1" spc="22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409700" y="6534150"/>
            <a:ext cx="7048500" cy="1333500"/>
          </a:xfrm>
          <a:prstGeom prst="rect">
            <a:avLst/>
          </a:prstGeom>
          <a:noFill/>
          <a:ln/>
        </p:spPr>
        <p:txBody>
          <a:bodyPr wrap="square" lIns="0" tIns="17812" rIns="0" bIns="-17812" rtlCol="0" anchor="t"/>
          <a:lstStyle/>
          <a:p>
            <a:pPr algn="l" indent="0" marL="0">
              <a:lnSpc>
                <a:spcPts val="4290"/>
              </a:lnSpc>
              <a:buNone/>
            </a:pPr>
            <a:r>
              <a:rPr lang="en-US" sz="33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Nói</a:t>
            </a:r>
            <a:r>
              <a:rPr lang="en-US" sz="330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“cổng</a:t>
            </a:r>
            <a:r>
              <a:rPr lang="en-US" sz="33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53”</a:t>
            </a:r>
            <a:r>
              <a:rPr lang="en-US" sz="33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33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 cả</a:t>
            </a:r>
            <a:r>
              <a:rPr lang="en-US" sz="3300" b="1" dirty="0" spc="-3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TCP</a:t>
            </a:r>
            <a:r>
              <a:rPr lang="en-US" sz="3300" b="1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330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UDP.</a:t>
            </a:r>
            <a:endParaRPr lang="en-US" sz="3300" dirty="0"/>
          </a:p>
        </p:txBody>
      </p:sp>
      <p:sp>
        <p:nvSpPr>
          <p:cNvPr id="10" name="Shape 8"/>
          <p:cNvSpPr/>
          <p:nvPr/>
        </p:nvSpPr>
        <p:spPr>
          <a:xfrm>
            <a:off x="9620250" y="2857500"/>
            <a:ext cx="7753350" cy="5238750"/>
          </a:xfrm>
          <a:prstGeom prst="roundRect">
            <a:avLst>
              <a:gd name="adj" fmla="val 5818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9620250" y="3143250"/>
            <a:ext cx="77533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</a:t>
            </a:r>
            <a:r>
              <a:rPr lang="en-US" sz="1800" dirty="0" spc="2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chỉ,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cổng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53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001250" y="3905250"/>
            <a:ext cx="457200" cy="457200"/>
          </a:xfrm>
          <a:prstGeom prst="ellipse">
            <a:avLst/>
          </a:prstGeom>
          <a:solidFill>
            <a:srgbClr val="2D3140"/>
          </a:solidFill>
          <a:ln/>
        </p:spPr>
      </p:sp>
      <p:sp>
        <p:nvSpPr>
          <p:cNvPr id="13" name="Text 11"/>
          <p:cNvSpPr/>
          <p:nvPr/>
        </p:nvSpPr>
        <p:spPr>
          <a:xfrm>
            <a:off x="10001250" y="390525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0668000" y="3733800"/>
            <a:ext cx="2476500" cy="800100"/>
          </a:xfrm>
          <a:prstGeom prst="roundRect">
            <a:avLst>
              <a:gd name="adj" fmla="val 50000"/>
            </a:avLst>
          </a:prstGeom>
          <a:solidFill>
            <a:srgbClr val="12141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68000" y="3733800"/>
            <a:ext cx="2476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2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TCP</a:t>
            </a:r>
            <a:r>
              <a:rPr lang="en-US" sz="2550" dirty="0" spc="8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53</a:t>
            </a:r>
            <a:endParaRPr lang="en-US" sz="2550" dirty="0"/>
          </a:p>
        </p:txBody>
      </p:sp>
      <p:sp>
        <p:nvSpPr>
          <p:cNvPr id="16" name="Connector line-1792296965604-77355705"/>
          <p:cNvSpPr/>
          <p:nvPr/>
        </p:nvSpPr>
        <p:spPr>
          <a:xfrm>
            <a:off x="13258800" y="4133850"/>
            <a:ext cx="1028700" cy="0"/>
          </a:xfrm>
          <a:prstGeom prst="line">
            <a:avLst/>
          </a:prstGeom>
          <a:noFill/>
          <a:ln w="38100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4439900" y="3733800"/>
            <a:ext cx="2571750" cy="800100"/>
          </a:xfrm>
          <a:prstGeom prst="roundRect">
            <a:avLst>
              <a:gd name="adj" fmla="val 23810"/>
            </a:avLst>
          </a:prstGeom>
          <a:solidFill>
            <a:srgbClr val="12141B"/>
          </a:solidFill>
          <a:ln w="19050">
            <a:solidFill>
              <a:srgbClr val="2D31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39900" y="3733800"/>
            <a:ext cx="257175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21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cổng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10001250" y="5219700"/>
            <a:ext cx="457200" cy="457200"/>
          </a:xfrm>
          <a:prstGeom prst="ellipse">
            <a:avLst/>
          </a:prstGeom>
          <a:solidFill>
            <a:srgbClr val="2D3140"/>
          </a:solidFill>
          <a:ln/>
        </p:spPr>
      </p:sp>
      <p:sp>
        <p:nvSpPr>
          <p:cNvPr id="20" name="Text 18"/>
          <p:cNvSpPr/>
          <p:nvPr/>
        </p:nvSpPr>
        <p:spPr>
          <a:xfrm>
            <a:off x="10001250" y="52197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0668000" y="5048250"/>
            <a:ext cx="2476500" cy="800100"/>
          </a:xfrm>
          <a:prstGeom prst="roundRect">
            <a:avLst>
              <a:gd name="adj" fmla="val 50000"/>
            </a:avLst>
          </a:prstGeom>
          <a:solidFill>
            <a:srgbClr val="12141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668000" y="5048250"/>
            <a:ext cx="2476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2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TCP</a:t>
            </a:r>
            <a:r>
              <a:rPr lang="en-US" sz="2550" dirty="0" spc="8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53</a:t>
            </a:r>
            <a:endParaRPr lang="en-US" sz="2550" dirty="0"/>
          </a:p>
        </p:txBody>
      </p:sp>
      <p:sp>
        <p:nvSpPr>
          <p:cNvPr id="23" name="Connector line-1792296965610-729881231"/>
          <p:cNvSpPr/>
          <p:nvPr/>
        </p:nvSpPr>
        <p:spPr>
          <a:xfrm>
            <a:off x="13258800" y="5448300"/>
            <a:ext cx="1028700" cy="0"/>
          </a:xfrm>
          <a:prstGeom prst="line">
            <a:avLst/>
          </a:prstGeom>
          <a:noFill/>
          <a:ln w="38100">
            <a:solidFill>
              <a:srgbClr val="FF6A4D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4439900" y="5048250"/>
            <a:ext cx="2571750" cy="800100"/>
          </a:xfrm>
          <a:prstGeom prst="roundRect">
            <a:avLst>
              <a:gd name="adj" fmla="val 23810"/>
            </a:avLst>
          </a:prstGeom>
          <a:solidFill>
            <a:srgbClr val="FF6A4D"/>
          </a:solidFill>
          <a:ln/>
        </p:spPr>
      </p:sp>
      <p:sp>
        <p:nvSpPr>
          <p:cNvPr id="25" name="Text 23"/>
          <p:cNvSpPr/>
          <p:nvPr/>
        </p:nvSpPr>
        <p:spPr>
          <a:xfrm>
            <a:off x="14439900" y="5048250"/>
            <a:ext cx="257175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1" kern="0">
                <a:solidFill>
                  <a:srgbClr val="12141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EADDRINUSE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10001250" y="6534150"/>
            <a:ext cx="457200" cy="457200"/>
          </a:xfrm>
          <a:prstGeom prst="ellipse">
            <a:avLst/>
          </a:prstGeom>
          <a:solidFill>
            <a:srgbClr val="2D3140"/>
          </a:solidFill>
          <a:ln/>
        </p:spPr>
      </p:sp>
      <p:sp>
        <p:nvSpPr>
          <p:cNvPr id="27" name="Text 25"/>
          <p:cNvSpPr/>
          <p:nvPr/>
        </p:nvSpPr>
        <p:spPr>
          <a:xfrm>
            <a:off x="10001250" y="653415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0668000" y="6362700"/>
            <a:ext cx="2476500" cy="800100"/>
          </a:xfrm>
          <a:prstGeom prst="roundRect">
            <a:avLst>
              <a:gd name="adj" fmla="val 50000"/>
            </a:avLst>
          </a:prstGeom>
          <a:solidFill>
            <a:srgbClr val="12141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668000" y="6362700"/>
            <a:ext cx="2476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4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UDP</a:t>
            </a:r>
            <a:r>
              <a:rPr lang="en-US" sz="2550" dirty="0" spc="9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53</a:t>
            </a:r>
            <a:endParaRPr lang="en-US" sz="2550" dirty="0"/>
          </a:p>
        </p:txBody>
      </p:sp>
      <p:sp>
        <p:nvSpPr>
          <p:cNvPr id="30" name="Connector line-1792296965616-55243088"/>
          <p:cNvSpPr/>
          <p:nvPr/>
        </p:nvSpPr>
        <p:spPr>
          <a:xfrm>
            <a:off x="13258800" y="6762750"/>
            <a:ext cx="1028700" cy="0"/>
          </a:xfrm>
          <a:prstGeom prst="line">
            <a:avLst/>
          </a:prstGeom>
          <a:noFill/>
          <a:ln w="38100">
            <a:solidFill>
              <a:srgbClr val="3DD6A0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14439900" y="6362700"/>
            <a:ext cx="2571750" cy="800100"/>
          </a:xfrm>
          <a:prstGeom prst="roundRect">
            <a:avLst>
              <a:gd name="adj" fmla="val 23810"/>
            </a:avLst>
          </a:prstGeom>
          <a:solidFill>
            <a:srgbClr val="12141B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4439900" y="6362700"/>
            <a:ext cx="257175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1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được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9620250" y="7448550"/>
            <a:ext cx="77533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lượt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1,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2,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80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180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8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endParaRPr lang="en-US" sz="1800" dirty="0"/>
          </a:p>
        </p:txBody>
      </p:sp>
      <p:sp>
        <p:nvSpPr>
          <p:cNvPr id="34" name="Connector line-1792296965620-279438502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35" name="Shape 3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6" name="Shape 34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7" name="Shape 35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8" name="Shape 3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2141B"/>
          </a:solidFill>
          <a:ln w="19050">
            <a:solidFill>
              <a:srgbClr val="6B6F8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2141B"/>
          </a:solidFill>
          <a:ln w="19050">
            <a:solidFill>
              <a:srgbClr val="6B6F8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2141B"/>
          </a:solidFill>
          <a:ln w="19050">
            <a:solidFill>
              <a:srgbClr val="6B6F8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2141B"/>
          </a:solidFill>
          <a:ln w="19050">
            <a:solidFill>
              <a:srgbClr val="6B6F8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2141B"/>
          </a:solidFill>
          <a:ln w="19050">
            <a:solidFill>
              <a:srgbClr val="6B6F8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2141B"/>
          </a:solidFill>
          <a:ln w="19050">
            <a:solidFill>
              <a:srgbClr val="6B6F8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2141B"/>
          </a:solidFill>
          <a:ln w="19050">
            <a:solidFill>
              <a:srgbClr val="6B6F8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12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03/10</a:t>
            </a:r>
            <a:endParaRPr lang="en-US" sz="1650" dirty="0"/>
          </a:p>
        </p:txBody>
      </p:sp>
      <p:sp>
        <p:nvSpPr>
          <p:cNvPr id="46" name="Shape 4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7" name="Moda image moda-export-watermark-a6e0c122-35aa-4a4f-ae04-2aa253e2413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ĐO</a:t>
            </a:r>
            <a:r>
              <a:rPr lang="en-US" sz="1800" b="1" spc="29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1800" b="1" spc="25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 ·</a:t>
            </a:r>
            <a:r>
              <a:rPr lang="en-US" sz="1800" b="1" spc="30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r>
              <a:rPr lang="en-US" sz="1800" b="1" spc="25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CỔNG</a:t>
            </a:r>
            <a:r>
              <a:rPr lang="en-US" sz="1800" b="1" spc="25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ctr"/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Ai</a:t>
            </a:r>
            <a:r>
              <a:rPr lang="en-US" sz="7200" dirty="0" spc="-9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</a:t>
            </a:r>
            <a:r>
              <a:rPr lang="en-US" sz="72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6459200" cy="3524250"/>
          </a:xfrm>
          <a:prstGeom prst="roundRect">
            <a:avLst>
              <a:gd name="adj" fmla="val 756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563600" y="2971800"/>
            <a:ext cx="3524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1650" dirty="0" spc="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tỉ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524000" y="3771900"/>
            <a:ext cx="2476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0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2100" b="1" dirty="0" spc="-13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572500" y="3771900"/>
            <a:ext cx="5905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-1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cổng</a:t>
            </a:r>
            <a:r>
              <a:rPr lang="en-US" sz="2100" b="1" dirty="0" spc="-6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tạm</a:t>
            </a:r>
            <a:r>
              <a:rPr lang="en-US" sz="2100" b="1" dirty="0" spc="-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mặc</a:t>
            </a:r>
            <a:r>
              <a:rPr lang="en-US" sz="2100" b="1" dirty="0" spc="1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100" b="1" dirty="0" spc="-1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100" b="1" dirty="0" spc="-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Linux</a:t>
            </a:r>
            <a:endParaRPr lang="en-US" sz="2100" dirty="0"/>
          </a:p>
        </p:txBody>
      </p:sp>
      <p:sp>
        <p:nvSpPr>
          <p:cNvPr id="8" name="Connector line-1792297012250-441652490"/>
          <p:cNvSpPr/>
          <p:nvPr/>
        </p:nvSpPr>
        <p:spPr>
          <a:xfrm>
            <a:off x="1524000" y="4476750"/>
            <a:ext cx="15240000" cy="0"/>
          </a:xfrm>
          <a:prstGeom prst="line">
            <a:avLst/>
          </a:prstGeom>
          <a:noFill/>
          <a:ln w="571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1524000" y="4381500"/>
            <a:ext cx="2476500" cy="1905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0" name="Shape 8"/>
          <p:cNvSpPr/>
          <p:nvPr/>
        </p:nvSpPr>
        <p:spPr>
          <a:xfrm>
            <a:off x="8572500" y="4381500"/>
            <a:ext cx="5905500" cy="190500"/>
          </a:xfrm>
          <a:prstGeom prst="roundRect">
            <a:avLst>
              <a:gd name="adj" fmla="val 50000"/>
            </a:avLst>
          </a:prstGeom>
          <a:solidFill>
            <a:srgbClr val="F3DFB8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47800" y="4400550"/>
            <a:ext cx="152400" cy="1524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12" name="Shape 10"/>
          <p:cNvSpPr/>
          <p:nvPr/>
        </p:nvSpPr>
        <p:spPr>
          <a:xfrm>
            <a:off x="3924300" y="4400550"/>
            <a:ext cx="152400" cy="1524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13" name="Shape 11"/>
          <p:cNvSpPr/>
          <p:nvPr/>
        </p:nvSpPr>
        <p:spPr>
          <a:xfrm>
            <a:off x="8496300" y="4400550"/>
            <a:ext cx="152400" cy="1524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14" name="Shape 12"/>
          <p:cNvSpPr/>
          <p:nvPr/>
        </p:nvSpPr>
        <p:spPr>
          <a:xfrm>
            <a:off x="11734800" y="4400550"/>
            <a:ext cx="152400" cy="1524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15" name="Shape 13"/>
          <p:cNvSpPr/>
          <p:nvPr/>
        </p:nvSpPr>
        <p:spPr>
          <a:xfrm>
            <a:off x="14401800" y="4400550"/>
            <a:ext cx="152400" cy="1524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16" name="Shape 14"/>
          <p:cNvSpPr/>
          <p:nvPr/>
        </p:nvSpPr>
        <p:spPr>
          <a:xfrm>
            <a:off x="16687800" y="4400550"/>
            <a:ext cx="152400" cy="1524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17" name="Text 15"/>
          <p:cNvSpPr/>
          <p:nvPr/>
        </p:nvSpPr>
        <p:spPr>
          <a:xfrm>
            <a:off x="762000" y="4743450"/>
            <a:ext cx="152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3238500" y="4743450"/>
            <a:ext cx="152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1024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7810500" y="4743450"/>
            <a:ext cx="152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32768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1049000" y="4743450"/>
            <a:ext cx="152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49152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13716000" y="4743450"/>
            <a:ext cx="152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60999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16002000" y="4743450"/>
            <a:ext cx="152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65535</a:t>
            </a:r>
            <a:endParaRPr lang="en-US" sz="2250" dirty="0"/>
          </a:p>
        </p:txBody>
      </p:sp>
      <p:sp>
        <p:nvSpPr>
          <p:cNvPr id="23" name="Connector line-1792297012264-525597605"/>
          <p:cNvSpPr/>
          <p:nvPr/>
        </p:nvSpPr>
        <p:spPr>
          <a:xfrm>
            <a:off x="11811000" y="5448300"/>
            <a:ext cx="4953000" cy="0"/>
          </a:xfrm>
          <a:prstGeom prst="line">
            <a:avLst/>
          </a:prstGeom>
          <a:noFill/>
          <a:ln w="28575">
            <a:solidFill>
              <a:srgbClr val="8A867C"/>
            </a:solidFill>
            <a:prstDash val="dash"/>
            <a:headEnd type="none"/>
            <a:tailEnd type="none"/>
          </a:ln>
        </p:spPr>
      </p:sp>
      <p:sp>
        <p:nvSpPr>
          <p:cNvPr id="24" name="Text 22"/>
          <p:cNvSpPr/>
          <p:nvPr/>
        </p:nvSpPr>
        <p:spPr>
          <a:xfrm>
            <a:off x="11811000" y="5619750"/>
            <a:ext cx="4953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dải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IANA</a:t>
            </a:r>
            <a:r>
              <a:rPr lang="en-US" sz="180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cổng</a:t>
            </a:r>
            <a:r>
              <a:rPr lang="en-US" sz="1800" dirty="0" spc="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14400" y="6572250"/>
            <a:ext cx="8058150" cy="2247900"/>
          </a:xfrm>
          <a:prstGeom prst="roundRect">
            <a:avLst>
              <a:gd name="adj" fmla="val 10169"/>
            </a:avLst>
          </a:prstGeom>
          <a:solidFill>
            <a:srgbClr val="E8E0CF"/>
          </a:solidFill>
          <a:ln/>
        </p:spPr>
      </p:sp>
      <p:sp>
        <p:nvSpPr>
          <p:cNvPr id="26" name="Text 24"/>
          <p:cNvSpPr/>
          <p:nvPr/>
        </p:nvSpPr>
        <p:spPr>
          <a:xfrm>
            <a:off x="1295400" y="6819900"/>
            <a:ext cx="7429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Cổng</a:t>
            </a:r>
            <a:r>
              <a:rPr lang="en-US" sz="2700" dirty="0" spc="-3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dưới</a:t>
            </a:r>
            <a:r>
              <a:rPr lang="en-US" sz="2700" dirty="0" spc="-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1024</a:t>
            </a:r>
            <a:endParaRPr lang="en-US" sz="2700" dirty="0"/>
          </a:p>
        </p:txBody>
      </p:sp>
      <p:sp>
        <p:nvSpPr>
          <p:cNvPr id="27" name="Text 25"/>
          <p:cNvSpPr/>
          <p:nvPr/>
        </p:nvSpPr>
        <p:spPr>
          <a:xfrm>
            <a:off x="1295400" y="7372350"/>
            <a:ext cx="7429500" cy="133350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 spc="6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400" dirty="0" spc="3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400" dirty="0" spc="5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thường:</a:t>
            </a:r>
            <a:r>
              <a:rPr lang="en-US" sz="2400" dirty="0" spc="-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80</a:t>
            </a:r>
            <a:r>
              <a:rPr lang="en-US" sz="2400" dirty="0" spc="-15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-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1023</a:t>
            </a:r>
            <a:r>
              <a:rPr lang="en-US" sz="2400" dirty="0" spc="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400" dirty="0" spc="4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400" dirty="0" spc="-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chối.</a:t>
            </a:r>
            <a:endParaRPr lang="en-US" sz="2400" dirty="0"/>
          </a:p>
          <a:p>
            <a:pPr algn="l" indent="0" marL="0">
              <a:lnSpc>
                <a:spcPts val="3360"/>
              </a:lnSpc>
              <a:buNone/>
            </a:pPr>
            <a:r>
              <a:rPr lang="en-US" sz="2400" dirty="0" spc="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Cổng</a:t>
            </a:r>
            <a:r>
              <a:rPr lang="en-US" sz="2400" dirty="0" spc="-14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1024</a:t>
            </a:r>
            <a:r>
              <a:rPr lang="en-US" sz="2400" dirty="0" spc="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400" dirty="0" spc="5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được.</a:t>
            </a:r>
            <a:r>
              <a:rPr lang="en-US" sz="2400" dirty="0" spc="-28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Root</a:t>
            </a:r>
            <a:r>
              <a:rPr lang="en-US" sz="2400" dirty="0" spc="7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400" dirty="0" spc="-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ba.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9315450" y="6572250"/>
            <a:ext cx="8058150" cy="2247900"/>
          </a:xfrm>
          <a:prstGeom prst="roundRect">
            <a:avLst>
              <a:gd name="adj" fmla="val 10169"/>
            </a:avLst>
          </a:prstGeom>
          <a:solidFill>
            <a:srgbClr val="E8E0CF"/>
          </a:solidFill>
          <a:ln/>
        </p:spPr>
      </p:sp>
      <p:sp>
        <p:nvSpPr>
          <p:cNvPr id="29" name="Text 27"/>
          <p:cNvSpPr/>
          <p:nvPr/>
        </p:nvSpPr>
        <p:spPr>
          <a:xfrm>
            <a:off x="9696450" y="6819900"/>
            <a:ext cx="7429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Cổng</a:t>
            </a:r>
            <a:r>
              <a:rPr lang="en-US" sz="2700" dirty="0" spc="-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tạm</a:t>
            </a:r>
            <a:r>
              <a:rPr lang="en-US" sz="2700" dirty="0" spc="3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2700" dirty="0" spc="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r>
              <a:rPr lang="en-US" sz="2700" dirty="0" spc="3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khách</a:t>
            </a:r>
            <a:endParaRPr lang="en-US" sz="2700" dirty="0"/>
          </a:p>
        </p:txBody>
      </p:sp>
      <p:sp>
        <p:nvSpPr>
          <p:cNvPr id="30" name="Text 28"/>
          <p:cNvSpPr/>
          <p:nvPr/>
        </p:nvSpPr>
        <p:spPr>
          <a:xfrm>
            <a:off x="9696450" y="7372350"/>
            <a:ext cx="7429500" cy="133350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 spc="-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200</a:t>
            </a:r>
            <a:r>
              <a:rPr lang="en-US" sz="2400" dirty="0" spc="-33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00" dirty="0" spc="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400" dirty="0" spc="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400" dirty="0" spc="1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đều</a:t>
            </a:r>
            <a:r>
              <a:rPr lang="en-US" sz="2400" dirty="0" spc="3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400" dirty="0" spc="-13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00" dirty="0" spc="-14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32768–60999.</a:t>
            </a:r>
            <a:endParaRPr lang="en-US" sz="2400" dirty="0"/>
          </a:p>
          <a:p>
            <a:pPr algn="l" indent="0" marL="0">
              <a:lnSpc>
                <a:spcPts val="3360"/>
              </a:lnSpc>
              <a:buNone/>
            </a:pPr>
            <a:r>
              <a:rPr lang="en-US" sz="2400" dirty="0" spc="-3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2400" dirty="0" spc="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dải</a:t>
            </a:r>
            <a:r>
              <a:rPr lang="en-US" sz="2400" dirty="0" spc="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dirty="0" spc="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nhân,</a:t>
            </a:r>
            <a:r>
              <a:rPr lang="en-US" sz="2400" dirty="0" spc="23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đừng</a:t>
            </a:r>
            <a:r>
              <a:rPr lang="en-US" sz="2400" dirty="0" spc="7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đoán.</a:t>
            </a:r>
            <a:endParaRPr lang="en-US" sz="2400" dirty="0"/>
          </a:p>
        </p:txBody>
      </p:sp>
      <p:sp>
        <p:nvSpPr>
          <p:cNvPr id="31" name="Connector line-1792297012284-959809836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32" name="Shape 3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3" name="Shape 3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4" name="Shape 3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5" name="Shape 33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6" name="Shape 3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12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43" name="Shape 4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4" name="Moda image moda-export-watermark-5f1e5d13-3ac1-42da-902c-31f48db2e87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ĐO</a:t>
            </a:r>
            <a:r>
              <a:rPr lang="en-US" sz="1800" b="1" spc="29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180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ĐÓNG</a:t>
            </a:r>
            <a:r>
              <a:rPr lang="en-US" sz="1800" b="1" spc="253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29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IM</a:t>
            </a:r>
            <a:r>
              <a:rPr lang="en-US" sz="1800" b="1" spc="29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LẶNG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ctr"/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Đóng</a:t>
            </a: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</a:t>
            </a:r>
            <a:r>
              <a:rPr lang="en-US" sz="72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im</a:t>
            </a:r>
            <a:r>
              <a:rPr lang="en-US" sz="7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lặng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8058150" cy="4762500"/>
          </a:xfrm>
          <a:prstGeom prst="roundRect">
            <a:avLst>
              <a:gd name="adj" fmla="val 5600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028950"/>
            <a:ext cx="7429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2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TCP</a:t>
            </a:r>
            <a:r>
              <a:rPr lang="en-US" sz="2700" dirty="0" spc="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·</a:t>
            </a:r>
            <a:r>
              <a:rPr lang="en-US" sz="2700" dirty="0" spc="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cổng</a:t>
            </a:r>
            <a:r>
              <a:rPr lang="en-US" sz="2700" dirty="0" spc="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2700" dirty="0" spc="-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ai</a:t>
            </a:r>
            <a:r>
              <a:rPr lang="en-US" sz="2700" dirty="0" spc="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nghe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524000" y="3714750"/>
            <a:ext cx="190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10" kern="0">
                <a:solidFill>
                  <a:srgbClr val="9AA0B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máy</a:t>
            </a:r>
            <a:r>
              <a:rPr lang="en-US" sz="1800" dirty="0" spc="34" kern="0">
                <a:solidFill>
                  <a:srgbClr val="9AA0B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gửi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57950" y="3714750"/>
            <a:ext cx="190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10" kern="0">
                <a:solidFill>
                  <a:srgbClr val="9AA0B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máy</a:t>
            </a:r>
            <a:r>
              <a:rPr lang="en-US" sz="1800" dirty="0" spc="15" kern="0">
                <a:solidFill>
                  <a:srgbClr val="9AA0B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đích</a:t>
            </a:r>
            <a:endParaRPr lang="en-US" sz="1800" dirty="0"/>
          </a:p>
        </p:txBody>
      </p:sp>
      <p:sp>
        <p:nvSpPr>
          <p:cNvPr id="8" name="Connector line-1792297063914-581975359"/>
          <p:cNvSpPr/>
          <p:nvPr/>
        </p:nvSpPr>
        <p:spPr>
          <a:xfrm>
            <a:off x="2476500" y="4095750"/>
            <a:ext cx="0" cy="1809750"/>
          </a:xfrm>
          <a:prstGeom prst="line">
            <a:avLst/>
          </a:prstGeom>
          <a:noFill/>
          <a:ln w="28575">
            <a:solidFill>
              <a:srgbClr val="2D3140"/>
            </a:solidFill>
            <a:prstDash val="sysDash"/>
            <a:headEnd type="none"/>
            <a:tailEnd type="none"/>
          </a:ln>
        </p:spPr>
      </p:sp>
      <p:sp>
        <p:nvSpPr>
          <p:cNvPr id="9" name="Connector line-1792297063914-452705626"/>
          <p:cNvSpPr/>
          <p:nvPr/>
        </p:nvSpPr>
        <p:spPr>
          <a:xfrm>
            <a:off x="7410450" y="4095750"/>
            <a:ext cx="0" cy="1809750"/>
          </a:xfrm>
          <a:prstGeom prst="line">
            <a:avLst/>
          </a:prstGeom>
          <a:noFill/>
          <a:ln w="28575">
            <a:solidFill>
              <a:srgbClr val="2D3140"/>
            </a:solidFill>
            <a:prstDash val="sysDash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2476500" y="4229100"/>
            <a:ext cx="49339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30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kết</a:t>
            </a:r>
            <a:r>
              <a:rPr lang="en-US" sz="1800" dirty="0" spc="0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nối</a:t>
            </a:r>
            <a:endParaRPr lang="en-US" sz="1800" dirty="0"/>
          </a:p>
        </p:txBody>
      </p:sp>
      <p:sp>
        <p:nvSpPr>
          <p:cNvPr id="11" name="Connector line-1792297063919-638489000"/>
          <p:cNvSpPr/>
          <p:nvPr/>
        </p:nvSpPr>
        <p:spPr>
          <a:xfrm>
            <a:off x="2533650" y="4667250"/>
            <a:ext cx="4781550" cy="0"/>
          </a:xfrm>
          <a:prstGeom prst="line">
            <a:avLst/>
          </a:prstGeom>
          <a:noFill/>
          <a:ln w="38100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2476500" y="5086350"/>
            <a:ext cx="49339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4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từ</a:t>
            </a:r>
            <a:r>
              <a:rPr lang="en-US" sz="1800" dirty="0" spc="1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chối</a:t>
            </a:r>
            <a:endParaRPr lang="en-US" sz="1800" dirty="0"/>
          </a:p>
        </p:txBody>
      </p:sp>
      <p:sp>
        <p:nvSpPr>
          <p:cNvPr id="13" name="Connector line-1792297063922-792470924"/>
          <p:cNvSpPr/>
          <p:nvPr/>
        </p:nvSpPr>
        <p:spPr>
          <a:xfrm flipH="1">
            <a:off x="2571750" y="5524500"/>
            <a:ext cx="4781550" cy="0"/>
          </a:xfrm>
          <a:prstGeom prst="line">
            <a:avLst/>
          </a:prstGeom>
          <a:noFill/>
          <a:ln w="38100">
            <a:solidFill>
              <a:srgbClr val="FF6A4D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1295400" y="6096000"/>
            <a:ext cx="72961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Gần như</a:t>
            </a:r>
            <a:r>
              <a:rPr lang="en-US" sz="2250" dirty="0" spc="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tức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thì,</a:t>
            </a:r>
            <a:r>
              <a:rPr lang="en-US" sz="22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khoảng</a:t>
            </a: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2</a:t>
            </a:r>
            <a:r>
              <a:rPr lang="en-US" sz="22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mili</a:t>
            </a:r>
            <a:r>
              <a:rPr lang="en-US" sz="225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giây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295400" y="6705600"/>
            <a:ext cx="7296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-2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Lời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 chối</a:t>
            </a:r>
            <a:r>
              <a:rPr lang="en-US" sz="19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1950" dirty="0" spc="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cổng</a:t>
            </a:r>
            <a:r>
              <a:rPr lang="en-US" sz="195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đóng.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315450" y="2762250"/>
            <a:ext cx="8058150" cy="4762500"/>
          </a:xfrm>
          <a:prstGeom prst="roundRect">
            <a:avLst>
              <a:gd name="adj" fmla="val 5600"/>
            </a:avLst>
          </a:prstGeom>
          <a:solidFill>
            <a:srgbClr val="1E212B"/>
          </a:solidFill>
          <a:ln/>
        </p:spPr>
      </p:sp>
      <p:sp>
        <p:nvSpPr>
          <p:cNvPr id="17" name="Text 15"/>
          <p:cNvSpPr/>
          <p:nvPr/>
        </p:nvSpPr>
        <p:spPr>
          <a:xfrm>
            <a:off x="9696450" y="3028950"/>
            <a:ext cx="7429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UDP</a:t>
            </a:r>
            <a:r>
              <a:rPr lang="en-US" sz="2700" dirty="0" spc="-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·</a:t>
            </a:r>
            <a:r>
              <a:rPr lang="en-US" sz="2700" dirty="0" spc="-7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socket</a:t>
            </a:r>
            <a:r>
              <a:rPr lang="en-US" sz="2700" dirty="0" spc="-15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chưa kết</a:t>
            </a:r>
            <a:r>
              <a:rPr lang="en-US" sz="2700" dirty="0" spc="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nối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9925050" y="3714750"/>
            <a:ext cx="190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10" kern="0">
                <a:solidFill>
                  <a:srgbClr val="9AA0B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máy</a:t>
            </a:r>
            <a:r>
              <a:rPr lang="en-US" sz="1800" dirty="0" spc="34" kern="0">
                <a:solidFill>
                  <a:srgbClr val="9AA0B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gửi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859000" y="3714750"/>
            <a:ext cx="190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10" kern="0">
                <a:solidFill>
                  <a:srgbClr val="9AA0B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máy</a:t>
            </a:r>
            <a:r>
              <a:rPr lang="en-US" sz="1800" dirty="0" spc="15" kern="0">
                <a:solidFill>
                  <a:srgbClr val="9AA0B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đích</a:t>
            </a:r>
            <a:endParaRPr lang="en-US" sz="1800" dirty="0"/>
          </a:p>
        </p:txBody>
      </p:sp>
      <p:sp>
        <p:nvSpPr>
          <p:cNvPr id="20" name="Connector line-1792297063957-98823191"/>
          <p:cNvSpPr/>
          <p:nvPr/>
        </p:nvSpPr>
        <p:spPr>
          <a:xfrm>
            <a:off x="10877550" y="4095750"/>
            <a:ext cx="0" cy="1809750"/>
          </a:xfrm>
          <a:prstGeom prst="line">
            <a:avLst/>
          </a:prstGeom>
          <a:noFill/>
          <a:ln w="28575">
            <a:solidFill>
              <a:srgbClr val="2D3140"/>
            </a:solidFill>
            <a:prstDash val="sysDash"/>
            <a:headEnd type="none"/>
            <a:tailEnd type="none"/>
          </a:ln>
        </p:spPr>
      </p:sp>
      <p:sp>
        <p:nvSpPr>
          <p:cNvPr id="21" name="Connector line-1792297063957-515242435"/>
          <p:cNvSpPr/>
          <p:nvPr/>
        </p:nvSpPr>
        <p:spPr>
          <a:xfrm>
            <a:off x="15811500" y="4095750"/>
            <a:ext cx="0" cy="1809750"/>
          </a:xfrm>
          <a:prstGeom prst="line">
            <a:avLst/>
          </a:prstGeom>
          <a:noFill/>
          <a:ln w="28575">
            <a:solidFill>
              <a:srgbClr val="2D3140"/>
            </a:solidFill>
            <a:prstDash val="sysDash"/>
            <a:headEnd type="none"/>
            <a:tailEnd type="none"/>
          </a:ln>
        </p:spPr>
      </p:sp>
      <p:sp>
        <p:nvSpPr>
          <p:cNvPr id="22" name="Text 20"/>
          <p:cNvSpPr/>
          <p:nvPr/>
        </p:nvSpPr>
        <p:spPr>
          <a:xfrm>
            <a:off x="10877550" y="4229100"/>
            <a:ext cx="49339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4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gói</a:t>
            </a:r>
            <a:r>
              <a:rPr lang="en-US" sz="1800" dirty="0" spc="2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tin</a:t>
            </a:r>
            <a:endParaRPr lang="en-US" sz="1800" dirty="0"/>
          </a:p>
        </p:txBody>
      </p:sp>
      <p:sp>
        <p:nvSpPr>
          <p:cNvPr id="23" name="Connector line-1792297063959-434608318"/>
          <p:cNvSpPr/>
          <p:nvPr/>
        </p:nvSpPr>
        <p:spPr>
          <a:xfrm>
            <a:off x="10934700" y="4667250"/>
            <a:ext cx="4781550" cy="0"/>
          </a:xfrm>
          <a:prstGeom prst="line">
            <a:avLst/>
          </a:prstGeom>
          <a:noFill/>
          <a:ln w="38100">
            <a:solidFill>
              <a:srgbClr val="3DD6A0"/>
            </a:solidFill>
            <a:prstDash val="solid"/>
            <a:headEnd type="none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10877550" y="5086350"/>
            <a:ext cx="49339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1" kern="0">
                <a:solidFill>
                  <a:srgbClr val="9AA0B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ICMP,</a:t>
            </a:r>
            <a:r>
              <a:rPr lang="en-US" sz="1800" dirty="0" spc="-4" kern="0">
                <a:solidFill>
                  <a:srgbClr val="9AA0B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nếu</a:t>
            </a:r>
            <a:r>
              <a:rPr lang="en-US" sz="1800" dirty="0" spc="-3" kern="0">
                <a:solidFill>
                  <a:srgbClr val="9AA0B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cổng</a:t>
            </a:r>
            <a:r>
              <a:rPr lang="en-US" sz="1800" dirty="0" spc="5" kern="0">
                <a:solidFill>
                  <a:srgbClr val="9AA0B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đóng</a:t>
            </a:r>
            <a:endParaRPr lang="en-US" sz="1800" dirty="0"/>
          </a:p>
        </p:txBody>
      </p:sp>
      <p:sp>
        <p:nvSpPr>
          <p:cNvPr id="25" name="Connector line-1792297063974-904928800"/>
          <p:cNvSpPr/>
          <p:nvPr/>
        </p:nvSpPr>
        <p:spPr>
          <a:xfrm flipH="1">
            <a:off x="10972800" y="5524500"/>
            <a:ext cx="4781550" cy="0"/>
          </a:xfrm>
          <a:prstGeom prst="line">
            <a:avLst/>
          </a:prstGeom>
          <a:noFill/>
          <a:ln w="28575">
            <a:solidFill>
              <a:srgbClr val="6B6F80"/>
            </a:solidFill>
            <a:prstDash val="lgDash"/>
            <a:headEnd type="none"/>
            <a:tailEnd type="triangle" w="lg" len="lg"/>
          </a:ln>
        </p:spPr>
      </p:sp>
      <p:sp>
        <p:nvSpPr>
          <p:cNvPr id="26" name="Text 24"/>
          <p:cNvSpPr/>
          <p:nvPr/>
        </p:nvSpPr>
        <p:spPr>
          <a:xfrm>
            <a:off x="9696450" y="6096000"/>
            <a:ext cx="72961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Chương</a:t>
            </a:r>
            <a:r>
              <a:rPr lang="en-US" sz="2250" dirty="0" spc="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trình</a:t>
            </a: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225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thấy</a:t>
            </a:r>
            <a:r>
              <a:rPr lang="en-US" sz="225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hết</a:t>
            </a:r>
            <a:r>
              <a:rPr lang="en-US" sz="22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giờ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chờ</a:t>
            </a:r>
            <a:endParaRPr lang="en-US" sz="2250" dirty="0"/>
          </a:p>
        </p:txBody>
      </p:sp>
      <p:sp>
        <p:nvSpPr>
          <p:cNvPr id="27" name="Shape 25"/>
          <p:cNvSpPr/>
          <p:nvPr/>
        </p:nvSpPr>
        <p:spPr>
          <a:xfrm>
            <a:off x="9696450" y="6705600"/>
            <a:ext cx="2286000" cy="495300"/>
          </a:xfrm>
          <a:prstGeom prst="roundRect">
            <a:avLst>
              <a:gd name="adj" fmla="val 50000"/>
            </a:avLst>
          </a:prstGeom>
          <a:solidFill>
            <a:srgbClr val="12141B"/>
          </a:solidFill>
          <a:ln w="19050">
            <a:solidFill>
              <a:srgbClr val="2D314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96450" y="6705600"/>
            <a:ext cx="2286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-4" kern="0">
                <a:solidFill>
                  <a:srgbClr val="C4C8D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cổng</a:t>
            </a:r>
            <a:r>
              <a:rPr lang="en-US" sz="1800" dirty="0" spc="4" kern="0">
                <a:solidFill>
                  <a:srgbClr val="C4C8D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đóng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2115800" y="6705600"/>
            <a:ext cx="2381250" cy="495300"/>
          </a:xfrm>
          <a:prstGeom prst="roundRect">
            <a:avLst>
              <a:gd name="adj" fmla="val 50000"/>
            </a:avLst>
          </a:prstGeom>
          <a:solidFill>
            <a:srgbClr val="12141B"/>
          </a:solidFill>
          <a:ln w="19050">
            <a:solidFill>
              <a:srgbClr val="2D31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115800" y="6705600"/>
            <a:ext cx="23812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-1" kern="0">
                <a:solidFill>
                  <a:srgbClr val="C4C8D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mở</a:t>
            </a:r>
            <a:r>
              <a:rPr lang="en-US" sz="1800" dirty="0" spc="-3" kern="0">
                <a:solidFill>
                  <a:srgbClr val="C4C8D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mà</a:t>
            </a:r>
            <a:r>
              <a:rPr lang="en-US" sz="1800" dirty="0" spc="1" kern="0">
                <a:solidFill>
                  <a:srgbClr val="C4C8D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im</a:t>
            </a:r>
            <a:r>
              <a:rPr lang="en-US" sz="1800" dirty="0" spc="-2" kern="0">
                <a:solidFill>
                  <a:srgbClr val="C4C8D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lặng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4630400" y="6705600"/>
            <a:ext cx="2362200" cy="495300"/>
          </a:xfrm>
          <a:prstGeom prst="roundRect">
            <a:avLst>
              <a:gd name="adj" fmla="val 50000"/>
            </a:avLst>
          </a:prstGeom>
          <a:solidFill>
            <a:srgbClr val="12141B"/>
          </a:solidFill>
          <a:ln w="19050">
            <a:solidFill>
              <a:srgbClr val="2D314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4630400" y="6705600"/>
            <a:ext cx="2362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0" kern="0">
                <a:solidFill>
                  <a:srgbClr val="C4C8D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chặn</a:t>
            </a:r>
            <a:r>
              <a:rPr lang="en-US" sz="1800" dirty="0" spc="8" kern="0">
                <a:solidFill>
                  <a:srgbClr val="C4C8D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giữa</a:t>
            </a:r>
            <a:r>
              <a:rPr lang="en-US" sz="1800" dirty="0" spc="6" kern="0">
                <a:solidFill>
                  <a:srgbClr val="C4C8D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đường</a:t>
            </a:r>
            <a:endParaRPr lang="en-US" sz="1800" dirty="0"/>
          </a:p>
        </p:txBody>
      </p:sp>
      <p:sp>
        <p:nvSpPr>
          <p:cNvPr id="33" name="Connector line-1792297063988-379541907"/>
          <p:cNvSpPr/>
          <p:nvPr/>
        </p:nvSpPr>
        <p:spPr>
          <a:xfrm>
            <a:off x="914400" y="7848600"/>
            <a:ext cx="164592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34" name="Text 32"/>
          <p:cNvSpPr/>
          <p:nvPr/>
        </p:nvSpPr>
        <p:spPr>
          <a:xfrm>
            <a:off x="914400" y="8115300"/>
            <a:ext cx="16459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30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30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hết</a:t>
            </a:r>
            <a:r>
              <a:rPr lang="en-US" sz="30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giờ</a:t>
            </a:r>
            <a:r>
              <a:rPr lang="en-US" sz="30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3000" b="1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30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3000" b="1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300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cổng</a:t>
            </a:r>
            <a:r>
              <a:rPr lang="en-US" sz="30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đóng</a:t>
            </a:r>
            <a:r>
              <a:rPr lang="en-US" sz="300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30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mở.</a:t>
            </a:r>
            <a:endParaRPr lang="en-US" sz="3000" dirty="0"/>
          </a:p>
        </p:txBody>
      </p:sp>
      <p:sp>
        <p:nvSpPr>
          <p:cNvPr id="35" name="Connector line-1792297063994-534278125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36" name="Shape 3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7" name="Shape 3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8" name="Shape 3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9" name="Shape 3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0" name="Shape 38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1" name="Shape 3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2141B"/>
          </a:solidFill>
          <a:ln w="19050">
            <a:solidFill>
              <a:srgbClr val="6B6F8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2141B"/>
          </a:solidFill>
          <a:ln w="19050">
            <a:solidFill>
              <a:srgbClr val="6B6F8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2141B"/>
          </a:solidFill>
          <a:ln w="19050">
            <a:solidFill>
              <a:srgbClr val="6B6F8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2141B"/>
          </a:solidFill>
          <a:ln w="19050">
            <a:solidFill>
              <a:srgbClr val="6B6F8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2141B"/>
          </a:solidFill>
          <a:ln w="19050">
            <a:solidFill>
              <a:srgbClr val="6B6F8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12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47" name="Shape 4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8" name="Moda image moda-export-watermark-dcfc0bce-97d4-4d43-9fbc-82cacbf70ec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MỞ</a:t>
            </a:r>
            <a:r>
              <a:rPr lang="en-US" sz="1800" b="1" spc="297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1800" b="1" spc="299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INTERNET</a:t>
            </a:r>
            <a:r>
              <a:rPr lang="en-US" sz="1800" b="1" spc="302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82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CẶP</a:t>
            </a:r>
            <a:r>
              <a:rPr lang="en-US" sz="1800" b="1" spc="301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CỔNG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ctr"/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Bản</a:t>
            </a:r>
            <a:r>
              <a:rPr lang="en-US" sz="7200" dirty="0" spc="-2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trần</a:t>
            </a:r>
            <a:r>
              <a:rPr lang="en-US" sz="7200" dirty="0" spc="-7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72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</a:t>
            </a:r>
            <a:r>
              <a:rPr lang="en-US" sz="72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hóa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2781300"/>
            <a:ext cx="4476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1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1800" b="1" spc="22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TRẦN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343650" y="2781300"/>
            <a:ext cx="476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18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1800" b="1" spc="228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800" b="1" spc="224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800" b="1" spc="209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3238500"/>
            <a:ext cx="4476750" cy="800100"/>
          </a:xfrm>
          <a:prstGeom prst="roundRect">
            <a:avLst>
              <a:gd name="adj" fmla="val 23810"/>
            </a:avLst>
          </a:prstGeom>
          <a:solidFill>
            <a:srgbClr val="FBF8F2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00150" y="3238500"/>
            <a:ext cx="2667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5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Telnet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810000" y="3238500"/>
            <a:ext cx="1333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50" dirty="0" spc="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23</a:t>
            </a:r>
            <a:endParaRPr lang="en-US" sz="2850" dirty="0"/>
          </a:p>
        </p:txBody>
      </p:sp>
      <p:sp>
        <p:nvSpPr>
          <p:cNvPr id="9" name="Connector line-1792297180773-682115923"/>
          <p:cNvSpPr/>
          <p:nvPr/>
        </p:nvSpPr>
        <p:spPr>
          <a:xfrm>
            <a:off x="5505450" y="3638550"/>
            <a:ext cx="704850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343650" y="3238500"/>
            <a:ext cx="4762500" cy="800100"/>
          </a:xfrm>
          <a:prstGeom prst="roundRect">
            <a:avLst>
              <a:gd name="adj" fmla="val 23810"/>
            </a:avLst>
          </a:prstGeom>
          <a:solidFill>
            <a:srgbClr val="14161C"/>
          </a:solidFill>
          <a:ln/>
        </p:spPr>
      </p:sp>
      <p:sp>
        <p:nvSpPr>
          <p:cNvPr id="11" name="Text 9"/>
          <p:cNvSpPr/>
          <p:nvPr/>
        </p:nvSpPr>
        <p:spPr>
          <a:xfrm>
            <a:off x="6629400" y="3238500"/>
            <a:ext cx="295275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SSH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525000" y="3238500"/>
            <a:ext cx="1333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5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22</a:t>
            </a:r>
            <a:endParaRPr lang="en-US" sz="2850" dirty="0"/>
          </a:p>
        </p:txBody>
      </p:sp>
      <p:sp>
        <p:nvSpPr>
          <p:cNvPr id="13" name="Shape 11"/>
          <p:cNvSpPr/>
          <p:nvPr/>
        </p:nvSpPr>
        <p:spPr>
          <a:xfrm>
            <a:off x="914400" y="4191000"/>
            <a:ext cx="4476750" cy="800100"/>
          </a:xfrm>
          <a:prstGeom prst="roundRect">
            <a:avLst>
              <a:gd name="adj" fmla="val 23810"/>
            </a:avLst>
          </a:prstGeom>
          <a:solidFill>
            <a:srgbClr val="FBF8F2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00150" y="4191000"/>
            <a:ext cx="2667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HTTP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810000" y="4191000"/>
            <a:ext cx="1333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50" dirty="0" spc="-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80</a:t>
            </a:r>
            <a:endParaRPr lang="en-US" sz="2850" dirty="0"/>
          </a:p>
        </p:txBody>
      </p:sp>
      <p:sp>
        <p:nvSpPr>
          <p:cNvPr id="16" name="Connector line-1792297180782-94304716"/>
          <p:cNvSpPr/>
          <p:nvPr/>
        </p:nvSpPr>
        <p:spPr>
          <a:xfrm>
            <a:off x="5505450" y="4591050"/>
            <a:ext cx="704850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343650" y="4191000"/>
            <a:ext cx="4762500" cy="800100"/>
          </a:xfrm>
          <a:prstGeom prst="roundRect">
            <a:avLst>
              <a:gd name="adj" fmla="val 23810"/>
            </a:avLst>
          </a:prstGeom>
          <a:solidFill>
            <a:srgbClr val="14161C"/>
          </a:solidFill>
          <a:ln/>
        </p:spPr>
      </p:sp>
      <p:sp>
        <p:nvSpPr>
          <p:cNvPr id="18" name="Text 16"/>
          <p:cNvSpPr/>
          <p:nvPr/>
        </p:nvSpPr>
        <p:spPr>
          <a:xfrm>
            <a:off x="6629400" y="4191000"/>
            <a:ext cx="295275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HTTPS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525000" y="4191000"/>
            <a:ext cx="1333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5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443</a:t>
            </a:r>
            <a:endParaRPr lang="en-US" sz="2850" dirty="0"/>
          </a:p>
        </p:txBody>
      </p:sp>
      <p:sp>
        <p:nvSpPr>
          <p:cNvPr id="20" name="Shape 18"/>
          <p:cNvSpPr/>
          <p:nvPr/>
        </p:nvSpPr>
        <p:spPr>
          <a:xfrm>
            <a:off x="914400" y="5143500"/>
            <a:ext cx="4476750" cy="800100"/>
          </a:xfrm>
          <a:prstGeom prst="roundRect">
            <a:avLst>
              <a:gd name="adj" fmla="val 23810"/>
            </a:avLst>
          </a:prstGeom>
          <a:solidFill>
            <a:srgbClr val="FBF8F2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00150" y="5143500"/>
            <a:ext cx="2667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FTP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3810000" y="5143500"/>
            <a:ext cx="1333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50" dirty="0" spc="-4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21</a:t>
            </a:r>
            <a:endParaRPr lang="en-US" sz="2850" dirty="0"/>
          </a:p>
        </p:txBody>
      </p:sp>
      <p:sp>
        <p:nvSpPr>
          <p:cNvPr id="23" name="Connector line-1792297180791-111900735"/>
          <p:cNvSpPr/>
          <p:nvPr/>
        </p:nvSpPr>
        <p:spPr>
          <a:xfrm>
            <a:off x="5505450" y="5543550"/>
            <a:ext cx="704850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343650" y="5143500"/>
            <a:ext cx="4762500" cy="800100"/>
          </a:xfrm>
          <a:prstGeom prst="roundRect">
            <a:avLst>
              <a:gd name="adj" fmla="val 23810"/>
            </a:avLst>
          </a:prstGeom>
          <a:solidFill>
            <a:srgbClr val="14161C"/>
          </a:solidFill>
          <a:ln/>
        </p:spPr>
      </p:sp>
      <p:sp>
        <p:nvSpPr>
          <p:cNvPr id="25" name="Text 23"/>
          <p:cNvSpPr/>
          <p:nvPr/>
        </p:nvSpPr>
        <p:spPr>
          <a:xfrm>
            <a:off x="6629400" y="5143500"/>
            <a:ext cx="295275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SFTP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9525000" y="5143500"/>
            <a:ext cx="1333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5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22</a:t>
            </a:r>
            <a:endParaRPr lang="en-US" sz="2850" dirty="0"/>
          </a:p>
        </p:txBody>
      </p:sp>
      <p:sp>
        <p:nvSpPr>
          <p:cNvPr id="27" name="Shape 25"/>
          <p:cNvSpPr/>
          <p:nvPr/>
        </p:nvSpPr>
        <p:spPr>
          <a:xfrm>
            <a:off x="914400" y="6096000"/>
            <a:ext cx="4476750" cy="800100"/>
          </a:xfrm>
          <a:prstGeom prst="roundRect">
            <a:avLst>
              <a:gd name="adj" fmla="val 23810"/>
            </a:avLst>
          </a:prstGeom>
          <a:solidFill>
            <a:srgbClr val="FBF8F2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00150" y="6096000"/>
            <a:ext cx="2667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POP3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3810000" y="6096000"/>
            <a:ext cx="1333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50" dirty="0" spc="-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110</a:t>
            </a:r>
            <a:endParaRPr lang="en-US" sz="2850" dirty="0"/>
          </a:p>
        </p:txBody>
      </p:sp>
      <p:sp>
        <p:nvSpPr>
          <p:cNvPr id="30" name="Connector line-1792297180799-948414383"/>
          <p:cNvSpPr/>
          <p:nvPr/>
        </p:nvSpPr>
        <p:spPr>
          <a:xfrm>
            <a:off x="5505450" y="6496050"/>
            <a:ext cx="704850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343650" y="6096000"/>
            <a:ext cx="4762500" cy="800100"/>
          </a:xfrm>
          <a:prstGeom prst="roundRect">
            <a:avLst>
              <a:gd name="adj" fmla="val 23810"/>
            </a:avLst>
          </a:prstGeom>
          <a:solidFill>
            <a:srgbClr val="14161C"/>
          </a:solidFill>
          <a:ln/>
        </p:spPr>
      </p:sp>
      <p:sp>
        <p:nvSpPr>
          <p:cNvPr id="32" name="Text 30"/>
          <p:cNvSpPr/>
          <p:nvPr/>
        </p:nvSpPr>
        <p:spPr>
          <a:xfrm>
            <a:off x="6629400" y="6096000"/>
            <a:ext cx="295275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POP3</a:t>
            </a:r>
            <a:r>
              <a:rPr lang="en-US" sz="24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TLS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9525000" y="6096000"/>
            <a:ext cx="1333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5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995</a:t>
            </a:r>
            <a:endParaRPr lang="en-US" sz="2850" dirty="0"/>
          </a:p>
        </p:txBody>
      </p:sp>
      <p:sp>
        <p:nvSpPr>
          <p:cNvPr id="34" name="Shape 32"/>
          <p:cNvSpPr/>
          <p:nvPr/>
        </p:nvSpPr>
        <p:spPr>
          <a:xfrm>
            <a:off x="914400" y="7048500"/>
            <a:ext cx="4476750" cy="800100"/>
          </a:xfrm>
          <a:prstGeom prst="roundRect">
            <a:avLst>
              <a:gd name="adj" fmla="val 23810"/>
            </a:avLst>
          </a:prstGeom>
          <a:solidFill>
            <a:srgbClr val="FBF8F2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200150" y="7048500"/>
            <a:ext cx="2667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IMAP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3810000" y="7048500"/>
            <a:ext cx="1333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50" dirty="0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143</a:t>
            </a:r>
            <a:endParaRPr lang="en-US" sz="2850" dirty="0"/>
          </a:p>
        </p:txBody>
      </p:sp>
      <p:sp>
        <p:nvSpPr>
          <p:cNvPr id="37" name="Connector line-1792297180807-396723369"/>
          <p:cNvSpPr/>
          <p:nvPr/>
        </p:nvSpPr>
        <p:spPr>
          <a:xfrm>
            <a:off x="5505450" y="7448550"/>
            <a:ext cx="704850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6343650" y="7048500"/>
            <a:ext cx="4762500" cy="800100"/>
          </a:xfrm>
          <a:prstGeom prst="roundRect">
            <a:avLst>
              <a:gd name="adj" fmla="val 23810"/>
            </a:avLst>
          </a:prstGeom>
          <a:solidFill>
            <a:srgbClr val="14161C"/>
          </a:solidFill>
          <a:ln/>
        </p:spPr>
      </p:sp>
      <p:sp>
        <p:nvSpPr>
          <p:cNvPr id="39" name="Text 37"/>
          <p:cNvSpPr/>
          <p:nvPr/>
        </p:nvSpPr>
        <p:spPr>
          <a:xfrm>
            <a:off x="6629400" y="7048500"/>
            <a:ext cx="295275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IMAP</a:t>
            </a:r>
            <a:r>
              <a:rPr lang="en-US" sz="24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TLS</a:t>
            </a:r>
            <a:endParaRPr lang="en-US" sz="2400" dirty="0"/>
          </a:p>
        </p:txBody>
      </p:sp>
      <p:sp>
        <p:nvSpPr>
          <p:cNvPr id="40" name="Text 38"/>
          <p:cNvSpPr/>
          <p:nvPr/>
        </p:nvSpPr>
        <p:spPr>
          <a:xfrm>
            <a:off x="9525000" y="7048500"/>
            <a:ext cx="1333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5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993</a:t>
            </a:r>
            <a:endParaRPr lang="en-US" sz="2850" dirty="0"/>
          </a:p>
        </p:txBody>
      </p:sp>
      <p:sp>
        <p:nvSpPr>
          <p:cNvPr id="41" name="Text 39"/>
          <p:cNvSpPr/>
          <p:nvPr/>
        </p:nvSpPr>
        <p:spPr>
          <a:xfrm>
            <a:off x="914400" y="8115300"/>
            <a:ext cx="10477500" cy="666750"/>
          </a:xfrm>
          <a:prstGeom prst="rect">
            <a:avLst/>
          </a:prstGeom>
          <a:noFill/>
          <a:ln/>
        </p:spPr>
        <p:txBody>
          <a:bodyPr wrap="square" lIns="0" tIns="4001" rIns="0" bIns="-4001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Đều là</a:t>
            </a:r>
            <a:r>
              <a:rPr lang="en-US" sz="1800" dirty="0" spc="-2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TCP.</a:t>
            </a:r>
            <a:r>
              <a:rPr lang="en-US" sz="180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HTTP/3</a:t>
            </a:r>
            <a:r>
              <a:rPr lang="en-US" sz="18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180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UDP,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443.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SFTP</a:t>
            </a:r>
            <a:r>
              <a:rPr lang="en-US" sz="18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SSH</a:t>
            </a:r>
            <a:r>
              <a:rPr lang="en-US" sz="18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 chung cổng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22.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11715750" y="2762250"/>
            <a:ext cx="5657850" cy="6019800"/>
          </a:xfrm>
          <a:prstGeom prst="roundRect">
            <a:avLst>
              <a:gd name="adj" fmla="val 4714"/>
            </a:avLst>
          </a:prstGeom>
          <a:solidFill>
            <a:srgbClr val="E8E0CF"/>
          </a:solidFill>
          <a:ln/>
        </p:spPr>
      </p:sp>
      <p:sp>
        <p:nvSpPr>
          <p:cNvPr id="43" name="Text 41"/>
          <p:cNvSpPr/>
          <p:nvPr/>
        </p:nvSpPr>
        <p:spPr>
          <a:xfrm>
            <a:off x="12096750" y="3067050"/>
            <a:ext cx="4953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5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GỬI</a:t>
            </a:r>
            <a:r>
              <a:rPr lang="en-US" sz="165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endParaRPr lang="en-US" sz="1650" dirty="0"/>
          </a:p>
        </p:txBody>
      </p:sp>
      <p:sp>
        <p:nvSpPr>
          <p:cNvPr id="44" name="Text 42"/>
          <p:cNvSpPr/>
          <p:nvPr/>
        </p:nvSpPr>
        <p:spPr>
          <a:xfrm>
            <a:off x="12096750" y="3409950"/>
            <a:ext cx="4953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2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Gửi</a:t>
            </a:r>
            <a:r>
              <a:rPr lang="en-US" sz="3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thư</a:t>
            </a:r>
            <a:r>
              <a:rPr lang="en-US" sz="33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thì</a:t>
            </a:r>
            <a:r>
              <a:rPr lang="en-US" sz="33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</a:t>
            </a:r>
            <a:endParaRPr lang="en-US" sz="3300" dirty="0"/>
          </a:p>
        </p:txBody>
      </p:sp>
      <p:sp>
        <p:nvSpPr>
          <p:cNvPr id="45" name="Text 43"/>
          <p:cNvSpPr/>
          <p:nvPr/>
        </p:nvSpPr>
        <p:spPr>
          <a:xfrm>
            <a:off x="12096750" y="4286250"/>
            <a:ext cx="123825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25</a:t>
            </a:r>
            <a:endParaRPr lang="en-US" sz="3600" dirty="0"/>
          </a:p>
        </p:txBody>
      </p:sp>
      <p:sp>
        <p:nvSpPr>
          <p:cNvPr id="46" name="Text 44"/>
          <p:cNvSpPr/>
          <p:nvPr/>
        </p:nvSpPr>
        <p:spPr>
          <a:xfrm>
            <a:off x="13430250" y="4324350"/>
            <a:ext cx="3714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SMTP</a:t>
            </a:r>
            <a:endParaRPr lang="en-US" sz="2100" dirty="0"/>
          </a:p>
        </p:txBody>
      </p:sp>
      <p:sp>
        <p:nvSpPr>
          <p:cNvPr id="47" name="Text 45"/>
          <p:cNvSpPr/>
          <p:nvPr/>
        </p:nvSpPr>
        <p:spPr>
          <a:xfrm>
            <a:off x="13430250" y="4705350"/>
            <a:ext cx="3714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chuyển</a:t>
            </a:r>
            <a:r>
              <a:rPr lang="en-US" sz="1800" dirty="0" spc="-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1800" dirty="0" spc="6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1800" dirty="0" spc="-7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800" dirty="0" spc="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1800" dirty="0" spc="-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12096750" y="5276850"/>
            <a:ext cx="123825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587</a:t>
            </a:r>
            <a:endParaRPr lang="en-US" sz="3600" dirty="0"/>
          </a:p>
        </p:txBody>
      </p:sp>
      <p:sp>
        <p:nvSpPr>
          <p:cNvPr id="49" name="Text 47"/>
          <p:cNvSpPr/>
          <p:nvPr/>
        </p:nvSpPr>
        <p:spPr>
          <a:xfrm>
            <a:off x="13430250" y="5314950"/>
            <a:ext cx="3714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submission</a:t>
            </a:r>
            <a:endParaRPr lang="en-US" sz="2100" dirty="0"/>
          </a:p>
        </p:txBody>
      </p:sp>
      <p:sp>
        <p:nvSpPr>
          <p:cNvPr id="50" name="Text 48"/>
          <p:cNvSpPr/>
          <p:nvPr/>
        </p:nvSpPr>
        <p:spPr>
          <a:xfrm>
            <a:off x="13430250" y="5695950"/>
            <a:ext cx="3714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3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1800" dirty="0" spc="-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1800" dirty="0" spc="28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1800" dirty="0" spc="-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12096750" y="6267450"/>
            <a:ext cx="123825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465</a:t>
            </a:r>
            <a:endParaRPr lang="en-US" sz="3600" dirty="0"/>
          </a:p>
        </p:txBody>
      </p:sp>
      <p:sp>
        <p:nvSpPr>
          <p:cNvPr id="52" name="Text 50"/>
          <p:cNvSpPr/>
          <p:nvPr/>
        </p:nvSpPr>
        <p:spPr>
          <a:xfrm>
            <a:off x="13430250" y="6305550"/>
            <a:ext cx="3714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submissions</a:t>
            </a:r>
            <a:endParaRPr lang="en-US" sz="2100" dirty="0"/>
          </a:p>
        </p:txBody>
      </p:sp>
      <p:sp>
        <p:nvSpPr>
          <p:cNvPr id="53" name="Text 51"/>
          <p:cNvSpPr/>
          <p:nvPr/>
        </p:nvSpPr>
        <p:spPr>
          <a:xfrm>
            <a:off x="13430250" y="6686550"/>
            <a:ext cx="3714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3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1800" dirty="0" spc="-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1800" dirty="0" spc="2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gửi,</a:t>
            </a:r>
            <a:r>
              <a:rPr lang="en-US" sz="1800" dirty="0" spc="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TLS</a:t>
            </a:r>
            <a:r>
              <a:rPr lang="en-US" sz="1800" dirty="0" spc="-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800" dirty="0" spc="9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endParaRPr lang="en-US" sz="1800" dirty="0"/>
          </a:p>
        </p:txBody>
      </p:sp>
      <p:sp>
        <p:nvSpPr>
          <p:cNvPr id="54" name="Connector line-1792297180834-90295280"/>
          <p:cNvSpPr/>
          <p:nvPr/>
        </p:nvSpPr>
        <p:spPr>
          <a:xfrm>
            <a:off x="12096750" y="7467600"/>
            <a:ext cx="48958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55" name="Text 53"/>
          <p:cNvSpPr/>
          <p:nvPr/>
        </p:nvSpPr>
        <p:spPr>
          <a:xfrm>
            <a:off x="12096750" y="7677150"/>
            <a:ext cx="4953000" cy="85725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b="1" dirty="0" spc="-4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465</a:t>
            </a:r>
            <a:r>
              <a:rPr lang="en-US" sz="2100" b="1" dirty="0" spc="-8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100" b="1" dirty="0" spc="-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100" b="1" dirty="0" spc="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100" b="1" dirty="0" spc="-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TLS</a:t>
            </a:r>
            <a:r>
              <a:rPr lang="en-US" sz="2100" b="1" dirty="0" spc="-4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b="1" dirty="0" spc="-1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cổng</a:t>
            </a:r>
            <a:r>
              <a:rPr lang="en-US" sz="2100" b="1" dirty="0" spc="-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25.</a:t>
            </a:r>
            <a:endParaRPr lang="en-US" sz="2100" dirty="0"/>
          </a:p>
        </p:txBody>
      </p:sp>
      <p:sp>
        <p:nvSpPr>
          <p:cNvPr id="56" name="Connector line-1792297180836-704434983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57" name="Shape 5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58" name="Shape 5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59" name="Shape 5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60" name="Shape 5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61" name="Shape 5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62" name="Shape 60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63" name="Shape 6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12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68" name="Shape 6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9" name="Moda image moda-export-watermark-5ce1db1b-b291-4497-9559-ceba6ecd47f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MỞ</a:t>
            </a:r>
            <a:r>
              <a:rPr lang="en-US" sz="1800" b="1" spc="297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1800" b="1" spc="299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INTERNET</a:t>
            </a:r>
            <a:r>
              <a:rPr lang="en-US" sz="1800" b="1" spc="302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1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</a:t>
            </a:r>
            <a:r>
              <a:rPr lang="en-US" sz="1800" b="1" spc="263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r>
              <a:rPr lang="en-US" sz="1800" b="1" spc="254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1800" b="1" spc="294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ctr"/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Mở hay</a:t>
            </a:r>
            <a:r>
              <a:rPr lang="en-US" sz="7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tùy</a:t>
            </a:r>
            <a:r>
              <a:rPr lang="en-US" sz="7200" dirty="0" spc="-5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vai</a:t>
            </a:r>
            <a:r>
              <a:rPr lang="en-US" sz="7200" dirty="0" spc="-2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trò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8058150" cy="5524500"/>
          </a:xfrm>
          <a:prstGeom prst="roundRect">
            <a:avLst>
              <a:gd name="adj" fmla="val 4828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048000"/>
            <a:ext cx="7239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HẠ</a:t>
            </a:r>
            <a:r>
              <a:rPr lang="en-US" sz="1650" b="1" spc="19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r>
              <a:rPr lang="en-US" sz="1650" b="1" spc="23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TÙY</a:t>
            </a:r>
            <a:r>
              <a:rPr lang="en-US" sz="1650" b="1" spc="19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VAI</a:t>
            </a:r>
            <a:r>
              <a:rPr lang="en-US" sz="1650" b="1" spc="21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TRÒ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295400" y="3543300"/>
            <a:ext cx="1619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53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295400" y="4229100"/>
            <a:ext cx="1619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 spc="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UDP</a:t>
            </a:r>
            <a:pPr algn="l" indent="0" marL="0">
              <a:buNone/>
            </a:pPr>
            <a:r>
              <a:rPr lang="en-US" sz="1650" b="1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</a:t>
            </a:r>
            <a:pPr algn="l" indent="0" marL="0">
              <a:buNone/>
            </a:pPr>
            <a:r>
              <a:rPr lang="en-US" sz="1650" b="1" dirty="0" spc="-29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TCP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3143250" y="3543300"/>
            <a:ext cx="5524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DNS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3143250" y="4000500"/>
            <a:ext cx="5524500" cy="762000"/>
          </a:xfrm>
          <a:prstGeom prst="rect">
            <a:avLst/>
          </a:prstGeom>
          <a:noFill/>
          <a:ln/>
        </p:spPr>
        <p:txBody>
          <a:bodyPr wrap="square" lIns="0" tIns="4334" rIns="0" bIns="-4334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1950" dirty="0" spc="-1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95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9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thẩm</a:t>
            </a:r>
            <a:r>
              <a:rPr lang="en-US" sz="1950" dirty="0" spc="-1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r>
              <a:rPr lang="en-US" sz="19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 mở.</a:t>
            </a:r>
            <a:r>
              <a:rPr lang="en-US" sz="1950" dirty="0" spc="-1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Resolver</a:t>
            </a:r>
            <a:r>
              <a:rPr lang="en-US" sz="19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19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phục</a:t>
            </a:r>
            <a:r>
              <a:rPr lang="en-US" sz="19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19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r>
              <a:rPr lang="en-US" sz="19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mình.</a:t>
            </a:r>
            <a:endParaRPr lang="en-US" sz="1950" dirty="0"/>
          </a:p>
        </p:txBody>
      </p:sp>
      <p:sp>
        <p:nvSpPr>
          <p:cNvPr id="10" name="Connector line-1792297229022-25107580"/>
          <p:cNvSpPr/>
          <p:nvPr/>
        </p:nvSpPr>
        <p:spPr>
          <a:xfrm>
            <a:off x="1295400" y="4972050"/>
            <a:ext cx="729615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11" name="Text 9"/>
          <p:cNvSpPr/>
          <p:nvPr/>
        </p:nvSpPr>
        <p:spPr>
          <a:xfrm>
            <a:off x="1295400" y="5200650"/>
            <a:ext cx="1619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123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1295400" y="5886450"/>
            <a:ext cx="1619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 spc="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UDP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3143250" y="5200650"/>
            <a:ext cx="5524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NTP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3143250" y="5657850"/>
            <a:ext cx="5524500" cy="762000"/>
          </a:xfrm>
          <a:prstGeom prst="rect">
            <a:avLst/>
          </a:prstGeom>
          <a:noFill/>
          <a:ln/>
        </p:spPr>
        <p:txBody>
          <a:bodyPr wrap="square" lIns="0" tIns="4334" rIns="0" bIns="-4334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1950" dirty="0" spc="-1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95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r>
              <a:rPr lang="en-US" sz="19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cần</a:t>
            </a:r>
            <a:r>
              <a:rPr lang="en-US" sz="1950" dirty="0" spc="2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1950" dirty="0" spc="-2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ra.</a:t>
            </a:r>
            <a:r>
              <a:rPr lang="en-US" sz="19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1950" dirty="0" spc="-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9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19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giờ công cộng mới nhận.</a:t>
            </a:r>
            <a:endParaRPr lang="en-US" sz="1950" dirty="0"/>
          </a:p>
        </p:txBody>
      </p:sp>
      <p:sp>
        <p:nvSpPr>
          <p:cNvPr id="15" name="Connector line-1792297229032-981289781"/>
          <p:cNvSpPr/>
          <p:nvPr/>
        </p:nvSpPr>
        <p:spPr>
          <a:xfrm>
            <a:off x="1295400" y="6629400"/>
            <a:ext cx="729615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1295400" y="6858000"/>
            <a:ext cx="1809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15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67,</a:t>
            </a:r>
            <a:r>
              <a:rPr lang="en-US" sz="42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68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1295400" y="7543800"/>
            <a:ext cx="1619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 spc="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UDP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3143250" y="6858000"/>
            <a:ext cx="5524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DHCP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3143250" y="7315200"/>
            <a:ext cx="5524500" cy="762000"/>
          </a:xfrm>
          <a:prstGeom prst="rect">
            <a:avLst/>
          </a:prstGeom>
          <a:noFill/>
          <a:ln/>
        </p:spPr>
        <p:txBody>
          <a:bodyPr wrap="square" lIns="0" tIns="4334" rIns="0" bIns="-4334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195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Quảng</a:t>
            </a:r>
            <a:r>
              <a:rPr lang="en-US" sz="1950" dirty="0" spc="-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</a:t>
            </a:r>
            <a:r>
              <a:rPr lang="en-US" sz="1950" dirty="0" spc="-1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9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r>
              <a:rPr lang="en-US" sz="19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cục</a:t>
            </a:r>
            <a:r>
              <a:rPr lang="en-US" sz="195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bộ,</a:t>
            </a:r>
            <a:r>
              <a:rPr lang="en-US" sz="1950" dirty="0" spc="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19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9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950" dirty="0" spc="-2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1950" dirty="0" spc="-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Internet.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9315450" y="2762250"/>
            <a:ext cx="8058150" cy="5524500"/>
          </a:xfrm>
          <a:prstGeom prst="roundRect">
            <a:avLst>
              <a:gd name="adj" fmla="val 4828"/>
            </a:avLst>
          </a:prstGeom>
          <a:solidFill>
            <a:srgbClr val="1E212B"/>
          </a:solidFill>
          <a:ln/>
        </p:spPr>
      </p:sp>
      <p:sp>
        <p:nvSpPr>
          <p:cNvPr id="21" name="Text 19"/>
          <p:cNvSpPr/>
          <p:nvPr/>
        </p:nvSpPr>
        <p:spPr>
          <a:xfrm>
            <a:off x="9696450" y="3048000"/>
            <a:ext cx="7239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NỘI</a:t>
            </a:r>
            <a:r>
              <a:rPr lang="en-US" sz="1650" b="1" spc="21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1650" b="1" spc="22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6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1650" b="1" spc="2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LỘ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9696450" y="3543300"/>
            <a:ext cx="3552825" cy="914400"/>
          </a:xfrm>
          <a:prstGeom prst="roundRect">
            <a:avLst>
              <a:gd name="adj" fmla="val 20833"/>
            </a:avLst>
          </a:prstGeom>
          <a:solidFill>
            <a:srgbClr val="12141B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963150" y="3543300"/>
            <a:ext cx="1905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NetBIOS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1820525" y="3543300"/>
            <a:ext cx="11811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dirty="0" spc="6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139</a:t>
            </a:r>
            <a:endParaRPr lang="en-US" sz="2700" dirty="0"/>
          </a:p>
        </p:txBody>
      </p:sp>
      <p:sp>
        <p:nvSpPr>
          <p:cNvPr id="25" name="Shape 23"/>
          <p:cNvSpPr/>
          <p:nvPr/>
        </p:nvSpPr>
        <p:spPr>
          <a:xfrm>
            <a:off x="13439775" y="3543300"/>
            <a:ext cx="3552825" cy="914400"/>
          </a:xfrm>
          <a:prstGeom prst="roundRect">
            <a:avLst>
              <a:gd name="adj" fmla="val 20833"/>
            </a:avLst>
          </a:prstGeom>
          <a:solidFill>
            <a:srgbClr val="12141B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706475" y="3543300"/>
            <a:ext cx="1905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SMB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15563850" y="3543300"/>
            <a:ext cx="11811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dirty="0" spc="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445</a:t>
            </a:r>
            <a:endParaRPr lang="en-US" sz="2700" dirty="0"/>
          </a:p>
        </p:txBody>
      </p:sp>
      <p:sp>
        <p:nvSpPr>
          <p:cNvPr id="28" name="Shape 26"/>
          <p:cNvSpPr/>
          <p:nvPr/>
        </p:nvSpPr>
        <p:spPr>
          <a:xfrm>
            <a:off x="9696450" y="4610100"/>
            <a:ext cx="3552825" cy="914400"/>
          </a:xfrm>
          <a:prstGeom prst="roundRect">
            <a:avLst>
              <a:gd name="adj" fmla="val 20833"/>
            </a:avLst>
          </a:prstGeom>
          <a:solidFill>
            <a:srgbClr val="12141B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963150" y="4610100"/>
            <a:ext cx="1905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RDP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11630025" y="461010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dirty="0" spc="26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3389</a:t>
            </a:r>
            <a:endParaRPr lang="en-US" sz="2700" dirty="0"/>
          </a:p>
        </p:txBody>
      </p:sp>
      <p:sp>
        <p:nvSpPr>
          <p:cNvPr id="31" name="Shape 29"/>
          <p:cNvSpPr/>
          <p:nvPr/>
        </p:nvSpPr>
        <p:spPr>
          <a:xfrm>
            <a:off x="13439775" y="4610100"/>
            <a:ext cx="3552825" cy="914400"/>
          </a:xfrm>
          <a:prstGeom prst="roundRect">
            <a:avLst>
              <a:gd name="adj" fmla="val 20833"/>
            </a:avLst>
          </a:prstGeom>
          <a:solidFill>
            <a:srgbClr val="12141B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3706475" y="4610100"/>
            <a:ext cx="1905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Oracle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15373350" y="461010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dirty="0" spc="-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1521</a:t>
            </a:r>
            <a:endParaRPr lang="en-US" sz="2700" dirty="0"/>
          </a:p>
        </p:txBody>
      </p:sp>
      <p:sp>
        <p:nvSpPr>
          <p:cNvPr id="34" name="Shape 32"/>
          <p:cNvSpPr/>
          <p:nvPr/>
        </p:nvSpPr>
        <p:spPr>
          <a:xfrm>
            <a:off x="9696450" y="5676900"/>
            <a:ext cx="3552825" cy="914400"/>
          </a:xfrm>
          <a:prstGeom prst="roundRect">
            <a:avLst>
              <a:gd name="adj" fmla="val 20833"/>
            </a:avLst>
          </a:prstGeom>
          <a:solidFill>
            <a:srgbClr val="12141B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963150" y="5676900"/>
            <a:ext cx="1905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MySQL</a:t>
            </a:r>
            <a:endParaRPr lang="en-US" sz="2100" dirty="0"/>
          </a:p>
        </p:txBody>
      </p:sp>
      <p:sp>
        <p:nvSpPr>
          <p:cNvPr id="36" name="Text 34"/>
          <p:cNvSpPr/>
          <p:nvPr/>
        </p:nvSpPr>
        <p:spPr>
          <a:xfrm>
            <a:off x="11630025" y="567690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dirty="0" spc="19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3306</a:t>
            </a:r>
            <a:endParaRPr lang="en-US" sz="2700" dirty="0"/>
          </a:p>
        </p:txBody>
      </p:sp>
      <p:sp>
        <p:nvSpPr>
          <p:cNvPr id="37" name="Shape 35"/>
          <p:cNvSpPr/>
          <p:nvPr/>
        </p:nvSpPr>
        <p:spPr>
          <a:xfrm>
            <a:off x="13439775" y="5676900"/>
            <a:ext cx="3552825" cy="914400"/>
          </a:xfrm>
          <a:prstGeom prst="roundRect">
            <a:avLst>
              <a:gd name="adj" fmla="val 20833"/>
            </a:avLst>
          </a:prstGeom>
          <a:solidFill>
            <a:srgbClr val="12141B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3706475" y="5676900"/>
            <a:ext cx="1905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PostgreSQL</a:t>
            </a:r>
            <a:endParaRPr lang="en-US" sz="2100" dirty="0"/>
          </a:p>
        </p:txBody>
      </p:sp>
      <p:sp>
        <p:nvSpPr>
          <p:cNvPr id="39" name="Text 37"/>
          <p:cNvSpPr/>
          <p:nvPr/>
        </p:nvSpPr>
        <p:spPr>
          <a:xfrm>
            <a:off x="15373350" y="567690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dirty="0" spc="9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5432</a:t>
            </a:r>
            <a:endParaRPr lang="en-US" sz="2700" dirty="0"/>
          </a:p>
        </p:txBody>
      </p:sp>
      <p:sp>
        <p:nvSpPr>
          <p:cNvPr id="40" name="Text 38"/>
          <p:cNvSpPr/>
          <p:nvPr/>
        </p:nvSpPr>
        <p:spPr>
          <a:xfrm>
            <a:off x="9696450" y="6915150"/>
            <a:ext cx="7296150" cy="1143000"/>
          </a:xfrm>
          <a:prstGeom prst="rect">
            <a:avLst/>
          </a:prstGeom>
          <a:noFill/>
          <a:ln/>
        </p:spPr>
        <p:txBody>
          <a:bodyPr wrap="square" lIns="0" tIns="4667" rIns="0" bIns="-4667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21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1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100" dirty="0" spc="-1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xa:</a:t>
            </a:r>
            <a:r>
              <a:rPr lang="en-US" sz="21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2100" dirty="0" spc="-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10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</a:t>
            </a:r>
            <a:r>
              <a:rPr lang="en-US" sz="21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1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cập</a:t>
            </a:r>
            <a:r>
              <a:rPr lang="en-US" sz="210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100" dirty="0" spc="-1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100" dirty="0" spc="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thực,</a:t>
            </a:r>
            <a:r>
              <a:rPr lang="en-US" sz="21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ít</a:t>
            </a:r>
            <a:r>
              <a:rPr lang="en-US" sz="2100" dirty="0" spc="-1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100" dirty="0" spc="-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lọc</a:t>
            </a:r>
            <a:r>
              <a:rPr lang="en-US" sz="210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100" dirty="0" spc="2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1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nguồn.</a:t>
            </a:r>
            <a:endParaRPr lang="en-US" sz="2100" dirty="0"/>
          </a:p>
        </p:txBody>
      </p:sp>
      <p:sp>
        <p:nvSpPr>
          <p:cNvPr id="41" name="Connector line-1792297229068-580931872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42" name="Shape 4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3" name="Shape 4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4" name="Shape 4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5" name="Shape 4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6" name="Shape 4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7" name="Shape 4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8" name="Shape 46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9" name="Shape 4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2141B"/>
          </a:solidFill>
          <a:ln w="19050">
            <a:solidFill>
              <a:srgbClr val="6B6F8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2141B"/>
          </a:solidFill>
          <a:ln w="19050">
            <a:solidFill>
              <a:srgbClr val="6B6F8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2141B"/>
          </a:solidFill>
          <a:ln w="19050">
            <a:solidFill>
              <a:srgbClr val="6B6F8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12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53" name="Shape 5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4" name="Moda image moda-export-watermark-c85403cd-d092-48e3-8ca2-73402412358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952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ctr"/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Số</a:t>
            </a: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cổng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</a:t>
            </a: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quy</a:t>
            </a:r>
            <a:r>
              <a:rPr lang="en-US" sz="7200" dirty="0" spc="-12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ước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2762250"/>
            <a:ext cx="1524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3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2550" dirty="0" spc="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cổng</a:t>
            </a:r>
            <a:r>
              <a:rPr lang="en-US" sz="2550" dirty="0" spc="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mặc</a:t>
            </a:r>
            <a:r>
              <a:rPr lang="en-US" sz="2550" dirty="0" spc="2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550" dirty="0" spc="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2550" dirty="0" spc="6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ước,</a:t>
            </a:r>
            <a:r>
              <a:rPr lang="en-US" sz="2550" dirty="0" spc="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phải</a:t>
            </a:r>
            <a:r>
              <a:rPr lang="en-US" sz="2550" dirty="0" spc="-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550" dirty="0" spc="1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đảm.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914400" y="3714750"/>
            <a:ext cx="5276850" cy="4953000"/>
          </a:xfrm>
          <a:prstGeom prst="roundRect">
            <a:avLst>
              <a:gd name="adj" fmla="val 538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00150" y="4076700"/>
            <a:ext cx="190500" cy="190500"/>
          </a:xfrm>
          <a:prstGeom prst="ellipse">
            <a:avLst/>
          </a:prstGeom>
          <a:solidFill>
            <a:srgbClr val="FBF8F2"/>
          </a:solidFill>
          <a:ln w="38100">
            <a:solidFill>
              <a:srgbClr val="E8472B"/>
            </a:solidFill>
            <a:prstDash val="solid"/>
          </a:ln>
        </p:spPr>
      </p:sp>
      <p:sp>
        <p:nvSpPr>
          <p:cNvPr id="7" name="Connector line-1792297261538-78879644"/>
          <p:cNvSpPr/>
          <p:nvPr/>
        </p:nvSpPr>
        <p:spPr>
          <a:xfrm>
            <a:off x="1428750" y="4171950"/>
            <a:ext cx="4381500" cy="0"/>
          </a:xfrm>
          <a:prstGeom prst="line">
            <a:avLst/>
          </a:prstGeom>
          <a:noFill/>
          <a:ln w="38100">
            <a:solidFill>
              <a:srgbClr val="E8472B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1295400" y="4514850"/>
            <a:ext cx="4572000" cy="1047750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dirty="0" spc="3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Số</a:t>
            </a:r>
            <a:r>
              <a:rPr lang="en-US" sz="3000" dirty="0" spc="-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3000" dirty="0" spc="0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nói</a:t>
            </a:r>
            <a:r>
              <a:rPr lang="en-US" sz="3000" dirty="0" spc="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ai</a:t>
            </a:r>
            <a:r>
              <a:rPr lang="en-US" sz="3000" dirty="0" spc="3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đang</a:t>
            </a:r>
            <a:r>
              <a:rPr lang="en-US" sz="3000" dirty="0" spc="-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nghe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295400" y="5753100"/>
            <a:ext cx="4572000" cy="161925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 spc="4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Bảng</a:t>
            </a:r>
            <a:r>
              <a:rPr lang="en-US" sz="2400" dirty="0" spc="-1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400" dirty="0" spc="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400" dirty="0" spc="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400" dirty="0" spc="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400" dirty="0" spc="-7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3306</a:t>
            </a:r>
            <a:r>
              <a:rPr lang="en-US" sz="2400" dirty="0" spc="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00" dirty="0" spc="-17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mysql.</a:t>
            </a:r>
            <a:r>
              <a:rPr lang="en-US" sz="2400" dirty="0" spc="-8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400" dirty="0" spc="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400" dirty="0" spc="-1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r>
              <a:rPr lang="en-US" sz="2400" dirty="0" spc="-7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400" dirty="0" spc="-18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400" dirty="0" spc="-7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3306</a:t>
            </a:r>
            <a:r>
              <a:rPr lang="en-US" sz="2400" dirty="0" spc="-1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400" dirty="0" spc="-2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400" dirty="0" spc="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295400" y="7677150"/>
            <a:ext cx="2038350" cy="609600"/>
          </a:xfrm>
          <a:prstGeom prst="roundRect">
            <a:avLst>
              <a:gd name="adj" fmla="val 50000"/>
            </a:avLst>
          </a:prstGeom>
          <a:solidFill>
            <a:srgbClr val="F8D9D0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7677150"/>
            <a:ext cx="20383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3306</a:t>
            </a:r>
            <a:endParaRPr lang="en-US" sz="1950" dirty="0"/>
          </a:p>
        </p:txBody>
      </p:sp>
      <p:sp>
        <p:nvSpPr>
          <p:cNvPr id="12" name="Connector line-1792297261548-675703614"/>
          <p:cNvSpPr/>
          <p:nvPr/>
        </p:nvSpPr>
        <p:spPr>
          <a:xfrm>
            <a:off x="3448050" y="7981950"/>
            <a:ext cx="457200" cy="0"/>
          </a:xfrm>
          <a:prstGeom prst="line">
            <a:avLst/>
          </a:prstGeom>
          <a:noFill/>
          <a:ln w="38100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000500" y="7677150"/>
            <a:ext cx="1809750" cy="609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00500" y="7677150"/>
            <a:ext cx="18097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950" b="1" dirty="0" spc="-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1950" b="1" dirty="0" spc="-15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6505575" y="3714750"/>
            <a:ext cx="5276850" cy="4953000"/>
          </a:xfrm>
          <a:prstGeom prst="roundRect">
            <a:avLst>
              <a:gd name="adj" fmla="val 538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91325" y="4076700"/>
            <a:ext cx="190500" cy="190500"/>
          </a:xfrm>
          <a:prstGeom prst="ellipse">
            <a:avLst/>
          </a:prstGeom>
          <a:solidFill>
            <a:srgbClr val="FBF8F2"/>
          </a:solidFill>
          <a:ln w="38100">
            <a:solidFill>
              <a:srgbClr val="14161C"/>
            </a:solidFill>
            <a:prstDash val="solid"/>
          </a:ln>
        </p:spPr>
      </p:sp>
      <p:sp>
        <p:nvSpPr>
          <p:cNvPr id="17" name="Connector line-1792297261551-871050832"/>
          <p:cNvSpPr/>
          <p:nvPr/>
        </p:nvSpPr>
        <p:spPr>
          <a:xfrm>
            <a:off x="7019925" y="4171950"/>
            <a:ext cx="4381500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/>
          <p:nvPr/>
        </p:nvSpPr>
        <p:spPr>
          <a:xfrm>
            <a:off x="6886575" y="4514850"/>
            <a:ext cx="4572000" cy="1047750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Đổi cổng</a:t>
            </a:r>
            <a:r>
              <a:rPr lang="en-US" sz="30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30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30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886575" y="5753100"/>
            <a:ext cx="4572000" cy="257175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 spc="-3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Nhiều</a:t>
            </a:r>
            <a:r>
              <a:rPr lang="en-US" sz="2400" dirty="0" spc="3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lắm</a:t>
            </a:r>
            <a:r>
              <a:rPr lang="en-US" sz="2400" dirty="0" spc="-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bớt</a:t>
            </a:r>
            <a:r>
              <a:rPr lang="en-US" sz="2400" dirty="0" spc="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tiếng</a:t>
            </a:r>
            <a:r>
              <a:rPr lang="en-US" sz="2400" dirty="0" spc="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ồn dò</a:t>
            </a:r>
            <a:r>
              <a:rPr lang="en-US" sz="2400" dirty="0" spc="-4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quét.</a:t>
            </a:r>
            <a:r>
              <a:rPr lang="en-US" sz="2400" dirty="0" spc="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-6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400" dirty="0" spc="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400" dirty="0" spc="-16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400" dirty="0" spc="8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400" dirty="0" spc="-16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7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tường</a:t>
            </a:r>
            <a:r>
              <a:rPr lang="en-US" sz="2400" dirty="0" spc="1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lửa.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12096750" y="3714750"/>
            <a:ext cx="5276850" cy="4953000"/>
          </a:xfrm>
          <a:prstGeom prst="roundRect">
            <a:avLst>
              <a:gd name="adj" fmla="val 538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382500" y="4076700"/>
            <a:ext cx="190500" cy="190500"/>
          </a:xfrm>
          <a:prstGeom prst="ellipse">
            <a:avLst/>
          </a:prstGeom>
          <a:solidFill>
            <a:srgbClr val="FBF8F2"/>
          </a:solidFill>
          <a:ln w="38100">
            <a:solidFill>
              <a:srgbClr val="B45309"/>
            </a:solidFill>
            <a:prstDash val="solid"/>
          </a:ln>
        </p:spPr>
      </p:sp>
      <p:sp>
        <p:nvSpPr>
          <p:cNvPr id="22" name="Connector line-1792297261558-207595748"/>
          <p:cNvSpPr/>
          <p:nvPr/>
        </p:nvSpPr>
        <p:spPr>
          <a:xfrm>
            <a:off x="12611100" y="4171950"/>
            <a:ext cx="4381500" cy="0"/>
          </a:xfrm>
          <a:prstGeom prst="line">
            <a:avLst/>
          </a:prstGeom>
          <a:noFill/>
          <a:ln w="38100">
            <a:solidFill>
              <a:srgbClr val="B45309"/>
            </a:solidFill>
            <a:prstDash val="solid"/>
            <a:headEnd type="none"/>
            <a:tailEnd type="none"/>
          </a:ln>
        </p:spPr>
      </p:sp>
      <p:sp>
        <p:nvSpPr>
          <p:cNvPr id="23" name="Text 21"/>
          <p:cNvSpPr/>
          <p:nvPr/>
        </p:nvSpPr>
        <p:spPr>
          <a:xfrm>
            <a:off x="12477750" y="4514850"/>
            <a:ext cx="4572000" cy="1047750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dirty="0" spc="-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Đo</a:t>
            </a:r>
            <a:r>
              <a:rPr lang="en-US" sz="3000" dirty="0" spc="-6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trên</a:t>
            </a:r>
            <a:r>
              <a:rPr lang="en-US" sz="3000" dirty="0" spc="-3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3000" dirty="0" spc="3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r>
              <a:rPr lang="en-US" sz="3000" dirty="0" spc="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Linux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12477750" y="5753100"/>
            <a:ext cx="4572000" cy="257175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 spc="8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2400" dirty="0" spc="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400" dirty="0" spc="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400" dirty="0" spc="18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400" dirty="0" spc="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400" dirty="0" spc="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khác,</a:t>
            </a:r>
            <a:r>
              <a:rPr lang="en-US" sz="2400" dirty="0" spc="7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tường</a:t>
            </a:r>
            <a:r>
              <a:rPr lang="en-US" sz="2400" dirty="0" spc="1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lửa</a:t>
            </a:r>
            <a:r>
              <a:rPr lang="en-US" sz="2400" dirty="0" spc="-8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r>
              <a:rPr lang="en-US" sz="2400" dirty="0" spc="-7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400" dirty="0" spc="3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r>
              <a:rPr lang="en-US" sz="2400" dirty="0" spc="-6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thật.</a:t>
            </a:r>
            <a:r>
              <a:rPr lang="en-US" sz="2400" dirty="0" spc="-7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Hãy</a:t>
            </a:r>
            <a:r>
              <a:rPr lang="en-US" sz="2400" dirty="0" spc="3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400" dirty="0" spc="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400" dirty="0" spc="-18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400" dirty="0" spc="-6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400" dirty="0" spc="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dirty="0" spc="-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bạn.</a:t>
            </a:r>
            <a:endParaRPr lang="en-US" sz="2400" dirty="0"/>
          </a:p>
        </p:txBody>
      </p:sp>
      <p:sp>
        <p:nvSpPr>
          <p:cNvPr id="25" name="Connector line-1792297261564-701984861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7" name="Shape 2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8" name="Shape 2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9" name="Shape 2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0" name="Shape 2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1" name="Shape 2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2" name="Shape 3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3" name="Shape 31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4" name="Shape 3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12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37" name="Shape 3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8" name="Moda image moda-export-watermark-f9423698-49b5-4811-bdc6-a9c009e2213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952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1800" b="1" spc="29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180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9525000" cy="118110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ctr"/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dirty="0" spc="-2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Nhìn</a:t>
            </a:r>
            <a:r>
              <a:rPr lang="en-US" sz="720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7200" dirty="0" spc="-3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</a:t>
            </a:r>
            <a:r>
              <a:rPr lang="en-US" sz="7200" dirty="0" spc="-3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2762250"/>
            <a:ext cx="9144000" cy="142875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6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Gửi</a:t>
            </a:r>
            <a:r>
              <a:rPr lang="en-US" sz="25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gói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UDP</a:t>
            </a:r>
            <a:r>
              <a:rPr lang="en-US" sz="25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tới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cổng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123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255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55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máy</a:t>
            </a:r>
            <a:r>
              <a:rPr lang="en-US" sz="25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lạ,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chờ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</a:t>
            </a:r>
            <a:r>
              <a:rPr lang="en-US" sz="25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giây,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55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thấy</a:t>
            </a: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gì.</a:t>
            </a:r>
            <a:r>
              <a:rPr lang="en-US" sz="2550" dirty="0" spc="-3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Kết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luận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“cổng</a:t>
            </a:r>
            <a:r>
              <a:rPr lang="en-US" sz="25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đóng”</a:t>
            </a:r>
            <a:r>
              <a:rPr lang="en-US" sz="255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không?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914400" y="4476750"/>
            <a:ext cx="9144000" cy="4191000"/>
          </a:xfrm>
          <a:prstGeom prst="roundRect">
            <a:avLst>
              <a:gd name="adj" fmla="val 6364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28750" y="5715000"/>
            <a:ext cx="2190750" cy="104775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28750" y="5715000"/>
            <a:ext cx="21907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máy</a:t>
            </a:r>
            <a:r>
              <a:rPr lang="en-US" sz="21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 bạn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7048500" y="5715000"/>
            <a:ext cx="2476500" cy="104775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8500" y="5848350"/>
            <a:ext cx="2476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máy</a:t>
            </a:r>
            <a:r>
              <a:rPr lang="en-US" sz="19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lạ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7048500" y="6210300"/>
            <a:ext cx="2476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 spc="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UDP 123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19500" y="5524500"/>
            <a:ext cx="3429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4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gói</a:t>
            </a:r>
            <a:r>
              <a:rPr lang="en-US" sz="1800" dirty="0" spc="2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tin</a:t>
            </a:r>
            <a:endParaRPr lang="en-US" sz="1800" dirty="0"/>
          </a:p>
        </p:txBody>
      </p:sp>
      <p:sp>
        <p:nvSpPr>
          <p:cNvPr id="12" name="Connector line-1792297296968-908768494"/>
          <p:cNvSpPr/>
          <p:nvPr/>
        </p:nvSpPr>
        <p:spPr>
          <a:xfrm>
            <a:off x="3714750" y="6000750"/>
            <a:ext cx="3219450" cy="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3" name="Connector line-1792297296968-264484974"/>
          <p:cNvSpPr/>
          <p:nvPr/>
        </p:nvSpPr>
        <p:spPr>
          <a:xfrm flipH="1">
            <a:off x="3733800" y="6477000"/>
            <a:ext cx="3276600" cy="0"/>
          </a:xfrm>
          <a:prstGeom prst="line">
            <a:avLst/>
          </a:prstGeom>
          <a:noFill/>
          <a:ln w="28575">
            <a:solidFill>
              <a:srgbClr val="B5AE9F"/>
            </a:solidFill>
            <a:prstDash val="lgDash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5105400" y="6248400"/>
            <a:ext cx="457200" cy="457200"/>
          </a:xfrm>
          <a:prstGeom prst="ellipse">
            <a:avLst/>
          </a:prstGeom>
          <a:solidFill>
            <a:srgbClr val="FBF8F2"/>
          </a:solidFill>
          <a:ln w="28575">
            <a:solidFill>
              <a:srgbClr val="8A867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05400" y="6248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kern="0">
                <a:solidFill>
                  <a:srgbClr val="6B6A66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?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914400" y="7239000"/>
            <a:ext cx="9144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Chờ</a:t>
            </a: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</a:t>
            </a:r>
            <a:r>
              <a:rPr lang="en-US" sz="22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giây: không</a:t>
            </a:r>
            <a:r>
              <a:rPr lang="en-US" sz="225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thấy</a:t>
            </a: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gì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10668000" y="1809750"/>
            <a:ext cx="6705600" cy="6858000"/>
          </a:xfrm>
          <a:prstGeom prst="roundRect">
            <a:avLst>
              <a:gd name="adj" fmla="val 4545"/>
            </a:avLst>
          </a:prstGeom>
          <a:solidFill>
            <a:srgbClr val="0F766E"/>
          </a:solidFill>
          <a:ln/>
        </p:spPr>
      </p:sp>
      <p:sp>
        <p:nvSpPr>
          <p:cNvPr id="18" name="Shape 16"/>
          <p:cNvSpPr/>
          <p:nvPr/>
        </p:nvSpPr>
        <p:spPr>
          <a:xfrm>
            <a:off x="11201400" y="2343150"/>
            <a:ext cx="533400" cy="533400"/>
          </a:xfrm>
          <a:prstGeom prst="ellips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344275" y="2514600"/>
            <a:ext cx="257175" cy="200025"/>
          </a:xfrm>
          <a:custGeom>
            <a:avLst/>
            <a:gdLst/>
            <a:ahLst/>
            <a:cxnLst/>
            <a:rect l="l" t="t" r="r" b="b"/>
            <a:pathLst>
              <a:path w="257175" h="200025">
                <a:moveTo>
                  <a:pt x="0" y="104775"/>
                </a:moveTo>
                <a:lnTo>
                  <a:pt x="95250" y="200025"/>
                </a:lnTo>
                <a:lnTo>
                  <a:pt x="257175" y="0"/>
                </a:lnTo>
              </a:path>
            </a:pathLst>
          </a:custGeom>
          <a:ln w="381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201400" y="320040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01" kern="0" dirty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1650" b="1" spc="224" kern="0" dirty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1201400" y="3619500"/>
            <a:ext cx="5810250" cy="1524000"/>
          </a:xfrm>
          <a:prstGeom prst="rect">
            <a:avLst/>
          </a:prstGeom>
          <a:noFill/>
          <a:ln/>
        </p:spPr>
        <p:txBody>
          <a:bodyPr wrap="square" lIns="0" tIns="43720" rIns="0" bIns="-43720" rtlCol="0" anchor="t"/>
          <a:lstStyle/>
          <a:p>
            <a:pPr algn="l" indent="0" marL="0">
              <a:lnSpc>
                <a:spcPts val="5355"/>
              </a:lnSpc>
              <a:buNone/>
            </a:pPr>
            <a:r>
              <a:rPr lang="en-US" sz="5100" dirty="0" spc="17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Không,</a:t>
            </a:r>
            <a:r>
              <a:rPr lang="en-US" sz="5100" dirty="0" spc="-34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chưa</a:t>
            </a:r>
            <a:endParaRPr lang="en-US" sz="5100" dirty="0"/>
          </a:p>
          <a:p>
            <a:pPr algn="l" indent="0" marL="0">
              <a:lnSpc>
                <a:spcPts val="5355"/>
              </a:lnSpc>
              <a:buNone/>
            </a:pPr>
            <a:r>
              <a:rPr lang="en-US" sz="5100" dirty="0" spc="-39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kết</a:t>
            </a:r>
            <a:r>
              <a:rPr lang="en-US" sz="5100" dirty="0" spc="1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luận</a:t>
            </a:r>
            <a:r>
              <a:rPr lang="en-US" sz="5100" dirty="0" spc="-68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endParaRPr lang="en-US" sz="5100" dirty="0"/>
          </a:p>
        </p:txBody>
      </p:sp>
      <p:sp>
        <p:nvSpPr>
          <p:cNvPr id="22" name="Text 20"/>
          <p:cNvSpPr/>
          <p:nvPr/>
        </p:nvSpPr>
        <p:spPr>
          <a:xfrm>
            <a:off x="11201400" y="5391150"/>
            <a:ext cx="5715000" cy="304800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 spc="-7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Hết</a:t>
            </a:r>
            <a:r>
              <a:rPr lang="en-US" sz="240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giờ</a:t>
            </a:r>
            <a:r>
              <a:rPr lang="en-US" sz="240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240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-9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tách</a:t>
            </a:r>
            <a:r>
              <a:rPr lang="en-US" sz="2400" dirty="0" spc="7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cổng</a:t>
            </a:r>
            <a:r>
              <a:rPr lang="en-US" sz="2400" dirty="0" spc="1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đóng,</a:t>
            </a:r>
            <a:r>
              <a:rPr lang="en-US" sz="2400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cổng</a:t>
            </a:r>
            <a:r>
              <a:rPr lang="en-US" sz="2400" dirty="0" spc="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400" dirty="0" spc="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</a:t>
            </a:r>
            <a:r>
              <a:rPr lang="en-US" sz="240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im</a:t>
            </a:r>
            <a:r>
              <a:rPr lang="en-US" sz="2400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lặng,</a:t>
            </a:r>
            <a:r>
              <a:rPr lang="en-US" sz="2400" dirty="0" spc="-7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400" dirty="0" spc="-1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2400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40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chặn.</a:t>
            </a:r>
            <a:r>
              <a:rPr lang="en-US" sz="240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Muốn</a:t>
            </a:r>
            <a:r>
              <a:rPr lang="en-US" sz="2400" dirty="0" spc="-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biết:</a:t>
            </a:r>
            <a:r>
              <a:rPr lang="en-US" sz="2400" dirty="0" spc="4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400" dirty="0" spc="-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-2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40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400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NTP</a:t>
            </a:r>
            <a:r>
              <a:rPr lang="en-US" sz="2400" dirty="0" spc="-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thật,</a:t>
            </a:r>
            <a:r>
              <a:rPr lang="en-US" sz="2400" dirty="0" spc="-1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240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-2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40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400" dirty="0" spc="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40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không.</a:t>
            </a:r>
            <a:endParaRPr lang="en-US" sz="2400" dirty="0"/>
          </a:p>
        </p:txBody>
      </p:sp>
      <p:sp>
        <p:nvSpPr>
          <p:cNvPr id="23" name="Connector line-1792297296996-907893480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5" name="Shape 2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6" name="Shape 2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7" name="Shape 2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8" name="Shape 2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9" name="Shape 2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0" name="Shape 2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1" name="Shape 2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2" name="Shape 30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3" name="Shape 31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12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6" name="Moda image moda-export-watermark-92f39101-2cac-426d-9412-09e8d98e2cd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952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28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ctr"/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dirty="0" spc="-5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72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72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3105150" cy="4095750"/>
          </a:xfrm>
          <a:prstGeom prst="roundRect">
            <a:avLst>
              <a:gd name="adj" fmla="val 7362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4248150" y="2762250"/>
            <a:ext cx="3105150" cy="4095750"/>
          </a:xfrm>
          <a:prstGeom prst="roundRect">
            <a:avLst>
              <a:gd name="adj" fmla="val 7362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7581900" y="2762250"/>
            <a:ext cx="3105150" cy="4095750"/>
          </a:xfrm>
          <a:prstGeom prst="roundRect">
            <a:avLst>
              <a:gd name="adj" fmla="val 7362"/>
            </a:avLst>
          </a:prstGeom>
          <a:solidFill>
            <a:srgbClr val="1E212B"/>
          </a:solidFill>
          <a:ln/>
        </p:spPr>
      </p:sp>
      <p:sp>
        <p:nvSpPr>
          <p:cNvPr id="7" name="Shape 5"/>
          <p:cNvSpPr/>
          <p:nvPr/>
        </p:nvSpPr>
        <p:spPr>
          <a:xfrm>
            <a:off x="10915650" y="2762250"/>
            <a:ext cx="3105150" cy="4095750"/>
          </a:xfrm>
          <a:prstGeom prst="roundRect">
            <a:avLst>
              <a:gd name="adj" fmla="val 7362"/>
            </a:avLst>
          </a:prstGeom>
          <a:solidFill>
            <a:srgbClr val="1E212B"/>
          </a:solidFill>
          <a:ln/>
        </p:spPr>
      </p:sp>
      <p:sp>
        <p:nvSpPr>
          <p:cNvPr id="8" name="Shape 6"/>
          <p:cNvSpPr/>
          <p:nvPr/>
        </p:nvSpPr>
        <p:spPr>
          <a:xfrm>
            <a:off x="14249400" y="2762250"/>
            <a:ext cx="3105150" cy="4095750"/>
          </a:xfrm>
          <a:prstGeom prst="roundRect">
            <a:avLst>
              <a:gd name="adj" fmla="val 7362"/>
            </a:avLst>
          </a:prstGeom>
          <a:solidFill>
            <a:srgbClr val="1E212B"/>
          </a:solidFill>
          <a:ln/>
        </p:spPr>
      </p:sp>
      <p:sp>
        <p:nvSpPr>
          <p:cNvPr id="9" name="Connector line-1792297371714-520478448"/>
          <p:cNvSpPr/>
          <p:nvPr/>
        </p:nvSpPr>
        <p:spPr>
          <a:xfrm>
            <a:off x="1219200" y="3181350"/>
            <a:ext cx="2495550" cy="0"/>
          </a:xfrm>
          <a:prstGeom prst="line">
            <a:avLst/>
          </a:prstGeom>
          <a:noFill/>
          <a:ln w="38100">
            <a:solidFill>
              <a:srgbClr val="F3EEE3"/>
            </a:solidFill>
            <a:prstDash val="solid"/>
            <a:headEnd type="none"/>
            <a:tailEnd type="none"/>
          </a:ln>
        </p:spPr>
      </p:sp>
      <p:sp>
        <p:nvSpPr>
          <p:cNvPr id="10" name="Connector line-1792297371715-293039506"/>
          <p:cNvSpPr/>
          <p:nvPr/>
        </p:nvSpPr>
        <p:spPr>
          <a:xfrm>
            <a:off x="4552950" y="3181350"/>
            <a:ext cx="2495550" cy="0"/>
          </a:xfrm>
          <a:prstGeom prst="line">
            <a:avLst/>
          </a:prstGeom>
          <a:noFill/>
          <a:ln w="38100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11" name="Connector line-1792297371715-330928516"/>
          <p:cNvSpPr/>
          <p:nvPr/>
        </p:nvSpPr>
        <p:spPr>
          <a:xfrm>
            <a:off x="7886700" y="3181350"/>
            <a:ext cx="2495550" cy="0"/>
          </a:xfrm>
          <a:prstGeom prst="line">
            <a:avLst/>
          </a:prstGeom>
          <a:noFill/>
          <a:ln w="38100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12" name="Connector line-1792297371715-662392462"/>
          <p:cNvSpPr/>
          <p:nvPr/>
        </p:nvSpPr>
        <p:spPr>
          <a:xfrm>
            <a:off x="11220450" y="3181350"/>
            <a:ext cx="2495550" cy="0"/>
          </a:xfrm>
          <a:prstGeom prst="line">
            <a:avLst/>
          </a:prstGeom>
          <a:noFill/>
          <a:ln w="38100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13" name="Connector line-1792297371715-75246325"/>
          <p:cNvSpPr/>
          <p:nvPr/>
        </p:nvSpPr>
        <p:spPr>
          <a:xfrm>
            <a:off x="14554200" y="3181350"/>
            <a:ext cx="2495550" cy="0"/>
          </a:xfrm>
          <a:prstGeom prst="line">
            <a:avLst/>
          </a:prstGeom>
          <a:noFill/>
          <a:ln w="38100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1200150" y="3086100"/>
            <a:ext cx="190500" cy="190500"/>
          </a:xfrm>
          <a:prstGeom prst="ellipse">
            <a:avLst/>
          </a:prstGeom>
          <a:solidFill>
            <a:srgbClr val="1E212B"/>
          </a:solidFill>
          <a:ln w="3810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33900" y="3086100"/>
            <a:ext cx="190500" cy="190500"/>
          </a:xfrm>
          <a:prstGeom prst="ellipse">
            <a:avLst/>
          </a:prstGeom>
          <a:solidFill>
            <a:srgbClr val="1E212B"/>
          </a:solidFill>
          <a:ln w="38100">
            <a:solidFill>
              <a:srgbClr val="7C93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67650" y="3086100"/>
            <a:ext cx="190500" cy="190500"/>
          </a:xfrm>
          <a:prstGeom prst="ellipse">
            <a:avLst/>
          </a:prstGeom>
          <a:solidFill>
            <a:srgbClr val="1E212B"/>
          </a:solidFill>
          <a:ln w="38100">
            <a:solidFill>
              <a:srgbClr val="3DD6A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201400" y="3086100"/>
            <a:ext cx="190500" cy="190500"/>
          </a:xfrm>
          <a:prstGeom prst="ellipse">
            <a:avLst/>
          </a:prstGeom>
          <a:solidFill>
            <a:srgbClr val="1E212B"/>
          </a:solidFill>
          <a:ln w="38100">
            <a:solidFill>
              <a:srgbClr val="FF6A4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4535150" y="3086100"/>
            <a:ext cx="190500" cy="190500"/>
          </a:xfrm>
          <a:prstGeom prst="ellipse">
            <a:avLst/>
          </a:prstGeom>
          <a:solidFill>
            <a:srgbClr val="1E212B"/>
          </a:solidFill>
          <a:ln w="38100">
            <a:solidFill>
              <a:srgbClr val="FFB4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19200" y="3448050"/>
            <a:ext cx="24955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IP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4552950" y="3448050"/>
            <a:ext cx="24955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34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TCP</a:t>
            </a:r>
            <a:endParaRPr lang="en-US" sz="4200" dirty="0"/>
          </a:p>
        </p:txBody>
      </p:sp>
      <p:sp>
        <p:nvSpPr>
          <p:cNvPr id="21" name="Text 19"/>
          <p:cNvSpPr/>
          <p:nvPr/>
        </p:nvSpPr>
        <p:spPr>
          <a:xfrm>
            <a:off x="7886700" y="3448050"/>
            <a:ext cx="24955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UDP</a:t>
            </a:r>
            <a:endParaRPr lang="en-US" sz="4200" dirty="0"/>
          </a:p>
        </p:txBody>
      </p:sp>
      <p:sp>
        <p:nvSpPr>
          <p:cNvPr id="22" name="Text 20"/>
          <p:cNvSpPr/>
          <p:nvPr/>
        </p:nvSpPr>
        <p:spPr>
          <a:xfrm>
            <a:off x="11220450" y="3448050"/>
            <a:ext cx="24955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ICMP</a:t>
            </a:r>
            <a:endParaRPr lang="en-US" sz="4200" dirty="0"/>
          </a:p>
        </p:txBody>
      </p:sp>
      <p:sp>
        <p:nvSpPr>
          <p:cNvPr id="23" name="Text 21"/>
          <p:cNvSpPr/>
          <p:nvPr/>
        </p:nvSpPr>
        <p:spPr>
          <a:xfrm>
            <a:off x="14554200" y="3448050"/>
            <a:ext cx="24955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IANA</a:t>
            </a:r>
            <a:endParaRPr lang="en-US" sz="4200" dirty="0"/>
          </a:p>
        </p:txBody>
      </p:sp>
      <p:sp>
        <p:nvSpPr>
          <p:cNvPr id="24" name="Text 22"/>
          <p:cNvSpPr/>
          <p:nvPr/>
        </p:nvSpPr>
        <p:spPr>
          <a:xfrm>
            <a:off x="1219200" y="4210050"/>
            <a:ext cx="2495550" cy="6096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Internet</a:t>
            </a:r>
            <a:r>
              <a:rPr lang="en-US" sz="165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4552950" y="4210050"/>
            <a:ext cx="2495550" cy="6096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-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Transmission</a:t>
            </a:r>
            <a:r>
              <a:rPr lang="en-US" sz="165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Control</a:t>
            </a:r>
            <a:r>
              <a:rPr lang="en-US" sz="165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7886700" y="4210050"/>
            <a:ext cx="2495550" cy="6096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User</a:t>
            </a:r>
            <a:r>
              <a:rPr lang="en-US" sz="165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Datagram Protocol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11220450" y="4210050"/>
            <a:ext cx="2495550" cy="6096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Internet</a:t>
            </a:r>
            <a:r>
              <a:rPr lang="en-US" sz="165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Control</a:t>
            </a: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Message</a:t>
            </a:r>
            <a:r>
              <a:rPr lang="en-US" sz="165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14554200" y="4210050"/>
            <a:ext cx="2495550" cy="6096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Internet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Assigned</a:t>
            </a: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Numbers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Authority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1219200" y="4953000"/>
            <a:ext cx="2495550" cy="1809750"/>
          </a:xfrm>
          <a:prstGeom prst="rect">
            <a:avLst/>
          </a:prstGeom>
          <a:noFill/>
          <a:ln/>
        </p:spPr>
        <p:txBody>
          <a:bodyPr wrap="square" lIns="0" tIns="4334" rIns="0" bIns="-4334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19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Đánh</a:t>
            </a:r>
            <a:r>
              <a:rPr lang="en-US" sz="1950" dirty="0" spc="2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19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195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19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19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195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19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195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máy.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4552950" y="4953000"/>
            <a:ext cx="2495550" cy="1809750"/>
          </a:xfrm>
          <a:prstGeom prst="rect">
            <a:avLst/>
          </a:prstGeom>
          <a:noFill/>
          <a:ln/>
        </p:spPr>
        <p:txBody>
          <a:bodyPr wrap="square" lIns="0" tIns="4334" rIns="0" bIns="-4334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1950" dirty="0" spc="-4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19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1950" dirty="0" spc="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đáng</a:t>
            </a:r>
            <a:r>
              <a:rPr lang="en-US" sz="19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195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cậy:</a:t>
            </a:r>
            <a:r>
              <a:rPr lang="en-US" sz="19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19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950" dirty="0" spc="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19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195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19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19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tự.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7886700" y="4953000"/>
            <a:ext cx="2495550" cy="1809750"/>
          </a:xfrm>
          <a:prstGeom prst="rect">
            <a:avLst/>
          </a:prstGeom>
          <a:noFill/>
          <a:ln/>
        </p:spPr>
        <p:txBody>
          <a:bodyPr wrap="square" lIns="0" tIns="4334" rIns="0" bIns="-4334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19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Gói</a:t>
            </a:r>
            <a:r>
              <a:rPr lang="en-US" sz="19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1950" dirty="0" spc="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19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giản,</a:t>
            </a:r>
            <a:r>
              <a:rPr lang="en-US" sz="19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950" dirty="0" spc="-2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19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nối,</a:t>
            </a:r>
            <a:r>
              <a:rPr lang="en-US" sz="19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9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1950" dirty="0" spc="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đảm đến</a:t>
            </a:r>
            <a:r>
              <a:rPr lang="en-US" sz="19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đủ.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11220450" y="4953000"/>
            <a:ext cx="2495550" cy="1809750"/>
          </a:xfrm>
          <a:prstGeom prst="rect">
            <a:avLst/>
          </a:prstGeom>
          <a:noFill/>
          <a:ln/>
        </p:spPr>
        <p:txBody>
          <a:bodyPr wrap="square" lIns="0" tIns="4334" rIns="0" bIns="-4334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19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9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r>
              <a:rPr lang="en-US" sz="19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1950" dirty="0" spc="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19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19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lỗi, như cổng</a:t>
            </a:r>
            <a:r>
              <a:rPr lang="en-US" sz="19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9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 nghe.</a:t>
            </a:r>
            <a:endParaRPr lang="en-US" sz="1950" dirty="0"/>
          </a:p>
        </p:txBody>
      </p:sp>
      <p:sp>
        <p:nvSpPr>
          <p:cNvPr id="33" name="Text 31"/>
          <p:cNvSpPr/>
          <p:nvPr/>
        </p:nvSpPr>
        <p:spPr>
          <a:xfrm>
            <a:off x="14554200" y="4953000"/>
            <a:ext cx="2495550" cy="1809750"/>
          </a:xfrm>
          <a:prstGeom prst="rect">
            <a:avLst/>
          </a:prstGeom>
          <a:noFill/>
          <a:ln/>
        </p:spPr>
        <p:txBody>
          <a:bodyPr wrap="square" lIns="0" tIns="4334" rIns="0" bIns="-4334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19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19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19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1950" dirty="0" spc="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19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19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19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19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195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19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cổng.</a:t>
            </a:r>
            <a:endParaRPr lang="en-US" sz="1950" dirty="0"/>
          </a:p>
        </p:txBody>
      </p:sp>
      <p:sp>
        <p:nvSpPr>
          <p:cNvPr id="34" name="Text 32"/>
          <p:cNvSpPr/>
          <p:nvPr/>
        </p:nvSpPr>
        <p:spPr>
          <a:xfrm>
            <a:off x="914400" y="73152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1650" b="1" spc="30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6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914400" y="7715250"/>
            <a:ext cx="164592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21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system-design-101 ·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Linux</a:t>
            </a:r>
            <a:r>
              <a:rPr lang="en-US" sz="21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ip-sysctl</a:t>
            </a:r>
            <a:r>
              <a:rPr lang="en-US" sz="21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man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ip(7),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udp(7),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bind(2)</a:t>
            </a:r>
            <a:r>
              <a:rPr lang="en-US" sz="21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RFC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9110</a:t>
            </a:r>
            <a:r>
              <a:rPr lang="en-US" sz="21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PostgreSQL,</a:t>
            </a:r>
            <a:r>
              <a:rPr lang="en-US" sz="21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MySQL</a:t>
            </a:r>
            <a:endParaRPr lang="en-US" sz="2100" dirty="0"/>
          </a:p>
        </p:txBody>
      </p:sp>
      <p:sp>
        <p:nvSpPr>
          <p:cNvPr id="36" name="Text 34"/>
          <p:cNvSpPr/>
          <p:nvPr/>
        </p:nvSpPr>
        <p:spPr>
          <a:xfrm>
            <a:off x="914400" y="82677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Đo</a:t>
            </a:r>
            <a:r>
              <a:rPr lang="en-US" sz="180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8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18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</a:t>
            </a:r>
            <a:r>
              <a:rPr lang="en-US" sz="18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2026-10-16.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8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1800" dirty="0" spc="-2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1800" dirty="0" spc="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độc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lập.</a:t>
            </a:r>
            <a:endParaRPr lang="en-US" sz="1800" dirty="0"/>
          </a:p>
        </p:txBody>
      </p:sp>
      <p:sp>
        <p:nvSpPr>
          <p:cNvPr id="37" name="Connector line-1792297371766-865743672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38" name="Shape 3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9" name="Shape 3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0" name="Shape 3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1" name="Shape 3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2" name="Shape 4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3" name="Shape 4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4" name="Shape 4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5" name="Shape 4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6" name="Shape 4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7" name="Shape 45"/>
          <p:cNvSpPr/>
          <p:nvPr/>
        </p:nvSpPr>
        <p:spPr>
          <a:xfrm>
            <a:off x="381000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8" name="Text 46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12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49" name="Shape 4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0" name="Moda image moda-export-watermark-ec905481-c6fd-4fe7-97d1-8013e6d9448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2026-10-18T05:49:54Z</dcterms:created>
  <dcterms:modified xsi:type="dcterms:W3CDTF">2026-10-18T05:49:54Z</dcterms:modified>
</cp:coreProperties>
</file>