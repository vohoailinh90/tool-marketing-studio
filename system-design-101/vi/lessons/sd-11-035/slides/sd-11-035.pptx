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1432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ẩn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8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b="1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000" b="1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801350" y="4229100"/>
            <a:ext cx="1828800" cy="1828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47625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hóa</a:t>
            </a:r>
            <a:r>
              <a:rPr lang="en-US" sz="255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716000" y="18097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716000" y="304800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716000" y="42862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716000" y="552450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250" b="1" dirty="0" spc="2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716000" y="67627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dẹp</a:t>
            </a:r>
            <a:endParaRPr lang="en-US" sz="2250" dirty="0"/>
          </a:p>
        </p:txBody>
      </p:sp>
      <p:sp>
        <p:nvSpPr>
          <p:cNvPr id="14" name="Connector line-1792420738762-34401941"/>
          <p:cNvSpPr/>
          <p:nvPr/>
        </p:nvSpPr>
        <p:spPr>
          <a:xfrm flipV="1">
            <a:off x="12630150" y="2209800"/>
            <a:ext cx="1085850" cy="29337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5" name="Connector line-1792420738762-462382103"/>
          <p:cNvSpPr/>
          <p:nvPr/>
        </p:nvSpPr>
        <p:spPr>
          <a:xfrm flipV="1">
            <a:off x="12630150" y="3448050"/>
            <a:ext cx="1085850" cy="16954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6" name="Connector line-1792420738763-556502215"/>
          <p:cNvSpPr/>
          <p:nvPr/>
        </p:nvSpPr>
        <p:spPr>
          <a:xfrm flipV="1">
            <a:off x="12630150" y="4686300"/>
            <a:ext cx="1085850" cy="4572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Connector line-1792420738763-481544078"/>
          <p:cNvSpPr/>
          <p:nvPr/>
        </p:nvSpPr>
        <p:spPr>
          <a:xfrm>
            <a:off x="12630150" y="5143500"/>
            <a:ext cx="1085850" cy="7810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8" name="Connector line-1792420738763-206212253"/>
          <p:cNvSpPr/>
          <p:nvPr/>
        </p:nvSpPr>
        <p:spPr>
          <a:xfrm>
            <a:off x="12630150" y="5143500"/>
            <a:ext cx="1085850" cy="20193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dc59fc2-fe0f-4edc-aef9-fc2cb485ab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khoản,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4572000"/>
          </a:xfrm>
          <a:prstGeom prst="roundRect">
            <a:avLst>
              <a:gd name="adj" fmla="val 6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4095750"/>
            <a:ext cx="68580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42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42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42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ẩn,</a:t>
            </a:r>
            <a:r>
              <a:rPr lang="en-US" sz="42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42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42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42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hình.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563100" y="3048000"/>
            <a:ext cx="7810500" cy="45720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00393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18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39350" y="4095750"/>
            <a:ext cx="68580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42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42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42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42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42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a0814fe-2269-4755-bb28-82a6d1009b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LƯỢNG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809750"/>
            <a:ext cx="15906750" cy="4191000"/>
          </a:xfrm>
          <a:prstGeom prst="rect">
            <a:avLst/>
          </a:prstGeom>
          <a:noFill/>
          <a:ln/>
        </p:spPr>
        <p:txBody>
          <a:bodyPr wrap="square" lIns="0" tIns="82296" rIns="0" bIns="-82296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dirty="0" spc="-2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9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9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96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tồn</a:t>
            </a:r>
            <a:r>
              <a:rPr lang="en-US" sz="96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r>
              <a:rPr lang="en-US" sz="96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96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9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9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9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quay.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68770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7334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7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cộng,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666750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68770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6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753600" y="7334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</a:t>
            </a: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chụp,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186599b-57e8-494d-adc9-c4b08b24df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476500" y="2857500"/>
            <a:ext cx="38100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715500" y="2857500"/>
            <a:ext cx="43815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550" dirty="0"/>
          </a:p>
        </p:txBody>
      </p:sp>
      <p:sp>
        <p:nvSpPr>
          <p:cNvPr id="6" name="Connector line-1792420769718-788618245"/>
          <p:cNvSpPr/>
          <p:nvPr/>
        </p:nvSpPr>
        <p:spPr>
          <a:xfrm>
            <a:off x="4381500" y="3714750"/>
            <a:ext cx="0" cy="4857750"/>
          </a:xfrm>
          <a:prstGeom prst="line">
            <a:avLst/>
          </a:prstGeom>
          <a:noFill/>
          <a:ln w="38100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7" name="Connector line-1792420769718-327836903"/>
          <p:cNvSpPr/>
          <p:nvPr/>
        </p:nvSpPr>
        <p:spPr>
          <a:xfrm>
            <a:off x="11906250" y="3714750"/>
            <a:ext cx="0" cy="4857750"/>
          </a:xfrm>
          <a:prstGeom prst="line">
            <a:avLst/>
          </a:prstGeom>
          <a:noFill/>
          <a:ln w="38100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762500" y="41910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9" name="Connector line-1792420769720-811908343"/>
          <p:cNvSpPr/>
          <p:nvPr/>
        </p:nvSpPr>
        <p:spPr>
          <a:xfrm>
            <a:off x="4381500" y="4762500"/>
            <a:ext cx="752475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4516100" y="438150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8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0" y="5524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12" name="Connector line-1792420769726-663111389"/>
          <p:cNvSpPr/>
          <p:nvPr/>
        </p:nvSpPr>
        <p:spPr>
          <a:xfrm flipH="1">
            <a:off x="4381500" y="6096000"/>
            <a:ext cx="7524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lgDash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62500" y="676275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22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14" name="Connector line-1792420769728-310647244"/>
          <p:cNvSpPr/>
          <p:nvPr/>
        </p:nvSpPr>
        <p:spPr>
          <a:xfrm>
            <a:off x="4381500" y="7334250"/>
            <a:ext cx="752475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4516100" y="6953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8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493140a-5618-4d10-ad85-acb0ed0315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DỞ</a:t>
            </a:r>
            <a:r>
              <a:rPr lang="en-US" sz="180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DANG</a:t>
            </a:r>
            <a:r>
              <a:rPr lang="en-US" sz="1800" b="1" spc="2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dở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6900" dirty="0"/>
          </a:p>
        </p:txBody>
      </p:sp>
      <p:sp>
        <p:nvSpPr>
          <p:cNvPr id="4" name="Connector line-1792420742337-40197246"/>
          <p:cNvSpPr/>
          <p:nvPr/>
        </p:nvSpPr>
        <p:spPr>
          <a:xfrm>
            <a:off x="1524000" y="3810000"/>
            <a:ext cx="15240000" cy="0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38350" y="356235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5848350" y="356235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9658350" y="356235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3468350" y="356235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286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4572000" y="4286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382000" y="4286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192000" y="4286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096000" y="5524500"/>
            <a:ext cx="7620000" cy="7239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143750"/>
            <a:ext cx="15697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3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3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3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rẻ,</a:t>
            </a:r>
            <a:r>
              <a:rPr lang="en-US" sz="330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33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đắt.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30bf66b-ca7e-4c05-9f68-83c45786c5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DẸP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dẹp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2476500" y="30480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315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IP</a:t>
            </a:r>
            <a:r>
              <a:rPr lang="en-US" sz="31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gỡ:</a:t>
            </a:r>
            <a:r>
              <a:rPr lang="en-US" sz="31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1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85775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2476500" y="48577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31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6675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2476500" y="66675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1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dở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1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1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f965087-5ffb-4be7-8ff2-0cd2c240fd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23850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37147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33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8850" y="323850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48850" y="37147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0650" y="619125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90650" y="66675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soạn.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372600" y="590550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8850" y="619125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848850" y="66675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3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165c34d-cf91-4099-9e55-9157dd4136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1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Xóa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ảo,</a:t>
            </a:r>
            <a:r>
              <a:rPr lang="en-US" sz="63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63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EBS</a:t>
            </a:r>
            <a:r>
              <a:rPr lang="en-US" sz="63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3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3434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</a:t>
            </a:r>
            <a:r>
              <a:rPr lang="en-US" sz="16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762750" y="40005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43434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43750" y="48577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611100" y="4000500"/>
            <a:ext cx="4762500" cy="2857500"/>
          </a:xfrm>
          <a:prstGeom prst="roundRect">
            <a:avLst>
              <a:gd name="adj" fmla="val 10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92100" y="43434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992100" y="48577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30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tháng.</a:t>
            </a:r>
            <a:endParaRPr lang="en-US" sz="3000" dirty="0"/>
          </a:p>
        </p:txBody>
      </p:sp>
      <p:sp>
        <p:nvSpPr>
          <p:cNvPr id="13" name="Connector line-1792420797817-654484414"/>
          <p:cNvSpPr/>
          <p:nvPr/>
        </p:nvSpPr>
        <p:spPr>
          <a:xfrm>
            <a:off x="5676900" y="5429250"/>
            <a:ext cx="10858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20797817-560574666"/>
          <p:cNvSpPr/>
          <p:nvPr/>
        </p:nvSpPr>
        <p:spPr>
          <a:xfrm>
            <a:off x="11525250" y="5429250"/>
            <a:ext cx="10858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dd000d9-712d-4a9d-9989-98da5d48f8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52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 theo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hình.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85900" y="4476750"/>
            <a:ext cx="158877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476750"/>
            <a:ext cx="15125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30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đếm.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57400" y="6000750"/>
            <a:ext cx="153162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6000750"/>
            <a:ext cx="14554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628900" y="7524750"/>
            <a:ext cx="147447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3009900" y="7524750"/>
            <a:ext cx="13982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05fb7c5-0c70-4cf7-a059-b511ed5cb5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857500" y="16954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2762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EBS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857500" y="28384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3905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857500" y="39814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Amazon.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56197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GB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857500" y="56959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Gigabyte.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049000" y="1619250"/>
            <a:ext cx="6324600" cy="6096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0" y="19621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430000" y="2533650"/>
            <a:ext cx="5524500" cy="476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spcAft>
                <a:spcPts val="1350"/>
              </a:spcAft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indent="0" marL="0">
              <a:lnSpc>
                <a:spcPts val="3360"/>
              </a:lnSpc>
              <a:spcAft>
                <a:spcPts val="1350"/>
              </a:spcAft>
              <a:buNone/>
            </a:pPr>
            <a:r>
              <a:rPr lang="en-US" sz="240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AWS,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S3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(kho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trữ)</a:t>
            </a:r>
            <a:endParaRPr lang="en-US" sz="2400" dirty="0"/>
          </a:p>
          <a:p>
            <a:pPr algn="l" indent="0" marL="0">
              <a:lnSpc>
                <a:spcPts val="3360"/>
              </a:lnSpc>
              <a:spcAft>
                <a:spcPts val="1350"/>
              </a:spcAft>
              <a:buNone/>
            </a:pPr>
            <a:r>
              <a:rPr lang="en-US" sz="240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AWS,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EC2 (kho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trữ,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cũ)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AWS,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(giá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f5315e2-01fe-4a19-a49e-81c386e66d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2026-10-19T17:07:13Z</dcterms:created>
  <dcterms:modified xsi:type="dcterms:W3CDTF">2026-10-19T17:07:13Z</dcterms:modified>
</cp:coreProperties>
</file>