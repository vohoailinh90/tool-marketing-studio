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Twitter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tầng,</a:t>
            </a:r>
            <a:r>
              <a:rPr lang="en-US" sz="8100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81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81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tech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stack: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376356927-84009389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67056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10900" y="1771650"/>
            <a:ext cx="609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</a:t>
            </a:r>
            <a:r>
              <a:rPr lang="en-US" sz="33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0668000" y="2800350"/>
            <a:ext cx="67056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10900" y="3143250"/>
            <a:ext cx="609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10668000" y="4171950"/>
            <a:ext cx="67056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10900" y="4514850"/>
            <a:ext cx="609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33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0668000" y="5543550"/>
            <a:ext cx="67056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10900" y="5886450"/>
            <a:ext cx="609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3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0668000" y="6915150"/>
            <a:ext cx="6705600" cy="1219200"/>
          </a:xfrm>
          <a:prstGeom prst="roundRect">
            <a:avLst>
              <a:gd name="adj" fmla="val 17188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1010900" y="7258050"/>
            <a:ext cx="609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95ad42c-3b72-4bcc-8dff-752cad84e7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stack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r>
              <a:rPr lang="en-US" sz="75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6358086-559405507"/>
          <p:cNvSpPr/>
          <p:nvPr/>
        </p:nvSpPr>
        <p:spPr>
          <a:xfrm>
            <a:off x="1333500" y="5334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có danh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thích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b30405d-7e44-466c-8ca8-85030372fb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1–2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 NGƯỜI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5905500" cy="4953000"/>
          </a:xfrm>
          <a:prstGeom prst="rect">
            <a:avLst/>
          </a:prstGeom>
          <a:noFill/>
          <a:ln/>
        </p:spPr>
        <p:txBody>
          <a:bodyPr wrap="square" lIns="0" tIns="350520" rIns="0" bIns="-350520" rtlCol="0" anchor="t"/>
          <a:lstStyle/>
          <a:p>
            <a:pPr algn="l" indent="0" marL="0">
              <a:lnSpc>
                <a:spcPts val="34500"/>
              </a:lnSpc>
              <a:buNone/>
            </a:pPr>
            <a:r>
              <a:rPr lang="en-US" sz="345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4500" dirty="0"/>
          </a:p>
        </p:txBody>
      </p:sp>
      <p:sp>
        <p:nvSpPr>
          <p:cNvPr id="4" name="Text 2"/>
          <p:cNvSpPr/>
          <p:nvPr/>
        </p:nvSpPr>
        <p:spPr>
          <a:xfrm>
            <a:off x="6286500" y="1809750"/>
            <a:ext cx="11049000" cy="1524000"/>
          </a:xfrm>
          <a:prstGeom prst="rect">
            <a:avLst/>
          </a:prstGeom>
          <a:noFill/>
          <a:ln/>
        </p:spPr>
        <p:txBody>
          <a:bodyPr wrap="square" lIns="0" tIns="41148" rIns="0" bIns="-41148" rtlCol="0" anchor="t"/>
          <a:lstStyle/>
          <a:p>
            <a:pPr algn="l" indent="0" marL="0">
              <a:lnSpc>
                <a:spcPts val="5832"/>
              </a:lnSpc>
              <a:buNone/>
            </a:pP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hai</a:t>
            </a:r>
            <a:r>
              <a:rPr lang="en-US" sz="54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54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chạm</a:t>
            </a:r>
            <a:r>
              <a:rPr lang="en-US" sz="54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286500" y="4000500"/>
            <a:ext cx="5334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67500" y="4305300"/>
            <a:ext cx="457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800" dirty="0"/>
          </a:p>
        </p:txBody>
      </p:sp>
      <p:sp>
        <p:nvSpPr>
          <p:cNvPr id="7" name="Text richtext-1792376358939-637805311"/>
          <p:cNvSpPr/>
          <p:nvPr/>
        </p:nvSpPr>
        <p:spPr>
          <a:xfrm>
            <a:off x="6667500" y="47625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603" rIns="0" bIns="-1603" rtlCol="0" anchor="t"/>
          <a:lstStyle/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Swift:</a:t>
            </a:r>
            <a:r>
              <a:rPr lang="en-US" sz="255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iPhone</a:t>
            </a:r>
            <a:endParaRPr lang="en-US" sz="2550" dirty="0"/>
          </a:p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Kotlin:</a:t>
            </a:r>
            <a:r>
              <a:rPr lang="en-US" sz="255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Android</a:t>
            </a:r>
            <a:endParaRPr lang="en-US" sz="2550" dirty="0"/>
          </a:p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-7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PWA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2039600" y="4000500"/>
            <a:ext cx="5334000" cy="2857500"/>
          </a:xfrm>
          <a:prstGeom prst="roundRect">
            <a:avLst>
              <a:gd name="adj" fmla="val 9333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420600" y="4305300"/>
            <a:ext cx="457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1800" dirty="0"/>
          </a:p>
        </p:txBody>
      </p:sp>
      <p:sp>
        <p:nvSpPr>
          <p:cNvPr id="10" name="Text richtext-1792376358948-935054105"/>
          <p:cNvSpPr/>
          <p:nvPr/>
        </p:nvSpPr>
        <p:spPr>
          <a:xfrm>
            <a:off x="12420600" y="47625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603" rIns="0" bIns="-1603" rtlCol="0" anchor="t"/>
          <a:lstStyle/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</a:t>
            </a:r>
            <a:endParaRPr lang="en-US" sz="2550" dirty="0"/>
          </a:p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React: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diện</a:t>
            </a:r>
            <a:endParaRPr lang="en-US" sz="2550" dirty="0"/>
          </a:p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Redux: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43ed90a-a6d4-470c-9b9e-e9589d99cd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đâu,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048500" y="314325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182600" y="314325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700" dirty="0"/>
          </a:p>
        </p:txBody>
      </p:sp>
      <p:sp>
        <p:nvSpPr>
          <p:cNvPr id="7" name="Connector line-1792376359818-844380321"/>
          <p:cNvSpPr/>
          <p:nvPr/>
        </p:nvSpPr>
        <p:spPr>
          <a:xfrm>
            <a:off x="5105400" y="3905250"/>
            <a:ext cx="19431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8" name="Connector line-1792376359818-291937857"/>
          <p:cNvSpPr/>
          <p:nvPr/>
        </p:nvSpPr>
        <p:spPr>
          <a:xfrm>
            <a:off x="11239500" y="3905250"/>
            <a:ext cx="19431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200650" y="3333750"/>
            <a:ext cx="1752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Finagle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334750" y="3333750"/>
            <a:ext cx="1752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Finagle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5524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57721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MESOS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95400" y="6191250"/>
            <a:ext cx="156210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3900" dirty="0"/>
          </a:p>
        </p:txBody>
      </p:sp>
      <p:sp>
        <p:nvSpPr>
          <p:cNvPr id="14" name="Connector line-1792376359825-464512240"/>
          <p:cNvSpPr/>
          <p:nvPr/>
        </p:nvSpPr>
        <p:spPr>
          <a:xfrm>
            <a:off x="3009900" y="4667250"/>
            <a:ext cx="0" cy="857250"/>
          </a:xfrm>
          <a:prstGeom prst="line">
            <a:avLst/>
          </a:prstGeom>
          <a:noFill/>
          <a:ln w="28575">
            <a:solidFill>
              <a:srgbClr val="14161C"/>
            </a:solidFill>
            <a:prstDash val="dash"/>
            <a:headEnd type="none"/>
            <a:tailEnd type="none"/>
          </a:ln>
        </p:spPr>
      </p:sp>
      <p:sp>
        <p:nvSpPr>
          <p:cNvPr id="15" name="Connector line-1792376359825-1733068"/>
          <p:cNvSpPr/>
          <p:nvPr/>
        </p:nvSpPr>
        <p:spPr>
          <a:xfrm>
            <a:off x="9144000" y="4667250"/>
            <a:ext cx="0" cy="857250"/>
          </a:xfrm>
          <a:prstGeom prst="line">
            <a:avLst/>
          </a:prstGeom>
          <a:noFill/>
          <a:ln w="28575">
            <a:solidFill>
              <a:srgbClr val="14161C"/>
            </a:solidFill>
            <a:prstDash val="dash"/>
            <a:headEnd type="none"/>
            <a:tailEnd type="none"/>
          </a:ln>
        </p:spPr>
      </p:sp>
      <p:sp>
        <p:nvSpPr>
          <p:cNvPr id="16" name="Connector line-1792376359825-164684696"/>
          <p:cNvSpPr/>
          <p:nvPr/>
        </p:nvSpPr>
        <p:spPr>
          <a:xfrm>
            <a:off x="15278100" y="4667250"/>
            <a:ext cx="0" cy="857250"/>
          </a:xfrm>
          <a:prstGeom prst="line">
            <a:avLst/>
          </a:prstGeom>
          <a:noFill/>
          <a:ln w="28575">
            <a:solidFill>
              <a:srgbClr val="14161C"/>
            </a:solidFill>
            <a:prstDash val="dash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14400" y="78105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Finagle: thư viện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dịch vụ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25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 A,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57606039-f538-4c32-8b0a-e29793654f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8615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DDE3F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5720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Pelikan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Cache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534150" y="314325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48615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15150" y="45720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2153900" y="314325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534900" y="348615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34900" y="4000500"/>
            <a:ext cx="4476750" cy="2857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tên;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7715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b1e2a6ad-6ee2-48f2-abd0-af5372d432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950" b="1" spc="3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6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200400"/>
            <a:ext cx="14478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Manhattan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4577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629150"/>
            <a:ext cx="14478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MySQL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8864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057900"/>
            <a:ext cx="14478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PostgreSQL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524750"/>
            <a:ext cx="1562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không nói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nằm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158344f-1c5d-4fa1-88f8-28627cf8c8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1950" b="1" spc="224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6" name="Text richtext-1792376408415-630967402"/>
          <p:cNvSpPr/>
          <p:nvPr/>
        </p:nvSpPr>
        <p:spPr>
          <a:xfrm>
            <a:off x="1371600" y="3905250"/>
            <a:ext cx="7086600" cy="3619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CHO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9" name="Text richtext-1792376408424-410426996"/>
          <p:cNvSpPr/>
          <p:nvPr/>
        </p:nvSpPr>
        <p:spPr>
          <a:xfrm>
            <a:off x="9829800" y="3905250"/>
            <a:ext cx="7086600" cy="3619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"Twitter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1.0" là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nào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8191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1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0d190db-6e35-4e88-bb87-87004f6215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4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ty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 dữ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45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81400"/>
            <a:ext cx="7239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572000"/>
            <a:ext cx="7239000" cy="2381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581400"/>
            <a:ext cx="7239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F3DF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753600" y="4572000"/>
            <a:ext cx="7239000" cy="2381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chung;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Twitter.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a3f6c0f-aa81-439e-b6b4-15e1f8c0d8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stack bằng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15621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8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676400" y="4248150"/>
            <a:ext cx="156972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4629150"/>
            <a:ext cx="14859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2438400" y="5638800"/>
            <a:ext cx="149352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9400" y="601980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nhanh?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3200400" y="7029450"/>
            <a:ext cx="14173200" cy="1238250"/>
          </a:xfrm>
          <a:prstGeom prst="roundRect">
            <a:avLst>
              <a:gd name="adj" fmla="val 16923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3581400" y="7410450"/>
            <a:ext cx="1333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14400" y="857250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5c9ae2c-d9c4-4def-ba45-eaa2442a9f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6254496"/>
                <a:gridCol w="822960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6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PWA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Progressive</a:t>
                      </a:r>
                      <a:r>
                        <a:rPr lang="en-US" sz="2250" dirty="0" spc="-2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ứng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tiến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JavaScript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250" dirty="0" spc="-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duyệt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4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Structured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Query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 trúc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858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2961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867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ef5c96e-8d42-46f7-90e5-ac1417f91f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2026-10-19T02:21:00Z</dcterms:created>
  <dcterms:modified xsi:type="dcterms:W3CDTF">2026-10-19T02:21:00Z</dcterms:modified>
</cp:coreProperties>
</file>