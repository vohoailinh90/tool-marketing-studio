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32385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 số</a:t>
            </a:r>
            <a:r>
              <a:rPr lang="en-US" sz="81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143500"/>
            <a:ext cx="83820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"dùng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nào".</a:t>
            </a:r>
            <a:r>
              <a:rPr lang="en-US" sz="3000" dirty="0" spc="-8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 câu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30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CI/CD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0668000" y="1619250"/>
            <a:ext cx="6667500" cy="1333500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49000" y="1828800"/>
            <a:ext cx="95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2096750" y="205740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nhiêu?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10668000" y="3333750"/>
            <a:ext cx="6667500" cy="1333500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49000" y="3543300"/>
            <a:ext cx="95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12096750" y="377190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 gì?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10668000" y="5048250"/>
            <a:ext cx="6667500" cy="1333500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49000" y="5257800"/>
            <a:ext cx="95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12096750" y="548640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 bao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lâu?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10668000" y="6762750"/>
            <a:ext cx="6667500" cy="1333500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49000" y="6972300"/>
            <a:ext cx="95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12096750" y="720090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Bao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chuỗi?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d58b9d17-0aa5-4a39-be30-f2f49d19232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HÌNH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52400" cy="2381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09550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68580" rIns="0" bIns="-68580" rtlCol="0" anchor="t"/>
          <a:lstStyle/>
          <a:p>
            <a:pPr algn="l" indent="0" marL="0">
              <a:lnSpc>
                <a:spcPts val="9720"/>
              </a:lnSpc>
              <a:buNone/>
            </a:pPr>
            <a:r>
              <a:rPr lang="en-US" sz="9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90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90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9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9000" dirty="0" spc="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định,</a:t>
            </a:r>
            <a:r>
              <a:rPr lang="en-US" sz="9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90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90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9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sản</a:t>
            </a:r>
            <a:r>
              <a:rPr lang="en-US" sz="90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phẩm.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524000" y="66675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9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30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thể</a:t>
            </a:r>
            <a:r>
              <a:rPr lang="en-US" sz="3000" dirty="0" spc="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30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420d0ed2-8bc3-4df1-8299-2e3a7b8e44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7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nhiêu?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762500"/>
          </a:xfrm>
          <a:prstGeom prst="roundRect">
            <a:avLst>
              <a:gd name="adj" fmla="val 6400"/>
            </a:avLst>
          </a:prstGeom>
          <a:solidFill>
            <a:srgbClr val="F3DFB8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3048000"/>
            <a:ext cx="8001000" cy="4762500"/>
          </a:xfrm>
          <a:prstGeom prst="roundRect">
            <a:avLst>
              <a:gd name="adj" fmla="val 6400"/>
            </a:avLst>
          </a:prstGeom>
          <a:solidFill>
            <a:srgbClr val="F3DFB8"/>
          </a:solidFill>
          <a:ln/>
        </p:spPr>
      </p:sp>
      <p:sp>
        <p:nvSpPr>
          <p:cNvPr id="6" name="Shape 4"/>
          <p:cNvSpPr/>
          <p:nvPr/>
        </p:nvSpPr>
        <p:spPr>
          <a:xfrm>
            <a:off x="1390650" y="3524250"/>
            <a:ext cx="7048500" cy="2476500"/>
          </a:xfrm>
          <a:prstGeom prst="roundRect">
            <a:avLst>
              <a:gd name="adj" fmla="val 9231"/>
            </a:avLst>
          </a:prstGeom>
          <a:solidFill>
            <a:srgbClr val="FBF8F2"/>
          </a:solidFill>
          <a:ln/>
        </p:spPr>
      </p:sp>
      <p:sp>
        <p:nvSpPr>
          <p:cNvPr id="7" name="Shape 5"/>
          <p:cNvSpPr/>
          <p:nvPr/>
        </p:nvSpPr>
        <p:spPr>
          <a:xfrm>
            <a:off x="1809750" y="4095750"/>
            <a:ext cx="247650" cy="2476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2343150" y="4629150"/>
            <a:ext cx="247650" cy="2476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9" name="Shape 7"/>
          <p:cNvSpPr/>
          <p:nvPr/>
        </p:nvSpPr>
        <p:spPr>
          <a:xfrm>
            <a:off x="2876550" y="5162550"/>
            <a:ext cx="247650" cy="2476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Shape 8"/>
          <p:cNvSpPr/>
          <p:nvPr/>
        </p:nvSpPr>
        <p:spPr>
          <a:xfrm>
            <a:off x="3409950" y="4362450"/>
            <a:ext cx="247650" cy="2476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Shape 9"/>
          <p:cNvSpPr/>
          <p:nvPr/>
        </p:nvSpPr>
        <p:spPr>
          <a:xfrm>
            <a:off x="3943350" y="4895850"/>
            <a:ext cx="247650" cy="2476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Shape 10"/>
          <p:cNvSpPr/>
          <p:nvPr/>
        </p:nvSpPr>
        <p:spPr>
          <a:xfrm>
            <a:off x="4476750" y="4095750"/>
            <a:ext cx="247650" cy="2476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3" name="Shape 11"/>
          <p:cNvSpPr/>
          <p:nvPr/>
        </p:nvSpPr>
        <p:spPr>
          <a:xfrm>
            <a:off x="5010150" y="4629150"/>
            <a:ext cx="247650" cy="2476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Shape 12"/>
          <p:cNvSpPr/>
          <p:nvPr/>
        </p:nvSpPr>
        <p:spPr>
          <a:xfrm>
            <a:off x="5543550" y="5162550"/>
            <a:ext cx="247650" cy="2476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Shape 13"/>
          <p:cNvSpPr/>
          <p:nvPr/>
        </p:nvSpPr>
        <p:spPr>
          <a:xfrm>
            <a:off x="6076950" y="4362450"/>
            <a:ext cx="247650" cy="2476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Shape 14"/>
          <p:cNvSpPr/>
          <p:nvPr/>
        </p:nvSpPr>
        <p:spPr>
          <a:xfrm>
            <a:off x="6610350" y="4895850"/>
            <a:ext cx="247650" cy="2476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7" name="Shape 15"/>
          <p:cNvSpPr/>
          <p:nvPr/>
        </p:nvSpPr>
        <p:spPr>
          <a:xfrm>
            <a:off x="7143750" y="4095750"/>
            <a:ext cx="247650" cy="2476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8" name="Shape 16"/>
          <p:cNvSpPr/>
          <p:nvPr/>
        </p:nvSpPr>
        <p:spPr>
          <a:xfrm>
            <a:off x="7677150" y="4629150"/>
            <a:ext cx="247650" cy="2476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Connector line-1792369747895-872083976"/>
          <p:cNvSpPr/>
          <p:nvPr/>
        </p:nvSpPr>
        <p:spPr>
          <a:xfrm>
            <a:off x="1809750" y="5619750"/>
            <a:ext cx="6210300" cy="0"/>
          </a:xfrm>
          <a:prstGeom prst="line">
            <a:avLst/>
          </a:prstGeom>
          <a:noFill/>
          <a:ln w="28575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20" name="Text 18"/>
          <p:cNvSpPr/>
          <p:nvPr/>
        </p:nvSpPr>
        <p:spPr>
          <a:xfrm>
            <a:off x="1390650" y="6477000"/>
            <a:ext cx="7048500" cy="1333500"/>
          </a:xfrm>
          <a:prstGeom prst="rect">
            <a:avLst/>
          </a:prstGeom>
          <a:noFill/>
          <a:ln/>
        </p:spPr>
        <p:txBody>
          <a:bodyPr wrap="square" lIns="0" tIns="13335" rIns="0" bIns="-13335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Bao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</a:t>
            </a:r>
            <a:r>
              <a:rPr lang="en-US" sz="42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giây?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9848850" y="3524250"/>
            <a:ext cx="7048500" cy="2476500"/>
          </a:xfrm>
          <a:prstGeom prst="roundRect">
            <a:avLst>
              <a:gd name="adj" fmla="val 9231"/>
            </a:avLst>
          </a:prstGeom>
          <a:solidFill>
            <a:srgbClr val="FBF8F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87000" y="4000500"/>
            <a:ext cx="6191250" cy="1524000"/>
          </a:xfrm>
          <a:custGeom>
            <a:avLst/>
            <a:gdLst/>
            <a:ahLst/>
            <a:cxnLst/>
            <a:rect l="l" t="t" r="r" b="b"/>
            <a:pathLst>
              <a:path w="6191250" h="1524000">
                <a:moveTo>
                  <a:pt x="0" y="1524000"/>
                </a:moveTo>
                <a:lnTo>
                  <a:pt x="1714500" y="1428750"/>
                </a:lnTo>
                <a:lnTo>
                  <a:pt x="2476500" y="1333500"/>
                </a:lnTo>
                <a:lnTo>
                  <a:pt x="3048000" y="0"/>
                </a:lnTo>
                <a:lnTo>
                  <a:pt x="3524250" y="1476375"/>
                </a:lnTo>
                <a:lnTo>
                  <a:pt x="4572000" y="1381125"/>
                </a:lnTo>
                <a:lnTo>
                  <a:pt x="6191250" y="1428750"/>
                </a:lnTo>
              </a:path>
            </a:pathLst>
          </a:custGeom>
          <a:ln w="57150">
            <a:solidFill>
              <a:srgbClr val="B45309"/>
            </a:solidFill>
            <a:prstDash val="solid"/>
          </a:ln>
        </p:spPr>
      </p:sp>
      <p:sp>
        <p:nvSpPr>
          <p:cNvPr id="23" name="Connector line-1792369747906-733417020"/>
          <p:cNvSpPr/>
          <p:nvPr/>
        </p:nvSpPr>
        <p:spPr>
          <a:xfrm>
            <a:off x="10287000" y="5715000"/>
            <a:ext cx="6191250" cy="0"/>
          </a:xfrm>
          <a:prstGeom prst="line">
            <a:avLst/>
          </a:prstGeom>
          <a:noFill/>
          <a:ln w="28575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24" name="Text 22"/>
          <p:cNvSpPr/>
          <p:nvPr/>
        </p:nvSpPr>
        <p:spPr>
          <a:xfrm>
            <a:off x="9848850" y="6477000"/>
            <a:ext cx="7048500" cy="1333500"/>
          </a:xfrm>
          <a:prstGeom prst="rect">
            <a:avLst/>
          </a:prstGeom>
          <a:noFill/>
          <a:ln/>
        </p:spPr>
        <p:txBody>
          <a:bodyPr wrap="square" lIns="0" tIns="13335" rIns="0" bIns="-13335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tăng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đột biến không?</a:t>
            </a:r>
            <a:endParaRPr lang="en-US" sz="4200" dirty="0"/>
          </a:p>
        </p:txBody>
      </p:sp>
      <p:sp>
        <p:nvSpPr>
          <p:cNvPr id="25" name="Shape 23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8238282e-edeb-4747-9278-641013d6de6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95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950" b="1" spc="26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Hỏi</a:t>
            </a: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78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4953000" cy="1905000"/>
          </a:xfrm>
          <a:prstGeom prst="roundRect">
            <a:avLst>
              <a:gd name="adj" fmla="val 16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67400" y="3714750"/>
            <a:ext cx="1943100" cy="1714500"/>
          </a:xfrm>
          <a:custGeom>
            <a:avLst/>
            <a:gdLst/>
            <a:ahLst/>
            <a:cxnLst/>
            <a:rect l="l" t="t" r="r" b="b"/>
            <a:pathLst>
              <a:path w="1943100" h="1714500">
                <a:moveTo>
                  <a:pt x="0" y="1714500"/>
                </a:moveTo>
                <a:cubicBezTo>
                  <a:pt x="990600" y="1714500"/>
                  <a:pt x="990600" y="0"/>
                  <a:pt x="194310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67400" y="5429250"/>
            <a:ext cx="1943100" cy="9144"/>
          </a:xfrm>
          <a:custGeom>
            <a:avLst/>
            <a:gdLst/>
            <a:ahLst/>
            <a:cxnLst/>
            <a:rect l="l" t="t" r="r" b="b"/>
            <a:pathLst>
              <a:path w="1943100" h="9144">
                <a:moveTo>
                  <a:pt x="0" y="0"/>
                </a:moveTo>
                <a:lnTo>
                  <a:pt x="1943100" y="0"/>
                </a:ln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67400" y="5429250"/>
            <a:ext cx="1943100" cy="1714500"/>
          </a:xfrm>
          <a:custGeom>
            <a:avLst/>
            <a:gdLst/>
            <a:ahLst/>
            <a:cxnLst/>
            <a:rect l="l" t="t" r="r" b="b"/>
            <a:pathLst>
              <a:path w="1943100" h="1714500">
                <a:moveTo>
                  <a:pt x="0" y="0"/>
                </a:moveTo>
                <a:cubicBezTo>
                  <a:pt x="990600" y="0"/>
                  <a:pt x="990600" y="1714500"/>
                  <a:pt x="1943100" y="171450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5750" y="3143250"/>
            <a:ext cx="5334000" cy="1143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7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905750" y="4857750"/>
            <a:ext cx="5334000" cy="1143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9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Tốc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7905750" y="6572250"/>
            <a:ext cx="5334000" cy="1143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3811250" y="4000500"/>
            <a:ext cx="3619500" cy="3048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là:</a:t>
            </a:r>
            <a:r>
              <a:rPr lang="en-US" sz="25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25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9081303d-13bb-41ec-81a0-c4bfb58244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 lâu?</a:t>
            </a:r>
            <a:endParaRPr lang="en-US" sz="7800" dirty="0"/>
          </a:p>
        </p:txBody>
      </p:sp>
      <p:sp>
        <p:nvSpPr>
          <p:cNvPr id="4" name="Connector line-1792369780523-359151133"/>
          <p:cNvSpPr/>
          <p:nvPr/>
        </p:nvSpPr>
        <p:spPr>
          <a:xfrm>
            <a:off x="1333500" y="5334000"/>
            <a:ext cx="15621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914400" y="57150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mới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525500" y="5715000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cũ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609850" y="5086350"/>
            <a:ext cx="495300" cy="495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3429000"/>
            <a:ext cx="3048000" cy="1143000"/>
          </a:xfrm>
          <a:prstGeom prst="roundRect">
            <a:avLst>
              <a:gd name="adj" fmla="val 2333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8324850" y="508635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5905500" y="6477000"/>
            <a:ext cx="5334000" cy="1524000"/>
          </a:xfrm>
          <a:prstGeom prst="roundRect">
            <a:avLst>
              <a:gd name="adj" fmla="val 175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tiết?</a:t>
            </a:r>
            <a:endParaRPr lang="en-US" sz="2700" dirty="0"/>
          </a:p>
        </p:txBody>
      </p:sp>
      <p:sp>
        <p:nvSpPr>
          <p:cNvPr id="11" name="Connector line-1792369780534-951973803"/>
          <p:cNvSpPr/>
          <p:nvPr/>
        </p:nvSpPr>
        <p:spPr>
          <a:xfrm>
            <a:off x="8572500" y="5619750"/>
            <a:ext cx="0" cy="8191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4039850" y="508635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0" y="3143250"/>
            <a:ext cx="1809750" cy="1047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Xóa?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4478000" y="3143250"/>
            <a:ext cx="2476500" cy="1047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lại?</a:t>
            </a:r>
            <a:endParaRPr lang="en-US" sz="2700" dirty="0"/>
          </a:p>
        </p:txBody>
      </p:sp>
      <p:sp>
        <p:nvSpPr>
          <p:cNvPr id="15" name="Connector line-1792369780539-440339532"/>
          <p:cNvSpPr/>
          <p:nvPr/>
        </p:nvSpPr>
        <p:spPr>
          <a:xfrm flipV="1">
            <a:off x="14287500" y="4286250"/>
            <a:ext cx="0" cy="76200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83008740-f133-45fc-a662-7d94a781193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1950" b="1" spc="2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6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Bao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</a:t>
            </a:r>
            <a:r>
              <a:rPr lang="en-US" sz="78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chuỗi?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1239500" cy="5524500"/>
          </a:xfrm>
          <a:prstGeom prst="roundRect">
            <a:avLst>
              <a:gd name="adj" fmla="val 551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5143500"/>
            <a:ext cx="3619500" cy="1524000"/>
          </a:xfrm>
          <a:prstGeom prst="roundRect">
            <a:avLst>
              <a:gd name="adj" fmla="val 175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9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10150" y="4048125"/>
            <a:ext cx="2228850" cy="1857375"/>
          </a:xfrm>
          <a:custGeom>
            <a:avLst/>
            <a:gdLst/>
            <a:ahLst/>
            <a:cxnLst/>
            <a:rect l="l" t="t" r="r" b="b"/>
            <a:pathLst>
              <a:path w="2228850" h="1857375">
                <a:moveTo>
                  <a:pt x="0" y="1857375"/>
                </a:moveTo>
                <a:cubicBezTo>
                  <a:pt x="1085850" y="1857375"/>
                  <a:pt x="1085850" y="0"/>
                  <a:pt x="2228850" y="0"/>
                </a:cubicBezTo>
              </a:path>
            </a:pathLst>
          </a:custGeom>
          <a:ln w="38100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250" y="3619500"/>
            <a:ext cx="4191000" cy="8572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010150" y="5191125"/>
            <a:ext cx="2228850" cy="714375"/>
          </a:xfrm>
          <a:custGeom>
            <a:avLst/>
            <a:gdLst/>
            <a:ahLst/>
            <a:cxnLst/>
            <a:rect l="l" t="t" r="r" b="b"/>
            <a:pathLst>
              <a:path w="2228850" h="714375">
                <a:moveTo>
                  <a:pt x="0" y="714375"/>
                </a:moveTo>
                <a:cubicBezTo>
                  <a:pt x="1085850" y="714375"/>
                  <a:pt x="1085850" y="0"/>
                  <a:pt x="2228850" y="0"/>
                </a:cubicBezTo>
              </a:path>
            </a:pathLst>
          </a:custGeom>
          <a:ln w="38100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34250" y="4762500"/>
            <a:ext cx="4191000" cy="8572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5010150" y="5905500"/>
            <a:ext cx="2228850" cy="428625"/>
          </a:xfrm>
          <a:custGeom>
            <a:avLst/>
            <a:gdLst/>
            <a:ahLst/>
            <a:cxnLst/>
            <a:rect l="l" t="t" r="r" b="b"/>
            <a:pathLst>
              <a:path w="2228850" h="428625">
                <a:moveTo>
                  <a:pt x="0" y="0"/>
                </a:moveTo>
                <a:cubicBezTo>
                  <a:pt x="1085850" y="0"/>
                  <a:pt x="1085850" y="428625"/>
                  <a:pt x="2228850" y="428625"/>
                </a:cubicBezTo>
              </a:path>
            </a:pathLst>
          </a:custGeom>
          <a:ln w="38100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34250" y="5905500"/>
            <a:ext cx="4191000" cy="8572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5010150" y="5905500"/>
            <a:ext cx="2228850" cy="1571625"/>
          </a:xfrm>
          <a:custGeom>
            <a:avLst/>
            <a:gdLst/>
            <a:ahLst/>
            <a:cxnLst/>
            <a:rect l="l" t="t" r="r" b="b"/>
            <a:pathLst>
              <a:path w="2228850" h="1571625">
                <a:moveTo>
                  <a:pt x="0" y="0"/>
                </a:moveTo>
                <a:cubicBezTo>
                  <a:pt x="1085850" y="0"/>
                  <a:pt x="1085850" y="1571625"/>
                  <a:pt x="2228850" y="1571625"/>
                </a:cubicBezTo>
              </a:path>
            </a:pathLst>
          </a:custGeom>
          <a:ln w="38100">
            <a:solidFill>
              <a:srgbClr val="1F3F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34250" y="7048500"/>
            <a:ext cx="4191000" cy="8572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390650" y="3619500"/>
            <a:ext cx="36195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550" dirty="0" spc="-3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611100" y="3143250"/>
            <a:ext cx="4762500" cy="5524500"/>
          </a:xfrm>
          <a:prstGeom prst="roundRect">
            <a:avLst>
              <a:gd name="adj" fmla="val 6400"/>
            </a:avLst>
          </a:prstGeom>
          <a:solidFill>
            <a:srgbClr val="DDE3FA"/>
          </a:solidFill>
          <a:ln/>
        </p:spPr>
      </p:sp>
      <p:sp>
        <p:nvSpPr>
          <p:cNvPr id="16" name="Text 14"/>
          <p:cNvSpPr/>
          <p:nvPr/>
        </p:nvSpPr>
        <p:spPr>
          <a:xfrm>
            <a:off x="13087350" y="36195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7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100" b="1" spc="14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100" b="1" spc="1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087350" y="4381500"/>
            <a:ext cx="3810000" cy="285750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sẽ</a:t>
            </a:r>
            <a:r>
              <a:rPr lang="en-US" sz="48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vận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 kho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này?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3ad7006d-0aae-4796-ab48-a4e8de3ae3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chuỗi quan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trọng</a:t>
            </a:r>
            <a:r>
              <a:rPr lang="en-US" sz="69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69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thương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5524500"/>
          </a:xfrm>
          <a:prstGeom prst="roundRect">
            <a:avLst>
              <a:gd name="adj" fmla="val 551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52425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100" b="1" spc="1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100" b="1" spc="14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100" b="1" spc="1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100" b="1" spc="15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100" b="1" spc="10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90650" y="4286250"/>
            <a:ext cx="7048500" cy="952500"/>
          </a:xfrm>
          <a:prstGeom prst="roundRect">
            <a:avLst>
              <a:gd name="adj" fmla="val 24000"/>
            </a:avLst>
          </a:prstGeom>
          <a:solidFill>
            <a:srgbClr val="2A2E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7" name="Connector line-1792369811726-136174124"/>
          <p:cNvSpPr/>
          <p:nvPr/>
        </p:nvSpPr>
        <p:spPr>
          <a:xfrm>
            <a:off x="4914900" y="5334000"/>
            <a:ext cx="0" cy="4762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8" name="Text 6"/>
          <p:cNvSpPr/>
          <p:nvPr/>
        </p:nvSpPr>
        <p:spPr>
          <a:xfrm>
            <a:off x="1390650" y="5905500"/>
            <a:ext cx="7048500" cy="952500"/>
          </a:xfrm>
          <a:prstGeom prst="roundRect">
            <a:avLst>
              <a:gd name="adj" fmla="val 24000"/>
            </a:avLst>
          </a:prstGeom>
          <a:solidFill>
            <a:srgbClr val="2A2E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phình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550" dirty="0"/>
          </a:p>
        </p:txBody>
      </p:sp>
      <p:sp>
        <p:nvSpPr>
          <p:cNvPr id="9" name="Connector line-1792369811729-257472174"/>
          <p:cNvSpPr/>
          <p:nvPr/>
        </p:nvSpPr>
        <p:spPr>
          <a:xfrm>
            <a:off x="4914900" y="6953250"/>
            <a:ext cx="0" cy="4762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0" name="Text 8"/>
          <p:cNvSpPr/>
          <p:nvPr/>
        </p:nvSpPr>
        <p:spPr>
          <a:xfrm>
            <a:off x="1390650" y="7524750"/>
            <a:ext cx="7048500" cy="857250"/>
          </a:xfrm>
          <a:prstGeom prst="roundRect">
            <a:avLst>
              <a:gd name="adj" fmla="val 26667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372600" y="3143250"/>
            <a:ext cx="8001000" cy="5524500"/>
          </a:xfrm>
          <a:prstGeom prst="roundRect">
            <a:avLst>
              <a:gd name="adj" fmla="val 5517"/>
            </a:avLst>
          </a:prstGeom>
          <a:solidFill>
            <a:srgbClr val="1E212B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48850" y="352425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100" b="1" spc="15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10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b="1" spc="1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848850" y="4381500"/>
            <a:ext cx="7048500" cy="285750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</a:t>
            </a:r>
            <a:r>
              <a:rPr lang="en-US" sz="45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</a:t>
            </a:r>
            <a:r>
              <a:rPr lang="en-US" sz="45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dụng,</a:t>
            </a:r>
            <a:r>
              <a:rPr lang="en-US" sz="4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45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cẩn</a:t>
            </a:r>
            <a:r>
              <a:rPr lang="en-US" sz="4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thận,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4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4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đủ.</a:t>
            </a:r>
            <a:endParaRPr lang="en-US" sz="4500" dirty="0"/>
          </a:p>
        </p:txBody>
      </p:sp>
      <p:sp>
        <p:nvSpPr>
          <p:cNvPr id="14" name="Shape 1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a4724a29-884c-4ac8-9be7-29b9e604437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chuỗi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 hai</a:t>
            </a:r>
            <a:r>
              <a:rPr lang="en-US" sz="75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chuỗi?</a:t>
            </a:r>
            <a:endParaRPr lang="en-US" sz="7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52750"/>
          <a:ext cx="13716000" cy="914400"/>
        </p:xfrm>
        <a:graphic>
          <a:graphicData uri="http://schemas.openxmlformats.org/drawingml/2006/table">
            <a:tbl>
              <a:tblPr/>
              <a:tblGrid>
                <a:gridCol w="5596128"/>
                <a:gridCol w="3621024"/>
                <a:gridCol w="3621024"/>
                <a:gridCol w="3621024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tên</a:t>
                      </a:r>
                      <a:r>
                        <a:rPr lang="en-US" sz="2550" b="1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r>
                        <a:rPr lang="en-US" sz="2550" b="1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đo</a:t>
                      </a:r>
                      <a:endParaRPr lang="en-US" sz="1200" dirty="0"/>
                    </a:p>
                  </a:txBody>
                  <a:tcPr marL="304800" marR="304800" marT="281940" marB="2819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service</a:t>
                      </a:r>
                      <a:endParaRPr lang="en-US" sz="1200" dirty="0"/>
                    </a:p>
                  </a:txBody>
                  <a:tcPr marL="304800" marR="304800" marT="281940" marB="28194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code</a:t>
                      </a:r>
                      <a:endParaRPr lang="en-US" sz="1200" dirty="0"/>
                    </a:p>
                  </a:txBody>
                  <a:tcPr marL="304800" marR="304800" marT="281940" marB="28194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chuỗi</a:t>
                      </a:r>
                      <a:endParaRPr lang="en-US" sz="1200" dirty="0"/>
                    </a:p>
                  </a:txBody>
                  <a:tcPr marL="304800" marR="304800" marT="281940" marB="28194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http_requests</a:t>
                      </a:r>
                      <a:endParaRPr lang="en-US" sz="1200" dirty="0"/>
                    </a:p>
                  </a:txBody>
                  <a:tcPr marL="304800" marR="304800" marT="281940" marB="2819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</a:t>
                      </a:r>
                      <a:endParaRPr lang="en-US" sz="1200" dirty="0"/>
                    </a:p>
                  </a:txBody>
                  <a:tcPr marL="304800" marR="304800" marT="281940" marB="28194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200</a:t>
                      </a:r>
                      <a:endParaRPr lang="en-US" sz="1200" dirty="0"/>
                    </a:p>
                  </a:txBody>
                  <a:tcPr marL="304800" marR="304800" marT="281940" marB="28194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chuỗi</a:t>
                      </a:r>
                      <a:r>
                        <a:rPr lang="en-US" sz="25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</a:t>
                      </a:r>
                      <a:endParaRPr lang="en-US" sz="1200" dirty="0"/>
                    </a:p>
                  </a:txBody>
                  <a:tcPr marL="304800" marR="304800" marT="281940" marB="28194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http_requests</a:t>
                      </a:r>
                      <a:endParaRPr lang="en-US" sz="1200" dirty="0"/>
                    </a:p>
                  </a:txBody>
                  <a:tcPr marL="304800" marR="304800" marT="281940" marB="2819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</a:t>
                      </a:r>
                      <a:endParaRPr lang="en-US" sz="1200" dirty="0"/>
                    </a:p>
                  </a:txBody>
                  <a:tcPr marL="304800" marR="304800" marT="281940" marB="28194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500</a:t>
                      </a:r>
                      <a:endParaRPr lang="en-US" sz="1200" dirty="0"/>
                    </a:p>
                  </a:txBody>
                  <a:tcPr marL="304800" marR="304800" marT="281940" marB="28194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chuỗi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</a:t>
                      </a:r>
                      <a:endParaRPr lang="en-US" sz="1200" dirty="0"/>
                    </a:p>
                  </a:txBody>
                  <a:tcPr marL="304800" marR="304800" marT="281940" marB="28194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6286500"/>
            <a:ext cx="16459200" cy="2381250"/>
          </a:xfrm>
          <a:prstGeom prst="roundRect">
            <a:avLst>
              <a:gd name="adj" fmla="val 12800"/>
            </a:avLst>
          </a:prstGeom>
          <a:solidFill>
            <a:srgbClr val="1F3FD1"/>
          </a:solidFill>
          <a:ln/>
        </p:spPr>
      </p:sp>
      <p:sp>
        <p:nvSpPr>
          <p:cNvPr id="6" name="Text 3"/>
          <p:cNvSpPr/>
          <p:nvPr/>
        </p:nvSpPr>
        <p:spPr>
          <a:xfrm>
            <a:off x="1390650" y="6572250"/>
            <a:ext cx="1524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5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chuỗi.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1390650" y="7524750"/>
            <a:ext cx="15621000" cy="952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8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bộ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chuỗi.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a7a0811a-ff7a-4d8c-ad18-1453212c7f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72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72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cân nhắc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2476500"/>
          </a:xfrm>
          <a:prstGeom prst="roundRect">
            <a:avLst>
              <a:gd name="adj" fmla="val 10769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432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700" dirty="0"/>
          </a:p>
        </p:txBody>
      </p:sp>
      <p:sp>
        <p:nvSpPr>
          <p:cNvPr id="6" name="Text richtext-1792369850188-877100317"/>
          <p:cNvSpPr/>
          <p:nvPr/>
        </p:nvSpPr>
        <p:spPr>
          <a:xfrm>
            <a:off x="1333500" y="38100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(thời gian,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trị)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bởi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2476500"/>
          </a:xfrm>
          <a:prstGeom prst="roundRect">
            <a:avLst>
              <a:gd name="adj" fmla="val 10769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0" y="31432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700" dirty="0"/>
          </a:p>
        </p:txBody>
      </p:sp>
      <p:sp>
        <p:nvSpPr>
          <p:cNvPr id="9" name="Text richtext-1792369850209-327963746"/>
          <p:cNvSpPr/>
          <p:nvPr/>
        </p:nvSpPr>
        <p:spPr>
          <a:xfrm>
            <a:off x="9791700" y="38100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Prometheus TSDB,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InfluxDB.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7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Tối</a:t>
            </a:r>
            <a:r>
              <a:rPr lang="en-US" sz="25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liên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tục, nén,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572125"/>
            <a:ext cx="8001000" cy="2476500"/>
          </a:xfrm>
          <a:prstGeom prst="roundRect">
            <a:avLst>
              <a:gd name="adj" fmla="val 10769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5857875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700" dirty="0"/>
          </a:p>
        </p:txBody>
      </p:sp>
      <p:sp>
        <p:nvSpPr>
          <p:cNvPr id="12" name="Text richtext-1792369850217-413068637"/>
          <p:cNvSpPr/>
          <p:nvPr/>
        </p:nvSpPr>
        <p:spPr>
          <a:xfrm>
            <a:off x="1333500" y="6524625"/>
            <a:ext cx="7239000" cy="1333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TimescaleDB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72600" y="5572125"/>
            <a:ext cx="8001000" cy="2476500"/>
          </a:xfrm>
          <a:prstGeom prst="roundRect">
            <a:avLst>
              <a:gd name="adj" fmla="val 10769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9791700" y="5857875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700" dirty="0"/>
          </a:p>
        </p:txBody>
      </p:sp>
      <p:sp>
        <p:nvSpPr>
          <p:cNvPr id="15" name="Text richtext-1792369850223-653466889"/>
          <p:cNvSpPr/>
          <p:nvPr/>
        </p:nvSpPr>
        <p:spPr>
          <a:xfrm>
            <a:off x="9791700" y="6524625"/>
            <a:ext cx="7239000" cy="1333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1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 chỉnh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8248650"/>
            <a:ext cx="16459200" cy="800100"/>
          </a:xfrm>
          <a:prstGeom prst="roundRect">
            <a:avLst>
              <a:gd name="adj" fmla="val 28571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tra: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5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97bccb2d-21b1-49d4-876d-a88008c912a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6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3950208"/>
                <a:gridCol w="12508992"/>
              </a:tblGrid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Mục</a:t>
                      </a:r>
                      <a:endParaRPr lang="en-US" sz="1200" dirty="0"/>
                    </a:p>
                  </a:txBody>
                  <a:tcPr marL="266700" marR="266700" marT="220980" marB="2209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Nội</a:t>
                      </a:r>
                      <a:r>
                        <a:rPr lang="en-US" sz="210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dung</a:t>
                      </a:r>
                      <a:endParaRPr lang="en-US" sz="1200" dirty="0"/>
                    </a:p>
                  </a:txBody>
                  <a:tcPr marL="266700" marR="266700" marT="220980" marB="22098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ID</a:t>
                      </a:r>
                      <a:endParaRPr lang="en-US" sz="1200" dirty="0"/>
                    </a:p>
                  </a:txBody>
                  <a:tcPr marL="266700" marR="266700" marT="220980" marB="2209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IDentifier: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r>
                        <a:rPr lang="en-US" sz="2100" dirty="0" spc="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danh</a:t>
                      </a:r>
                      <a:endParaRPr lang="en-US" sz="1200" dirty="0"/>
                    </a:p>
                  </a:txBody>
                  <a:tcPr marL="266700" marR="266700" marT="220980" marB="22098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TSDB</a:t>
                      </a:r>
                      <a:endParaRPr lang="en-US" sz="1200" dirty="0"/>
                    </a:p>
                  </a:txBody>
                  <a:tcPr marL="266700" marR="266700" marT="220980" marB="2209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Time</a:t>
                      </a:r>
                      <a:r>
                        <a:rPr lang="en-US" sz="21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Series</a:t>
                      </a:r>
                      <a:r>
                        <a:rPr lang="en-US" sz="21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DataBase: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cơ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sở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chuỗi thời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gian</a:t>
                      </a:r>
                      <a:endParaRPr lang="en-US" sz="1200" dirty="0"/>
                    </a:p>
                  </a:txBody>
                  <a:tcPr marL="266700" marR="266700" marT="220980" marB="22098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DB</a:t>
                      </a:r>
                      <a:endParaRPr lang="en-US" sz="1200" dirty="0"/>
                    </a:p>
                  </a:txBody>
                  <a:tcPr marL="266700" marR="266700" marT="220980" marB="2209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DataBase: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cơ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sở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endParaRPr lang="en-US" sz="1200" dirty="0"/>
                    </a:p>
                  </a:txBody>
                  <a:tcPr marL="266700" marR="266700" marT="220980" marB="22098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SQL</a:t>
                      </a:r>
                      <a:endParaRPr lang="en-US" sz="1200" dirty="0"/>
                    </a:p>
                  </a:txBody>
                  <a:tcPr marL="266700" marR="266700" marT="220980" marB="2209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Structured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Query</a:t>
                      </a:r>
                      <a:r>
                        <a:rPr lang="en-US" sz="21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Language:</a:t>
                      </a:r>
                      <a:r>
                        <a:rPr lang="en-US" sz="21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</a:t>
                      </a:r>
                      <a:r>
                        <a:rPr lang="en-US" sz="21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vấn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cấu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trúc</a:t>
                      </a:r>
                      <a:endParaRPr lang="en-US" sz="1200" dirty="0"/>
                    </a:p>
                  </a:txBody>
                  <a:tcPr marL="266700" marR="266700" marT="220980" marB="22098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Nguồn</a:t>
                      </a:r>
                      <a:r>
                        <a:rPr lang="en-US" sz="210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gốc</a:t>
                      </a:r>
                      <a:endParaRPr lang="en-US" sz="1200" dirty="0"/>
                    </a:p>
                  </a:txBody>
                  <a:tcPr marL="266700" marR="266700" marT="220980" marB="2209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ByteByteGo</a:t>
                      </a:r>
                      <a:r>
                        <a:rPr lang="en-US" sz="21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tại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snapshot cố</a:t>
                      </a:r>
                      <a:r>
                        <a:rPr lang="en-US" sz="2100" dirty="0" spc="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endParaRPr lang="en-US" sz="1200" dirty="0"/>
                    </a:p>
                  </a:txBody>
                  <a:tcPr marL="266700" marR="266700" marT="220980" marB="22098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Prometheus</a:t>
                      </a:r>
                      <a:endParaRPr lang="en-US" sz="1200" dirty="0"/>
                    </a:p>
                  </a:txBody>
                  <a:tcPr marL="266700" marR="266700" marT="220980" marB="2209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liệu;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đặt</a:t>
                      </a:r>
                      <a:r>
                        <a:rPr lang="en-US" sz="21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tên</a:t>
                      </a:r>
                      <a:r>
                        <a:rPr lang="en-US" sz="210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nhãn</a:t>
                      </a:r>
                      <a:endParaRPr lang="en-US" sz="1200" dirty="0"/>
                    </a:p>
                  </a:txBody>
                  <a:tcPr marL="266700" marR="266700" marT="220980" marB="22098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InfluxDB,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Timescale</a:t>
                      </a:r>
                      <a:endParaRPr lang="en-US" sz="1200" dirty="0"/>
                    </a:p>
                  </a:txBody>
                  <a:tcPr marL="266700" marR="266700" marT="220980" marB="2209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6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Tài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mỗi</a:t>
                      </a:r>
                      <a:r>
                        <a:rPr lang="en-US" sz="210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sản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phẩm</a:t>
                      </a:r>
                      <a:endParaRPr lang="en-US" sz="1200" dirty="0"/>
                    </a:p>
                  </a:txBody>
                  <a:tcPr marL="266700" marR="266700" marT="220980" marB="22098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26d97c6f-9f4e-44ab-b24c-78291555b10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2026-10-19T02:53:11Z</dcterms:created>
  <dcterms:modified xsi:type="dcterms:W3CDTF">2026-10-19T02:53:11Z</dcterms:modified>
</cp:coreProperties>
</file>