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906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524000"/>
            <a:ext cx="9334500" cy="2476500"/>
          </a:xfrm>
          <a:prstGeom prst="rect">
            <a:avLst/>
          </a:prstGeom>
          <a:noFill/>
          <a:ln/>
        </p:spPr>
        <p:txBody>
          <a:bodyPr wrap="square" lIns="0" tIns="77152" rIns="0" bIns="-77152" rtlCol="0" anchor="t"/>
          <a:lstStyle/>
          <a:p>
            <a:pPr algn="l" indent="0" marL="0">
              <a:lnSpc>
                <a:spcPts val="8262"/>
              </a:lnSpc>
              <a:buNone/>
            </a:pPr>
            <a:r>
              <a:rPr lang="en-US" sz="8100" dirty="0" spc="-14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Tách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 thành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URL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476750"/>
            <a:ext cx="8572500" cy="10477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30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fragment:</a:t>
            </a:r>
            <a:r>
              <a:rPr lang="en-US" sz="30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server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không?</a:t>
            </a:r>
            <a:endParaRPr lang="en-US" sz="3000" dirty="0"/>
          </a:p>
        </p:txBody>
      </p:sp>
      <p:sp>
        <p:nvSpPr>
          <p:cNvPr id="5" name="Connector line-1792370093429-553078276"/>
          <p:cNvSpPr/>
          <p:nvPr/>
        </p:nvSpPr>
        <p:spPr>
          <a:xfrm>
            <a:off x="914400" y="6096000"/>
            <a:ext cx="8610600" cy="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640080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URL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HTTPS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họa,</a:t>
            </a: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100" dirty="0" spc="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1239500" y="1905000"/>
            <a:ext cx="6096000" cy="1238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Scheme</a:t>
            </a:r>
            <a:r>
              <a:rPr lang="en-US" sz="2550" b="1" dirty="0" spc="-2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host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1239500" y="3524250"/>
            <a:ext cx="6096000" cy="1238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Port</a:t>
            </a:r>
            <a:r>
              <a:rPr lang="en-US" sz="2550" b="1" dirty="0" spc="-2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path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1239500" y="5143500"/>
            <a:ext cx="6096000" cy="1238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?</a:t>
            </a:r>
            <a:r>
              <a:rPr lang="en-US" sz="255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550" b="1" dirty="0" spc="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query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11239500" y="6762750"/>
            <a:ext cx="6096000" cy="123825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#</a:t>
            </a:r>
            <a:r>
              <a:rPr lang="en-US" sz="25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550" b="1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fragment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3" name="Moda image moda-export-watermark-d3a09b83-25a6-4489-83bb-b94f07aa667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200" dirty="0" spc="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URL,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sáu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628900"/>
            <a:ext cx="16192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Minh</a:t>
            </a:r>
            <a:r>
              <a:rPr lang="en-US" sz="2700" dirty="0" spc="-4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họa;</a:t>
            </a:r>
            <a:r>
              <a:rPr lang="en-US" sz="270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URL</a:t>
            </a:r>
            <a:r>
              <a:rPr lang="en-US" sz="2700" dirty="0" spc="-3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700" dirty="0" spc="-4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700" dirty="0" spc="-7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sáu</a:t>
            </a:r>
            <a:r>
              <a:rPr lang="en-US" sz="270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810000"/>
            <a:ext cx="16459200" cy="1047750"/>
          </a:xfrm>
          <a:prstGeom prst="roundRect">
            <a:avLst>
              <a:gd name="adj" fmla="val 18182"/>
            </a:avLst>
          </a:prstGeom>
          <a:solidFill>
            <a:srgbClr val="E8E0CF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411480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spc="15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SCHEME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1047750" y="5143500"/>
            <a:ext cx="2571750" cy="1905000"/>
          </a:xfrm>
          <a:prstGeom prst="roundRect">
            <a:avLst>
              <a:gd name="adj" fmla="val 12000"/>
            </a:avLst>
          </a:prstGeom>
          <a:solidFill>
            <a:srgbClr val="F3DFB8"/>
          </a:solidFill>
          <a:ln/>
        </p:spPr>
      </p:sp>
      <p:sp>
        <p:nvSpPr>
          <p:cNvPr id="8" name="Text 6"/>
          <p:cNvSpPr/>
          <p:nvPr/>
        </p:nvSpPr>
        <p:spPr>
          <a:xfrm>
            <a:off x="3848100" y="411480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spc="14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HOST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752850" y="5143500"/>
            <a:ext cx="2571750" cy="1905000"/>
          </a:xfrm>
          <a:prstGeom prst="roundRect">
            <a:avLst>
              <a:gd name="adj" fmla="val 12000"/>
            </a:avLst>
          </a:prstGeom>
          <a:solidFill>
            <a:srgbClr val="F3DFB8"/>
          </a:solidFill>
          <a:ln/>
        </p:spPr>
      </p:sp>
      <p:sp>
        <p:nvSpPr>
          <p:cNvPr id="10" name="Text 8"/>
          <p:cNvSpPr/>
          <p:nvPr/>
        </p:nvSpPr>
        <p:spPr>
          <a:xfrm>
            <a:off x="6553200" y="411480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spc="13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PORT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6457950" y="5143500"/>
            <a:ext cx="2571750" cy="1905000"/>
          </a:xfrm>
          <a:prstGeom prst="roundRect">
            <a:avLst>
              <a:gd name="adj" fmla="val 12000"/>
            </a:avLst>
          </a:prstGeom>
          <a:solidFill>
            <a:srgbClr val="CFE8E2"/>
          </a:solidFill>
          <a:ln/>
        </p:spPr>
      </p:sp>
      <p:sp>
        <p:nvSpPr>
          <p:cNvPr id="12" name="Text 10"/>
          <p:cNvSpPr/>
          <p:nvPr/>
        </p:nvSpPr>
        <p:spPr>
          <a:xfrm>
            <a:off x="9258300" y="411480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spc="5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PATH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9163050" y="5143500"/>
            <a:ext cx="2571750" cy="1905000"/>
          </a:xfrm>
          <a:prstGeom prst="roundRect">
            <a:avLst>
              <a:gd name="adj" fmla="val 12000"/>
            </a:avLst>
          </a:prstGeom>
          <a:solidFill>
            <a:srgbClr val="CFE8E2"/>
          </a:solidFill>
          <a:ln/>
        </p:spPr>
      </p:sp>
      <p:sp>
        <p:nvSpPr>
          <p:cNvPr id="14" name="Text 12"/>
          <p:cNvSpPr/>
          <p:nvPr/>
        </p:nvSpPr>
        <p:spPr>
          <a:xfrm>
            <a:off x="11963400" y="411480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spc="13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QUERY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11868150" y="5143500"/>
            <a:ext cx="2571750" cy="1905000"/>
          </a:xfrm>
          <a:prstGeom prst="roundRect">
            <a:avLst>
              <a:gd name="adj" fmla="val 12000"/>
            </a:avLst>
          </a:prstGeom>
          <a:solidFill>
            <a:srgbClr val="F8D9D0"/>
          </a:solidFill>
          <a:ln/>
        </p:spPr>
      </p:sp>
      <p:sp>
        <p:nvSpPr>
          <p:cNvPr id="16" name="Text 14"/>
          <p:cNvSpPr/>
          <p:nvPr/>
        </p:nvSpPr>
        <p:spPr>
          <a:xfrm>
            <a:off x="14668500" y="4114800"/>
            <a:ext cx="247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b="1" spc="14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FRAGMENT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4573250" y="5143500"/>
            <a:ext cx="2571750" cy="1905000"/>
          </a:xfrm>
          <a:prstGeom prst="roundRect">
            <a:avLst>
              <a:gd name="adj" fmla="val 12000"/>
            </a:avLst>
          </a:prstGeom>
          <a:solidFill>
            <a:srgbClr val="DDE3FA"/>
          </a:solidFill>
          <a:ln/>
        </p:spPr>
      </p:sp>
      <p:sp>
        <p:nvSpPr>
          <p:cNvPr id="18" name="Text 16"/>
          <p:cNvSpPr/>
          <p:nvPr/>
        </p:nvSpPr>
        <p:spPr>
          <a:xfrm>
            <a:off x="1047750" y="5762625"/>
            <a:ext cx="2571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https</a:t>
            </a:r>
            <a:endParaRPr lang="en-US" sz="2850" dirty="0"/>
          </a:p>
        </p:txBody>
      </p:sp>
      <p:sp>
        <p:nvSpPr>
          <p:cNvPr id="19" name="Text 17"/>
          <p:cNvSpPr/>
          <p:nvPr/>
        </p:nvSpPr>
        <p:spPr>
          <a:xfrm>
            <a:off x="3752850" y="5762625"/>
            <a:ext cx="2571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55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shop.example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6457950" y="5762625"/>
            <a:ext cx="2571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8443</a:t>
            </a:r>
            <a:endParaRPr lang="en-US" sz="2850" dirty="0"/>
          </a:p>
        </p:txBody>
      </p:sp>
      <p:sp>
        <p:nvSpPr>
          <p:cNvPr id="21" name="Text 19"/>
          <p:cNvSpPr/>
          <p:nvPr/>
        </p:nvSpPr>
        <p:spPr>
          <a:xfrm>
            <a:off x="9163050" y="5762625"/>
            <a:ext cx="2571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/items/42</a:t>
            </a:r>
            <a:endParaRPr lang="en-US" sz="2850" dirty="0"/>
          </a:p>
        </p:txBody>
      </p:sp>
      <p:sp>
        <p:nvSpPr>
          <p:cNvPr id="22" name="Text 20"/>
          <p:cNvSpPr/>
          <p:nvPr/>
        </p:nvSpPr>
        <p:spPr>
          <a:xfrm>
            <a:off x="11868150" y="5762625"/>
            <a:ext cx="2571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view=compact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4573250" y="5762625"/>
            <a:ext cx="2571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details</a:t>
            </a:r>
            <a:endParaRPr lang="en-US" sz="2850" dirty="0"/>
          </a:p>
        </p:txBody>
      </p:sp>
      <p:sp>
        <p:nvSpPr>
          <p:cNvPr id="24" name="Shape 22"/>
          <p:cNvSpPr/>
          <p:nvPr/>
        </p:nvSpPr>
        <p:spPr>
          <a:xfrm>
            <a:off x="914400" y="7524750"/>
            <a:ext cx="16459200" cy="1238250"/>
          </a:xfrm>
          <a:prstGeom prst="roundRect">
            <a:avLst>
              <a:gd name="adj" fmla="val 2153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33500" y="7829550"/>
            <a:ext cx="15716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“:”</a:t>
            </a:r>
            <a:r>
              <a:rPr lang="en-US" sz="27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host,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port;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“?” mở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query; “#”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fragment</a:t>
            </a:r>
            <a:endParaRPr lang="en-US" sz="2700" dirty="0"/>
          </a:p>
        </p:txBody>
      </p:sp>
      <p:sp>
        <p:nvSpPr>
          <p:cNvPr id="26" name="Shape 2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fe4cdddc-8801-4ac1-aa8c-537086616f4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SCHEME</a:t>
            </a:r>
            <a:r>
              <a:rPr lang="en-US" sz="1800" b="1" spc="25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HOST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9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trái: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scheme</a:t>
            </a: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host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4095750"/>
          </a:xfrm>
          <a:prstGeom prst="roundRect">
            <a:avLst>
              <a:gd name="adj" fmla="val 744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24000" y="4000500"/>
            <a:ext cx="3810000" cy="1714500"/>
          </a:xfrm>
          <a:prstGeom prst="roundRect">
            <a:avLst>
              <a:gd name="adj" fmla="val 15556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https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7239000" y="4000500"/>
            <a:ext cx="4953000" cy="1714500"/>
          </a:xfrm>
          <a:prstGeom prst="roundRect">
            <a:avLst>
              <a:gd name="adj" fmla="val 15556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shop.example</a:t>
            </a:r>
            <a:endParaRPr lang="en-US" sz="4500" dirty="0"/>
          </a:p>
        </p:txBody>
      </p:sp>
      <p:sp>
        <p:nvSpPr>
          <p:cNvPr id="7" name="Text 5"/>
          <p:cNvSpPr/>
          <p:nvPr/>
        </p:nvSpPr>
        <p:spPr>
          <a:xfrm>
            <a:off x="14097000" y="4000500"/>
            <a:ext cx="2667000" cy="1714500"/>
          </a:xfrm>
          <a:prstGeom prst="roundRect">
            <a:avLst>
              <a:gd name="adj" fmla="val 15556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0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port,</a:t>
            </a:r>
            <a:r>
              <a:rPr lang="en-US" sz="2400" dirty="0" spc="-5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path…</a:t>
            </a:r>
            <a:endParaRPr lang="en-US" sz="2400" dirty="0"/>
          </a:p>
        </p:txBody>
      </p:sp>
      <p:sp>
        <p:nvSpPr>
          <p:cNvPr id="8" name="Connector line-1792370125086-412634752"/>
          <p:cNvSpPr/>
          <p:nvPr/>
        </p:nvSpPr>
        <p:spPr>
          <a:xfrm>
            <a:off x="5334000" y="4857750"/>
            <a:ext cx="1905000" cy="0"/>
          </a:xfrm>
          <a:prstGeom prst="line">
            <a:avLst/>
          </a:prstGeom>
          <a:noFill/>
          <a:ln w="57150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9" name="Connector line-1792370125086-948583874"/>
          <p:cNvSpPr/>
          <p:nvPr/>
        </p:nvSpPr>
        <p:spPr>
          <a:xfrm>
            <a:off x="12192000" y="4857750"/>
            <a:ext cx="1905000" cy="0"/>
          </a:xfrm>
          <a:prstGeom prst="line">
            <a:avLst/>
          </a:prstGeom>
          <a:noFill/>
          <a:ln w="57150">
            <a:solidFill>
              <a:srgbClr val="B9B2A2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1524000" y="6000750"/>
            <a:ext cx="3810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7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SCHEME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7239000" y="6000750"/>
            <a:ext cx="4953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1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HOST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914400" y="7524750"/>
            <a:ext cx="8096250" cy="1333500"/>
          </a:xfrm>
          <a:prstGeom prst="roundRect">
            <a:avLst>
              <a:gd name="adj" fmla="val 20000"/>
            </a:avLst>
          </a:prstGeom>
          <a:solidFill>
            <a:srgbClr val="F3DFB8"/>
          </a:solidFill>
          <a:ln/>
        </p:spPr>
      </p:sp>
      <p:sp>
        <p:nvSpPr>
          <p:cNvPr id="13" name="Text 11"/>
          <p:cNvSpPr/>
          <p:nvPr/>
        </p:nvSpPr>
        <p:spPr>
          <a:xfrm>
            <a:off x="1333500" y="7762875"/>
            <a:ext cx="733425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Scheme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lý; ví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HTTPS.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277350" y="7524750"/>
            <a:ext cx="8096250" cy="1333500"/>
          </a:xfrm>
          <a:prstGeom prst="roundRect">
            <a:avLst>
              <a:gd name="adj" fmla="val 20000"/>
            </a:avLst>
          </a:prstGeom>
          <a:solidFill>
            <a:srgbClr val="E8E0CF"/>
          </a:solidFill>
          <a:ln/>
        </p:spPr>
      </p:sp>
      <p:sp>
        <p:nvSpPr>
          <p:cNvPr id="15" name="Text 13"/>
          <p:cNvSpPr/>
          <p:nvPr/>
        </p:nvSpPr>
        <p:spPr>
          <a:xfrm>
            <a:off x="9696450" y="7762875"/>
            <a:ext cx="733425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Host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miền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shop.example.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2743a84f-662a-4763-8e0e-bb9a7c7e9be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8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PORT</a:t>
            </a:r>
            <a:r>
              <a:rPr lang="en-US" sz="1800" b="1" spc="25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3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PATH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Dấu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chấm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tách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port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khỏi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host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96250" cy="5715000"/>
          </a:xfrm>
          <a:prstGeom prst="roundRect">
            <a:avLst>
              <a:gd name="adj" fmla="val 5333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390900"/>
            <a:ext cx="7334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3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PORT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33500" y="4095750"/>
            <a:ext cx="7334250" cy="1905000"/>
          </a:xfrm>
          <a:prstGeom prst="rect">
            <a:avLst/>
          </a:prstGeom>
          <a:noFill/>
          <a:ln/>
        </p:spPr>
        <p:txBody>
          <a:bodyPr wrap="square" lIns="0" tIns="137160" rIns="0" bIns="-137160" rtlCol="0" anchor="t"/>
          <a:lstStyle/>
          <a:p>
            <a:pPr algn="l" indent="0" marL="0">
              <a:lnSpc>
                <a:spcPts val="13500"/>
              </a:lnSpc>
              <a:buNone/>
            </a:pPr>
            <a:r>
              <a:rPr lang="en-US" sz="135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8443</a:t>
            </a:r>
            <a:endParaRPr lang="en-US" sz="13500" dirty="0"/>
          </a:p>
        </p:txBody>
      </p:sp>
      <p:sp>
        <p:nvSpPr>
          <p:cNvPr id="7" name="Text 5"/>
          <p:cNvSpPr/>
          <p:nvPr/>
        </p:nvSpPr>
        <p:spPr>
          <a:xfrm>
            <a:off x="1333500" y="6667500"/>
            <a:ext cx="7334250" cy="15240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Đứng</a:t>
            </a:r>
            <a:r>
              <a:rPr lang="en-US" sz="27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:</a:t>
            </a:r>
            <a:r>
              <a:rPr lang="en-US" sz="270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7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host</a:t>
            </a:r>
            <a:r>
              <a:rPr lang="en-US" sz="27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shop.example.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277350" y="3048000"/>
            <a:ext cx="8096250" cy="5715000"/>
          </a:xfrm>
          <a:prstGeom prst="roundRect">
            <a:avLst>
              <a:gd name="adj" fmla="val 5333"/>
            </a:avLst>
          </a:prstGeom>
          <a:solidFill>
            <a:srgbClr val="3DD6A0"/>
          </a:solidFill>
          <a:ln/>
        </p:spPr>
      </p:sp>
      <p:sp>
        <p:nvSpPr>
          <p:cNvPr id="9" name="Text 7"/>
          <p:cNvSpPr/>
          <p:nvPr/>
        </p:nvSpPr>
        <p:spPr>
          <a:xfrm>
            <a:off x="9696450" y="3390900"/>
            <a:ext cx="7334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5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PATH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9696450" y="4095750"/>
            <a:ext cx="7334250" cy="1905000"/>
          </a:xfrm>
          <a:prstGeom prst="rect">
            <a:avLst/>
          </a:prstGeom>
          <a:noFill/>
          <a:ln/>
        </p:spPr>
        <p:txBody>
          <a:bodyPr wrap="square" lIns="0" tIns="114300" rIns="0" bIns="-11430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dirty="0" spc="-9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/items/42</a:t>
            </a:r>
            <a:endParaRPr lang="en-US" sz="11250" dirty="0"/>
          </a:p>
        </p:txBody>
      </p:sp>
      <p:sp>
        <p:nvSpPr>
          <p:cNvPr id="11" name="Text 9"/>
          <p:cNvSpPr/>
          <p:nvPr/>
        </p:nvSpPr>
        <p:spPr>
          <a:xfrm>
            <a:off x="9696450" y="6667500"/>
            <a:ext cx="7334250" cy="15240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70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27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ổ</a:t>
            </a:r>
            <a:r>
              <a:rPr lang="en-US" sz="27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đĩa.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4" name="Moda image moda-export-watermark-22935bac-5dc7-43f5-b4c8-a15ec7ce579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180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?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1800" b="1" spc="28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QUERY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2857500" cy="3810000"/>
          </a:xfrm>
          <a:prstGeom prst="rect">
            <a:avLst/>
          </a:prstGeom>
          <a:noFill/>
          <a:ln/>
        </p:spPr>
        <p:txBody>
          <a:bodyPr wrap="square" lIns="0" tIns="304800" rIns="0" bIns="-304800" rtlCol="0" anchor="t"/>
          <a:lstStyle/>
          <a:p>
            <a:pPr algn="l" indent="0" marL="0">
              <a:lnSpc>
                <a:spcPts val="30000"/>
              </a:lnSpc>
              <a:buNone/>
            </a:pPr>
            <a:r>
              <a:rPr lang="en-US" sz="30000" dirty="0" spc="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?</a:t>
            </a:r>
            <a:endParaRPr lang="en-US" sz="30000" dirty="0"/>
          </a:p>
        </p:txBody>
      </p:sp>
      <p:sp>
        <p:nvSpPr>
          <p:cNvPr id="4" name="Text 2"/>
          <p:cNvSpPr/>
          <p:nvPr/>
        </p:nvSpPr>
        <p:spPr>
          <a:xfrm>
            <a:off x="4000500" y="1905000"/>
            <a:ext cx="13335000" cy="3143250"/>
          </a:xfrm>
          <a:prstGeom prst="rect">
            <a:avLst/>
          </a:prstGeom>
          <a:noFill/>
          <a:ln/>
        </p:spPr>
        <p:txBody>
          <a:bodyPr wrap="square" lIns="0" tIns="57150" rIns="0" bIns="-57150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7500" dirty="0" spc="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Query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5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bắt</a:t>
            </a:r>
            <a:r>
              <a:rPr lang="en-US" sz="75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buộc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dạng</a:t>
            </a:r>
            <a:r>
              <a:rPr lang="en-US" sz="75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khóa–giá</a:t>
            </a:r>
            <a:r>
              <a:rPr lang="en-US" sz="75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trị.</a:t>
            </a:r>
            <a:endParaRPr lang="en-US" sz="7500" dirty="0"/>
          </a:p>
        </p:txBody>
      </p:sp>
      <p:sp>
        <p:nvSpPr>
          <p:cNvPr id="5" name="Text 3"/>
          <p:cNvSpPr/>
          <p:nvPr/>
        </p:nvSpPr>
        <p:spPr>
          <a:xfrm>
            <a:off x="4000500" y="4762500"/>
            <a:ext cx="5334000" cy="114300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1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view=compact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9715500" y="4905375"/>
            <a:ext cx="7620000" cy="952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2550" dirty="0" spc="8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</a:t>
            </a:r>
            <a:r>
              <a:rPr lang="en-US" sz="2550" dirty="0" spc="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550" dirty="0" spc="-10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24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550" dirty="0" spc="-1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minh</a:t>
            </a:r>
            <a:r>
              <a:rPr lang="en-US" sz="2550" dirty="0" spc="-2" kern="0">
                <a:solidFill>
                  <a:srgbClr val="3B3A37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bd89e09c-e8a0-4d78-aa11-c8bf7ac72e3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180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#</a:t>
            </a:r>
            <a:r>
              <a:rPr lang="en-US" sz="180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1800" b="1" spc="2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FRAGMENT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Fragment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phía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client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2857500" y="2952750"/>
            <a:ext cx="3810000" cy="857250"/>
          </a:xfrm>
          <a:prstGeom prst="roundRect">
            <a:avLst>
              <a:gd name="adj" fmla="val 24444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1620500" y="2952750"/>
            <a:ext cx="3810000" cy="857250"/>
          </a:xfrm>
          <a:prstGeom prst="roundRect">
            <a:avLst>
              <a:gd name="adj" fmla="val 2444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Server</a:t>
            </a:r>
            <a:endParaRPr lang="en-US" sz="2400" dirty="0"/>
          </a:p>
        </p:txBody>
      </p:sp>
      <p:sp>
        <p:nvSpPr>
          <p:cNvPr id="6" name="Connector line-1792370166965-655415701"/>
          <p:cNvSpPr/>
          <p:nvPr/>
        </p:nvSpPr>
        <p:spPr>
          <a:xfrm>
            <a:off x="4762500" y="3810000"/>
            <a:ext cx="0" cy="4953000"/>
          </a:xfrm>
          <a:prstGeom prst="line">
            <a:avLst/>
          </a:prstGeom>
          <a:noFill/>
          <a:ln w="28575">
            <a:solidFill>
              <a:srgbClr val="B9B2A2"/>
            </a:solidFill>
            <a:prstDash val="lgDash"/>
            <a:headEnd type="none"/>
            <a:tailEnd type="none"/>
          </a:ln>
        </p:spPr>
      </p:sp>
      <p:sp>
        <p:nvSpPr>
          <p:cNvPr id="7" name="Connector line-1792370166966-553955964"/>
          <p:cNvSpPr/>
          <p:nvPr/>
        </p:nvSpPr>
        <p:spPr>
          <a:xfrm>
            <a:off x="13525500" y="3810000"/>
            <a:ext cx="0" cy="4953000"/>
          </a:xfrm>
          <a:prstGeom prst="line">
            <a:avLst/>
          </a:prstGeom>
          <a:noFill/>
          <a:ln w="28575">
            <a:solidFill>
              <a:srgbClr val="B9B2A2"/>
            </a:solidFill>
            <a:prstDash val="lgDash"/>
            <a:headEnd type="none"/>
            <a:tailEnd type="none"/>
          </a:ln>
        </p:spPr>
      </p:sp>
      <p:sp>
        <p:nvSpPr>
          <p:cNvPr id="8" name="Connector line-1792370166966-132802491"/>
          <p:cNvSpPr/>
          <p:nvPr/>
        </p:nvSpPr>
        <p:spPr>
          <a:xfrm>
            <a:off x="4762500" y="4953000"/>
            <a:ext cx="86677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5143500" y="4381500"/>
            <a:ext cx="800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1</a:t>
            </a: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2250" dirty="0" spc="-1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Request</a:t>
            </a:r>
            <a:r>
              <a:rPr lang="en-US" sz="225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target:</a:t>
            </a:r>
            <a:r>
              <a:rPr lang="en-US" sz="22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path</a:t>
            </a:r>
            <a:r>
              <a:rPr lang="en-US" sz="2250" dirty="0" spc="-1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query</a:t>
            </a:r>
            <a:endParaRPr lang="en-US" sz="2250" dirty="0"/>
          </a:p>
        </p:txBody>
      </p:sp>
      <p:sp>
        <p:nvSpPr>
          <p:cNvPr id="10" name="Connector line-1792370166971-877711859"/>
          <p:cNvSpPr/>
          <p:nvPr/>
        </p:nvSpPr>
        <p:spPr>
          <a:xfrm flipH="1">
            <a:off x="4857750" y="6191250"/>
            <a:ext cx="8667750" cy="0"/>
          </a:xfrm>
          <a:prstGeom prst="line">
            <a:avLst/>
          </a:prstGeom>
          <a:noFill/>
          <a:ln w="47625">
            <a:solidFill>
              <a:srgbClr val="6B6A66"/>
            </a:solidFill>
            <a:prstDash val="solid"/>
            <a:headEnd type="none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5143500" y="5619750"/>
            <a:ext cx="800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2</a:t>
            </a:r>
            <a:r>
              <a:rPr lang="en-US" sz="2250" dirty="0" spc="2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2250" dirty="0" spc="-15" kern="0">
                <a:solidFill>
                  <a:srgbClr val="6B6A66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Response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2857500" y="6953250"/>
            <a:ext cx="5334000" cy="1619250"/>
          </a:xfrm>
          <a:prstGeom prst="roundRect">
            <a:avLst>
              <a:gd name="adj" fmla="val 14118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43250" y="7143750"/>
            <a:ext cx="4762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FRAGMENT</a:t>
            </a:r>
            <a:r>
              <a:rPr lang="en-US" sz="1950" b="1" spc="14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4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details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3143250" y="7620000"/>
            <a:ext cx="485775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 server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df4ebdeb-50ad-41a1-acea-042c7a1a96e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dễ</a:t>
            </a: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hiểu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676400"/>
          </a:xfrm>
          <a:prstGeom prst="roundRect">
            <a:avLst>
              <a:gd name="adj" fmla="val 13636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467100"/>
            <a:ext cx="857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5400" dirty="0"/>
          </a:p>
        </p:txBody>
      </p:sp>
      <p:sp>
        <p:nvSpPr>
          <p:cNvPr id="6" name="Shape 4"/>
          <p:cNvSpPr/>
          <p:nvPr/>
        </p:nvSpPr>
        <p:spPr>
          <a:xfrm>
            <a:off x="914400" y="4953000"/>
            <a:ext cx="16459200" cy="1676400"/>
          </a:xfrm>
          <a:prstGeom prst="roundRect">
            <a:avLst>
              <a:gd name="adj" fmla="val 13636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333500" y="5372100"/>
            <a:ext cx="857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5400" dirty="0"/>
          </a:p>
        </p:txBody>
      </p:sp>
      <p:sp>
        <p:nvSpPr>
          <p:cNvPr id="8" name="Shape 6"/>
          <p:cNvSpPr/>
          <p:nvPr/>
        </p:nvSpPr>
        <p:spPr>
          <a:xfrm>
            <a:off x="914400" y="6858000"/>
            <a:ext cx="16459200" cy="1676400"/>
          </a:xfrm>
          <a:prstGeom prst="roundRect">
            <a:avLst>
              <a:gd name="adj" fmla="val 13636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333500" y="7277100"/>
            <a:ext cx="857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2476500" y="3571875"/>
            <a:ext cx="14478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3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Path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30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0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30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30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tệp</a:t>
            </a:r>
            <a:r>
              <a:rPr lang="en-US" sz="300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300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đĩa.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476500" y="5476875"/>
            <a:ext cx="14478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4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Fragment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30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0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3000" dirty="0" spc="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30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30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client.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476500" y="7381875"/>
            <a:ext cx="14478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 phân tích URL,</a:t>
            </a:r>
            <a:r>
              <a:rPr lang="en-US" sz="3000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đừng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30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chuỗi.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5A5F7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b2450e47-33e6-45cf-9076-9cd57c311c3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459200" cy="2047875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6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fragment.</a:t>
            </a:r>
            <a:r>
              <a:rPr lang="en-US" sz="690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Server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nhận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fragment</a:t>
            </a:r>
            <a:r>
              <a:rPr lang="en-US" sz="69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619500"/>
            <a:ext cx="8096250" cy="5143500"/>
          </a:xfrm>
          <a:prstGeom prst="roundRect">
            <a:avLst>
              <a:gd name="adj" fmla="val 5926"/>
            </a:avLst>
          </a:prstGeom>
          <a:solidFill>
            <a:srgbClr val="DDE3FA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962400"/>
            <a:ext cx="7334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2100" b="1" spc="14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333500" y="4762500"/>
            <a:ext cx="3048000" cy="1047750"/>
          </a:xfrm>
          <a:prstGeom prst="roundRect">
            <a:avLst>
              <a:gd name="adj" fmla="val 21818"/>
            </a:avLst>
          </a:prstGeom>
          <a:solidFill>
            <a:srgbClr val="FBF8F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#details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5524500" y="4762500"/>
            <a:ext cx="3048000" cy="1047750"/>
          </a:xfrm>
          <a:prstGeom prst="roundRect">
            <a:avLst>
              <a:gd name="adj" fmla="val 21818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#reviews</a:t>
            </a:r>
            <a:endParaRPr lang="en-US" sz="3300" dirty="0"/>
          </a:p>
        </p:txBody>
      </p:sp>
      <p:sp>
        <p:nvSpPr>
          <p:cNvPr id="8" name="Connector line-1792370193068-829569256"/>
          <p:cNvSpPr/>
          <p:nvPr/>
        </p:nvSpPr>
        <p:spPr>
          <a:xfrm>
            <a:off x="4476750" y="5286375"/>
            <a:ext cx="952500" cy="0"/>
          </a:xfrm>
          <a:prstGeom prst="line">
            <a:avLst/>
          </a:prstGeom>
          <a:noFill/>
          <a:ln w="57150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1333500" y="6477000"/>
            <a:ext cx="7334250" cy="15240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Scheme,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host,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port,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path,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query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277350" y="3619500"/>
            <a:ext cx="8096250" cy="5143500"/>
          </a:xfrm>
          <a:prstGeom prst="roundRect">
            <a:avLst>
              <a:gd name="adj" fmla="val 5926"/>
            </a:avLst>
          </a:prstGeom>
          <a:solidFill>
            <a:srgbClr val="14161C"/>
          </a:solidFill>
          <a:ln/>
        </p:spPr>
      </p:sp>
      <p:sp>
        <p:nvSpPr>
          <p:cNvPr id="11" name="Text 9"/>
          <p:cNvSpPr/>
          <p:nvPr/>
        </p:nvSpPr>
        <p:spPr>
          <a:xfrm>
            <a:off x="9696450" y="3962400"/>
            <a:ext cx="7334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2100" b="1" spc="14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9696450" y="4476750"/>
            <a:ext cx="7334250" cy="1333500"/>
          </a:xfrm>
          <a:prstGeom prst="rect">
            <a:avLst/>
          </a:prstGeom>
          <a:noFill/>
          <a:ln/>
        </p:spPr>
        <p:txBody>
          <a:bodyPr wrap="square" lIns="0" tIns="91440" rIns="0" bIns="-91440" rtlCol="0" anchor="t"/>
          <a:lstStyle/>
          <a:p>
            <a:pPr algn="l" indent="0" marL="0">
              <a:lnSpc>
                <a:spcPts val="9000"/>
              </a:lnSpc>
              <a:buNone/>
            </a:pPr>
            <a:r>
              <a:rPr lang="en-US" sz="9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Không.</a:t>
            </a:r>
            <a:endParaRPr lang="en-US" sz="9000" dirty="0"/>
          </a:p>
        </p:txBody>
      </p:sp>
      <p:sp>
        <p:nvSpPr>
          <p:cNvPr id="13" name="Text richtext-1792370193074-624707477"/>
          <p:cNvSpPr/>
          <p:nvPr/>
        </p:nvSpPr>
        <p:spPr>
          <a:xfrm>
            <a:off x="9696450" y="6096000"/>
            <a:ext cx="7334250" cy="2476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marL="342900" indent="-244981">
              <a:lnSpc>
                <a:spcPts val="364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7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fragment</a:t>
            </a:r>
            <a:endParaRPr lang="en-US" sz="2700" dirty="0"/>
          </a:p>
          <a:p>
            <a:pPr algn="l" marL="342900" indent="-244981">
              <a:lnSpc>
                <a:spcPts val="3645"/>
              </a:lnSpc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tự</a:t>
            </a:r>
            <a:r>
              <a:rPr lang="en-US" sz="2700" dirty="0" spc="4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7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d25eea0a-9d5c-4ef9-a2ef-634afcba457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ĐÀO</a:t>
            </a:r>
            <a:r>
              <a:rPr lang="en-US" sz="1800" b="1" spc="28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Hình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 là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ví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dụ,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mẫu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619500"/>
            <a:ext cx="5295900" cy="4572000"/>
          </a:xfrm>
          <a:prstGeom prst="roundRect">
            <a:avLst>
              <a:gd name="adj" fmla="val 5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96050" y="3619500"/>
            <a:ext cx="5295900" cy="4572000"/>
          </a:xfrm>
          <a:prstGeom prst="roundRect">
            <a:avLst>
              <a:gd name="adj" fmla="val 58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077700" y="3619500"/>
            <a:ext cx="5295900" cy="4572000"/>
          </a:xfrm>
          <a:prstGeom prst="roundRect">
            <a:avLst>
              <a:gd name="adj" fmla="val 5833"/>
            </a:avLst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95400" y="4095750"/>
            <a:ext cx="4572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4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HOST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295400" y="47625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4288" rIns="0" bIns="-14288" rtlCol="0" anchor="t"/>
          <a:lstStyle/>
          <a:p>
            <a:pPr algn="l" indent="0" marL="0">
              <a:lnSpc>
                <a:spcPts val="5175"/>
              </a:lnSpc>
              <a:buNone/>
            </a:pPr>
            <a:r>
              <a:rPr lang="en-US" sz="4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Có</a:t>
            </a:r>
            <a:r>
              <a:rPr lang="en-US" sz="4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thể</a:t>
            </a:r>
            <a:r>
              <a:rPr lang="en-US" sz="4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45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4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miền</a:t>
            </a:r>
            <a:r>
              <a:rPr lang="en-US" sz="4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hoặc</a:t>
            </a:r>
            <a:r>
              <a:rPr lang="en-US" sz="4500" dirty="0" spc="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địa</a:t>
            </a:r>
            <a:r>
              <a:rPr lang="en-US" sz="4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4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IP</a:t>
            </a:r>
            <a:endParaRPr lang="en-US" sz="4500" dirty="0"/>
          </a:p>
        </p:txBody>
      </p:sp>
      <p:sp>
        <p:nvSpPr>
          <p:cNvPr id="9" name="Text 7"/>
          <p:cNvSpPr/>
          <p:nvPr/>
        </p:nvSpPr>
        <p:spPr>
          <a:xfrm>
            <a:off x="6877050" y="4095750"/>
            <a:ext cx="4572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5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SCHEME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6877050" y="47625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4288" rIns="0" bIns="-14288" rtlCol="0" anchor="t"/>
          <a:lstStyle/>
          <a:p>
            <a:pPr algn="l" indent="0" marL="0">
              <a:lnSpc>
                <a:spcPts val="5175"/>
              </a:lnSpc>
              <a:buNone/>
            </a:pPr>
            <a:r>
              <a:rPr lang="en-US" sz="4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4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luôn</a:t>
            </a:r>
            <a:r>
              <a:rPr lang="en-US" sz="4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45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4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r>
              <a:rPr lang="en-US" sz="45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thức</a:t>
            </a:r>
            <a:r>
              <a:rPr lang="en-US" sz="4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mạng</a:t>
            </a:r>
            <a:endParaRPr lang="en-US" sz="4500" dirty="0"/>
          </a:p>
        </p:txBody>
      </p:sp>
      <p:sp>
        <p:nvSpPr>
          <p:cNvPr id="11" name="Text 9"/>
          <p:cNvSpPr/>
          <p:nvPr/>
        </p:nvSpPr>
        <p:spPr>
          <a:xfrm>
            <a:off x="12458700" y="4095750"/>
            <a:ext cx="4572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11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1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458700" y="4762500"/>
            <a:ext cx="4572000" cy="2857500"/>
          </a:xfrm>
          <a:prstGeom prst="rect">
            <a:avLst/>
          </a:prstGeom>
          <a:noFill/>
          <a:ln/>
        </p:spPr>
        <p:txBody>
          <a:bodyPr wrap="square" lIns="0" tIns="14288" rIns="0" bIns="-14288" rtlCol="0" anchor="t"/>
          <a:lstStyle/>
          <a:p>
            <a:pPr algn="l" indent="0" marL="0">
              <a:lnSpc>
                <a:spcPts val="5175"/>
              </a:lnSpc>
              <a:buNone/>
            </a:pPr>
            <a:r>
              <a:rPr lang="en-US" sz="45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4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áp</a:t>
            </a:r>
            <a:r>
              <a:rPr lang="en-US" sz="4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4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URL</a:t>
            </a:r>
            <a:r>
              <a:rPr lang="en-US" sz="450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HTTPS</a:t>
            </a:r>
            <a:r>
              <a:rPr lang="en-US" sz="4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này,</a:t>
            </a:r>
            <a:r>
              <a:rPr lang="en-US" sz="4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 cho mọi</a:t>
            </a:r>
            <a:r>
              <a:rPr lang="en-US" sz="4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URL</a:t>
            </a:r>
            <a:endParaRPr lang="en-US" sz="450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cdc189ca-c590-4b04-81c6-3f6b7bd2bc9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28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16192500" cy="11430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 từ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0953750" cy="1181100"/>
          </a:xfrm>
          <a:prstGeom prst="roundRect">
            <a:avLst>
              <a:gd name="adj" fmla="val 16129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4191000"/>
            <a:ext cx="10953750" cy="1181100"/>
          </a:xfrm>
          <a:prstGeom prst="roundRect">
            <a:avLst>
              <a:gd name="adj" fmla="val 16129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5524500"/>
            <a:ext cx="10953750" cy="1181100"/>
          </a:xfrm>
          <a:prstGeom prst="roundRect">
            <a:avLst>
              <a:gd name="adj" fmla="val 16129"/>
            </a:avLst>
          </a:prstGeom>
          <a:solidFill>
            <a:srgbClr val="1E212B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6858000"/>
            <a:ext cx="10953750" cy="1181100"/>
          </a:xfrm>
          <a:prstGeom prst="roundRect">
            <a:avLst>
              <a:gd name="adj" fmla="val 16129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38250" y="3143250"/>
            <a:ext cx="2190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URL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3619500" y="3009900"/>
            <a:ext cx="800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Uniform</a:t>
            </a:r>
            <a:r>
              <a:rPr lang="en-US" sz="165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Resource Locator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3619500" y="3390900"/>
            <a:ext cx="800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Địa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nguyên,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gồm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238250" y="4476750"/>
            <a:ext cx="2190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1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3619500" y="4343400"/>
            <a:ext cx="800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65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3619500" y="4724400"/>
            <a:ext cx="800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5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Trao</a:t>
            </a:r>
            <a:r>
              <a:rPr lang="en-US" sz="21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10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</a:t>
            </a:r>
            <a:r>
              <a:rPr lang="en-US" sz="21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response</a:t>
            </a:r>
            <a:r>
              <a:rPr lang="en-US" sz="210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1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38250" y="5810250"/>
            <a:ext cx="2190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1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HTTPS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3619500" y="5676900"/>
            <a:ext cx="800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65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Secure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3619500" y="6057900"/>
            <a:ext cx="800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5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Trao</a:t>
            </a:r>
            <a:r>
              <a:rPr lang="en-US" sz="21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1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1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vệ</a:t>
            </a:r>
            <a:r>
              <a:rPr lang="en-US" sz="2100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238250" y="7143750"/>
            <a:ext cx="21907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IP</a:t>
            </a:r>
            <a:endParaRPr lang="en-US" sz="3900" dirty="0"/>
          </a:p>
        </p:txBody>
      </p:sp>
      <p:sp>
        <p:nvSpPr>
          <p:cNvPr id="18" name="Text 16"/>
          <p:cNvSpPr/>
          <p:nvPr/>
        </p:nvSpPr>
        <p:spPr>
          <a:xfrm>
            <a:off x="3619500" y="7010400"/>
            <a:ext cx="8001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Internet</a:t>
            </a:r>
            <a:r>
              <a:rPr lang="en-US" sz="16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3619500" y="7391400"/>
            <a:ext cx="8001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1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 dùng</a:t>
            </a:r>
            <a:r>
              <a:rPr lang="en-US" sz="2100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địa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10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1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gói</a:t>
            </a:r>
            <a:endParaRPr lang="en-US" sz="2100" dirty="0"/>
          </a:p>
        </p:txBody>
      </p:sp>
      <p:sp>
        <p:nvSpPr>
          <p:cNvPr id="20" name="Connector line-1792370230244-640597009"/>
          <p:cNvSpPr/>
          <p:nvPr/>
        </p:nvSpPr>
        <p:spPr>
          <a:xfrm>
            <a:off x="12287250" y="2857500"/>
            <a:ext cx="0" cy="5181600"/>
          </a:xfrm>
          <a:prstGeom prst="line">
            <a:avLst/>
          </a:prstGeom>
          <a:noFill/>
          <a:ln w="19050">
            <a:solidFill>
              <a:srgbClr val="2C303C"/>
            </a:solidFill>
            <a:prstDash val="solid"/>
            <a:headEnd type="none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12668250" y="285750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2" name="Text richtext-1792370230247-221011742"/>
          <p:cNvSpPr/>
          <p:nvPr/>
        </p:nvSpPr>
        <p:spPr>
          <a:xfrm>
            <a:off x="12668250" y="3390900"/>
            <a:ext cx="4762500" cy="28575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marL="266700" indent="-190541">
              <a:lnSpc>
                <a:spcPts val="294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ByteByteGo,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body</a:t>
            </a: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buSzPct val="100000"/>
              <a:buFont typeface="Arial"/>
              <a:buChar char="•"/>
            </a:pPr>
            <a:r>
              <a:rPr lang="en-US" sz="2100" dirty="0" spc="-6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1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thức:</a:t>
            </a:r>
            <a:r>
              <a:rPr lang="en-US" sz="21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RFC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3986,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§3.1–3.5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715500"/>
            <a:ext cx="666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f5435868-5d71-44f5-a73b-cda6bbeb9e7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2026-10-19T02:50:53Z</dcterms:created>
  <dcterms:modified xsi:type="dcterms:W3CDTF">2026-10-19T02:50:53Z</dcterms:modified>
</cp:coreProperties>
</file>