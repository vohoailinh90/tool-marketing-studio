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144000" cy="32385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 triển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dịch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chiếu?</a:t>
            </a:r>
            <a:endParaRPr lang="en-US" sz="3000" dirty="0"/>
          </a:p>
        </p:txBody>
      </p:sp>
      <p:sp>
        <p:nvSpPr>
          <p:cNvPr id="5" name="Connector line-1792385594113-112137385"/>
          <p:cNvSpPr/>
          <p:nvPr/>
        </p:nvSpPr>
        <p:spPr>
          <a:xfrm>
            <a:off x="914400" y="70485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2866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chưa,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906250" y="2762250"/>
            <a:ext cx="428625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4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906250" y="4667250"/>
            <a:ext cx="428625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Xây</a:t>
            </a:r>
            <a:r>
              <a:rPr lang="en-US" sz="2400" b="1" dirty="0" spc="-1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906250" y="6572250"/>
            <a:ext cx="428625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400" b="1" dirty="0" spc="-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400" dirty="0"/>
          </a:p>
        </p:txBody>
      </p:sp>
      <p:sp>
        <p:nvSpPr>
          <p:cNvPr id="10" name="Connector line-1792385594131-89624883"/>
          <p:cNvSpPr/>
          <p:nvPr/>
        </p:nvSpPr>
        <p:spPr>
          <a:xfrm>
            <a:off x="14049375" y="3714750"/>
            <a:ext cx="0" cy="95250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85594132-736999266"/>
          <p:cNvSpPr/>
          <p:nvPr/>
        </p:nvSpPr>
        <p:spPr>
          <a:xfrm>
            <a:off x="14049375" y="5619750"/>
            <a:ext cx="0" cy="95250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6042a60d-62c4-4489-8635-402d7ac44c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 ĐỀ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việc,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7620000" cy="3048000"/>
          </a:xfrm>
          <a:prstGeom prst="rect">
            <a:avLst/>
          </a:prstGeom>
          <a:noFill/>
          <a:ln/>
        </p:spPr>
        <p:txBody>
          <a:bodyPr wrap="square" lIns="0" tIns="220980" rIns="0" bIns="-220980" rtlCol="0" anchor="ctr"/>
          <a:lstStyle/>
          <a:p>
            <a:pPr algn="l" indent="0" marL="0">
              <a:lnSpc>
                <a:spcPts val="21750"/>
              </a:lnSpc>
              <a:buNone/>
            </a:pPr>
            <a:r>
              <a:rPr lang="en-US" sz="2175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21750" dirty="0"/>
          </a:p>
        </p:txBody>
      </p:sp>
      <p:sp>
        <p:nvSpPr>
          <p:cNvPr id="5" name="Text 3"/>
          <p:cNvSpPr/>
          <p:nvPr/>
        </p:nvSpPr>
        <p:spPr>
          <a:xfrm>
            <a:off x="4762500" y="3429000"/>
            <a:ext cx="1238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việc,</a:t>
            </a:r>
            <a:r>
              <a:rPr lang="en-US" sz="30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3000" dirty="0"/>
          </a:p>
        </p:txBody>
      </p:sp>
      <p:sp>
        <p:nvSpPr>
          <p:cNvPr id="6" name="Text richtext-1792385595107-890090044"/>
          <p:cNvSpPr/>
          <p:nvPr/>
        </p:nvSpPr>
        <p:spPr>
          <a:xfrm>
            <a:off x="4762500" y="4191000"/>
            <a:ext cx="123825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chỗ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chiếu, nói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7048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7048500"/>
            <a:ext cx="156972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7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liệu: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hướng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 của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Microsoft</a:t>
            </a:r>
            <a:r>
              <a:rPr lang="en-US" sz="24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2400" dirty="0" spc="-3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Twelve-Factor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Heroku.</a:t>
            </a:r>
            <a:endParaRPr lang="en-US" sz="2400" dirty="0"/>
          </a:p>
        </p:txBody>
      </p:sp>
      <p:sp>
        <p:nvSpPr>
          <p:cNvPr id="9" name="Connector line-1792385595130-65342767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5e1217f2-8226-4841-b67d-a63784c382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80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 liệu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nấy giữ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4000500" cy="11430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A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4000500" cy="11430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286500"/>
            <a:ext cx="4000500" cy="11430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981950" y="2838450"/>
            <a:ext cx="1181100" cy="1181100"/>
          </a:xfrm>
          <a:prstGeom prst="ellipse">
            <a:avLst/>
          </a:prstGeom>
          <a:solidFill>
            <a:srgbClr val="F8D9D1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B3321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981950" y="4552950"/>
            <a:ext cx="1181100" cy="1181100"/>
          </a:xfrm>
          <a:prstGeom prst="ellipse">
            <a:avLst/>
          </a:prstGeom>
          <a:solidFill>
            <a:srgbClr val="F8D9D1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" kern="0">
                <a:solidFill>
                  <a:srgbClr val="B3321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981950" y="6267450"/>
            <a:ext cx="1181100" cy="1181100"/>
          </a:xfrm>
          <a:prstGeom prst="ellipse">
            <a:avLst/>
          </a:prstGeom>
          <a:solidFill>
            <a:srgbClr val="F8D9D1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B3321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3000" dirty="0"/>
          </a:p>
        </p:txBody>
      </p:sp>
      <p:sp>
        <p:nvSpPr>
          <p:cNvPr id="10" name="Connector line-1792385596069-619102754"/>
          <p:cNvSpPr/>
          <p:nvPr/>
        </p:nvSpPr>
        <p:spPr>
          <a:xfrm>
            <a:off x="4914900" y="3429000"/>
            <a:ext cx="30670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85596069-218604897"/>
          <p:cNvSpPr/>
          <p:nvPr/>
        </p:nvSpPr>
        <p:spPr>
          <a:xfrm>
            <a:off x="4914900" y="5143500"/>
            <a:ext cx="30670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85596069-650133259"/>
          <p:cNvSpPr/>
          <p:nvPr/>
        </p:nvSpPr>
        <p:spPr>
          <a:xfrm>
            <a:off x="4914900" y="6858000"/>
            <a:ext cx="30670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810750" y="32385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430000" y="2857500"/>
            <a:ext cx="5943600" cy="4572000"/>
          </a:xfrm>
          <a:prstGeom prst="roundRect">
            <a:avLst>
              <a:gd name="adj" fmla="val 6667"/>
            </a:avLst>
          </a:prstGeom>
          <a:solidFill>
            <a:srgbClr val="F8D9D1"/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0" y="3200400"/>
            <a:ext cx="5181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5" kern="0">
                <a:solidFill>
                  <a:srgbClr val="B3321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2700" dirty="0" spc="3" kern="0">
                <a:solidFill>
                  <a:srgbClr val="B3321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2700" dirty="0" spc="4" kern="0">
                <a:solidFill>
                  <a:srgbClr val="B3321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2700" dirty="0" spc="3" kern="0">
                <a:solidFill>
                  <a:srgbClr val="B3321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2700" dirty="0"/>
          </a:p>
        </p:txBody>
      </p:sp>
      <p:sp>
        <p:nvSpPr>
          <p:cNvPr id="16" name="Text richtext-1792385596074-190876833"/>
          <p:cNvSpPr/>
          <p:nvPr/>
        </p:nvSpPr>
        <p:spPr>
          <a:xfrm>
            <a:off x="11811000" y="4000500"/>
            <a:ext cx="5181600" cy="3238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DDD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250" dirty="0"/>
          </a:p>
        </p:txBody>
      </p:sp>
      <p:sp>
        <p:nvSpPr>
          <p:cNvPr id="17" name="Connector line-1792385596080-99748975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3a06d069-cb1f-401b-b34e-b5685a6217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25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1800" b="1" spc="2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6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2057400" y="2857500"/>
            <a:ext cx="14173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38400" y="2857500"/>
            <a:ext cx="134112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706100" y="2857500"/>
            <a:ext cx="514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Heroku:</a:t>
            </a:r>
            <a:r>
              <a:rPr lang="en-US" sz="1950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phiên</a:t>
            </a:r>
            <a:r>
              <a:rPr lang="en-US" sz="1950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dính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485900" y="4667250"/>
            <a:ext cx="15316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66900" y="4667250"/>
            <a:ext cx="10477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0134600" y="4667250"/>
            <a:ext cx="6286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9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477000"/>
            <a:ext cx="10477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563100" y="647700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Heroku,</a:t>
            </a:r>
            <a:r>
              <a:rPr lang="en-US" sz="1950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1950" dirty="0" spc="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950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1950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950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1950" dirty="0"/>
          </a:p>
        </p:txBody>
      </p:sp>
      <p:sp>
        <p:nvSpPr>
          <p:cNvPr id="13" name="Connector line-1792385597327-12790814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c0edfde-9eab-4da6-b96d-e96f18b2ce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 HỢP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666750"/>
          </a:xfrm>
          <a:prstGeom prst="roundRect">
            <a:avLst>
              <a:gd name="adj" fmla="val 28571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915400" y="2762250"/>
            <a:ext cx="8191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619500"/>
            <a:ext cx="16459200" cy="1428750"/>
          </a:xfrm>
          <a:prstGeom prst="roundRect">
            <a:avLst>
              <a:gd name="adj" fmla="val 13333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6195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Chia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915400" y="3619500"/>
            <a:ext cx="8191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Chưa</a:t>
            </a:r>
            <a:r>
              <a:rPr lang="en-US" sz="225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đối</a:t>
            </a:r>
            <a:r>
              <a:rPr lang="en-US" sz="225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chiếu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238750"/>
            <a:ext cx="16459200" cy="142875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2387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Điều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915400" y="5238750"/>
            <a:ext cx="8191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 lên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lịch,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6858000"/>
            <a:ext cx="16459200" cy="1428750"/>
          </a:xfrm>
          <a:prstGeom prst="roundRect">
            <a:avLst>
              <a:gd name="adj" fmla="val 13333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8580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4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trưởng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15400" y="6858000"/>
            <a:ext cx="8191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Chưa</a:t>
            </a:r>
            <a:r>
              <a:rPr lang="en-US" sz="225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đối</a:t>
            </a:r>
            <a:r>
              <a:rPr lang="en-US" sz="225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chiếu</a:t>
            </a:r>
            <a:endParaRPr lang="en-US" sz="2250" dirty="0"/>
          </a:p>
        </p:txBody>
      </p:sp>
      <p:sp>
        <p:nvSpPr>
          <p:cNvPr id="16" name="Connector line-1792385598103-99520579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cb97476d-48c7-493d-907a-e0e1783407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800" b="1" spc="23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b="1" spc="28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 bản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chạy,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301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524500"/>
          </a:xfrm>
          <a:prstGeom prst="roundRect">
            <a:avLst>
              <a:gd name="adj" fmla="val 5517"/>
            </a:avLst>
          </a:prstGeom>
          <a:solidFill>
            <a:srgbClr val="F8D9D1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762250"/>
            <a:ext cx="8001000" cy="5524500"/>
          </a:xfrm>
          <a:prstGeom prst="roundRect">
            <a:avLst>
              <a:gd name="adj" fmla="val 5517"/>
            </a:avLst>
          </a:prstGeom>
          <a:solidFill>
            <a:srgbClr val="D9ECE2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051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38100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99060" rIns="0" bIns="-99060" rtlCol="0" anchor="ctr"/>
          <a:lstStyle/>
          <a:p>
            <a:pPr algn="l" indent="0" marL="0">
              <a:lnSpc>
                <a:spcPts val="9750"/>
              </a:lnSpc>
              <a:buNone/>
            </a:pPr>
            <a:r>
              <a:rPr lang="en-US" sz="9750" dirty="0" spc="-14" kern="0">
                <a:solidFill>
                  <a:srgbClr val="B3321A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20%</a:t>
            </a:r>
            <a:endParaRPr lang="en-US" sz="9750" dirty="0"/>
          </a:p>
        </p:txBody>
      </p:sp>
      <p:sp>
        <p:nvSpPr>
          <p:cNvPr id="8" name="Text 6"/>
          <p:cNvSpPr/>
          <p:nvPr/>
        </p:nvSpPr>
        <p:spPr>
          <a:xfrm>
            <a:off x="1295400" y="5334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250" dirty="0"/>
          </a:p>
        </p:txBody>
      </p:sp>
      <p:sp>
        <p:nvSpPr>
          <p:cNvPr id="9" name="Text richtext-1792385643777-284153780"/>
          <p:cNvSpPr/>
          <p:nvPr/>
        </p:nvSpPr>
        <p:spPr>
          <a:xfrm>
            <a:off x="1295400" y="619125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bản: 200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301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lượt: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238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330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753600" y="31051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753600" y="38100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99060" rIns="0" bIns="-99060" rtlCol="0" anchor="ctr"/>
          <a:lstStyle/>
          <a:p>
            <a:pPr algn="l" indent="0" marL="0">
              <a:lnSpc>
                <a:spcPts val="9750"/>
              </a:lnSpc>
              <a:buNone/>
            </a:pPr>
            <a:r>
              <a:rPr lang="en-US" sz="975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100%</a:t>
            </a:r>
            <a:endParaRPr lang="en-US" sz="9750" dirty="0"/>
          </a:p>
        </p:txBody>
      </p:sp>
      <p:sp>
        <p:nvSpPr>
          <p:cNvPr id="12" name="Text 10"/>
          <p:cNvSpPr/>
          <p:nvPr/>
        </p:nvSpPr>
        <p:spPr>
          <a:xfrm>
            <a:off x="9753600" y="5334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250" dirty="0"/>
          </a:p>
        </p:txBody>
      </p:sp>
      <p:sp>
        <p:nvSpPr>
          <p:cNvPr id="13" name="Text richtext-1792385643791-436050537"/>
          <p:cNvSpPr/>
          <p:nvPr/>
        </p:nvSpPr>
        <p:spPr>
          <a:xfrm>
            <a:off x="9753600" y="619125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bản: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301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Giá: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 thêm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65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150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µs.</a:t>
            </a:r>
            <a:endParaRPr lang="en-US" sz="2250" dirty="0"/>
          </a:p>
        </p:txBody>
      </p:sp>
      <p:sp>
        <p:nvSpPr>
          <p:cNvPr id="14" name="Connector line-1792385643797-5098574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ed54fa18-c113-4853-8796-c818adc7e1e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đừng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653415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1539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0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3000" dirty="0" spc="-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30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</a:t>
            </a:r>
            <a:endParaRPr lang="en-US" sz="3000" dirty="0"/>
          </a:p>
        </p:txBody>
      </p:sp>
      <p:sp>
        <p:nvSpPr>
          <p:cNvPr id="8" name="Text richtext-1792385644606-124604398"/>
          <p:cNvSpPr/>
          <p:nvPr/>
        </p:nvSpPr>
        <p:spPr>
          <a:xfrm>
            <a:off x="129540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phiên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7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91515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0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30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30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r>
              <a:rPr lang="en-US" sz="3000" dirty="0" spc="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</a:t>
            </a:r>
            <a:endParaRPr lang="en-US" sz="3000" dirty="0"/>
          </a:p>
        </p:txBody>
      </p:sp>
      <p:sp>
        <p:nvSpPr>
          <p:cNvPr id="10" name="Text richtext-1792385644614-533104260"/>
          <p:cNvSpPr/>
          <p:nvPr/>
        </p:nvSpPr>
        <p:spPr>
          <a:xfrm>
            <a:off x="691515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 hơn.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53490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000" dirty="0" spc="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30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3000" dirty="0"/>
          </a:p>
        </p:txBody>
      </p:sp>
      <p:sp>
        <p:nvSpPr>
          <p:cNvPr id="12" name="Text richtext-1792385644619-431122509"/>
          <p:cNvSpPr/>
          <p:nvPr/>
        </p:nvSpPr>
        <p:spPr>
          <a:xfrm>
            <a:off x="1253490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là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hệ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7715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báo: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25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2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tạp.</a:t>
            </a:r>
            <a:endParaRPr lang="en-US" sz="2250" dirty="0"/>
          </a:p>
        </p:txBody>
      </p:sp>
      <p:sp>
        <p:nvSpPr>
          <p:cNvPr id="14" name="Connector line-1792385644626-7512591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ea243f43-e55b-4343-980f-4f4abe8de4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2190750"/>
          </a:xfrm>
          <a:prstGeom prst="rect">
            <a:avLst/>
          </a:prstGeom>
          <a:noFill/>
          <a:ln/>
        </p:spPr>
        <p:txBody>
          <a:bodyPr wrap="square" lIns="0" tIns="16193" rIns="0" bIns="-16193" rtlCol="0" anchor="t"/>
          <a:lstStyle/>
          <a:p>
            <a:pPr algn="l" indent="0" marL="0">
              <a:lnSpc>
                <a:spcPts val="5865"/>
              </a:lnSpc>
              <a:buNone/>
            </a:pPr>
            <a:r>
              <a:rPr lang="en-US" sz="51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1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bản,</a:t>
            </a:r>
            <a:r>
              <a:rPr lang="en-US" sz="5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giỏ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51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 nhớ</a:t>
            </a:r>
            <a:r>
              <a:rPr lang="en-US" sz="51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51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bản,</a:t>
            </a:r>
            <a:r>
              <a:rPr lang="en-US" sz="51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51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tròn.</a:t>
            </a:r>
            <a:r>
              <a:rPr lang="en-US" sz="5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Giỏ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 lúc có lúc</a:t>
            </a:r>
            <a:r>
              <a:rPr lang="en-US" sz="5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không.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16459200" cy="2667000"/>
          </a:xfrm>
          <a:prstGeom prst="roundRect">
            <a:avLst>
              <a:gd name="adj" fmla="val 11429"/>
            </a:avLst>
          </a:prstGeom>
          <a:solidFill>
            <a:srgbClr val="F8D9D1"/>
          </a:solidFill>
          <a:ln/>
        </p:spPr>
      </p:sp>
      <p:sp>
        <p:nvSpPr>
          <p:cNvPr id="5" name="Text richtext-1792385645469-981959923"/>
          <p:cNvSpPr/>
          <p:nvPr/>
        </p:nvSpPr>
        <p:spPr>
          <a:xfrm>
            <a:off x="1295400" y="4476750"/>
            <a:ext cx="15697200" cy="2095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 liên quan: dịch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giỏ hàng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chút.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dính,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giỏ.</a:t>
            </a:r>
            <a:endParaRPr lang="en-US" sz="2700" dirty="0"/>
          </a:p>
        </p:txBody>
      </p:sp>
      <p:sp>
        <p:nvSpPr>
          <p:cNvPr id="6" name="Connector line-1792385645475-98245767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e815b16-194b-4f1b-820c-aa1204fe71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3248025"/>
            <a:ext cx="838200" cy="838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571750" y="285750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 đủ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việc,</a:t>
            </a:r>
            <a:r>
              <a:rPr lang="en-US" sz="25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xếp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390650" y="5153025"/>
            <a:ext cx="838200" cy="838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571750" y="476250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Nói</a:t>
            </a:r>
            <a:r>
              <a:rPr lang="en-US" sz="25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chỗ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1390650" y="7058025"/>
            <a:ext cx="838200" cy="838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571750" y="666750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việc;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5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chưa.</a:t>
            </a:r>
            <a:endParaRPr lang="en-US" sz="2550" dirty="0"/>
          </a:p>
        </p:txBody>
      </p:sp>
      <p:sp>
        <p:nvSpPr>
          <p:cNvPr id="13" name="Connector line-1792385646261-27345227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707a53e-29d8-4f8e-a508-3f47f1a539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048000"/>
            <a:ext cx="2381250" cy="666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DDD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3905250" y="28765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Domain-Driven Design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05250" y="31813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40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theo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4191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4476750"/>
            <a:ext cx="2381250" cy="666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HTTP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905250" y="430530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905250" y="461010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qua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19125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6667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Heroku:</a:t>
            </a:r>
            <a:r>
              <a:rPr lang="en-US" sz="225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Twelve-Factor,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Processes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Build,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release,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2250" dirty="0"/>
          </a:p>
        </p:txBody>
      </p:sp>
      <p:sp>
        <p:nvSpPr>
          <p:cNvPr id="14" name="Connector line-1792385647069-38069433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701377aa-a9e5-40f4-a2bf-b3258e8901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2026-10-19T04:54:41Z</dcterms:created>
  <dcterms:modified xsi:type="dcterms:W3CDTF">2026-10-19T04:54:41Z</dcterms:modified>
</cp:coreProperties>
</file>