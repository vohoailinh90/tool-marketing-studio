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3000" dirty="0"/>
          </a:p>
        </p:txBody>
      </p:sp>
      <p:sp>
        <p:nvSpPr>
          <p:cNvPr id="5" name="Connector line-1792386046640-391517014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34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quy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382250" y="4191000"/>
            <a:ext cx="2476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859000" y="3143250"/>
            <a:ext cx="2667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19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Fido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859000" y="5334000"/>
            <a:ext cx="2667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Buddy</a:t>
            </a:r>
            <a:endParaRPr lang="en-US" sz="1950" dirty="0"/>
          </a:p>
        </p:txBody>
      </p:sp>
      <p:sp>
        <p:nvSpPr>
          <p:cNvPr id="10" name="Connector line-1792386046660-477710040"/>
          <p:cNvSpPr/>
          <p:nvPr/>
        </p:nvSpPr>
        <p:spPr>
          <a:xfrm flipV="1">
            <a:off x="12858750" y="3571875"/>
            <a:ext cx="2000250" cy="1095375"/>
          </a:xfrm>
          <a:prstGeom prst="curvedConnector3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86046660-95902617"/>
          <p:cNvSpPr/>
          <p:nvPr/>
        </p:nvSpPr>
        <p:spPr>
          <a:xfrm>
            <a:off x="12858750" y="4667250"/>
            <a:ext cx="2000250" cy="1095375"/>
          </a:xfrm>
          <a:prstGeom prst="curvedConnector3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382250" y="685800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khuôn,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vật,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0d68240f-0621-4374-bbc6-8053bc49ed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 ai chọn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2850" dirty="0"/>
          </a:p>
        </p:txBody>
      </p:sp>
      <p:sp>
        <p:nvSpPr>
          <p:cNvPr id="7" name="Text richtext-1792386047813-825765305"/>
          <p:cNvSpPr/>
          <p:nvPr/>
        </p:nvSpPr>
        <p:spPr>
          <a:xfrm>
            <a:off x="12954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tám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7536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285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2850" dirty="0"/>
          </a:p>
        </p:txBody>
      </p:sp>
      <p:sp>
        <p:nvSpPr>
          <p:cNvPr id="9" name="Text richtext-1792386047835-218137033"/>
          <p:cNvSpPr/>
          <p:nvPr/>
        </p:nvSpPr>
        <p:spPr>
          <a:xfrm>
            <a:off x="97536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2550" dirty="0"/>
          </a:p>
        </p:txBody>
      </p:sp>
      <p:sp>
        <p:nvSpPr>
          <p:cNvPr id="10" name="Connector line-1792386047842-83301330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b0f34ef-8257-4909-8b63-d70d891297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 việc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4762500" cy="3238500"/>
          </a:xfrm>
          <a:prstGeom prst="rect">
            <a:avLst/>
          </a:prstGeom>
          <a:noFill/>
          <a:ln/>
        </p:spPr>
        <p:txBody>
          <a:bodyPr wrap="square" lIns="0" tIns="220980" rIns="0" bIns="-220980" rtlCol="0" anchor="ctr"/>
          <a:lstStyle/>
          <a:p>
            <a:pPr algn="l" indent="0" marL="0">
              <a:lnSpc>
                <a:spcPts val="21750"/>
              </a:lnSpc>
              <a:buNone/>
            </a:pPr>
            <a:r>
              <a:rPr lang="en-US" sz="217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21750" dirty="0"/>
          </a:p>
        </p:txBody>
      </p:sp>
      <p:sp>
        <p:nvSpPr>
          <p:cNvPr id="5" name="Text 3"/>
          <p:cNvSpPr/>
          <p:nvPr/>
        </p:nvSpPr>
        <p:spPr>
          <a:xfrm>
            <a:off x="4762500" y="3333750"/>
            <a:ext cx="1238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 niệm,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3000" dirty="0"/>
          </a:p>
        </p:txBody>
      </p:sp>
      <p:sp>
        <p:nvSpPr>
          <p:cNvPr id="6" name="Text richtext-1792386048646-526841761"/>
          <p:cNvSpPr/>
          <p:nvPr/>
        </p:nvSpPr>
        <p:spPr>
          <a:xfrm>
            <a:off x="4762500" y="4095750"/>
            <a:ext cx="12382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Lớp,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gói,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trừu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tượng: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lộ cách dùng.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thừa,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 thành phần,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550" dirty="0"/>
          </a:p>
        </p:txBody>
      </p:sp>
      <p:sp>
        <p:nvSpPr>
          <p:cNvPr id="7" name="Connector line-1792386048654-21488702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422b1ae-4955-4136-b046-750411585f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Gạch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1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666750"/>
          </a:xfrm>
          <a:prstGeom prst="roundRect">
            <a:avLst>
              <a:gd name="adj" fmla="val 28571"/>
            </a:avLst>
          </a:prstGeom>
          <a:solidFill>
            <a:srgbClr val="2C304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819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77400" y="2762250"/>
            <a:ext cx="742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58140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5814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a.deposit(-1)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77400" y="35814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250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250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815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3A1E1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815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a._balance</a:t>
            </a:r>
            <a:r>
              <a:rPr lang="en-US" sz="2250" dirty="0" spc="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-999 (từ</a:t>
            </a:r>
            <a:r>
              <a:rPr lang="en-US" sz="225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ngoài)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77400" y="47815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Được</a:t>
            </a:r>
            <a:r>
              <a:rPr lang="en-US" sz="22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chấp</a:t>
            </a:r>
            <a:r>
              <a:rPr lang="en-US" sz="22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8170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817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a.__secret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77400" y="59817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AttributeError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71818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3A1E1A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818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a._Account__secret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677400" y="71818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Đọc</a:t>
            </a:r>
            <a:r>
              <a:rPr lang="en-US" sz="2250" dirty="0" spc="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được:</a:t>
            </a:r>
            <a:r>
              <a:rPr lang="en-US" sz="22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</a:t>
            </a:r>
            <a:endParaRPr lang="en-US" sz="2250" dirty="0"/>
          </a:p>
        </p:txBody>
      </p:sp>
      <p:sp>
        <p:nvSpPr>
          <p:cNvPr id="19" name="Connector line-1792386049614-50207497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4474e83-f0fa-49d6-86e1-d62e52cfa2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ĐO: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ĐIỀU</a:t>
            </a:r>
            <a:r>
              <a:rPr lang="en-US" sz="1800" b="1" spc="28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 CHI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Sâu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DCE2FA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39052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68580" rIns="0" bIns="-68580" rtlCol="0" anchor="ctr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24</a:t>
            </a:r>
            <a:r>
              <a:rPr lang="en-US" sz="6750" dirty="0" spc="1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750" dirty="0" spc="-1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26</a:t>
            </a:r>
            <a:endParaRPr lang="en-US" sz="6750" dirty="0"/>
          </a:p>
        </p:txBody>
      </p:sp>
      <p:sp>
        <p:nvSpPr>
          <p:cNvPr id="8" name="Text 6"/>
          <p:cNvSpPr/>
          <p:nvPr/>
        </p:nvSpPr>
        <p:spPr>
          <a:xfrm>
            <a:off x="1295400" y="5238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nano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7536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tượng,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53600" y="3905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hình: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53600" y="4381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3,8</a:t>
            </a:r>
            <a:r>
              <a:rPr lang="en-US" sz="4500" dirty="0" spc="1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4500" dirty="0" spc="-2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4,0</a:t>
            </a:r>
            <a:r>
              <a:rPr lang="en-US" sz="45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753600" y="5619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rẽ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isinstance: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53600" y="6096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dirty="0" spc="-141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7,8</a:t>
            </a:r>
            <a:r>
              <a:rPr lang="en-US" sz="4500" dirty="0" spc="15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4500" dirty="0" spc="0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8,2</a:t>
            </a:r>
            <a:r>
              <a:rPr lang="en-US" sz="4500" dirty="0" spc="1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4500" dirty="0"/>
          </a:p>
        </p:txBody>
      </p:sp>
      <p:sp>
        <p:nvSpPr>
          <p:cNvPr id="14" name="Connector line-1792386050764-66035427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f5289c4-f69e-4e91-a9fe-f9f3e26ac7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6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3000" dirty="0" spc="-2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3000" dirty="0"/>
          </a:p>
        </p:txBody>
      </p:sp>
      <p:sp>
        <p:nvSpPr>
          <p:cNvPr id="8" name="Text richtext-1792386051572-476762443"/>
          <p:cNvSpPr/>
          <p:nvPr/>
        </p:nvSpPr>
        <p:spPr>
          <a:xfrm>
            <a:off x="129540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91515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000" dirty="0" spc="-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0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Python</a:t>
            </a:r>
            <a:endParaRPr lang="en-US" sz="3000" dirty="0"/>
          </a:p>
        </p:txBody>
      </p:sp>
      <p:sp>
        <p:nvSpPr>
          <p:cNvPr id="10" name="Text richtext-1792386051577-279446278"/>
          <p:cNvSpPr/>
          <p:nvPr/>
        </p:nvSpPr>
        <p:spPr>
          <a:xfrm>
            <a:off x="691515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53490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30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</a:t>
            </a:r>
            <a:endParaRPr lang="en-US" sz="3000" dirty="0"/>
          </a:p>
        </p:txBody>
      </p:sp>
      <p:sp>
        <p:nvSpPr>
          <p:cNvPr id="12" name="Text richtext-1792386051582-185178048"/>
          <p:cNvSpPr/>
          <p:nvPr/>
        </p:nvSpPr>
        <p:spPr>
          <a:xfrm>
            <a:off x="1253490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250" dirty="0" spc="-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 số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715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 phí</a:t>
            </a:r>
            <a:r>
              <a:rPr lang="en-US" sz="22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tăng.</a:t>
            </a:r>
            <a:endParaRPr lang="en-US" sz="2250" dirty="0"/>
          </a:p>
        </p:txBody>
      </p:sp>
      <p:sp>
        <p:nvSpPr>
          <p:cNvPr id="14" name="Connector line-1792386051588-83301706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f974a52-9ab2-40de-bb68-b55a31e080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190750"/>
          </a:xfrm>
          <a:prstGeom prst="rect">
            <a:avLst/>
          </a:prstGeom>
          <a:noFill/>
          <a:ln/>
        </p:spPr>
        <p:txBody>
          <a:bodyPr wrap="square" lIns="0" tIns="14795" rIns="0" bIns="-14795" rtlCol="0" anchor="t"/>
          <a:lstStyle/>
          <a:p>
            <a:pPr algn="l" indent="0" marL="0">
              <a:lnSpc>
                <a:spcPts val="5347"/>
              </a:lnSpc>
              <a:buNone/>
            </a:pPr>
            <a:r>
              <a:rPr lang="en-US" sz="46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"Khai</a:t>
            </a:r>
            <a:r>
              <a:rPr lang="en-US" sz="46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46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_balance là</a:t>
            </a:r>
            <a:r>
              <a:rPr lang="en-US" sz="465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465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đóng</a:t>
            </a:r>
            <a:r>
              <a:rPr lang="en-US" sz="465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gói."</a:t>
            </a: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 thử</a:t>
            </a:r>
            <a:r>
              <a:rPr lang="en-US" sz="46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46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6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465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465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đủ?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16459200" cy="3238500"/>
          </a:xfrm>
          <a:prstGeom prst="roundRect">
            <a:avLst>
              <a:gd name="adj" fmla="val 9412"/>
            </a:avLst>
          </a:prstGeom>
          <a:solidFill>
            <a:srgbClr val="F8D9D1"/>
          </a:solidFill>
          <a:ln/>
        </p:spPr>
      </p:sp>
      <p:sp>
        <p:nvSpPr>
          <p:cNvPr id="5" name="Text richtext-1792386052353-252373285"/>
          <p:cNvSpPr/>
          <p:nvPr/>
        </p:nvSpPr>
        <p:spPr>
          <a:xfrm>
            <a:off x="1295400" y="4476750"/>
            <a:ext cx="156972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a._balance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 -999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deposit.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chỉ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(property).</a:t>
            </a:r>
            <a:endParaRPr lang="en-US" sz="2550" dirty="0"/>
          </a:p>
        </p:txBody>
      </p:sp>
      <p:sp>
        <p:nvSpPr>
          <p:cNvPr id="6" name="Connector line-1792386052362-12657361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2782d8f9-fe24-42e9-aaf1-7541c38f51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248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571750" y="2857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5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thiệu của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5153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571750" y="4762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tám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dạy.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390650" y="7058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71750" y="6667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Thay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đo.</a:t>
            </a:r>
            <a:endParaRPr lang="en-US" sz="2550" dirty="0"/>
          </a:p>
        </p:txBody>
      </p:sp>
      <p:sp>
        <p:nvSpPr>
          <p:cNvPr id="13" name="Connector line-1792386053257-94479302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c62c3dc-ba79-432a-ae0c-ba717188e4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143250"/>
            <a:ext cx="2381250" cy="666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OOP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905250" y="297180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Object-Oriented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27660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953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429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Python: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·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2250" dirty="0"/>
          </a:p>
        </p:txBody>
      </p:sp>
      <p:sp>
        <p:nvSpPr>
          <p:cNvPr id="10" name="Connector line-1792386054127-67919100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371c684-6d55-47fb-8eb1-c0c5a919a7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2026-10-19T05:01:19Z</dcterms:created>
  <dcterms:modified xsi:type="dcterms:W3CDTF">2026-10-19T05:01:19Z</dcterms:modified>
</cp:coreProperties>
</file>