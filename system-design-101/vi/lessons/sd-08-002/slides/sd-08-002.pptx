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8288000" cy="10287000"/>
  <p:notesSz cx="10287000" cy="18288000"/>
  <p:embeddedFontLst>
    <p:embeddedFont>
      <p:font typeface="Be Vietnam Pro"/>
      <p:regular r:id="rId17"/>
      <p:bold r:id="rId15"/>
    </p:embeddedFont>
    <p:embeddedFont>
      <p:font typeface="Bricolage Grotesque ExtraBold"/>
      <p:regular r:id="rId16"/>
    </p:embeddedFont>
    <p:embeddedFont>
      <p:font typeface="Be Vietnam Pro SemiBold"/>
      <p:regular r:id="rId18"/>
    </p:embeddedFont>
    <p:embeddedFont>
      <p:font typeface="Be Vietnam Pro ExtraBold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font" Target="fonts/font1.fntdata"/><Relationship Id="rId16" Type="http://schemas.openxmlformats.org/officeDocument/2006/relationships/font" Target="fonts/font2.fntdata"/><Relationship Id="rId17" Type="http://schemas.openxmlformats.org/officeDocument/2006/relationships/font" Target="fonts/font3.fntdata"/><Relationship Id="rId18" Type="http://schemas.openxmlformats.org/officeDocument/2006/relationships/font" Target="fonts/font4.fntdata"/><Relationship Id="rId19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619250"/>
            <a:ext cx="9334500" cy="2505075"/>
          </a:xfrm>
          <a:prstGeom prst="rect">
            <a:avLst/>
          </a:prstGeom>
          <a:noFill/>
          <a:ln/>
        </p:spPr>
        <p:txBody>
          <a:bodyPr wrap="square" lIns="0" tIns="69437" rIns="0" bIns="-69437" rtlCol="0" anchor="t"/>
          <a:lstStyle/>
          <a:p>
            <a:pPr algn="l" indent="0" marL="0">
              <a:lnSpc>
                <a:spcPts val="8505"/>
              </a:lnSpc>
              <a:buNone/>
            </a:pPr>
            <a:r>
              <a:rPr lang="en-US" sz="8100" dirty="0" spc="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Điều</a:t>
            </a:r>
            <a:r>
              <a:rPr lang="en-US" sz="8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phối hay</a:t>
            </a:r>
            <a:endParaRPr lang="en-US" sz="8100" dirty="0"/>
          </a:p>
          <a:p>
            <a:pPr algn="l" indent="0" marL="0">
              <a:lnSpc>
                <a:spcPts val="8505"/>
              </a:lnSpc>
              <a:buNone/>
            </a:pPr>
            <a:r>
              <a:rPr lang="en-US" sz="81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tự</a:t>
            </a:r>
            <a:r>
              <a:rPr lang="en-US" sz="8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phối</a:t>
            </a:r>
            <a:r>
              <a:rPr lang="en-US" sz="8100" dirty="0" spc="-7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hợp?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4572000"/>
            <a:ext cx="8572500" cy="1047750"/>
          </a:xfrm>
          <a:prstGeom prst="rect">
            <a:avLst/>
          </a:prstGeom>
          <a:noFill/>
          <a:ln/>
        </p:spPr>
        <p:txBody>
          <a:bodyPr wrap="square" lIns="0" tIns="20899" rIns="0" bIns="-20899" rtlCol="0" anchor="t"/>
          <a:lstStyle/>
          <a:p>
            <a:pPr algn="l" indent="0" marL="0">
              <a:lnSpc>
                <a:spcPts val="3740"/>
              </a:lnSpc>
              <a:buNone/>
            </a:pPr>
            <a:r>
              <a:rPr lang="en-US" sz="2992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Cùng</a:t>
            </a:r>
            <a:r>
              <a:rPr lang="en-US" sz="2992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992" dirty="0" spc="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r>
              <a:rPr lang="en-US" sz="2992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hàng,</a:t>
            </a:r>
            <a:r>
              <a:rPr lang="en-US" sz="2992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 cách</a:t>
            </a:r>
            <a:endParaRPr lang="en-US" sz="2992" dirty="0"/>
          </a:p>
          <a:p>
            <a:pPr algn="l" indent="0" marL="0">
              <a:lnSpc>
                <a:spcPts val="3740"/>
              </a:lnSpc>
              <a:buNone/>
            </a:pPr>
            <a:r>
              <a:rPr lang="en-US" sz="2992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cho</a:t>
            </a:r>
            <a:r>
              <a:rPr lang="en-US" sz="2992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992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992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phối hợp.</a:t>
            </a:r>
            <a:endParaRPr lang="en-US" sz="2992" dirty="0"/>
          </a:p>
        </p:txBody>
      </p:sp>
      <p:sp>
        <p:nvSpPr>
          <p:cNvPr id="5" name="Connector line-1792383226191-689288978"/>
          <p:cNvSpPr/>
          <p:nvPr/>
        </p:nvSpPr>
        <p:spPr>
          <a:xfrm>
            <a:off x="914400" y="6096000"/>
            <a:ext cx="8610600" cy="0"/>
          </a:xfrm>
          <a:prstGeom prst="line">
            <a:avLst/>
          </a:prstGeom>
          <a:noFill/>
          <a:ln w="19050">
            <a:solidFill>
              <a:srgbClr val="2C3040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6334125"/>
            <a:ext cx="8572500" cy="7620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1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cầm lái,</a:t>
            </a:r>
            <a:r>
              <a:rPr lang="en-US" sz="210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1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nghe</a:t>
            </a: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1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0668000" y="3810000"/>
            <a:ext cx="2000250" cy="80010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Điều</a:t>
            </a:r>
            <a:r>
              <a:rPr lang="en-US" sz="21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phối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4478000" y="2476500"/>
            <a:ext cx="2857500" cy="6858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0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Thanh</a:t>
            </a:r>
            <a:r>
              <a:rPr lang="en-US" sz="2100" b="1" dirty="0" spc="-5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4478000" y="3867150"/>
            <a:ext cx="2857500" cy="6858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Kho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4478000" y="5257800"/>
            <a:ext cx="2857500" cy="6858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</a:t>
            </a:r>
            <a:r>
              <a:rPr lang="en-US" sz="2100" b="1" dirty="0" spc="-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endParaRPr lang="en-US" sz="2100" dirty="0"/>
          </a:p>
        </p:txBody>
      </p:sp>
      <p:sp>
        <p:nvSpPr>
          <p:cNvPr id="11" name="Connector line-1792383226213-602685491"/>
          <p:cNvSpPr/>
          <p:nvPr/>
        </p:nvSpPr>
        <p:spPr>
          <a:xfrm flipV="1">
            <a:off x="12668250" y="2819400"/>
            <a:ext cx="1809750" cy="1390650"/>
          </a:xfrm>
          <a:prstGeom prst="curvedConnector3">
            <a:avLst/>
          </a:prstGeom>
          <a:noFill/>
          <a:ln w="47625">
            <a:solidFill>
              <a:srgbClr val="3DD6A0"/>
            </a:solidFill>
            <a:prstDash val="solid"/>
            <a:headEnd type="triangle"/>
            <a:tailEnd type="triangle"/>
          </a:ln>
        </p:spPr>
      </p:sp>
      <p:sp>
        <p:nvSpPr>
          <p:cNvPr id="12" name="Connector line-1792383226215-475756764"/>
          <p:cNvSpPr/>
          <p:nvPr/>
        </p:nvSpPr>
        <p:spPr>
          <a:xfrm>
            <a:off x="12668250" y="4210050"/>
            <a:ext cx="1809750" cy="95"/>
          </a:xfrm>
          <a:custGeom>
            <a:avLst/>
            <a:gdLst/>
            <a:ahLst/>
            <a:cxnLst/>
            <a:rect l="l" t="t" r="r" b="b"/>
            <a:pathLst>
              <a:path w="1809750" h="95">
                <a:moveTo>
                  <a:pt x="0" y="0"/>
                </a:moveTo>
                <a:lnTo>
                  <a:pt x="904875" y="0"/>
                </a:lnTo>
                <a:lnTo>
                  <a:pt x="904875" y="0"/>
                </a:lnTo>
                <a:lnTo>
                  <a:pt x="1809750" y="0"/>
                </a:lnTo>
              </a:path>
            </a:pathLst>
          </a:custGeom>
          <a:ln w="47625">
            <a:solidFill>
              <a:srgbClr val="3DD6A0"/>
            </a:solidFill>
            <a:prstDash val="solid"/>
            <a:headEnd type="triangle"/>
            <a:tailEnd type="triangle"/>
          </a:ln>
        </p:spPr>
      </p:sp>
      <p:sp>
        <p:nvSpPr>
          <p:cNvPr id="13" name="Connector line-1792383226215-85094089"/>
          <p:cNvSpPr/>
          <p:nvPr/>
        </p:nvSpPr>
        <p:spPr>
          <a:xfrm>
            <a:off x="12668250" y="4210050"/>
            <a:ext cx="1809750" cy="1390650"/>
          </a:xfrm>
          <a:prstGeom prst="curvedConnector3">
            <a:avLst/>
          </a:prstGeom>
          <a:noFill/>
          <a:ln w="47625">
            <a:solidFill>
              <a:srgbClr val="3DD6A0"/>
            </a:solidFill>
            <a:prstDash val="solid"/>
            <a:headEnd type="triangl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10668000" y="7239000"/>
            <a:ext cx="1809750" cy="6858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Thanh</a:t>
            </a:r>
            <a:r>
              <a:rPr lang="en-US" sz="1950" b="1" dirty="0" spc="-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3239750" y="7239000"/>
            <a:ext cx="1333500" cy="6858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7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Kho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5335250" y="7239000"/>
            <a:ext cx="2038350" cy="6858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</a:t>
            </a:r>
            <a:r>
              <a:rPr lang="en-US" sz="1950" b="1" dirty="0" spc="-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endParaRPr lang="en-US" sz="1950" dirty="0"/>
          </a:p>
        </p:txBody>
      </p:sp>
      <p:sp>
        <p:nvSpPr>
          <p:cNvPr id="17" name="Connector line-1792383226222-320713311"/>
          <p:cNvSpPr/>
          <p:nvPr/>
        </p:nvSpPr>
        <p:spPr>
          <a:xfrm>
            <a:off x="12477750" y="7581900"/>
            <a:ext cx="762000" cy="0"/>
          </a:xfrm>
          <a:prstGeom prst="line">
            <a:avLst/>
          </a:prstGeom>
          <a:noFill/>
          <a:ln w="47625">
            <a:solidFill>
              <a:srgbClr val="FF6A4D"/>
            </a:solidFill>
            <a:prstDash val="solid"/>
            <a:headEnd type="none"/>
            <a:tailEnd type="triangle"/>
          </a:ln>
        </p:spPr>
      </p:sp>
      <p:sp>
        <p:nvSpPr>
          <p:cNvPr id="18" name="Connector line-1792383226222-681176437"/>
          <p:cNvSpPr/>
          <p:nvPr/>
        </p:nvSpPr>
        <p:spPr>
          <a:xfrm>
            <a:off x="14573250" y="7581900"/>
            <a:ext cx="762000" cy="0"/>
          </a:xfrm>
          <a:prstGeom prst="line">
            <a:avLst/>
          </a:prstGeom>
          <a:noFill/>
          <a:ln w="47625">
            <a:solidFill>
              <a:srgbClr val="FF6A4D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10668000" y="8191500"/>
            <a:ext cx="7239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 vụ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nghe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r>
              <a:rPr lang="en-US" sz="1800" dirty="0" spc="-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1800" dirty="0" spc="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đăng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 tiếp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kiến trúc phần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mềm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02a210ec-bc70-4490-965a-136d8bff52b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800" b="1" spc="25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6900" dirty="0" spc="-3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đơn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hàng</a:t>
            </a:r>
            <a:r>
              <a:rPr lang="en-US" sz="6900" dirty="0" spc="3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qua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bốn dịch vụ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143250"/>
            <a:ext cx="3429000" cy="2095500"/>
          </a:xfrm>
          <a:prstGeom prst="roundRect">
            <a:avLst>
              <a:gd name="adj" fmla="val 14545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4900" y="3429000"/>
            <a:ext cx="762000" cy="762000"/>
          </a:xfrm>
          <a:prstGeom prst="ellipse">
            <a:avLst/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2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2532" dirty="0"/>
          </a:p>
        </p:txBody>
      </p:sp>
      <p:sp>
        <p:nvSpPr>
          <p:cNvPr id="6" name="Text 4"/>
          <p:cNvSpPr/>
          <p:nvPr/>
        </p:nvSpPr>
        <p:spPr>
          <a:xfrm>
            <a:off x="1104900" y="4381500"/>
            <a:ext cx="3048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7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Trả</a:t>
            </a:r>
            <a:r>
              <a:rPr lang="en-US" sz="30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tiền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257800" y="3143250"/>
            <a:ext cx="3429000" cy="2095500"/>
          </a:xfrm>
          <a:prstGeom prst="roundRect">
            <a:avLst>
              <a:gd name="adj" fmla="val 14545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48300" y="3429000"/>
            <a:ext cx="762000" cy="762000"/>
          </a:xfrm>
          <a:prstGeom prst="ellipse">
            <a:avLst/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2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2532" dirty="0"/>
          </a:p>
        </p:txBody>
      </p:sp>
      <p:sp>
        <p:nvSpPr>
          <p:cNvPr id="9" name="Text 7"/>
          <p:cNvSpPr/>
          <p:nvPr/>
        </p:nvSpPr>
        <p:spPr>
          <a:xfrm>
            <a:off x="5448300" y="4381500"/>
            <a:ext cx="3048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</a:t>
            </a:r>
            <a:r>
              <a:rPr lang="en-US" sz="30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9601200" y="3143250"/>
            <a:ext cx="3429000" cy="2095500"/>
          </a:xfrm>
          <a:prstGeom prst="roundRect">
            <a:avLst>
              <a:gd name="adj" fmla="val 14545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791700" y="3429000"/>
            <a:ext cx="762000" cy="762000"/>
          </a:xfrm>
          <a:prstGeom prst="ellipse">
            <a:avLst/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2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2532" dirty="0"/>
          </a:p>
        </p:txBody>
      </p:sp>
      <p:sp>
        <p:nvSpPr>
          <p:cNvPr id="12" name="Text 10"/>
          <p:cNvSpPr/>
          <p:nvPr/>
        </p:nvSpPr>
        <p:spPr>
          <a:xfrm>
            <a:off x="9791700" y="4381500"/>
            <a:ext cx="3048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</a:t>
            </a:r>
            <a:r>
              <a:rPr lang="en-US" sz="30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13944600" y="3143250"/>
            <a:ext cx="3429000" cy="2095500"/>
          </a:xfrm>
          <a:prstGeom prst="roundRect">
            <a:avLst>
              <a:gd name="adj" fmla="val 14545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135100" y="3429000"/>
            <a:ext cx="762000" cy="762000"/>
          </a:xfrm>
          <a:prstGeom prst="ellipse">
            <a:avLst/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2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2532" dirty="0"/>
          </a:p>
        </p:txBody>
      </p:sp>
      <p:sp>
        <p:nvSpPr>
          <p:cNvPr id="15" name="Text 13"/>
          <p:cNvSpPr/>
          <p:nvPr/>
        </p:nvSpPr>
        <p:spPr>
          <a:xfrm>
            <a:off x="14135100" y="4381500"/>
            <a:ext cx="3048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7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Gửi</a:t>
            </a:r>
            <a:r>
              <a:rPr lang="en-US" sz="30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</a:t>
            </a:r>
            <a:endParaRPr lang="en-US" sz="3000" dirty="0"/>
          </a:p>
        </p:txBody>
      </p:sp>
      <p:sp>
        <p:nvSpPr>
          <p:cNvPr id="16" name="Connector line-1792383262142-490912901"/>
          <p:cNvSpPr/>
          <p:nvPr/>
        </p:nvSpPr>
        <p:spPr>
          <a:xfrm>
            <a:off x="4343400" y="4191000"/>
            <a:ext cx="91440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7" name="Connector line-1792383262142-893460451"/>
          <p:cNvSpPr/>
          <p:nvPr/>
        </p:nvSpPr>
        <p:spPr>
          <a:xfrm>
            <a:off x="8686800" y="4191000"/>
            <a:ext cx="91440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8" name="Connector line-1792383262142-520382059"/>
          <p:cNvSpPr/>
          <p:nvPr/>
        </p:nvSpPr>
        <p:spPr>
          <a:xfrm>
            <a:off x="13030200" y="4191000"/>
            <a:ext cx="91440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914400" y="5810250"/>
            <a:ext cx="16459200" cy="762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25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cách:</a:t>
            </a:r>
            <a:r>
              <a:rPr lang="en-US" sz="255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25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cầm</a:t>
            </a:r>
            <a:r>
              <a:rPr lang="en-US" sz="25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lái,</a:t>
            </a:r>
            <a:r>
              <a:rPr lang="en-US" sz="25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5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55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5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nghe</a:t>
            </a:r>
            <a:r>
              <a:rPr lang="en-US" sz="2550" dirty="0" spc="-1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làm.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914400" y="7334250"/>
            <a:ext cx="16459200" cy="1143000"/>
          </a:xfrm>
          <a:prstGeom prst="roundRect">
            <a:avLst>
              <a:gd name="adj" fmla="val 23333"/>
            </a:avLst>
          </a:prstGeom>
          <a:solidFill>
            <a:srgbClr val="DDE3FA"/>
          </a:solidFill>
          <a:ln/>
        </p:spPr>
      </p:sp>
      <p:sp>
        <p:nvSpPr>
          <p:cNvPr id="21" name="Text 19"/>
          <p:cNvSpPr/>
          <p:nvPr/>
        </p:nvSpPr>
        <p:spPr>
          <a:xfrm>
            <a:off x="1295400" y="7334250"/>
            <a:ext cx="15697200" cy="11430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ctr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Bài</a:t>
            </a:r>
            <a:r>
              <a:rPr lang="en-US" sz="255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này</a:t>
            </a:r>
            <a:r>
              <a:rPr lang="en-US" sz="2550" dirty="0" spc="-1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vẽ</a:t>
            </a: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cùng</a:t>
            </a:r>
            <a:r>
              <a:rPr lang="en-US" sz="255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2550" dirty="0" spc="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đơn</a:t>
            </a: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hàng</a:t>
            </a:r>
            <a:r>
              <a:rPr lang="en-US" sz="25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theo</a:t>
            </a: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hai cách,</a:t>
            </a:r>
            <a:r>
              <a:rPr lang="en-US" sz="2550" dirty="0" spc="-1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rồi</a:t>
            </a:r>
            <a:r>
              <a:rPr lang="en-US" sz="255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đếm.</a:t>
            </a:r>
            <a:endParaRPr lang="en-US" sz="2550" dirty="0"/>
          </a:p>
        </p:txBody>
      </p:sp>
      <p:sp>
        <p:nvSpPr>
          <p:cNvPr id="22" name="Connector line-1792383262150-146280778"/>
          <p:cNvSpPr/>
          <p:nvPr/>
        </p:nvSpPr>
        <p:spPr>
          <a:xfrm>
            <a:off x="990600" y="9486900"/>
            <a:ext cx="22669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5" name="Shape 2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02/08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3" name="Moda image moda-export-watermark-41b2eb1d-77cc-41eb-a99a-4498d22d3ae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r>
              <a:rPr lang="en-US" sz="180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ĐIỀU</a:t>
            </a:r>
            <a:r>
              <a:rPr lang="en-US" sz="1800" b="1" spc="30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PHỐI</a:t>
            </a:r>
            <a:r>
              <a:rPr lang="en-US" sz="1800" b="1" spc="28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(ORCHESTRATION)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Điều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phối:</a:t>
            </a:r>
            <a:r>
              <a:rPr lang="en-US" sz="69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9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bên</a:t>
            </a:r>
            <a:r>
              <a:rPr lang="en-US" sz="69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cầm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lái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8001000" cy="4000500"/>
          </a:xfrm>
          <a:prstGeom prst="roundRect">
            <a:avLst>
              <a:gd name="adj" fmla="val 7619"/>
            </a:avLst>
          </a:prstGeom>
          <a:solidFill>
            <a:srgbClr val="FBF8F2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8250" y="3162300"/>
            <a:ext cx="3143250" cy="4953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1950" b="1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19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phối</a:t>
            </a:r>
            <a:endParaRPr lang="en-US" sz="1950" dirty="0"/>
          </a:p>
        </p:txBody>
      </p:sp>
      <p:sp>
        <p:nvSpPr>
          <p:cNvPr id="6" name="Text richtext-1792383277422-584541158"/>
          <p:cNvSpPr/>
          <p:nvPr/>
        </p:nvSpPr>
        <p:spPr>
          <a:xfrm>
            <a:off x="1238250" y="4000500"/>
            <a:ext cx="7353300" cy="25717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marL="323850" indent="-231371">
              <a:lnSpc>
                <a:spcPts val="3188"/>
              </a:lnSpc>
              <a:spcAft>
                <a:spcPts val="1350"/>
              </a:spcAft>
              <a:buSzPct val="100000"/>
              <a:buFont typeface="Arial"/>
              <a:buChar char="•"/>
            </a:pP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Biết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 quy</a:t>
            </a:r>
            <a:r>
              <a:rPr lang="en-US" sz="25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trình.</a:t>
            </a:r>
            <a:endParaRPr lang="en-US" sz="2550" dirty="0"/>
          </a:p>
          <a:p>
            <a:pPr algn="l" marL="323850" indent="-231371">
              <a:lnSpc>
                <a:spcPts val="3188"/>
              </a:lnSpc>
              <a:spcAft>
                <a:spcPts val="1350"/>
              </a:spcAft>
              <a:buSzPct val="100000"/>
              <a:buFont typeface="Arial"/>
              <a:buChar char="•"/>
            </a:pPr>
            <a:r>
              <a:rPr lang="en-US" sz="2550" dirty="0" spc="-6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Ra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</a:t>
            </a:r>
            <a:r>
              <a:rPr lang="en-US" sz="255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5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bước,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550" dirty="0" spc="-3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quả.</a:t>
            </a:r>
            <a:endParaRPr lang="en-US" sz="2550" dirty="0"/>
          </a:p>
          <a:p>
            <a:pPr algn="l" marL="323850" indent="-231371">
              <a:lnSpc>
                <a:spcPts val="3188"/>
              </a:lnSpc>
              <a:buSzPct val="100000"/>
              <a:buFont typeface="Arial"/>
              <a:buChar char="•"/>
            </a:pP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55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5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nào;</a:t>
            </a:r>
            <a:r>
              <a:rPr lang="en-US" sz="2550" dirty="0" spc="-3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hoàn</a:t>
            </a:r>
            <a:r>
              <a:rPr lang="en-US" sz="25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tác.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9372600" y="2857500"/>
            <a:ext cx="8001000" cy="4000500"/>
          </a:xfrm>
          <a:prstGeom prst="roundRect">
            <a:avLst>
              <a:gd name="adj" fmla="val 7619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96450" y="3162300"/>
            <a:ext cx="3143250" cy="4953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19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19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endParaRPr lang="en-US" sz="1950" dirty="0"/>
          </a:p>
        </p:txBody>
      </p:sp>
      <p:sp>
        <p:nvSpPr>
          <p:cNvPr id="9" name="Text richtext-1792383277446-963393825"/>
          <p:cNvSpPr/>
          <p:nvPr/>
        </p:nvSpPr>
        <p:spPr>
          <a:xfrm>
            <a:off x="9696450" y="4000500"/>
            <a:ext cx="7353300" cy="25717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marL="323850" indent="-231371">
              <a:lnSpc>
                <a:spcPts val="3188"/>
              </a:lnSpc>
              <a:spcAft>
                <a:spcPts val="1350"/>
              </a:spcAft>
              <a:buSzPct val="100000"/>
              <a:buFont typeface="Arial"/>
              <a:buChar char="•"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 việc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mình.</a:t>
            </a:r>
            <a:endParaRPr lang="en-US" sz="2550" dirty="0"/>
          </a:p>
          <a:p>
            <a:pPr algn="l" marL="323850" indent="-231371">
              <a:lnSpc>
                <a:spcPts val="3188"/>
              </a:lnSpc>
              <a:buSzPct val="100000"/>
              <a:buFont typeface="Arial"/>
              <a:buChar char="•"/>
            </a:pP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</a:t>
            </a:r>
            <a:r>
              <a:rPr lang="en-US" sz="25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lớn.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14400" y="7334250"/>
            <a:ext cx="16459200" cy="1143000"/>
          </a:xfrm>
          <a:prstGeom prst="roundRect">
            <a:avLst>
              <a:gd name="adj" fmla="val 23333"/>
            </a:avLst>
          </a:prstGeom>
          <a:solidFill>
            <a:srgbClr val="CFE8E2"/>
          </a:solidFill>
          <a:ln/>
        </p:spPr>
      </p:sp>
      <p:sp>
        <p:nvSpPr>
          <p:cNvPr id="11" name="Text 9"/>
          <p:cNvSpPr/>
          <p:nvPr/>
        </p:nvSpPr>
        <p:spPr>
          <a:xfrm>
            <a:off x="1295400" y="7334250"/>
            <a:ext cx="15697200" cy="11430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ctr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Một</a:t>
            </a:r>
            <a:r>
              <a:rPr lang="en-US" sz="2550" dirty="0" spc="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bước</a:t>
            </a:r>
            <a:r>
              <a:rPr lang="en-US" sz="25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hỏng</a:t>
            </a: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thì</a:t>
            </a:r>
            <a:r>
              <a:rPr lang="en-US" sz="25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chính</a:t>
            </a:r>
            <a:r>
              <a:rPr lang="en-US" sz="25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bộ</a:t>
            </a:r>
            <a:r>
              <a:rPr lang="en-US" sz="2550" dirty="0" spc="1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điều</a:t>
            </a:r>
            <a:r>
              <a:rPr lang="en-US" sz="25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phối</a:t>
            </a:r>
            <a:r>
              <a:rPr lang="en-US" sz="2550" dirty="0" spc="-2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ra</a:t>
            </a:r>
            <a:r>
              <a:rPr lang="en-US" sz="25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lệnh</a:t>
            </a: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hoàn</a:t>
            </a:r>
            <a:r>
              <a:rPr lang="en-US" sz="255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tác.</a:t>
            </a:r>
            <a:endParaRPr lang="en-US" sz="2550" dirty="0"/>
          </a:p>
        </p:txBody>
      </p:sp>
      <p:sp>
        <p:nvSpPr>
          <p:cNvPr id="12" name="Connector line-1792383277455-527137902"/>
          <p:cNvSpPr/>
          <p:nvPr/>
        </p:nvSpPr>
        <p:spPr>
          <a:xfrm>
            <a:off x="990600" y="9486900"/>
            <a:ext cx="22669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6" name="Shape 1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03/08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f7ddbac7-d5b4-477e-a563-ab3fa23cbda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PHỐI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(CHOREOGRAPHY)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5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Tự</a:t>
            </a:r>
            <a:r>
              <a:rPr lang="en-US" sz="69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phối</a:t>
            </a:r>
            <a:r>
              <a:rPr lang="en-US" sz="6900" dirty="0" spc="-3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hợp:</a:t>
            </a:r>
            <a:r>
              <a:rPr lang="en-US" sz="69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nghe</a:t>
            </a:r>
            <a:r>
              <a:rPr lang="en-US" sz="6900" dirty="0" spc="-2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rồi</a:t>
            </a:r>
            <a:r>
              <a:rPr lang="en-US" sz="6900" dirty="0" spc="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đăng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sự</a:t>
            </a:r>
            <a:r>
              <a:rPr lang="en-US" sz="69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kiện</a:t>
            </a:r>
            <a:endParaRPr lang="en-US" sz="6900" dirty="0"/>
          </a:p>
        </p:txBody>
      </p:sp>
      <p:sp>
        <p:nvSpPr>
          <p:cNvPr id="4" name="Connector line-1792383295523-693889075"/>
          <p:cNvSpPr/>
          <p:nvPr/>
        </p:nvSpPr>
        <p:spPr>
          <a:xfrm>
            <a:off x="3429000" y="3619500"/>
            <a:ext cx="0" cy="4762500"/>
          </a:xfrm>
          <a:prstGeom prst="line">
            <a:avLst/>
          </a:prstGeom>
          <a:noFill/>
          <a:ln w="28575">
            <a:solidFill>
              <a:srgbClr val="3A4055"/>
            </a:solidFill>
            <a:prstDash val="lgDash"/>
            <a:headEnd type="none"/>
            <a:tailEnd type="none"/>
          </a:ln>
        </p:spPr>
      </p:sp>
      <p:sp>
        <p:nvSpPr>
          <p:cNvPr id="5" name="Connector line-1792383295524-458250263"/>
          <p:cNvSpPr/>
          <p:nvPr/>
        </p:nvSpPr>
        <p:spPr>
          <a:xfrm>
            <a:off x="9144000" y="3619500"/>
            <a:ext cx="0" cy="4762500"/>
          </a:xfrm>
          <a:prstGeom prst="line">
            <a:avLst/>
          </a:prstGeom>
          <a:noFill/>
          <a:ln w="28575">
            <a:solidFill>
              <a:srgbClr val="3A4055"/>
            </a:solidFill>
            <a:prstDash val="lgDash"/>
            <a:headEnd type="none"/>
            <a:tailEnd type="none"/>
          </a:ln>
        </p:spPr>
      </p:sp>
      <p:sp>
        <p:nvSpPr>
          <p:cNvPr id="6" name="Connector line-1792383295524-325751971"/>
          <p:cNvSpPr/>
          <p:nvPr/>
        </p:nvSpPr>
        <p:spPr>
          <a:xfrm>
            <a:off x="14859000" y="3619500"/>
            <a:ext cx="0" cy="4762500"/>
          </a:xfrm>
          <a:prstGeom prst="line">
            <a:avLst/>
          </a:prstGeom>
          <a:noFill/>
          <a:ln w="28575">
            <a:solidFill>
              <a:srgbClr val="3A4055"/>
            </a:solidFill>
            <a:prstDash val="lgDash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2000250" y="2762250"/>
            <a:ext cx="2857500" cy="857250"/>
          </a:xfrm>
          <a:prstGeom prst="roundRect">
            <a:avLst>
              <a:gd name="adj" fmla="val 31111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Thanh toán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715250" y="2762250"/>
            <a:ext cx="2857500" cy="857250"/>
          </a:xfrm>
          <a:prstGeom prst="roundRect">
            <a:avLst>
              <a:gd name="adj" fmla="val 31111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3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Kênh</a:t>
            </a:r>
            <a:r>
              <a:rPr lang="en-US" sz="2400" b="1" dirty="0" spc="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400" b="1" dirty="0" spc="-4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3430250" y="2762250"/>
            <a:ext cx="2857500" cy="857250"/>
          </a:xfrm>
          <a:prstGeom prst="roundRect">
            <a:avLst>
              <a:gd name="adj" fmla="val 31111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Kho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429000" y="4076700"/>
            <a:ext cx="571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2100" dirty="0" spc="-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tiền</a:t>
            </a:r>
            <a:r>
              <a:rPr lang="en-US" sz="2100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r>
              <a:rPr lang="en-US" sz="21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7</a:t>
            </a:r>
            <a:endParaRPr lang="en-US" sz="2100" dirty="0"/>
          </a:p>
        </p:txBody>
      </p:sp>
      <p:sp>
        <p:nvSpPr>
          <p:cNvPr id="11" name="Connector line-1792383295534-982610131"/>
          <p:cNvSpPr/>
          <p:nvPr/>
        </p:nvSpPr>
        <p:spPr>
          <a:xfrm>
            <a:off x="3467100" y="4572000"/>
            <a:ext cx="5619750" cy="0"/>
          </a:xfrm>
          <a:prstGeom prst="line">
            <a:avLst/>
          </a:prstGeom>
          <a:noFill/>
          <a:ln w="47625">
            <a:solidFill>
              <a:srgbClr val="FF6A4D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9144000" y="5124450"/>
            <a:ext cx="571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2100" dirty="0" spc="-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tiền</a:t>
            </a:r>
            <a:r>
              <a:rPr lang="en-US" sz="2100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r>
              <a:rPr lang="en-US" sz="21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7</a:t>
            </a:r>
            <a:endParaRPr lang="en-US" sz="2100" dirty="0"/>
          </a:p>
        </p:txBody>
      </p:sp>
      <p:sp>
        <p:nvSpPr>
          <p:cNvPr id="13" name="Connector line-1792383295536-391264048"/>
          <p:cNvSpPr/>
          <p:nvPr/>
        </p:nvSpPr>
        <p:spPr>
          <a:xfrm>
            <a:off x="9182100" y="5619750"/>
            <a:ext cx="5619750" cy="0"/>
          </a:xfrm>
          <a:prstGeom prst="line">
            <a:avLst/>
          </a:prstGeom>
          <a:noFill/>
          <a:ln w="47625">
            <a:solidFill>
              <a:srgbClr val="FF6A4D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9144000" y="6172200"/>
            <a:ext cx="571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21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thất</a:t>
            </a:r>
            <a:r>
              <a:rPr lang="en-US" sz="21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bại</a:t>
            </a:r>
            <a:endParaRPr lang="en-US" sz="2100" dirty="0"/>
          </a:p>
        </p:txBody>
      </p:sp>
      <p:sp>
        <p:nvSpPr>
          <p:cNvPr id="15" name="Connector line-1792383295539-833457448"/>
          <p:cNvSpPr/>
          <p:nvPr/>
        </p:nvSpPr>
        <p:spPr>
          <a:xfrm flipH="1">
            <a:off x="9201150" y="6667500"/>
            <a:ext cx="5619750" cy="0"/>
          </a:xfrm>
          <a:prstGeom prst="line">
            <a:avLst/>
          </a:prstGeom>
          <a:noFill/>
          <a:ln w="47625">
            <a:solidFill>
              <a:srgbClr val="FF6A4D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3429000" y="7219950"/>
            <a:ext cx="571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21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thất</a:t>
            </a:r>
            <a:r>
              <a:rPr lang="en-US" sz="21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bại</a:t>
            </a:r>
            <a:endParaRPr lang="en-US" sz="2100" dirty="0"/>
          </a:p>
        </p:txBody>
      </p:sp>
      <p:sp>
        <p:nvSpPr>
          <p:cNvPr id="17" name="Connector line-1792383295541-780455369"/>
          <p:cNvSpPr/>
          <p:nvPr/>
        </p:nvSpPr>
        <p:spPr>
          <a:xfrm flipH="1">
            <a:off x="3486150" y="7715250"/>
            <a:ext cx="5619750" cy="0"/>
          </a:xfrm>
          <a:prstGeom prst="line">
            <a:avLst/>
          </a:prstGeom>
          <a:noFill/>
          <a:ln w="47625">
            <a:solidFill>
              <a:srgbClr val="FF6A4D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1047750" y="8096250"/>
            <a:ext cx="5334000" cy="666750"/>
          </a:xfrm>
          <a:prstGeom prst="roundRect">
            <a:avLst>
              <a:gd name="adj" fmla="val 54286"/>
            </a:avLst>
          </a:prstGeom>
          <a:solidFill>
            <a:srgbClr val="262B3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Thanh</a:t>
            </a:r>
            <a:r>
              <a:rPr lang="en-US" sz="225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toán</a:t>
            </a:r>
            <a:r>
              <a:rPr lang="en-US" sz="22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tự</a:t>
            </a:r>
            <a:r>
              <a:rPr lang="en-US" sz="22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hoàn</a:t>
            </a:r>
            <a:r>
              <a:rPr lang="en-US" sz="22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tiền</a:t>
            </a:r>
            <a:endParaRPr lang="en-US" sz="2250" dirty="0"/>
          </a:p>
        </p:txBody>
      </p:sp>
      <p:sp>
        <p:nvSpPr>
          <p:cNvPr id="19" name="Connector line-1792383295544-861299335"/>
          <p:cNvSpPr/>
          <p:nvPr/>
        </p:nvSpPr>
        <p:spPr>
          <a:xfrm>
            <a:off x="990600" y="9486900"/>
            <a:ext cx="2266950" cy="0"/>
          </a:xfrm>
          <a:prstGeom prst="line">
            <a:avLst/>
          </a:prstGeom>
          <a:noFill/>
          <a:ln w="19050">
            <a:solidFill>
              <a:srgbClr val="2C3040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4" name="Shape 22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04/08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0" name="Moda image moda-export-watermark-0fac7af3-5a1d-4fc9-bfc5-fca184d0b03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</a:t>
            </a:r>
            <a:r>
              <a:rPr lang="en-US" sz="1800" b="1" spc="29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ĐẾM TRÊN</a:t>
            </a:r>
            <a:r>
              <a:rPr lang="en-US" sz="180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CHUỖI</a:t>
            </a:r>
            <a:r>
              <a:rPr lang="en-US" sz="1800" b="1" spc="29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BỐN</a:t>
            </a:r>
            <a:r>
              <a:rPr lang="en-US" sz="1800" b="1" spc="30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Hỏng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ở</a:t>
            </a:r>
            <a:r>
              <a:rPr lang="en-US" sz="6900" dirty="0" spc="-9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bước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ba: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5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so</a:t>
            </a:r>
            <a:r>
              <a:rPr lang="en-US" sz="6900" dirty="0" spc="-8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với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10</a:t>
            </a:r>
            <a:endParaRPr lang="en-US" sz="6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667000"/>
          <a:ext cx="13716000" cy="914400"/>
        </p:xfrm>
        <a:graphic>
          <a:graphicData uri="http://schemas.openxmlformats.org/drawingml/2006/table">
            <a:tbl>
              <a:tblPr/>
              <a:tblGrid>
                <a:gridCol w="6583680"/>
                <a:gridCol w="4937760"/>
                <a:gridCol w="4937760"/>
              </a:tblGrid>
              <a:tr h="6477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-13" kern="0">
                          <a:solidFill>
                            <a:srgbClr val="FFFF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Hỏng</a:t>
                      </a:r>
                      <a:r>
                        <a:rPr lang="en-US" sz="2400" b="1" dirty="0" spc="3" kern="0">
                          <a:solidFill>
                            <a:srgbClr val="FFFF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ở</a:t>
                      </a:r>
                      <a:r>
                        <a:rPr lang="en-US" sz="2400" b="1" dirty="0" spc="10" kern="0">
                          <a:solidFill>
                            <a:srgbClr val="FFFF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bước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-83" kern="0">
                          <a:solidFill>
                            <a:srgbClr val="FFFF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Tự</a:t>
                      </a:r>
                      <a:r>
                        <a:rPr lang="en-US" sz="2400" b="1" dirty="0" spc="-5" kern="0">
                          <a:solidFill>
                            <a:srgbClr val="FFFF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phối</a:t>
                      </a:r>
                      <a:r>
                        <a:rPr lang="en-US" sz="2400" b="1" dirty="0" spc="-2" kern="0">
                          <a:solidFill>
                            <a:srgbClr val="FFFF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hợp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-3" kern="0">
                          <a:solidFill>
                            <a:srgbClr val="FFFF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Điều</a:t>
                      </a:r>
                      <a:r>
                        <a:rPr lang="en-US" sz="2400" b="1" dirty="0" spc="-5" kern="0">
                          <a:solidFill>
                            <a:srgbClr val="FFFF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phối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-9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Không</a:t>
                      </a:r>
                      <a:r>
                        <a:rPr lang="en-US" sz="2400" b="1" dirty="0" spc="-10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hỏng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-1" kern="0">
                          <a:solidFill>
                            <a:srgbClr val="E8472B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5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3" kern="0">
                          <a:solidFill>
                            <a:srgbClr val="0F766E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8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12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Bước</a:t>
                      </a:r>
                      <a:r>
                        <a:rPr lang="en-US" sz="2400" b="1" dirty="0" spc="2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1,</a:t>
                      </a:r>
                      <a:r>
                        <a:rPr lang="en-US" sz="2400" b="1" dirty="0" spc="-10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trả</a:t>
                      </a:r>
                      <a:r>
                        <a:rPr lang="en-US" sz="2400" b="1" dirty="0" spc="-4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tiền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3EE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6" kern="0">
                          <a:solidFill>
                            <a:srgbClr val="E8472B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2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3EE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6" kern="0">
                          <a:solidFill>
                            <a:srgbClr val="0F766E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2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3EEE3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12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Bước</a:t>
                      </a:r>
                      <a:r>
                        <a:rPr lang="en-US" sz="2400" b="1" dirty="0" spc="5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2,</a:t>
                      </a:r>
                      <a:r>
                        <a:rPr lang="en-US" sz="2400" b="1" dirty="0" spc="0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giữ</a:t>
                      </a:r>
                      <a:r>
                        <a:rPr lang="en-US" sz="2400" b="1" dirty="0" spc="-6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hàng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-5" kern="0">
                          <a:solidFill>
                            <a:srgbClr val="E8472B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3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5" kern="0">
                          <a:solidFill>
                            <a:srgbClr val="0F766E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6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13" kern="0">
                          <a:solidFill>
                            <a:srgbClr val="000000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Bước</a:t>
                      </a:r>
                      <a:r>
                        <a:rPr lang="en-US" sz="2400" dirty="0" spc="2" kern="0">
                          <a:solidFill>
                            <a:srgbClr val="000000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 3,</a:t>
                      </a:r>
                      <a:r>
                        <a:rPr lang="en-US" sz="2400" dirty="0" spc="4" kern="0">
                          <a:solidFill>
                            <a:srgbClr val="000000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 giao</a:t>
                      </a:r>
                      <a:r>
                        <a:rPr lang="en-US" sz="2400" dirty="0" spc="-6" kern="0">
                          <a:solidFill>
                            <a:srgbClr val="000000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 hàng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DDE3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4" kern="0">
                          <a:solidFill>
                            <a:srgbClr val="E8472B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5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DDE3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3" kern="0">
                          <a:solidFill>
                            <a:srgbClr val="0F766E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10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DDE3FA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12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Bước</a:t>
                      </a:r>
                      <a:r>
                        <a:rPr lang="en-US" sz="2400" b="1" dirty="0" spc="4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4,</a:t>
                      </a:r>
                      <a:r>
                        <a:rPr lang="en-US" sz="2400" b="1" dirty="0" spc="44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gửi</a:t>
                      </a:r>
                      <a:r>
                        <a:rPr lang="en-US" sz="2400" b="1" dirty="0" spc="-1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thư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-2" kern="0">
                          <a:solidFill>
                            <a:srgbClr val="E8472B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7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kern="0">
                          <a:solidFill>
                            <a:srgbClr val="0F766E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14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914400" y="6705600"/>
            <a:ext cx="16459200" cy="4762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</a:t>
            </a:r>
            <a:r>
              <a:rPr lang="en-US" sz="22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</a:t>
            </a:r>
            <a:r>
              <a:rPr lang="en-US" sz="2250" dirty="0" spc="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điệp;</a:t>
            </a:r>
            <a:r>
              <a:rPr lang="en-US" sz="2250" dirty="0" spc="1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2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phối</a:t>
            </a:r>
            <a:r>
              <a:rPr lang="en-US" sz="22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22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2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phản hồi nên</a:t>
            </a:r>
            <a:r>
              <a:rPr lang="en-US" sz="2250" dirty="0" spc="2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đừng</a:t>
            </a:r>
            <a:r>
              <a:rPr lang="en-US" sz="2250" dirty="0" spc="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2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250" dirty="0" spc="1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2250" dirty="0" spc="-1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trễ.</a:t>
            </a:r>
            <a:endParaRPr lang="en-US" sz="2250" dirty="0"/>
          </a:p>
        </p:txBody>
      </p:sp>
      <p:sp>
        <p:nvSpPr>
          <p:cNvPr id="6" name="Shape 3"/>
          <p:cNvSpPr/>
          <p:nvPr/>
        </p:nvSpPr>
        <p:spPr>
          <a:xfrm>
            <a:off x="914400" y="7334250"/>
            <a:ext cx="16459200" cy="1143000"/>
          </a:xfrm>
          <a:prstGeom prst="roundRect">
            <a:avLst>
              <a:gd name="adj" fmla="val 23333"/>
            </a:avLst>
          </a:prstGeom>
          <a:solidFill>
            <a:srgbClr val="DDE3FA"/>
          </a:solidFill>
          <a:ln/>
        </p:spPr>
      </p:sp>
      <p:sp>
        <p:nvSpPr>
          <p:cNvPr id="7" name="Text 4"/>
          <p:cNvSpPr/>
          <p:nvPr/>
        </p:nvSpPr>
        <p:spPr>
          <a:xfrm>
            <a:off x="1295400" y="7334250"/>
            <a:ext cx="15697200" cy="11430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ctr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Thêm</a:t>
            </a:r>
            <a:r>
              <a:rPr lang="en-US" sz="255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2550" dirty="0" spc="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bước:</a:t>
            </a: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tự</a:t>
            </a:r>
            <a:r>
              <a:rPr lang="en-US" sz="25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phối</a:t>
            </a: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hợp</a:t>
            </a:r>
            <a:r>
              <a:rPr lang="en-US" sz="2550" dirty="0" spc="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sửa</a:t>
            </a:r>
            <a:r>
              <a:rPr lang="en-US" sz="25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2</a:t>
            </a:r>
            <a:r>
              <a:rPr lang="en-US" sz="25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dịch</a:t>
            </a: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vụ</a:t>
            </a: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cũ,</a:t>
            </a:r>
            <a:r>
              <a:rPr lang="en-US" sz="2550" dirty="0" spc="1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điều</a:t>
            </a:r>
            <a:r>
              <a:rPr lang="en-US" sz="25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phối</a:t>
            </a:r>
            <a:r>
              <a:rPr lang="en-US" sz="2550" dirty="0" spc="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sửa</a:t>
            </a: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0.</a:t>
            </a:r>
            <a:endParaRPr lang="en-US" sz="2550" dirty="0"/>
          </a:p>
        </p:txBody>
      </p:sp>
      <p:sp>
        <p:nvSpPr>
          <p:cNvPr id="8" name="Connector line-1792383317523-687805559"/>
          <p:cNvSpPr/>
          <p:nvPr/>
        </p:nvSpPr>
        <p:spPr>
          <a:xfrm>
            <a:off x="990600" y="9486900"/>
            <a:ext cx="22669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9" name="Shape 6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4" name="Shape 11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05/08</a:t>
            </a:r>
            <a:endParaRPr lang="en-US" sz="1650" dirty="0"/>
          </a:p>
        </p:txBody>
      </p:sp>
      <p:sp>
        <p:nvSpPr>
          <p:cNvPr id="18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6f121363-49c6-4263-9d4d-6bf9c3d0352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80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b="1" spc="29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7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Chọn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cách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cho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quy</a:t>
            </a:r>
            <a:r>
              <a:rPr lang="en-US" sz="6900" dirty="0" spc="-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trình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hay</a:t>
            </a:r>
            <a:r>
              <a:rPr lang="en-US" sz="6900" dirty="0" spc="2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đổi?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16459200" cy="1143000"/>
          </a:xfrm>
          <a:prstGeom prst="roundRect">
            <a:avLst>
              <a:gd name="adj" fmla="val 23333"/>
            </a:avLst>
          </a:prstGeom>
          <a:solidFill>
            <a:srgbClr val="14161C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762250"/>
            <a:ext cx="15697200" cy="11430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ctr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Thêm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sáu</a:t>
            </a:r>
            <a:r>
              <a:rPr lang="en-US" sz="2700" dirty="0" spc="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bước</a:t>
            </a:r>
            <a:r>
              <a:rPr lang="en-US" sz="2700" dirty="0" spc="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nữa,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thứ tự</a:t>
            </a:r>
            <a:r>
              <a:rPr lang="en-US" sz="2700" dirty="0" spc="-1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hay</a:t>
            </a:r>
            <a:r>
              <a:rPr lang="en-US" sz="2700" dirty="0" spc="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đổi: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cách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nào?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914400" y="4286250"/>
            <a:ext cx="16459200" cy="952500"/>
          </a:xfrm>
          <a:prstGeom prst="roundRect">
            <a:avLst>
              <a:gd name="adj" fmla="val 24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04900" y="4381500"/>
            <a:ext cx="762000" cy="762000"/>
          </a:xfrm>
          <a:prstGeom prst="ellipse">
            <a:avLst/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095500" y="4286250"/>
            <a:ext cx="14859000" cy="952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ctr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Nghiêng</a:t>
            </a:r>
            <a:r>
              <a:rPr lang="en-US" sz="25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550" dirty="0" spc="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phối: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</a:t>
            </a:r>
            <a:r>
              <a:rPr lang="en-US" sz="25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5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sẽ</a:t>
            </a:r>
            <a:r>
              <a:rPr lang="en-US" sz="25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phức</a:t>
            </a: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tạp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lên.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914400" y="5391150"/>
            <a:ext cx="16459200" cy="952500"/>
          </a:xfrm>
          <a:prstGeom prst="roundRect">
            <a:avLst>
              <a:gd name="adj" fmla="val 24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04900" y="5486400"/>
            <a:ext cx="762000" cy="762000"/>
          </a:xfrm>
          <a:prstGeom prst="ellipse">
            <a:avLst/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095500" y="5391150"/>
            <a:ext cx="14859000" cy="952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ctr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5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thêm:</a:t>
            </a:r>
            <a:r>
              <a:rPr lang="en-US" sz="2550" dirty="0" spc="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phối chỉ</a:t>
            </a:r>
            <a:r>
              <a:rPr lang="en-US" sz="25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550" dirty="0" spc="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phối.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914400" y="6496050"/>
            <a:ext cx="16459200" cy="952500"/>
          </a:xfrm>
          <a:prstGeom prst="roundRect">
            <a:avLst>
              <a:gd name="adj" fmla="val 24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04900" y="6591300"/>
            <a:ext cx="762000" cy="762000"/>
          </a:xfrm>
          <a:prstGeom prst="ellipse">
            <a:avLst/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095500" y="6496050"/>
            <a:ext cx="14859000" cy="952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ctr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Đổi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lại: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 phần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trung</a:t>
            </a: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tâm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lo.</a:t>
            </a:r>
            <a:endParaRPr lang="en-US" sz="2550" dirty="0"/>
          </a:p>
        </p:txBody>
      </p:sp>
      <p:sp>
        <p:nvSpPr>
          <p:cNvPr id="15" name="Shape 13"/>
          <p:cNvSpPr/>
          <p:nvPr/>
        </p:nvSpPr>
        <p:spPr>
          <a:xfrm>
            <a:off x="914400" y="7600950"/>
            <a:ext cx="16459200" cy="952500"/>
          </a:xfrm>
          <a:prstGeom prst="roundRect">
            <a:avLst>
              <a:gd name="adj" fmla="val 24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04900" y="7696200"/>
            <a:ext cx="762000" cy="762000"/>
          </a:xfrm>
          <a:prstGeom prst="ellipse">
            <a:avLst/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2095500" y="7600950"/>
            <a:ext cx="14859000" cy="952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ctr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3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Vài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5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song song</a:t>
            </a:r>
            <a:r>
              <a:rPr lang="en-US" sz="25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độc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lập: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phối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5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gọn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hơn.</a:t>
            </a:r>
            <a:endParaRPr lang="en-US" sz="2550" dirty="0"/>
          </a:p>
        </p:txBody>
      </p:sp>
      <p:sp>
        <p:nvSpPr>
          <p:cNvPr id="18" name="Connector line-1792383341779-541936774"/>
          <p:cNvSpPr/>
          <p:nvPr/>
        </p:nvSpPr>
        <p:spPr>
          <a:xfrm>
            <a:off x="990600" y="9486900"/>
            <a:ext cx="22669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5" name="Shape 23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06/08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f9fe8c6d-f07a-45b7-aee2-acc3d79240f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1800" b="1" spc="28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Bài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này sắp</a:t>
            </a:r>
            <a:r>
              <a:rPr lang="en-US" sz="6900" dirty="0" spc="-7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xếp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</a:t>
            </a:r>
            <a:r>
              <a:rPr lang="en-US" sz="6900" dirty="0" spc="-2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so</a:t>
            </a:r>
            <a:r>
              <a:rPr lang="en-US" sz="6900" dirty="0" spc="-8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với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5219700" cy="4476750"/>
          </a:xfrm>
          <a:prstGeom prst="roundRect">
            <a:avLst>
              <a:gd name="adj" fmla="val 6809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8250" y="3181350"/>
            <a:ext cx="1428750" cy="49530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238250" y="3905250"/>
            <a:ext cx="4572000" cy="1047750"/>
          </a:xfrm>
          <a:prstGeom prst="rect">
            <a:avLst/>
          </a:prstGeom>
          <a:noFill/>
          <a:ln/>
        </p:spPr>
        <p:txBody>
          <a:bodyPr wrap="square" lIns="0" tIns="15852" rIns="0" bIns="-15852" rtlCol="0" anchor="t"/>
          <a:lstStyle/>
          <a:p>
            <a:pPr algn="l" indent="0" marL="0">
              <a:lnSpc>
                <a:spcPts val="3278"/>
              </a:lnSpc>
              <a:buNone/>
            </a:pPr>
            <a:r>
              <a:rPr lang="en-US" sz="28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8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phối</a:t>
            </a:r>
            <a:r>
              <a:rPr lang="en-US" sz="28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 bài</a:t>
            </a:r>
            <a:r>
              <a:rPr lang="en-US" sz="28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2850" dirty="0"/>
          </a:p>
        </p:txBody>
      </p:sp>
      <p:sp>
        <p:nvSpPr>
          <p:cNvPr id="7" name="Text richtext-1792383362452-209217597"/>
          <p:cNvSpPr/>
          <p:nvPr/>
        </p:nvSpPr>
        <p:spPr>
          <a:xfrm>
            <a:off x="1238250" y="5143500"/>
            <a:ext cx="4572000" cy="2000250"/>
          </a:xfrm>
          <a:prstGeom prst="rect">
            <a:avLst/>
          </a:prstGeom>
          <a:noFill/>
          <a:ln/>
        </p:spPr>
        <p:txBody>
          <a:bodyPr wrap="square" lIns="0" tIns="15700" rIns="0" bIns="-15700" rtlCol="0" anchor="t"/>
          <a:lstStyle/>
          <a:p>
            <a:pPr algn="l" marL="285750" indent="-204151">
              <a:lnSpc>
                <a:spcPts val="2813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2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Điều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phối</a:t>
            </a:r>
            <a:r>
              <a:rPr lang="en-US" sz="2250" dirty="0" spc="-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phối</a:t>
            </a:r>
            <a:r>
              <a:rPr lang="en-US" sz="225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hợp.</a:t>
            </a:r>
            <a:endParaRPr lang="en-US" sz="2250" dirty="0"/>
          </a:p>
          <a:p>
            <a:pPr algn="l" marL="285750" indent="-204151">
              <a:lnSpc>
                <a:spcPts val="2813"/>
              </a:lnSpc>
              <a:buSzPct val="100000"/>
              <a:buFont typeface="Arial"/>
              <a:buChar char="•"/>
            </a:pPr>
            <a:r>
              <a:rPr lang="en-US" sz="2250" dirty="0" spc="-2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Lợi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ích</a:t>
            </a:r>
            <a:r>
              <a:rPr lang="en-US" sz="2250" dirty="0" spc="-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250" dirty="0" spc="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phối.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6534150" y="2857500"/>
            <a:ext cx="5219700" cy="4476750"/>
          </a:xfrm>
          <a:prstGeom prst="roundRect">
            <a:avLst>
              <a:gd name="adj" fmla="val 6809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0" y="3181350"/>
            <a:ext cx="1428750" cy="4953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Đổi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6858000" y="3905250"/>
            <a:ext cx="4572000" cy="1047750"/>
          </a:xfrm>
          <a:prstGeom prst="rect">
            <a:avLst/>
          </a:prstGeom>
          <a:noFill/>
          <a:ln/>
        </p:spPr>
        <p:txBody>
          <a:bodyPr wrap="square" lIns="0" tIns="15852" rIns="0" bIns="-15852" rtlCol="0" anchor="t"/>
          <a:lstStyle/>
          <a:p>
            <a:pPr algn="l" indent="0" marL="0">
              <a:lnSpc>
                <a:spcPts val="3278"/>
              </a:lnSpc>
              <a:buNone/>
            </a:pPr>
            <a:r>
              <a:rPr lang="en-US" sz="28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</a:t>
            </a:r>
            <a:r>
              <a:rPr lang="en-US" sz="2850" b="1" dirty="0" spc="-3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kể</a:t>
            </a:r>
            <a:r>
              <a:rPr lang="en-US" sz="2850" b="1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850" b="1" dirty="0" spc="2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8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endParaRPr lang="en-US" sz="2850" dirty="0"/>
          </a:p>
        </p:txBody>
      </p:sp>
      <p:sp>
        <p:nvSpPr>
          <p:cNvPr id="11" name="Text richtext-1792383362468-311739634"/>
          <p:cNvSpPr/>
          <p:nvPr/>
        </p:nvSpPr>
        <p:spPr>
          <a:xfrm>
            <a:off x="6858000" y="5143500"/>
            <a:ext cx="4572000" cy="2000250"/>
          </a:xfrm>
          <a:prstGeom prst="rect">
            <a:avLst/>
          </a:prstGeom>
          <a:noFill/>
          <a:ln/>
        </p:spPr>
        <p:txBody>
          <a:bodyPr wrap="square" lIns="0" tIns="15242" rIns="0" bIns="-15242" rtlCol="0" anchor="t"/>
          <a:lstStyle/>
          <a:p>
            <a:pPr algn="l" marL="276225" indent="-197891">
              <a:lnSpc>
                <a:spcPts val="2726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181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2181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</a:t>
            </a:r>
            <a:r>
              <a:rPr lang="en-US" sz="2181" dirty="0" spc="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đạo</a:t>
            </a:r>
            <a:r>
              <a:rPr lang="en-US" sz="2181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múa,</a:t>
            </a:r>
            <a:r>
              <a:rPr lang="en-US" sz="2181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nhạc</a:t>
            </a:r>
            <a:r>
              <a:rPr lang="en-US" sz="2181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trưởng.</a:t>
            </a:r>
            <a:endParaRPr lang="en-US" sz="2181" dirty="0"/>
          </a:p>
          <a:p>
            <a:pPr algn="l" marL="276225" indent="-197891">
              <a:lnSpc>
                <a:spcPts val="2726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181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Ở</a:t>
            </a:r>
            <a:r>
              <a:rPr lang="en-US" sz="2181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đây:</a:t>
            </a:r>
            <a:r>
              <a:rPr lang="en-US" sz="2181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181" dirty="0" spc="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r>
              <a:rPr lang="en-US" sz="2181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2181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181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181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cách.</a:t>
            </a:r>
            <a:endParaRPr lang="en-US" sz="2181" dirty="0"/>
          </a:p>
          <a:p>
            <a:pPr algn="l" marL="276225" indent="-197891">
              <a:lnSpc>
                <a:spcPts val="2726"/>
              </a:lnSpc>
              <a:buSzPct val="100000"/>
              <a:buFont typeface="Arial"/>
              <a:buChar char="•"/>
            </a:pPr>
            <a:r>
              <a:rPr lang="en-US" sz="2181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Thêm</a:t>
            </a:r>
            <a:r>
              <a:rPr lang="en-US" sz="2181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2181" dirty="0" spc="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đếm</a:t>
            </a:r>
            <a:r>
              <a:rPr lang="en-US" sz="2181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</a:t>
            </a:r>
            <a:r>
              <a:rPr lang="en-US" sz="2181" dirty="0" spc="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điệp.</a:t>
            </a:r>
            <a:endParaRPr lang="en-US" sz="2181" dirty="0"/>
          </a:p>
        </p:txBody>
      </p:sp>
      <p:sp>
        <p:nvSpPr>
          <p:cNvPr id="12" name="Shape 10"/>
          <p:cNvSpPr/>
          <p:nvPr/>
        </p:nvSpPr>
        <p:spPr>
          <a:xfrm>
            <a:off x="12153900" y="2857500"/>
            <a:ext cx="5219700" cy="4476750"/>
          </a:xfrm>
          <a:prstGeom prst="roundRect">
            <a:avLst>
              <a:gd name="adj" fmla="val 6809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477750" y="3181350"/>
            <a:ext cx="1428750" cy="4953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Sửa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2477750" y="3905250"/>
            <a:ext cx="4572000" cy="1047750"/>
          </a:xfrm>
          <a:prstGeom prst="rect">
            <a:avLst/>
          </a:prstGeom>
          <a:noFill/>
          <a:ln/>
        </p:spPr>
        <p:txBody>
          <a:bodyPr wrap="square" lIns="0" tIns="15852" rIns="0" bIns="-15852" rtlCol="0" anchor="t"/>
          <a:lstStyle/>
          <a:p>
            <a:pPr algn="l" indent="0" marL="0">
              <a:lnSpc>
                <a:spcPts val="3278"/>
              </a:lnSpc>
              <a:buNone/>
            </a:pPr>
            <a:r>
              <a:rPr lang="en-US" sz="28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28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 bài</a:t>
            </a:r>
            <a:r>
              <a:rPr lang="en-US" sz="28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2850" dirty="0"/>
          </a:p>
        </p:txBody>
      </p:sp>
      <p:sp>
        <p:nvSpPr>
          <p:cNvPr id="15" name="Text richtext-1792383362491-666097112"/>
          <p:cNvSpPr/>
          <p:nvPr/>
        </p:nvSpPr>
        <p:spPr>
          <a:xfrm>
            <a:off x="12477750" y="5143500"/>
            <a:ext cx="4572000" cy="2000250"/>
          </a:xfrm>
          <a:prstGeom prst="rect">
            <a:avLst/>
          </a:prstGeom>
          <a:noFill/>
          <a:ln/>
        </p:spPr>
        <p:txBody>
          <a:bodyPr wrap="square" lIns="0" tIns="15700" rIns="0" bIns="-15700" rtlCol="0" anchor="t"/>
          <a:lstStyle/>
          <a:p>
            <a:pPr algn="l" marL="285750" indent="-204151">
              <a:lnSpc>
                <a:spcPts val="2813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2250" dirty="0" spc="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 dịch</a:t>
            </a:r>
            <a:r>
              <a:rPr lang="en-US" sz="225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vụ.</a:t>
            </a:r>
            <a:endParaRPr lang="en-US" sz="2250" dirty="0"/>
          </a:p>
          <a:p>
            <a:pPr algn="l" marL="285750" indent="-204151">
              <a:lnSpc>
                <a:spcPts val="2813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2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Ở</a:t>
            </a:r>
            <a:r>
              <a:rPr lang="en-US" sz="225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đây: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 dịch</a:t>
            </a:r>
            <a:r>
              <a:rPr lang="en-US" sz="225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250" dirty="0" spc="-3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kề</a:t>
            </a:r>
            <a:r>
              <a:rPr lang="en-US" sz="2250" dirty="0" spc="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mới.</a:t>
            </a:r>
            <a:endParaRPr lang="en-US" sz="2250" dirty="0"/>
          </a:p>
          <a:p>
            <a:pPr algn="l" marL="285750" indent="-204151">
              <a:lnSpc>
                <a:spcPts val="2813"/>
              </a:lnSpc>
              <a:buSzPct val="100000"/>
              <a:buFont typeface="Arial"/>
              <a:buChar char="•"/>
            </a:pPr>
            <a:r>
              <a:rPr lang="en-US" sz="225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2250" dirty="0" spc="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phối</a:t>
            </a:r>
            <a:r>
              <a:rPr lang="en-US" sz="225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hỏng.</a:t>
            </a:r>
            <a:endParaRPr lang="en-US" sz="2250" dirty="0"/>
          </a:p>
        </p:txBody>
      </p:sp>
      <p:sp>
        <p:nvSpPr>
          <p:cNvPr id="16" name="Connector line-1792383362505-300937878"/>
          <p:cNvSpPr/>
          <p:nvPr/>
        </p:nvSpPr>
        <p:spPr>
          <a:xfrm>
            <a:off x="990600" y="9486900"/>
            <a:ext cx="2266950" cy="0"/>
          </a:xfrm>
          <a:prstGeom prst="line">
            <a:avLst/>
          </a:prstGeom>
          <a:noFill/>
          <a:ln w="19050">
            <a:solidFill>
              <a:srgbClr val="2C3040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4" name="Shape 22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07/08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989a5ce1-18af-472e-b525-341685c5c4f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800" b="1" spc="28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Bốn từ cần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667000"/>
            <a:ext cx="16459200" cy="914400"/>
          </a:xfrm>
          <a:prstGeom prst="roundRect">
            <a:avLst>
              <a:gd name="adj" fmla="val 22917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104900" y="2838450"/>
            <a:ext cx="3048000" cy="5715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Điều</a:t>
            </a:r>
            <a:r>
              <a:rPr lang="en-US" sz="21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phối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4476750" y="2667000"/>
            <a:ext cx="12573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250" dirty="0" spc="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phối</a:t>
            </a:r>
            <a:r>
              <a:rPr lang="en-US" sz="22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</a:t>
            </a:r>
            <a:r>
              <a:rPr lang="en-US" sz="22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trình,</a:t>
            </a:r>
            <a:r>
              <a:rPr lang="en-US" sz="2250" dirty="0" spc="-3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</a:t>
            </a:r>
            <a:r>
              <a:rPr lang="en-US" sz="2250" dirty="0" spc="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2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914400" y="3733800"/>
            <a:ext cx="16459200" cy="914400"/>
          </a:xfrm>
          <a:prstGeom prst="roundRect">
            <a:avLst>
              <a:gd name="adj" fmla="val 22917"/>
            </a:avLst>
          </a:prstGeom>
          <a:solidFill>
            <a:srgbClr val="1E212B"/>
          </a:solidFill>
          <a:ln/>
        </p:spPr>
      </p:sp>
      <p:sp>
        <p:nvSpPr>
          <p:cNvPr id="8" name="Text 6"/>
          <p:cNvSpPr/>
          <p:nvPr/>
        </p:nvSpPr>
        <p:spPr>
          <a:xfrm>
            <a:off x="1104900" y="3905250"/>
            <a:ext cx="3048000" cy="5715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7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Tự</a:t>
            </a:r>
            <a:r>
              <a:rPr lang="en-US" sz="21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phối</a:t>
            </a:r>
            <a:r>
              <a:rPr lang="en-US" sz="21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4476750" y="3733800"/>
            <a:ext cx="12573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nghe</a:t>
            </a:r>
            <a:r>
              <a:rPr lang="en-US" sz="22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r>
              <a:rPr lang="en-US" sz="2250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mình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914400" y="4800600"/>
            <a:ext cx="16459200" cy="914400"/>
          </a:xfrm>
          <a:prstGeom prst="roundRect">
            <a:avLst>
              <a:gd name="adj" fmla="val 22917"/>
            </a:avLst>
          </a:prstGeom>
          <a:solidFill>
            <a:srgbClr val="1E212B"/>
          </a:solidFill>
          <a:ln/>
        </p:spPr>
      </p:sp>
      <p:sp>
        <p:nvSpPr>
          <p:cNvPr id="11" name="Text 9"/>
          <p:cNvSpPr/>
          <p:nvPr/>
        </p:nvSpPr>
        <p:spPr>
          <a:xfrm>
            <a:off x="1104900" y="4972050"/>
            <a:ext cx="3048000" cy="57150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Sự</a:t>
            </a:r>
            <a:r>
              <a:rPr lang="en-US" sz="21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4476750" y="4800600"/>
            <a:ext cx="12573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Tin</a:t>
            </a:r>
            <a:r>
              <a:rPr lang="en-US" sz="22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2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đăng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lên</a:t>
            </a:r>
            <a:r>
              <a:rPr lang="en-US" sz="225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kênh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2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xong</a:t>
            </a:r>
            <a:r>
              <a:rPr lang="en-US" sz="22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914400" y="5867400"/>
            <a:ext cx="16459200" cy="914400"/>
          </a:xfrm>
          <a:prstGeom prst="roundRect">
            <a:avLst>
              <a:gd name="adj" fmla="val 22917"/>
            </a:avLst>
          </a:prstGeom>
          <a:solidFill>
            <a:srgbClr val="1E212B"/>
          </a:solidFill>
          <a:ln/>
        </p:spPr>
      </p:sp>
      <p:sp>
        <p:nvSpPr>
          <p:cNvPr id="14" name="Text 12"/>
          <p:cNvSpPr/>
          <p:nvPr/>
        </p:nvSpPr>
        <p:spPr>
          <a:xfrm>
            <a:off x="1104900" y="6038850"/>
            <a:ext cx="3048000" cy="57150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Hoàn tác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4476750" y="5867400"/>
            <a:ext cx="12573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3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Làm</a:t>
            </a:r>
            <a:r>
              <a:rPr lang="en-US" sz="22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ngược</a:t>
            </a:r>
            <a:r>
              <a:rPr lang="en-US" sz="22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2250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2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xong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2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22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2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thất</a:t>
            </a:r>
            <a:r>
              <a:rPr lang="en-US" sz="22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bại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914400" y="7429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14400" y="7829550"/>
            <a:ext cx="16459200" cy="952500"/>
          </a:xfrm>
          <a:prstGeom prst="rect">
            <a:avLst/>
          </a:prstGeom>
          <a:noFill/>
          <a:ln/>
        </p:spPr>
        <p:txBody>
          <a:bodyPr wrap="square" lIns="0" tIns="7414" rIns="0" bIns="-7414" rtlCol="0" anchor="t"/>
          <a:lstStyle/>
          <a:p>
            <a:pPr algn="l" indent="0" marL="0">
              <a:lnSpc>
                <a:spcPts val="2633"/>
              </a:lnSpc>
              <a:buNone/>
            </a:pPr>
            <a:r>
              <a:rPr lang="en-US" sz="19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</a:t>
            </a:r>
            <a:r>
              <a:rPr lang="en-US" sz="19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(bản</a:t>
            </a:r>
            <a:r>
              <a:rPr lang="en-US" sz="19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1950" dirty="0" spc="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định)</a:t>
            </a:r>
            <a:r>
              <a:rPr lang="en-US" sz="19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Microsoft:</a:t>
            </a:r>
            <a:r>
              <a:rPr lang="en-US" sz="19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mẫu</a:t>
            </a:r>
            <a:r>
              <a:rPr lang="en-US" sz="195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Choreography,</a:t>
            </a:r>
            <a:r>
              <a:rPr lang="en-US" sz="19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mẫu</a:t>
            </a:r>
            <a:r>
              <a:rPr lang="en-US" sz="195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Saga</a:t>
            </a:r>
            <a:r>
              <a:rPr lang="en-US" sz="19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Netflix</a:t>
            </a:r>
            <a:r>
              <a:rPr lang="en-US" sz="19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Conductor</a:t>
            </a:r>
            <a:r>
              <a:rPr lang="en-US" sz="19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dirty="0" spc="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1950" dirty="0" spc="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95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9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2026-10-19</a:t>
            </a:r>
            <a:endParaRPr lang="en-US" sz="1950" dirty="0"/>
          </a:p>
        </p:txBody>
      </p:sp>
      <p:sp>
        <p:nvSpPr>
          <p:cNvPr id="18" name="Connector line-1792383395082-426563599"/>
          <p:cNvSpPr/>
          <p:nvPr/>
        </p:nvSpPr>
        <p:spPr>
          <a:xfrm>
            <a:off x="990600" y="9486900"/>
            <a:ext cx="2266950" cy="0"/>
          </a:xfrm>
          <a:prstGeom prst="line">
            <a:avLst/>
          </a:prstGeom>
          <a:noFill/>
          <a:ln w="19050">
            <a:solidFill>
              <a:srgbClr val="2C3040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7" name="Text 25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08/08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7afe7c0b-cfd0-4458-b192-72b44728b4d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2026-10-19T04:16:52Z</dcterms:created>
  <dcterms:modified xsi:type="dcterms:W3CDTF">2026-10-19T04:16:52Z</dcterms:modified>
</cp:coreProperties>
</file>