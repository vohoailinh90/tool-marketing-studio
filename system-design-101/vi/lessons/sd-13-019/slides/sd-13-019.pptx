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81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nhóm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 chạy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 vài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Nhỏ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285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thể,</a:t>
            </a:r>
            <a:r>
              <a:rPr lang="en-US" sz="285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cố,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2026-10-19T17:23:13Z</dcterms:created>
  <dcterms:modified xsi:type="dcterms:W3CDTF">2026-10-19T17:23:13Z</dcterms:modified>
</cp:coreProperties>
</file>