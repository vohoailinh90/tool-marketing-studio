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Slack</a:t>
            </a:r>
            <a:r>
              <a:rPr lang="en-US" sz="7500" dirty="0" spc="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giữ,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đẩy?</a:t>
            </a:r>
            <a:endParaRPr lang="en-US" sz="3000" dirty="0"/>
          </a:p>
        </p:txBody>
      </p:sp>
      <p:sp>
        <p:nvSpPr>
          <p:cNvPr id="5" name="Connector line-1792381665099-554469090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5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Vào:</a:t>
            </a:r>
            <a:r>
              <a:rPr lang="en-US" sz="315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WebApp,</a:t>
            </a:r>
            <a:r>
              <a:rPr lang="en-US" sz="315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AS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1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Giữ: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15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Ra:</a:t>
            </a:r>
            <a:r>
              <a:rPr lang="en-US" sz="31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GS,</a:t>
            </a:r>
            <a:r>
              <a:rPr lang="en-US" sz="3150" dirty="0" spc="-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Envoy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WebSocket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f7d8c6b-ac9a-42a6-a7d9-5a77ffd9a6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loại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48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48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4800" dirty="0" spc="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Slack.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ef9aa5d-713f-41b2-9334-53cbe38a52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4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WEBAPP</a:t>
            </a:r>
            <a:r>
              <a:rPr lang="en-US" sz="1950" b="1" spc="2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</a:t>
            </a:r>
            <a:r>
              <a:rPr lang="en-US" sz="195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600" dirty="0" spc="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6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6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spc="2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2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300" dirty="0" spc="-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3300" dirty="0"/>
          </a:p>
        </p:txBody>
      </p:sp>
      <p:sp>
        <p:nvSpPr>
          <p:cNvPr id="7" name="Connector line-1792381667123-206062591"/>
          <p:cNvSpPr/>
          <p:nvPr/>
        </p:nvSpPr>
        <p:spPr>
          <a:xfrm>
            <a:off x="460057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91125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4025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4025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300" dirty="0" spc="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3300" dirty="0"/>
          </a:p>
        </p:txBody>
      </p:sp>
      <p:sp>
        <p:nvSpPr>
          <p:cNvPr id="11" name="Connector line-1792381667127-81153907"/>
          <p:cNvSpPr/>
          <p:nvPr/>
        </p:nvSpPr>
        <p:spPr>
          <a:xfrm>
            <a:off x="8877300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67850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9810750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ADMIN</a:t>
            </a:r>
            <a:r>
              <a:rPr lang="en-US" sz="1800" b="1" spc="21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10750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</a:t>
            </a:r>
            <a:endParaRPr lang="en-US" sz="3300" dirty="0"/>
          </a:p>
        </p:txBody>
      </p:sp>
      <p:sp>
        <p:nvSpPr>
          <p:cNvPr id="15" name="Connector line-1792381667131-245165322"/>
          <p:cNvSpPr/>
          <p:nvPr/>
        </p:nvSpPr>
        <p:spPr>
          <a:xfrm>
            <a:off x="1315402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44575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7475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CHANNEL</a:t>
            </a:r>
            <a:r>
              <a:rPr lang="en-US" sz="1800" b="1" spc="21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87475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33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3300" dirty="0" spc="-1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bd376f7-ab06-4026-a0d5-eb14e9c859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CHANNEL</a:t>
            </a:r>
            <a:r>
              <a:rPr lang="en-US" sz="195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950" b="1" spc="18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b="1" spc="21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34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896600" y="29527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35433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0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endParaRPr lang="en-US" sz="3000" dirty="0"/>
          </a:p>
        </p:txBody>
      </p:sp>
      <p:sp>
        <p:nvSpPr>
          <p:cNvPr id="10" name="Connector line-1792381668016-168055754"/>
          <p:cNvSpPr/>
          <p:nvPr/>
        </p:nvSpPr>
        <p:spPr>
          <a:xfrm flipV="1">
            <a:off x="5867400" y="3619500"/>
            <a:ext cx="5029200" cy="14287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896600" y="45720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77600" y="4781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77600" y="516255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000" dirty="0"/>
          </a:p>
        </p:txBody>
      </p:sp>
      <p:sp>
        <p:nvSpPr>
          <p:cNvPr id="14" name="Connector line-1792381668020-597590773"/>
          <p:cNvSpPr/>
          <p:nvPr/>
        </p:nvSpPr>
        <p:spPr>
          <a:xfrm>
            <a:off x="5867400" y="5238750"/>
            <a:ext cx="502920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896600" y="61912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64008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180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7600" y="67818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 còn</a:t>
            </a: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000" dirty="0"/>
          </a:p>
        </p:txBody>
      </p:sp>
      <p:sp>
        <p:nvSpPr>
          <p:cNvPr id="18" name="Connector line-1792381668024-233089290"/>
          <p:cNvSpPr/>
          <p:nvPr/>
        </p:nvSpPr>
        <p:spPr>
          <a:xfrm>
            <a:off x="5867400" y="5429250"/>
            <a:ext cx="5029200" cy="14287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58b191d-4d1a-4457-917c-396683ea5a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3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195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ENVOY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CHANNEL</a:t>
            </a:r>
            <a:r>
              <a:rPr lang="en-US" sz="195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195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vùng,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ENVOY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Proxy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2057400" y="6743700"/>
            <a:ext cx="14173200" cy="1143000"/>
          </a:xfrm>
          <a:prstGeom prst="roundRect">
            <a:avLst>
              <a:gd name="adj" fmla="val 16667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2438400" y="71628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819900" y="7067550"/>
            <a:ext cx="9029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8317c76-02df-4566-be2c-277978889a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WEBSOCKET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6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tin, không chờ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9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9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bất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 lúc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1950" b="1" spc="13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 tin</a:t>
            </a:r>
            <a:r>
              <a:rPr lang="en-US" sz="3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WebSocket,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 tin hai chiều.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7a42713-d232-4d7d-bf2f-38544b411e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7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7e250a0-9717-4dc7-bcff-15b353576a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lục</a:t>
            </a:r>
            <a:endParaRPr lang="en-US" sz="6900" dirty="0"/>
          </a:p>
        </p:txBody>
      </p:sp>
      <p:sp>
        <p:nvSpPr>
          <p:cNvPr id="4" name="Connector line-1792381716035-343666972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WebApp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50673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0292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50292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2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250" dirty="0" spc="-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821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1440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6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3296900" y="38100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0" y="3143250"/>
            <a:ext cx="37338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258800" y="4572000"/>
            <a:ext cx="37338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GS,</a:t>
            </a:r>
            <a:r>
              <a:rPr lang="en-US" sz="345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Envoy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3258800" y="5905500"/>
            <a:ext cx="36385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GS</a:t>
            </a:r>
            <a:r>
              <a:rPr lang="en-US" sz="2250" dirty="0" spc="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8daa444-04dc-4104-9ca0-47664be5c5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 quán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</a:t>
            </a:r>
            <a:r>
              <a:rPr lang="en-US" sz="345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mọi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dời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715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2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3b33ca1-7169-4a50-9336-2cb63abe3c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8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Admin Server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biết</a:t>
                      </a:r>
                      <a:r>
                        <a:rPr lang="en-US" sz="225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kênh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nằm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kênh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Channel</a:t>
                      </a: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giữ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lịch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25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kênh</a:t>
                      </a:r>
                      <a:r>
                        <a:rPr lang="en-US" sz="2250" dirty="0" spc="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Gateway</a:t>
                      </a: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giữ</a:t>
                      </a:r>
                      <a:r>
                        <a:rPr lang="en-US" sz="2250" dirty="0" spc="-3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kết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250" dirty="0" spc="-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dirty="0" spc="2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-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IDentifier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250" dirty="0" spc="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20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803910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57250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Slack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61bfe8f-8002-4185-b5f1-560eea402d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2026-10-19T05:10:28Z</dcterms:created>
  <dcterms:modified xsi:type="dcterms:W3CDTF">2026-10-19T05:10:28Z</dcterms:modified>
</cp:coreProperties>
</file>