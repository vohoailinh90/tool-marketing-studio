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 SemiBold"/>
      <p:regular r:id="rId17"/>
    </p:embeddedFont>
    <p:embeddedFont>
      <p:font typeface="Bricolage Grotesque ExtraBold"/>
      <p:regular r:id="rId18"/>
    </p:embeddedFont>
    <p:embeddedFont>
      <p:font typeface="Be Vietnam Pro Medium"/>
      <p:regular r:id="rId19"/>
    </p:embeddedFont>
    <p:embeddedFont>
      <p:font typeface="Be Vietnam Pro"/>
      <p:regular r:id="rId20"/>
      <p:bold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SYSTEM</a:t>
            </a: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DESIGN</a:t>
            </a:r>
            <a:r>
              <a:rPr lang="en-US" sz="1950" spc="22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101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1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1950" spc="225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06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2000250"/>
            <a:ext cx="9525000" cy="249555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81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là</a:t>
            </a:r>
            <a:r>
              <a:rPr lang="en-US" sz="81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953000"/>
            <a:ext cx="8953500" cy="1238250"/>
          </a:xfrm>
          <a:prstGeom prst="rect">
            <a:avLst/>
          </a:prstGeom>
          <a:noFill/>
          <a:ln/>
        </p:spPr>
        <p:txBody>
          <a:bodyPr wrap="square" lIns="0" tIns="11986" rIns="0" bIns="-11986" rtlCol="0" anchor="t"/>
          <a:lstStyle/>
          <a:p>
            <a:pPr algn="l" indent="0" marL="0">
              <a:lnSpc>
                <a:spcPts val="4253"/>
              </a:lnSpc>
              <a:buNone/>
            </a:pPr>
            <a:r>
              <a:rPr lang="en-US" sz="3150" dirty="0" spc="0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Khác</a:t>
            </a:r>
            <a:r>
              <a:rPr lang="en-US" sz="3150" dirty="0" spc="-7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biệt</a:t>
            </a:r>
            <a:r>
              <a:rPr lang="en-US" sz="3150" dirty="0" spc="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nằm</a:t>
            </a:r>
            <a:r>
              <a:rPr lang="en-US" sz="3150" dirty="0" spc="-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3150" dirty="0" spc="-16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vòng</a:t>
            </a:r>
            <a:r>
              <a:rPr lang="en-US" sz="3150" dirty="0" spc="-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lặp</a:t>
            </a:r>
            <a:r>
              <a:rPr lang="en-US" sz="3150" dirty="0" spc="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hành</a:t>
            </a:r>
            <a:r>
              <a:rPr lang="en-US" sz="3150" dirty="0" spc="6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động.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14400" y="6667500"/>
            <a:ext cx="1143000" cy="762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6" name="Shape 4"/>
          <p:cNvSpPr/>
          <p:nvPr/>
        </p:nvSpPr>
        <p:spPr>
          <a:xfrm>
            <a:off x="10858500" y="1428750"/>
            <a:ext cx="6515100" cy="1562100"/>
          </a:xfrm>
          <a:prstGeom prst="roundRect">
            <a:avLst>
              <a:gd name="adj" fmla="val 12195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10858500" y="1428750"/>
            <a:ext cx="114300" cy="15621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8" name="Text 6"/>
          <p:cNvSpPr/>
          <p:nvPr/>
        </p:nvSpPr>
        <p:spPr>
          <a:xfrm>
            <a:off x="11277600" y="1600200"/>
            <a:ext cx="5905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r>
              <a:rPr lang="en-US" sz="3300" dirty="0" spc="-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33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r>
              <a:rPr lang="en-US" sz="3300" dirty="0" spc="-4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1277600" y="2171700"/>
            <a:ext cx="5905500" cy="7239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LLM</a:t>
            </a: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gì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0858500" y="3181350"/>
            <a:ext cx="6515100" cy="1562100"/>
          </a:xfrm>
          <a:prstGeom prst="roundRect">
            <a:avLst>
              <a:gd name="adj" fmla="val 12195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10858500" y="3181350"/>
            <a:ext cx="114300" cy="15621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2" name="Text 10"/>
          <p:cNvSpPr/>
          <p:nvPr/>
        </p:nvSpPr>
        <p:spPr>
          <a:xfrm>
            <a:off x="11277600" y="3352800"/>
            <a:ext cx="5905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r>
              <a:rPr lang="en-US" sz="33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330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33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33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1277600" y="3924300"/>
            <a:ext cx="5905500" cy="7239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lịch,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kiếm,</a:t>
            </a:r>
            <a:r>
              <a:rPr lang="en-US" sz="22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0858500" y="4933950"/>
            <a:ext cx="6515100" cy="1562100"/>
          </a:xfrm>
          <a:prstGeom prst="roundRect">
            <a:avLst>
              <a:gd name="adj" fmla="val 12195"/>
            </a:avLst>
          </a:prstGeom>
          <a:solidFill>
            <a:srgbClr val="1E21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858500" y="4933950"/>
            <a:ext cx="114300" cy="15621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6" name="Text 14"/>
          <p:cNvSpPr/>
          <p:nvPr/>
        </p:nvSpPr>
        <p:spPr>
          <a:xfrm>
            <a:off x="11277600" y="5105400"/>
            <a:ext cx="5905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r>
              <a:rPr lang="en-US" sz="3300" dirty="0" spc="-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3300" dirty="0" spc="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Quan</a:t>
            </a:r>
            <a:r>
              <a:rPr lang="en-US" sz="33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sát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1277600" y="5676900"/>
            <a:ext cx="5905500" cy="7239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4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thật,</a:t>
            </a:r>
            <a:r>
              <a:rPr lang="en-US" sz="22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0858500" y="6686550"/>
            <a:ext cx="6515100" cy="1562100"/>
          </a:xfrm>
          <a:prstGeom prst="roundRect">
            <a:avLst>
              <a:gd name="adj" fmla="val 12195"/>
            </a:avLst>
          </a:prstGeom>
          <a:solidFill>
            <a:srgbClr val="1E21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858500" y="6686550"/>
            <a:ext cx="114300" cy="15621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0" name="Text 18"/>
          <p:cNvSpPr/>
          <p:nvPr/>
        </p:nvSpPr>
        <p:spPr>
          <a:xfrm>
            <a:off x="11277600" y="6858000"/>
            <a:ext cx="5905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7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Dừng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11277600" y="7429500"/>
            <a:ext cx="5905500" cy="7239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Xong,</a:t>
            </a: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lượt,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e084efe7-5cfe-49a7-8acf-8f44ca195c7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TÌNH</a:t>
            </a:r>
            <a:r>
              <a:rPr lang="en-US" sz="1950" spc="226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HUỐNG</a:t>
            </a:r>
            <a:r>
              <a:rPr lang="en-US" sz="1950" spc="173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6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1950" spc="224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Câu</a:t>
            </a:r>
            <a:r>
              <a:rPr lang="en-US" sz="78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 lời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78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agent?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4476750"/>
          </a:xfrm>
          <a:prstGeom prst="roundRect">
            <a:avLst>
              <a:gd name="adj" fmla="val 5106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71800"/>
            <a:ext cx="666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60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0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295400" y="4476750"/>
            <a:ext cx="7239000" cy="7239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6B6A6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 động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372600" y="2762250"/>
            <a:ext cx="8001000" cy="4476750"/>
          </a:xfrm>
          <a:prstGeom prst="roundRect">
            <a:avLst>
              <a:gd name="adj" fmla="val 5106"/>
            </a:avLst>
          </a:prstGeom>
          <a:solidFill>
            <a:srgbClr val="DDE3FA"/>
          </a:solidFill>
          <a:ln/>
        </p:spPr>
      </p:sp>
      <p:sp>
        <p:nvSpPr>
          <p:cNvPr id="8" name="Text 6"/>
          <p:cNvSpPr/>
          <p:nvPr/>
        </p:nvSpPr>
        <p:spPr>
          <a:xfrm>
            <a:off x="9753600" y="2971800"/>
            <a:ext cx="666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1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000" dirty="0" spc="-2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9753600" y="4476750"/>
            <a:ext cx="7239000" cy="7239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5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bước,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753600" y="5429250"/>
            <a:ext cx="7239000" cy="7239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2550" b="1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thật, chọn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" y="7620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4161C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772400"/>
            <a:ext cx="15697200" cy="933450"/>
          </a:xfrm>
          <a:prstGeom prst="rect">
            <a:avLst/>
          </a:prstGeom>
          <a:noFill/>
          <a:ln/>
        </p:spPr>
        <p:txBody>
          <a:bodyPr wrap="square" lIns="0" tIns="7334" rIns="0" bIns="-7334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3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Ví</a:t>
            </a: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 tiêu:</a:t>
            </a:r>
            <a:r>
              <a:rPr lang="en-US" sz="33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đặt</a:t>
            </a: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lịch</a:t>
            </a: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họp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33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3300" dirty="0" spc="-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người.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6" name="Shape 14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7" name="Shape 15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8" name="Shape 16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9" name="Shape 17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0" name="Shape 18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Shape 19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Shape 20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Text 21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06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0c478c16-e231-4249-9db7-633ae66c3a4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MỤC</a:t>
            </a:r>
            <a:r>
              <a:rPr lang="en-US" sz="1950" spc="225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r>
              <a:rPr lang="en-US" sz="1950" spc="172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18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VÒNG</a:t>
            </a:r>
            <a:r>
              <a:rPr lang="en-US" sz="1950" spc="226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LẶP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800" dirty="0" spc="-8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bước,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lặp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667000"/>
            <a:ext cx="16459200" cy="800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tiêu: đặt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họp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ba</a:t>
            </a:r>
            <a:r>
              <a:rPr lang="en-US" sz="285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3905250"/>
            <a:ext cx="4953000" cy="2190750"/>
          </a:xfrm>
          <a:prstGeom prst="roundRect">
            <a:avLst>
              <a:gd name="adj" fmla="val 8696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905250"/>
            <a:ext cx="114300" cy="21907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4191000"/>
            <a:ext cx="438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r>
              <a:rPr lang="en-US" sz="345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3450" dirty="0" spc="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r>
              <a:rPr lang="en-US" sz="3450" dirty="0" spc="-4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1333500" y="4914900"/>
            <a:ext cx="43815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LLM</a:t>
            </a:r>
            <a:r>
              <a:rPr lang="en-US" sz="240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24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tiêu,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nhớ,</a:t>
            </a:r>
            <a:r>
              <a:rPr lang="en-US" sz="240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4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667500" y="3905250"/>
            <a:ext cx="4953000" cy="2190750"/>
          </a:xfrm>
          <a:prstGeom prst="roundRect">
            <a:avLst>
              <a:gd name="adj" fmla="val 8696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6667500" y="3905250"/>
            <a:ext cx="114300" cy="21907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1" name="Text 9"/>
          <p:cNvSpPr/>
          <p:nvPr/>
        </p:nvSpPr>
        <p:spPr>
          <a:xfrm>
            <a:off x="7086600" y="4191000"/>
            <a:ext cx="438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r>
              <a:rPr lang="en-US" sz="345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 Gọi công</a:t>
            </a:r>
            <a:r>
              <a:rPr lang="en-US" sz="345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</a:t>
            </a:r>
            <a:endParaRPr lang="en-US" sz="3450" dirty="0"/>
          </a:p>
        </p:txBody>
      </p:sp>
      <p:sp>
        <p:nvSpPr>
          <p:cNvPr id="12" name="Text 10"/>
          <p:cNvSpPr/>
          <p:nvPr/>
        </p:nvSpPr>
        <p:spPr>
          <a:xfrm>
            <a:off x="7086600" y="4914900"/>
            <a:ext cx="43815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lịch,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kiếm,</a:t>
            </a: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420600" y="3905250"/>
            <a:ext cx="4953000" cy="2190750"/>
          </a:xfrm>
          <a:prstGeom prst="roundRect">
            <a:avLst>
              <a:gd name="adj" fmla="val 8696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420600" y="3905250"/>
            <a:ext cx="114300" cy="21907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12839700" y="4191000"/>
            <a:ext cx="438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r>
              <a:rPr lang="en-US" sz="345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345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Quan</a:t>
            </a:r>
            <a:r>
              <a:rPr lang="en-US" sz="3450" dirty="0" spc="-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sát</a:t>
            </a:r>
            <a:endParaRPr lang="en-US" sz="3450" dirty="0"/>
          </a:p>
        </p:txBody>
      </p:sp>
      <p:sp>
        <p:nvSpPr>
          <p:cNvPr id="16" name="Text 14"/>
          <p:cNvSpPr/>
          <p:nvPr/>
        </p:nvSpPr>
        <p:spPr>
          <a:xfrm>
            <a:off x="12839700" y="4914900"/>
            <a:ext cx="43815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4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môi</a:t>
            </a:r>
            <a:r>
              <a:rPr lang="en-US" sz="24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endParaRPr lang="en-US" sz="2400" dirty="0"/>
          </a:p>
        </p:txBody>
      </p:sp>
      <p:sp>
        <p:nvSpPr>
          <p:cNvPr id="17" name="Connector line-1792288881861-769890755"/>
          <p:cNvSpPr/>
          <p:nvPr/>
        </p:nvSpPr>
        <p:spPr>
          <a:xfrm>
            <a:off x="5962650" y="5000625"/>
            <a:ext cx="609600" cy="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18" name="Connector line-1792288881863-758023627"/>
          <p:cNvSpPr/>
          <p:nvPr/>
        </p:nvSpPr>
        <p:spPr>
          <a:xfrm>
            <a:off x="11715750" y="5000625"/>
            <a:ext cx="609600" cy="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19" name="Connector line-1792288881863-576550314"/>
          <p:cNvSpPr/>
          <p:nvPr/>
        </p:nvSpPr>
        <p:spPr>
          <a:xfrm>
            <a:off x="14897100" y="6191250"/>
            <a:ext cx="0" cy="57150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20" name="Connector line-1792288881863-787172984"/>
          <p:cNvSpPr/>
          <p:nvPr/>
        </p:nvSpPr>
        <p:spPr>
          <a:xfrm flipH="1">
            <a:off x="3390900" y="6762750"/>
            <a:ext cx="11506200" cy="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21" name="Connector line-1792288881863-183247143"/>
          <p:cNvSpPr/>
          <p:nvPr/>
        </p:nvSpPr>
        <p:spPr>
          <a:xfrm flipV="1">
            <a:off x="3390900" y="6210300"/>
            <a:ext cx="0" cy="55245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8191500" y="6496050"/>
            <a:ext cx="1905000" cy="533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Lặp</a:t>
            </a:r>
            <a:r>
              <a:rPr lang="en-US" sz="225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914400" y="73914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95400" y="7543800"/>
            <a:ext cx="15697200" cy="933450"/>
          </a:xfrm>
          <a:prstGeom prst="rect">
            <a:avLst/>
          </a:prstGeom>
          <a:noFill/>
          <a:ln/>
        </p:spPr>
        <p:txBody>
          <a:bodyPr wrap="square" lIns="0" tIns="6985" rIns="0" bIns="-6985" rtlCol="0" anchor="ctr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9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Dừng</a:t>
            </a:r>
            <a:r>
              <a:rPr lang="en-US" sz="315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3150" dirty="0" spc="-3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xong</a:t>
            </a:r>
            <a:r>
              <a:rPr lang="en-US" sz="315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 tiêu,</a:t>
            </a:r>
            <a:r>
              <a:rPr lang="en-US" sz="315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hết</a:t>
            </a:r>
            <a:r>
              <a:rPr lang="en-US" sz="3150" dirty="0" spc="-2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lượt,</a:t>
            </a:r>
            <a:r>
              <a:rPr lang="en-US" sz="3150" dirty="0" spc="-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hoặc</a:t>
            </a:r>
            <a:r>
              <a:rPr lang="en-US" sz="315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chờ</a:t>
            </a:r>
            <a:r>
              <a:rPr lang="en-US" sz="315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duyệt</a:t>
            </a:r>
            <a:endParaRPr lang="en-US" sz="3150" dirty="0"/>
          </a:p>
        </p:txBody>
      </p:sp>
      <p:sp>
        <p:nvSpPr>
          <p:cNvPr id="25" name="Shape 23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6" name="Shape 24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7" name="Shape 25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9" name="Shape 27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0" name="Shape 28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1" name="Shape 29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2" name="Shape 30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3" name="Shape 31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4" name="Shape 32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5" name="Text 33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06</a:t>
            </a:r>
            <a:r>
              <a:rPr lang="en-US" sz="1800" dirty="0" spc="0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3977f576-463b-424b-a0b3-87c860ab2ff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BƯỚC</a:t>
            </a:r>
            <a:r>
              <a:rPr lang="en-US" sz="1950" spc="223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 ·</a:t>
            </a:r>
            <a:r>
              <a:rPr lang="en-US" sz="1950" spc="226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CHỌN</a:t>
            </a:r>
            <a:r>
              <a:rPr lang="en-US" sz="1950" spc="227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BƯỚC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LLM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r>
              <a:rPr lang="en-US" sz="7800" dirty="0" spc="-10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780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7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tiếp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6096000" cy="1238250"/>
          </a:xfrm>
          <a:prstGeom prst="roundRect">
            <a:avLst>
              <a:gd name="adj" fmla="val 15385"/>
            </a:avLst>
          </a:prstGeom>
          <a:solidFill>
            <a:srgbClr val="DDE3F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762250"/>
            <a:ext cx="95250" cy="1238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2895600"/>
            <a:ext cx="5524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Mục tiêu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95400" y="3409950"/>
            <a:ext cx="552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4191000"/>
            <a:ext cx="6096000" cy="1238250"/>
          </a:xfrm>
          <a:prstGeom prst="roundRect">
            <a:avLst>
              <a:gd name="adj" fmla="val 15385"/>
            </a:avLst>
          </a:prstGeom>
          <a:solidFill>
            <a:srgbClr val="DDE3FA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4191000"/>
            <a:ext cx="95250" cy="1238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4324350"/>
            <a:ext cx="5524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Bộ nhớ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295400" y="4838700"/>
            <a:ext cx="552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Sở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thích,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2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 lưu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400" y="5619750"/>
            <a:ext cx="6096000" cy="1238250"/>
          </a:xfrm>
          <a:prstGeom prst="roundRect">
            <a:avLst>
              <a:gd name="adj" fmla="val 15385"/>
            </a:avLst>
          </a:prstGeom>
          <a:solidFill>
            <a:srgbClr val="DDE3FA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5619750"/>
            <a:ext cx="95250" cy="1238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5753100"/>
            <a:ext cx="5524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Kết</a:t>
            </a:r>
            <a:r>
              <a:rPr lang="en-US" sz="30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r>
              <a:rPr lang="en-US" sz="30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30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295400" y="6267450"/>
            <a:ext cx="552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2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2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endParaRPr lang="en-US" sz="2250" dirty="0"/>
          </a:p>
        </p:txBody>
      </p:sp>
      <p:sp>
        <p:nvSpPr>
          <p:cNvPr id="16" name="Connector line-1792288901216-709195795"/>
          <p:cNvSpPr/>
          <p:nvPr/>
        </p:nvSpPr>
        <p:spPr>
          <a:xfrm>
            <a:off x="7105650" y="3381375"/>
            <a:ext cx="7620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7" name="Connector line-1792288901217-780177549"/>
          <p:cNvSpPr/>
          <p:nvPr/>
        </p:nvSpPr>
        <p:spPr>
          <a:xfrm>
            <a:off x="7105650" y="4810125"/>
            <a:ext cx="7620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8" name="Connector line-1792288901217-979294959"/>
          <p:cNvSpPr/>
          <p:nvPr/>
        </p:nvSpPr>
        <p:spPr>
          <a:xfrm>
            <a:off x="7105650" y="6238875"/>
            <a:ext cx="7620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001000" y="2762250"/>
            <a:ext cx="3619500" cy="4095750"/>
          </a:xfrm>
          <a:prstGeom prst="roundRect">
            <a:avLst>
              <a:gd name="adj" fmla="val 6316"/>
            </a:avLst>
          </a:prstGeom>
          <a:solidFill>
            <a:srgbClr val="1F3FD1"/>
          </a:solidFill>
          <a:ln/>
        </p:spPr>
      </p:sp>
      <p:sp>
        <p:nvSpPr>
          <p:cNvPr id="20" name="Text 18"/>
          <p:cNvSpPr/>
          <p:nvPr/>
        </p:nvSpPr>
        <p:spPr>
          <a:xfrm>
            <a:off x="8191500" y="3619500"/>
            <a:ext cx="3238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LLM</a:t>
            </a:r>
            <a:endParaRPr lang="en-US" sz="7800" dirty="0"/>
          </a:p>
        </p:txBody>
      </p:sp>
      <p:sp>
        <p:nvSpPr>
          <p:cNvPr id="21" name="Text 19"/>
          <p:cNvSpPr/>
          <p:nvPr/>
        </p:nvSpPr>
        <p:spPr>
          <a:xfrm>
            <a:off x="8191500" y="5048250"/>
            <a:ext cx="32385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ctr" indent="0" marL="0">
              <a:lnSpc>
                <a:spcPts val="3315"/>
              </a:lnSpc>
              <a:buNone/>
            </a:pPr>
            <a:r>
              <a:rPr lang="en-US" sz="2550" dirty="0" spc="-2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Quyết</a:t>
            </a:r>
            <a:r>
              <a:rPr lang="en-US" sz="2550" dirty="0" spc="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r>
              <a:rPr lang="en-US" sz="25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</a:t>
            </a:r>
            <a:endParaRPr lang="en-US" sz="2550" dirty="0"/>
          </a:p>
        </p:txBody>
      </p:sp>
      <p:sp>
        <p:nvSpPr>
          <p:cNvPr id="22" name="Connector line-1792288901221-52145383"/>
          <p:cNvSpPr/>
          <p:nvPr/>
        </p:nvSpPr>
        <p:spPr>
          <a:xfrm>
            <a:off x="11715750" y="4810125"/>
            <a:ext cx="7620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2573000" y="2762250"/>
            <a:ext cx="4800600" cy="4095750"/>
          </a:xfrm>
          <a:prstGeom prst="roundRect">
            <a:avLst>
              <a:gd name="adj" fmla="val 558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954000" y="3048000"/>
            <a:ext cx="4038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52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BƯỚC</a:t>
            </a:r>
            <a:r>
              <a:rPr lang="en-US" sz="1950" spc="147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</a:t>
            </a:r>
            <a:r>
              <a:rPr lang="en-US" sz="1950" spc="149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TIẾP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2954000" y="3771900"/>
            <a:ext cx="4038600" cy="190500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-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Gọi</a:t>
            </a:r>
            <a:r>
              <a:rPr lang="en-US" sz="42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42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12954000" y="4476750"/>
            <a:ext cx="4038600" cy="1143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550" dirty="0"/>
          </a:p>
        </p:txBody>
      </p:sp>
      <p:sp>
        <p:nvSpPr>
          <p:cNvPr id="27" name="Shape 25"/>
          <p:cNvSpPr/>
          <p:nvPr/>
        </p:nvSpPr>
        <p:spPr>
          <a:xfrm>
            <a:off x="914400" y="7620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4161C"/>
          </a:solidFill>
          <a:ln/>
        </p:spPr>
      </p:sp>
      <p:sp>
        <p:nvSpPr>
          <p:cNvPr id="28" name="Text 26"/>
          <p:cNvSpPr/>
          <p:nvPr/>
        </p:nvSpPr>
        <p:spPr>
          <a:xfrm>
            <a:off x="1295400" y="7772400"/>
            <a:ext cx="15697200" cy="933450"/>
          </a:xfrm>
          <a:prstGeom prst="rect">
            <a:avLst/>
          </a:prstGeom>
          <a:noFill/>
          <a:ln/>
        </p:spPr>
        <p:txBody>
          <a:bodyPr wrap="square" lIns="0" tIns="7334" rIns="0" bIns="-7334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Quyết</a:t>
            </a:r>
            <a:r>
              <a:rPr lang="en-US" sz="33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3300" dirty="0" spc="-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dựa</a:t>
            </a:r>
            <a:r>
              <a:rPr lang="en-US" sz="33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 thông tin.</a:t>
            </a:r>
            <a:endParaRPr lang="en-US" sz="3300" dirty="0"/>
          </a:p>
        </p:txBody>
      </p:sp>
      <p:sp>
        <p:nvSpPr>
          <p:cNvPr id="29" name="Shape 27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Shape 29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Shape 30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3" name="Shape 31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Shape 32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5" name="Shape 33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6" name="Shape 34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7" name="Shape 35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8" name="Shape 36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9" name="Text 37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06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1" name="Moda image moda-export-watermark-3ec77bbe-1c37-4f95-9040-91b3e61c22b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BƯỚC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</a:t>
            </a:r>
            <a:r>
              <a:rPr lang="en-US" sz="1950" spc="17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6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BƯỚC 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Công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</a:t>
            </a:r>
            <a:r>
              <a:rPr lang="en-US" sz="78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quan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sát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72415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51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CÔNG</a:t>
            </a:r>
            <a:r>
              <a:rPr lang="en-US" sz="1950" spc="15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6858000" y="2724150"/>
            <a:ext cx="400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49" kern="0" dirty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MÔI</a:t>
            </a:r>
            <a:r>
              <a:rPr lang="en-US" sz="1950" spc="143" kern="0" dirty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TRƯỜNG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230100" y="2724150"/>
            <a:ext cx="5143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40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QUAN</a:t>
            </a:r>
            <a:r>
              <a:rPr lang="en-US" sz="1950" spc="93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SÁT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3200400"/>
            <a:ext cx="45720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3200400"/>
            <a:ext cx="95250" cy="10477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3200400"/>
            <a:ext cx="4000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r>
              <a:rPr lang="en-US" sz="33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lịch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914400" y="4438650"/>
            <a:ext cx="45720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4438650"/>
            <a:ext cx="95250" cy="10477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4438650"/>
            <a:ext cx="4000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Tìm kiếm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914400" y="5676900"/>
            <a:ext cx="45720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5676900"/>
            <a:ext cx="95250" cy="10477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5676900"/>
            <a:ext cx="4000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Chạy</a:t>
            </a:r>
            <a:r>
              <a:rPr lang="en-US" sz="33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endParaRPr lang="en-US" sz="3300" dirty="0"/>
          </a:p>
        </p:txBody>
      </p:sp>
      <p:sp>
        <p:nvSpPr>
          <p:cNvPr id="16" name="Connector line-1792288924402-459936330"/>
          <p:cNvSpPr/>
          <p:nvPr/>
        </p:nvSpPr>
        <p:spPr>
          <a:xfrm>
            <a:off x="5581650" y="3724275"/>
            <a:ext cx="1181100" cy="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7" name="Connector line-1792288924403-240348752"/>
          <p:cNvSpPr/>
          <p:nvPr/>
        </p:nvSpPr>
        <p:spPr>
          <a:xfrm>
            <a:off x="5581650" y="4962525"/>
            <a:ext cx="1181100" cy="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8" name="Connector line-1792288924403-344477303"/>
          <p:cNvSpPr/>
          <p:nvPr/>
        </p:nvSpPr>
        <p:spPr>
          <a:xfrm>
            <a:off x="5581650" y="6200775"/>
            <a:ext cx="1181100" cy="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858000" y="3200400"/>
            <a:ext cx="4000500" cy="3524250"/>
          </a:xfrm>
          <a:prstGeom prst="roundRect">
            <a:avLst>
              <a:gd name="adj" fmla="val 6486"/>
            </a:avLst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8500" y="4191000"/>
            <a:ext cx="3619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Môi</a:t>
            </a:r>
            <a:r>
              <a:rPr lang="en-US" sz="4200" dirty="0" spc="-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trường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7048500" y="5143500"/>
            <a:ext cx="3619500" cy="857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dirty="0" spc="-26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r>
              <a:rPr lang="en-US" sz="2400" dirty="0" spc="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400" dirty="0" spc="1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400" dirty="0" spc="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400" dirty="0" spc="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400" dirty="0" spc="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endParaRPr lang="en-US" sz="2400" dirty="0"/>
          </a:p>
        </p:txBody>
      </p:sp>
      <p:sp>
        <p:nvSpPr>
          <p:cNvPr id="22" name="Connector line-1792288924408-796802835"/>
          <p:cNvSpPr/>
          <p:nvPr/>
        </p:nvSpPr>
        <p:spPr>
          <a:xfrm>
            <a:off x="10953750" y="4962525"/>
            <a:ext cx="1181100" cy="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2230100" y="3200400"/>
            <a:ext cx="5143500" cy="3524250"/>
          </a:xfrm>
          <a:prstGeom prst="roundRect">
            <a:avLst>
              <a:gd name="adj" fmla="val 6486"/>
            </a:avLst>
          </a:prstGeom>
          <a:solidFill>
            <a:srgbClr val="1E21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2230100" y="3200400"/>
            <a:ext cx="114300" cy="3524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5" name="Text 23"/>
          <p:cNvSpPr/>
          <p:nvPr/>
        </p:nvSpPr>
        <p:spPr>
          <a:xfrm>
            <a:off x="12649200" y="3486150"/>
            <a:ext cx="4476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4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Kết</a:t>
            </a:r>
            <a:r>
              <a:rPr lang="en-US" sz="42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r>
              <a:rPr lang="en-US" sz="42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thật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12649200" y="4381500"/>
            <a:ext cx="447675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Quay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12649200" y="5619750"/>
            <a:ext cx="4191000" cy="6477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1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100" b="1" dirty="0" spc="-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10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100" b="1" dirty="0" spc="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914400" y="7620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3EEE3"/>
          </a:solidFill>
          <a:ln/>
        </p:spPr>
      </p:sp>
      <p:sp>
        <p:nvSpPr>
          <p:cNvPr id="29" name="Text 27"/>
          <p:cNvSpPr/>
          <p:nvPr/>
        </p:nvSpPr>
        <p:spPr>
          <a:xfrm>
            <a:off x="1295400" y="7772400"/>
            <a:ext cx="15697200" cy="933450"/>
          </a:xfrm>
          <a:prstGeom prst="rect">
            <a:avLst/>
          </a:prstGeom>
          <a:noFill/>
          <a:ln/>
        </p:spPr>
        <p:txBody>
          <a:bodyPr wrap="square" lIns="0" tIns="7334" rIns="0" bIns="-7334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300" dirty="0" spc="-6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Bước</a:t>
            </a:r>
            <a:r>
              <a:rPr lang="en-US" sz="3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r>
              <a:rPr lang="en-US" sz="33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dựa</a:t>
            </a:r>
            <a:r>
              <a:rPr lang="en-US" sz="33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3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sự</a:t>
            </a:r>
            <a:r>
              <a:rPr lang="en-US" sz="3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kiện,</a:t>
            </a: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3300" dirty="0" spc="-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dựa</a:t>
            </a:r>
            <a:r>
              <a:rPr lang="en-US" sz="33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3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đoán.</a:t>
            </a:r>
            <a:endParaRPr lang="en-US" sz="3300" dirty="0"/>
          </a:p>
        </p:txBody>
      </p:sp>
      <p:sp>
        <p:nvSpPr>
          <p:cNvPr id="30" name="Shape 28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1" name="Shape 29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2" name="Shape 30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3" name="Shape 31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4" name="Shape 32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5" name="Shape 33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6" name="Shape 34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7" name="Shape 35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8" name="Shape 36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9" name="Shape 37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0" name="Text 38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06</a:t>
            </a:r>
            <a:r>
              <a:rPr lang="en-US" sz="1800" dirty="0" spc="0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95c57ed9-e2a6-4de8-ba1d-b5757302f3c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2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ĐIỂM</a:t>
            </a:r>
            <a:r>
              <a:rPr lang="en-US" sz="1950" spc="243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DỪNG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800" dirty="0" spc="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</a:t>
            </a:r>
            <a:r>
              <a:rPr lang="en-US" sz="78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dừng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334000" cy="2857500"/>
          </a:xfrm>
          <a:prstGeom prst="roundRect">
            <a:avLst>
              <a:gd name="adj" fmla="val 8000"/>
            </a:avLst>
          </a:prstGeom>
          <a:solidFill>
            <a:srgbClr val="F8D9D0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670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3905250"/>
            <a:ext cx="4572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6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Xong</a:t>
            </a: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</a:t>
            </a:r>
            <a:r>
              <a:rPr lang="en-US" sz="4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tiêu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295400" y="4762500"/>
            <a:ext cx="4572000" cy="666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4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77000" y="2762250"/>
            <a:ext cx="5334000" cy="2857500"/>
          </a:xfrm>
          <a:prstGeom prst="roundRect">
            <a:avLst>
              <a:gd name="adj" fmla="val 8000"/>
            </a:avLst>
          </a:prstGeom>
          <a:solidFill>
            <a:srgbClr val="F8D9D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0" y="30670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6858000" y="3905250"/>
            <a:ext cx="4572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Hết</a:t>
            </a:r>
            <a:r>
              <a:rPr lang="en-US" sz="4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420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lượt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858000" y="4762500"/>
            <a:ext cx="4572000" cy="666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4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2039600" y="2762250"/>
            <a:ext cx="5334000" cy="2857500"/>
          </a:xfrm>
          <a:prstGeom prst="roundRect">
            <a:avLst>
              <a:gd name="adj" fmla="val 8000"/>
            </a:avLst>
          </a:prstGeom>
          <a:solidFill>
            <a:srgbClr val="F8D9D0"/>
          </a:solidFill>
          <a:ln/>
        </p:spPr>
      </p:sp>
      <p:sp>
        <p:nvSpPr>
          <p:cNvPr id="13" name="Text 11"/>
          <p:cNvSpPr/>
          <p:nvPr/>
        </p:nvSpPr>
        <p:spPr>
          <a:xfrm>
            <a:off x="12420600" y="30670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2420600" y="3905250"/>
            <a:ext cx="4572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Chờ</a:t>
            </a:r>
            <a:r>
              <a:rPr lang="en-US" sz="420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duyệt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2420600" y="4762500"/>
            <a:ext cx="4572000" cy="666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4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14400" y="5905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95400" y="6057900"/>
            <a:ext cx="15697200" cy="9334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ctr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6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Gửi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thanh</a:t>
            </a:r>
            <a:r>
              <a:rPr lang="en-US" sz="28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toán,</a:t>
            </a:r>
            <a:r>
              <a:rPr lang="en-US" sz="2850" dirty="0" spc="-3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xóa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liệu: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28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8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duyệt</a:t>
            </a:r>
            <a:r>
              <a:rPr lang="en-US" sz="28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trước.</a:t>
            </a:r>
            <a:endParaRPr lang="en-US" sz="2850" dirty="0"/>
          </a:p>
        </p:txBody>
      </p:sp>
      <p:sp>
        <p:nvSpPr>
          <p:cNvPr id="18" name="Shape 16"/>
          <p:cNvSpPr/>
          <p:nvPr/>
        </p:nvSpPr>
        <p:spPr>
          <a:xfrm>
            <a:off x="914400" y="7620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4161C"/>
          </a:solidFill>
          <a:ln/>
        </p:spPr>
      </p:sp>
      <p:sp>
        <p:nvSpPr>
          <p:cNvPr id="19" name="Text 17"/>
          <p:cNvSpPr/>
          <p:nvPr/>
        </p:nvSpPr>
        <p:spPr>
          <a:xfrm>
            <a:off x="1295400" y="7772400"/>
            <a:ext cx="15697200" cy="933450"/>
          </a:xfrm>
          <a:prstGeom prst="rect">
            <a:avLst/>
          </a:prstGeom>
          <a:noFill/>
          <a:ln/>
        </p:spPr>
        <p:txBody>
          <a:bodyPr wrap="square" lIns="0" tIns="7334" rIns="0" bIns="-7334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</a:t>
            </a:r>
            <a:r>
              <a:rPr lang="en-US" sz="3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dừng</a:t>
            </a:r>
            <a:r>
              <a:rPr lang="en-US" sz="33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33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vòng</a:t>
            </a: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lặp</a:t>
            </a:r>
            <a:r>
              <a:rPr lang="en-US" sz="33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tầm</a:t>
            </a: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soát.</a:t>
            </a:r>
            <a:endParaRPr lang="en-US" sz="3300" dirty="0"/>
          </a:p>
        </p:txBody>
      </p:sp>
      <p:sp>
        <p:nvSpPr>
          <p:cNvPr id="20" name="Shape 18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Shape 19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Shape 20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Shape 23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7" name="Shape 25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Shape 27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Text 28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06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535c299f-f30f-48b5-8250-0997cd5cbbf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GIỚI</a:t>
            </a:r>
            <a:r>
              <a:rPr lang="en-US" sz="1950" spc="226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1950" spc="206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1950" spc="226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6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Tự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334000" cy="4476750"/>
          </a:xfrm>
          <a:prstGeom prst="roundRect">
            <a:avLst>
              <a:gd name="adj" fmla="val 5106"/>
            </a:avLst>
          </a:prstGeom>
          <a:solidFill>
            <a:srgbClr val="F8D9D0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86100"/>
            <a:ext cx="2476500" cy="533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spc="150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</a:t>
            </a:r>
            <a:r>
              <a:rPr lang="en-US" sz="1950" b="1" spc="152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endParaRPr lang="en-US" sz="1950" dirty="0"/>
          </a:p>
        </p:txBody>
      </p:sp>
      <p:sp>
        <p:nvSpPr>
          <p:cNvPr id="6" name="Text richtext-1792288968039-559832935"/>
          <p:cNvSpPr/>
          <p:nvPr/>
        </p:nvSpPr>
        <p:spPr>
          <a:xfrm>
            <a:off x="1295400" y="3905250"/>
            <a:ext cx="4572000" cy="3143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Nhiều</a:t>
            </a:r>
            <a:r>
              <a:rPr lang="en-US" sz="2700" dirty="0" spc="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lượt</a:t>
            </a:r>
            <a:r>
              <a:rPr lang="en-US" sz="270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gọi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mô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hình:</a:t>
            </a:r>
            <a:r>
              <a:rPr lang="en-US" sz="270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chậm và đắt hơn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Sai</a:t>
            </a:r>
            <a:r>
              <a:rPr lang="en-US" sz="270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sót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7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700" dirty="0" spc="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bước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cộng dồn qua bước sau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77000" y="2762250"/>
            <a:ext cx="5334000" cy="4476750"/>
          </a:xfrm>
          <a:prstGeom prst="roundRect">
            <a:avLst>
              <a:gd name="adj" fmla="val 5106"/>
            </a:avLst>
          </a:prstGeom>
          <a:solidFill>
            <a:srgbClr val="DDE3F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3086100"/>
            <a:ext cx="2857500" cy="533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8" b="1" spc="150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1908" b="1" spc="152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1908" b="1" spc="151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908" dirty="0"/>
          </a:p>
        </p:txBody>
      </p:sp>
      <p:sp>
        <p:nvSpPr>
          <p:cNvPr id="9" name="Text richtext-1792288968069-926203885"/>
          <p:cNvSpPr/>
          <p:nvPr/>
        </p:nvSpPr>
        <p:spPr>
          <a:xfrm>
            <a:off x="6858000" y="3905250"/>
            <a:ext cx="4572000" cy="3143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Đường</a:t>
            </a:r>
            <a:r>
              <a:rPr lang="en-US" sz="2700" dirty="0" spc="3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</a:t>
            </a:r>
            <a:r>
              <a:rPr lang="en-US" sz="270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đã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cố</a:t>
            </a:r>
            <a:r>
              <a:rPr lang="en-US" sz="2700" dirty="0" spc="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định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thì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dùng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quy</a:t>
            </a:r>
            <a:r>
              <a:rPr lang="en-US" sz="270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trình</a:t>
            </a:r>
            <a:r>
              <a:rPr lang="en-US" sz="270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viết</a:t>
            </a:r>
            <a:r>
              <a:rPr lang="en-US" sz="27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sẵn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Thường</a:t>
            </a:r>
            <a:r>
              <a:rPr lang="en-US" sz="270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đơn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giản</a:t>
            </a:r>
            <a:r>
              <a:rPr lang="en-US" sz="2700" dirty="0" spc="-2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700" dirty="0" spc="-3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rẻ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Dễ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kiểm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hơn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2039600" y="2762250"/>
            <a:ext cx="5334000" cy="4476750"/>
          </a:xfrm>
          <a:prstGeom prst="roundRect">
            <a:avLst>
              <a:gd name="adj" fmla="val 5106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12420600" y="3086100"/>
            <a:ext cx="2857500" cy="533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spc="150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</a:t>
            </a:r>
            <a:r>
              <a:rPr lang="en-US" sz="1950" b="1" spc="135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1950" b="1" spc="84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endParaRPr lang="en-US" sz="1950" dirty="0"/>
          </a:p>
        </p:txBody>
      </p:sp>
      <p:sp>
        <p:nvSpPr>
          <p:cNvPr id="12" name="Text richtext-1792288968082-952462792"/>
          <p:cNvSpPr/>
          <p:nvPr/>
        </p:nvSpPr>
        <p:spPr>
          <a:xfrm>
            <a:off x="12420600" y="3905250"/>
            <a:ext cx="4572000" cy="3143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Như</a:t>
            </a:r>
            <a:r>
              <a:rPr lang="en-US" sz="2700" dirty="0" spc="4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gửi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thanh</a:t>
            </a:r>
            <a:r>
              <a:rPr lang="en-US" sz="270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toán</a:t>
            </a:r>
            <a:r>
              <a:rPr lang="en-US" sz="270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hay</a:t>
            </a:r>
            <a:r>
              <a:rPr lang="en-US" sz="2700" dirty="0" spc="-2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xóa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</a:t>
            </a:r>
            <a:r>
              <a:rPr lang="en-US" sz="27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Cần</a:t>
            </a:r>
            <a:r>
              <a:rPr lang="en-US" sz="2700" dirty="0" spc="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điểm</a:t>
            </a:r>
            <a:r>
              <a:rPr lang="en-US" sz="2700" dirty="0" spc="2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dừng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2700" dirty="0" spc="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2700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duyệt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-6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Và</a:t>
            </a:r>
            <a:r>
              <a:rPr lang="en-US" sz="270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giới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hạn</a:t>
            </a:r>
            <a:r>
              <a:rPr lang="en-US" sz="270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số</a:t>
            </a:r>
            <a:r>
              <a:rPr lang="en-US" sz="2700" dirty="0" spc="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lượt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14400" y="7620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7772400"/>
            <a:ext cx="15697200" cy="933450"/>
          </a:xfrm>
          <a:prstGeom prst="rect">
            <a:avLst/>
          </a:prstGeom>
          <a:noFill/>
          <a:ln/>
        </p:spPr>
        <p:txBody>
          <a:bodyPr wrap="square" lIns="0" tIns="7334" rIns="0" bIns="-7334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33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sự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linh</a:t>
            </a: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hoạt.</a:t>
            </a:r>
            <a:endParaRPr lang="en-US" sz="3300" dirty="0"/>
          </a:p>
        </p:txBody>
      </p:sp>
      <p:sp>
        <p:nvSpPr>
          <p:cNvPr id="15" name="Shape 13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6" name="Shape 14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7" name="Shape 15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8" name="Shape 16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9" name="Shape 17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0" name="Shape 18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Shape 19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Text 23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06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dc1dd7a1-8490-4371-8630-a62d64d162e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78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8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7800" dirty="0" spc="-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5905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200400"/>
            <a:ext cx="533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28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950" spc="149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95400" y="3771900"/>
            <a:ext cx="5334000" cy="4572000"/>
          </a:xfrm>
          <a:prstGeom prst="rect">
            <a:avLst/>
          </a:prstGeom>
          <a:noFill/>
          <a:ln/>
        </p:spPr>
        <p:txBody>
          <a:bodyPr wrap="square" lIns="0" tIns="11986" rIns="0" bIns="-11986" rtlCol="0" anchor="t"/>
          <a:lstStyle/>
          <a:p>
            <a:pPr algn="l" indent="0" marL="0">
              <a:lnSpc>
                <a:spcPts val="4253"/>
              </a:lnSpc>
              <a:buNone/>
            </a:pPr>
            <a:r>
              <a:rPr lang="en-US" sz="3150" dirty="0" spc="7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Vì</a:t>
            </a:r>
            <a:r>
              <a:rPr lang="en-US" sz="31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sao</a:t>
            </a:r>
            <a:r>
              <a:rPr lang="en-US" sz="3150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31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phải</a:t>
            </a:r>
            <a:r>
              <a:rPr lang="en-US" sz="31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quan</a:t>
            </a:r>
            <a:r>
              <a:rPr lang="en-US" sz="3150" dirty="0" spc="-2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sát</a:t>
            </a:r>
            <a:r>
              <a:rPr lang="en-US" sz="3150" dirty="0" spc="-4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kết</a:t>
            </a:r>
            <a:r>
              <a:rPr lang="en-US" sz="31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quả</a:t>
            </a:r>
            <a:r>
              <a:rPr lang="en-US" sz="31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công cụ</a:t>
            </a:r>
            <a:r>
              <a:rPr lang="en-US" sz="31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trước</a:t>
            </a:r>
            <a:r>
              <a:rPr lang="en-US" sz="31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khi</a:t>
            </a:r>
            <a:r>
              <a:rPr lang="en-US" sz="31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chọn</a:t>
            </a:r>
            <a:r>
              <a:rPr lang="en-US" sz="3150" dirty="0" spc="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bước</a:t>
            </a:r>
            <a:r>
              <a:rPr lang="en-US" sz="31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tiếp?</a:t>
            </a:r>
            <a:r>
              <a:rPr lang="en-US" sz="31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Điều</a:t>
            </a:r>
            <a:r>
              <a:rPr lang="en-US" sz="31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gì giữ</a:t>
            </a:r>
            <a:r>
              <a:rPr lang="en-US" sz="315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vòng</a:t>
            </a:r>
            <a:r>
              <a:rPr lang="en-US" sz="31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lặp</a:t>
            </a:r>
            <a:r>
              <a:rPr lang="en-US" sz="31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khỏi</a:t>
            </a:r>
            <a:r>
              <a:rPr lang="en-US" sz="31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chạy mãi?</a:t>
            </a:r>
            <a:endParaRPr lang="en-US" sz="3150" dirty="0"/>
          </a:p>
        </p:txBody>
      </p:sp>
      <p:sp>
        <p:nvSpPr>
          <p:cNvPr id="8" name="Shape 6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8001000" y="32004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ĐÁP</a:t>
            </a:r>
            <a:r>
              <a:rPr lang="en-US" sz="1950" spc="150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ÁN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8001000" y="38481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8877300" y="3771900"/>
            <a:ext cx="8115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Để</a:t>
            </a:r>
            <a:r>
              <a:rPr lang="en-US" sz="3000" b="1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300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30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0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877300" y="4305300"/>
            <a:ext cx="8115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Thay</a:t>
            </a:r>
            <a:r>
              <a:rPr lang="en-US" sz="225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250" dirty="0" spc="15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dirty="0" spc="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250" dirty="0" spc="6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8001000" y="54673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8877300" y="5391150"/>
            <a:ext cx="8115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300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300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877300" y="5924550"/>
            <a:ext cx="8115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8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250" dirty="0" spc="17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25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250" dirty="0" spc="2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8001000" y="70866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8877300" y="7010400"/>
            <a:ext cx="8115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Chờ</a:t>
            </a:r>
            <a:r>
              <a:rPr lang="en-US" sz="300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0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877300" y="7543800"/>
            <a:ext cx="8115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8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250" dirty="0" spc="17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25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250" dirty="0" spc="2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2250" dirty="0" spc="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0" name="Shape 18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1" name="Shape 19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2" name="Shape 20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3" name="Shape 21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4" name="Shape 22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5" name="Shape 23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6" name="Shape 24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8" name="Shape 26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9" name="Text 27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06</a:t>
            </a:r>
            <a:r>
              <a:rPr lang="en-US" sz="1800" dirty="0" spc="0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779ca093-6e82-452a-9181-c87b99aa680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XEM</a:t>
            </a:r>
            <a:r>
              <a:rPr lang="en-US" sz="1950" spc="216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SÂU</a:t>
            </a:r>
            <a:r>
              <a:rPr lang="en-US" sz="1950" spc="225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Workflow</a:t>
            </a:r>
            <a:r>
              <a:rPr lang="en-US" sz="7800" dirty="0" spc="-8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8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4476750"/>
          </a:xfrm>
          <a:prstGeom prst="roundRect">
            <a:avLst>
              <a:gd name="adj" fmla="val 5106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71800"/>
            <a:ext cx="666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4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Workflow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295400" y="4191000"/>
            <a:ext cx="7239000" cy="1524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Mô</a:t>
            </a:r>
            <a:r>
              <a:rPr lang="en-US" sz="31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hình</a:t>
            </a:r>
            <a:r>
              <a:rPr lang="en-US" sz="3150" dirty="0" spc="-2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31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công</a:t>
            </a:r>
            <a:r>
              <a:rPr lang="en-US" sz="31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cụ</a:t>
            </a:r>
            <a:r>
              <a:rPr lang="en-US" sz="315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3150" dirty="0" spc="2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điều</a:t>
            </a:r>
            <a:r>
              <a:rPr lang="en-US" sz="31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phối</a:t>
            </a:r>
            <a:r>
              <a:rPr lang="en-US" sz="31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theo</a:t>
            </a:r>
            <a:r>
              <a:rPr lang="en-US" sz="3150" dirty="0" spc="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đường</a:t>
            </a:r>
            <a:r>
              <a:rPr lang="en-US" sz="31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mã</a:t>
            </a:r>
            <a:r>
              <a:rPr lang="en-US" sz="315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viết</a:t>
            </a:r>
            <a:r>
              <a:rPr lang="en-US" sz="31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sẵn.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295400" y="6096000"/>
            <a:ext cx="3810000" cy="6477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2250" b="1" dirty="0" spc="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372600" y="2762250"/>
            <a:ext cx="8001000" cy="4476750"/>
          </a:xfrm>
          <a:prstGeom prst="roundRect">
            <a:avLst>
              <a:gd name="adj" fmla="val 5106"/>
            </a:avLst>
          </a:prstGeom>
          <a:solidFill>
            <a:srgbClr val="DDE3FA"/>
          </a:solidFill>
          <a:ln/>
        </p:spPr>
      </p:sp>
      <p:sp>
        <p:nvSpPr>
          <p:cNvPr id="9" name="Text 7"/>
          <p:cNvSpPr/>
          <p:nvPr/>
        </p:nvSpPr>
        <p:spPr>
          <a:xfrm>
            <a:off x="9753600" y="2971800"/>
            <a:ext cx="666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29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Agent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9753600" y="4191000"/>
            <a:ext cx="7239000" cy="1524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Mô</a:t>
            </a:r>
            <a:r>
              <a:rPr lang="en-US" sz="31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hình</a:t>
            </a:r>
            <a:r>
              <a:rPr lang="en-US" sz="31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tự</a:t>
            </a:r>
            <a:r>
              <a:rPr lang="en-US" sz="3150" dirty="0" spc="2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điều</a:t>
            </a:r>
            <a:r>
              <a:rPr lang="en-US" sz="31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khiển quá</a:t>
            </a:r>
            <a:r>
              <a:rPr lang="en-US" sz="3150" dirty="0" spc="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trình</a:t>
            </a:r>
            <a:r>
              <a:rPr lang="en-US" sz="3150" dirty="0" spc="-2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31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việc</a:t>
            </a:r>
            <a:r>
              <a:rPr lang="en-US" sz="31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dùng</a:t>
            </a:r>
            <a:r>
              <a:rPr lang="en-US" sz="31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công</a:t>
            </a:r>
            <a:r>
              <a:rPr lang="en-US" sz="31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cụ.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9753600" y="6096000"/>
            <a:ext cx="3810000" cy="6477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2250" b="1" dirty="0" spc="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linh</a:t>
            </a: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400" y="7620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7772400"/>
            <a:ext cx="15697200" cy="933450"/>
          </a:xfrm>
          <a:prstGeom prst="rect">
            <a:avLst/>
          </a:prstGeom>
          <a:noFill/>
          <a:ln/>
        </p:spPr>
        <p:txBody>
          <a:bodyPr wrap="square" lIns="0" tIns="7334" rIns="0" bIns="-7334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</a:t>
            </a:r>
            <a:r>
              <a:rPr lang="en-US" sz="3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33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giản</a:t>
            </a: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</a:t>
            </a:r>
            <a:r>
              <a:rPr lang="en-US" sz="3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đáp ứng</a:t>
            </a:r>
            <a:r>
              <a:rPr lang="en-US" sz="3300" dirty="0" spc="-4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việc.</a:t>
            </a:r>
            <a:endParaRPr lang="en-US" sz="3300" dirty="0"/>
          </a:p>
        </p:txBody>
      </p:sp>
      <p:sp>
        <p:nvSpPr>
          <p:cNvPr id="14" name="Shape 12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5" name="Shape 13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6" name="Shape 14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7" name="Shape 15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8" name="Shape 16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9" name="Shape 17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0" name="Shape 18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Shape 19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Shape 20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Text 22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06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057f7675-819f-4d78-a2b1-824daf8a15c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1950" spc="13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1950" spc="17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5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8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552700"/>
            <a:ext cx="5334000" cy="3143250"/>
          </a:xfrm>
          <a:prstGeom prst="roundRect">
            <a:avLst>
              <a:gd name="adj" fmla="val 4848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2705100"/>
            <a:ext cx="4762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181100" y="3733800"/>
            <a:ext cx="4800600" cy="18097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3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Artificial</a:t>
            </a:r>
            <a:r>
              <a:rPr lang="en-US" sz="1950" dirty="0" spc="-6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Intelligence</a:t>
            </a:r>
            <a:endParaRPr lang="en-US" sz="1950" dirty="0"/>
          </a:p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Trí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tuệ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endParaRPr lang="en-US" sz="1950" dirty="0"/>
          </a:p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1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dirty="0" spc="-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việc</a:t>
            </a:r>
            <a:r>
              <a:rPr lang="en-US" sz="2100" dirty="0" spc="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100" dirty="0" spc="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 trí thông minh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6477000" y="2552700"/>
            <a:ext cx="5334000" cy="3143250"/>
          </a:xfrm>
          <a:prstGeom prst="roundRect">
            <a:avLst>
              <a:gd name="adj" fmla="val 4848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6743700" y="2705100"/>
            <a:ext cx="4762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LLM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6743700" y="3733800"/>
            <a:ext cx="4800600" cy="18097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27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Large</a:t>
            </a:r>
            <a:r>
              <a:rPr lang="en-US" sz="1950" dirty="0" spc="-10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Language</a:t>
            </a:r>
            <a:r>
              <a:rPr lang="en-US" sz="1950" dirty="0" spc="-5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Model</a:t>
            </a:r>
            <a:endParaRPr lang="en-US" sz="1950" dirty="0"/>
          </a:p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7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endParaRPr lang="en-US" sz="1950" dirty="0"/>
          </a:p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5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</a:t>
            </a:r>
            <a:r>
              <a:rPr lang="en-US" sz="210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100" dirty="0" spc="-1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100" dirty="0" spc="-5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-34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100" dirty="0" spc="-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2039600" y="2552700"/>
            <a:ext cx="5334000" cy="3143250"/>
          </a:xfrm>
          <a:prstGeom prst="roundRect">
            <a:avLst>
              <a:gd name="adj" fmla="val 4848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306300" y="2705100"/>
            <a:ext cx="4762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12306300" y="3733800"/>
            <a:ext cx="4800600" cy="19621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3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Application</a:t>
            </a:r>
            <a:r>
              <a:rPr lang="en-US" sz="1950" dirty="0" spc="-12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Programming</a:t>
            </a:r>
            <a:r>
              <a:rPr lang="en-US" sz="1950" dirty="0" spc="-8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Interface</a:t>
            </a:r>
            <a:endParaRPr lang="en-US" sz="1950" dirty="0"/>
          </a:p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7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70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 dụng</a:t>
            </a:r>
            <a:endParaRPr lang="en-US" sz="1950" dirty="0"/>
          </a:p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100" dirty="0" spc="-8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4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100" dirty="0" spc="7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-1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100" dirty="0" spc="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 trình khác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14400" y="5943600"/>
            <a:ext cx="16459200" cy="2762250"/>
          </a:xfrm>
          <a:prstGeom prst="roundRect">
            <a:avLst>
              <a:gd name="adj" fmla="val 8276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61722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51" kern="0" dirty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NGUỒN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753600" y="617220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950" dirty="0" spc="6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dirty="0" spc="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dirty="0" spc="-1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950" dirty="0" spc="0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2026-10-13</a:t>
            </a:r>
            <a:endParaRPr lang="en-US" sz="1950" dirty="0"/>
          </a:p>
        </p:txBody>
      </p:sp>
      <p:sp>
        <p:nvSpPr>
          <p:cNvPr id="16" name="Text richtext-1792289022383-706830336"/>
          <p:cNvSpPr/>
          <p:nvPr/>
        </p:nvSpPr>
        <p:spPr>
          <a:xfrm>
            <a:off x="1295400" y="6819900"/>
            <a:ext cx="15697200" cy="1619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40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ByteByteGo:</a:t>
            </a:r>
            <a:r>
              <a:rPr lang="en-US" sz="24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 nguồn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40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Anthropic:</a:t>
            </a:r>
            <a:r>
              <a:rPr lang="en-US" sz="24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Building</a:t>
            </a:r>
            <a:r>
              <a:rPr lang="en-US" sz="2400" dirty="0" spc="-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effective</a:t>
            </a:r>
            <a:r>
              <a:rPr lang="en-US" sz="240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agents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Bộ</a:t>
            </a:r>
            <a:r>
              <a:rPr lang="en-US" sz="24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nhớ</a:t>
            </a:r>
            <a:r>
              <a:rPr lang="en-US" sz="240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kiểu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hệ</a:t>
            </a:r>
            <a:r>
              <a:rPr lang="en-US" sz="24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thống: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</a:t>
            </a:r>
            <a:r>
              <a:rPr lang="en-US" sz="24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24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nguồn,</a:t>
            </a:r>
            <a:r>
              <a:rPr lang="en-US" sz="240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chưa</a:t>
            </a:r>
            <a:r>
              <a:rPr lang="en-US" sz="2400" dirty="0" spc="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đối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chiếu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18" name="Shape 16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19" name="Shape 17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0" name="Shape 18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1" name="Shape 19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2" name="Shape 20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3" name="Shape 21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4" name="Shape 22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5" name="Shape 23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6" name="Shape 24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Text 25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06</a:t>
            </a:r>
            <a:r>
              <a:rPr lang="en-US" sz="1800" dirty="0" spc="0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0bf8424c-f386-4012-9b43-92b121eb882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2026-10-18T06:48:32Z</dcterms:created>
  <dcterms:modified xsi:type="dcterms:W3CDTF">2026-10-18T06:48:32Z</dcterms:modified>
</cp:coreProperties>
</file>