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lên: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thứ.</a:t>
            </a:r>
            <a:endParaRPr lang="en-US" sz="3000" dirty="0"/>
          </a:p>
        </p:txBody>
      </p:sp>
      <p:sp>
        <p:nvSpPr>
          <p:cNvPr id="5" name="Connector line-1792390228238-941857675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2400" b="1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400" dirty="0"/>
          </a:p>
        </p:txBody>
      </p:sp>
      <p:sp>
        <p:nvSpPr>
          <p:cNvPr id="10" name="Connector line-1792390228260-144534012"/>
          <p:cNvSpPr/>
          <p:nvPr/>
        </p:nvSpPr>
        <p:spPr>
          <a:xfrm>
            <a:off x="1266825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0228260-846454077"/>
          <p:cNvSpPr/>
          <p:nvPr/>
        </p:nvSpPr>
        <p:spPr>
          <a:xfrm>
            <a:off x="1266825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478000" y="56197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64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64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cách</a:t>
            </a:r>
            <a:r>
              <a:rPr lang="en-US" sz="1664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664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1664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664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38df1004-9e23-4112-ba75-9f762bb955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6555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57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thứ.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nặng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cỡ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14400" y="6477000"/>
            <a:ext cx="5143500" cy="2095500"/>
          </a:xfrm>
          <a:prstGeom prst="roundRect">
            <a:avLst>
              <a:gd name="adj" fmla="val 10909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8250" y="647700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6477000"/>
            <a:ext cx="5143500" cy="2095500"/>
          </a:xfrm>
          <a:prstGeom prst="roundRect">
            <a:avLst>
              <a:gd name="adj" fmla="val 10909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6100" y="647700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 năm cái giá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230100" y="6477000"/>
            <a:ext cx="5143500" cy="2095500"/>
          </a:xfrm>
          <a:prstGeom prst="roundRect">
            <a:avLst>
              <a:gd name="adj" fmla="val 10909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53950" y="6477000"/>
            <a:ext cx="4495800" cy="2095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400" dirty="0"/>
          </a:p>
        </p:txBody>
      </p:sp>
      <p:sp>
        <p:nvSpPr>
          <p:cNvPr id="11" name="Connector line-1792390229270-17959187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83355c2-41c3-48c1-9ce4-a300933483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800" b="1" spc="28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Vấn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9080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590800"/>
            <a:ext cx="6096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Đọc</a:t>
            </a:r>
            <a:r>
              <a:rPr lang="en-US" sz="22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620000" y="2590800"/>
            <a:ext cx="9525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337185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371850"/>
            <a:ext cx="6096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Ghi</a:t>
            </a:r>
            <a:r>
              <a:rPr lang="en-US" sz="22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620000" y="3371850"/>
            <a:ext cx="9525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15290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4152900"/>
            <a:ext cx="6096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2250" dirty="0" spc="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điểm</a:t>
            </a:r>
            <a:r>
              <a:rPr lang="en-US" sz="225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620000" y="4152900"/>
            <a:ext cx="9525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493395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4933950"/>
            <a:ext cx="6096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Sẵn</a:t>
            </a:r>
            <a:r>
              <a:rPr lang="en-US" sz="22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sàng</a:t>
            </a:r>
            <a:r>
              <a:rPr lang="en-US" sz="22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cao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620000" y="4933950"/>
            <a:ext cx="9525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71500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5715000"/>
            <a:ext cx="6096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Trễ</a:t>
            </a:r>
            <a:r>
              <a:rPr lang="en-US" sz="22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cao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620000" y="5715000"/>
            <a:ext cx="9525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649605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8250" y="6496050"/>
            <a:ext cx="6096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Tệp</a:t>
            </a:r>
            <a:r>
              <a:rPr lang="en-US" sz="22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620000" y="6496050"/>
            <a:ext cx="9525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14400" y="727710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8250" y="7277100"/>
            <a:ext cx="6096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Giám</a:t>
            </a:r>
            <a:r>
              <a:rPr lang="en-US" sz="22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7620000" y="7277100"/>
            <a:ext cx="9525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14400" y="805815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8250" y="8058150"/>
            <a:ext cx="6096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Truy</a:t>
            </a:r>
            <a:r>
              <a:rPr lang="en-US" sz="2100" dirty="0" spc="-1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vấn</a:t>
            </a:r>
            <a:r>
              <a:rPr lang="en-US" sz="21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chậm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620000" y="8058150"/>
            <a:ext cx="9525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100" dirty="0"/>
          </a:p>
        </p:txBody>
      </p:sp>
      <p:sp>
        <p:nvSpPr>
          <p:cNvPr id="28" name="Connector line-1792390230105-659065806"/>
          <p:cNvSpPr/>
          <p:nvPr/>
        </p:nvSpPr>
        <p:spPr>
          <a:xfrm>
            <a:off x="990600" y="958215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a1774f60-1753-4876-ab0c-715e708814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2895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4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8250" y="3619500"/>
            <a:ext cx="4686300" cy="1905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1%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66%,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2,0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3,3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4,9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5,8; có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00850" y="302895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Ghi</a:t>
            </a:r>
            <a:r>
              <a:rPr lang="en-US" sz="24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00850" y="3619500"/>
            <a:ext cx="4686300" cy="1905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1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ghi: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5.000</a:t>
            </a:r>
            <a:r>
              <a:rPr lang="en-US" sz="21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7.500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63450" y="302895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 mục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63450" y="3619500"/>
            <a:ext cx="4686300" cy="1905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µs;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142%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8191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6362700"/>
            <a:ext cx="7543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Phân mảnh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8250" y="6953250"/>
            <a:ext cx="75438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mảnh: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hỏi cả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8,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72600" y="609600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6450" y="6362700"/>
            <a:ext cx="7353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Cân</a:t>
            </a:r>
            <a:r>
              <a:rPr lang="en-US" sz="24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tải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96450" y="6953250"/>
            <a:ext cx="73533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chết:</a:t>
            </a:r>
            <a:r>
              <a:rPr lang="en-US" sz="21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66,7%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công;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99,0%</a:t>
            </a:r>
            <a:endParaRPr lang="en-US" sz="2100" dirty="0"/>
          </a:p>
        </p:txBody>
      </p:sp>
      <p:sp>
        <p:nvSpPr>
          <p:cNvPr id="19" name="Connector line-1792390280171-72410004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268cbe69-e368-47db-8054-8c644d2bd4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D9F3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spc="226" kern="0" dirty="0">
                <a:solidFill>
                  <a:srgbClr val="D9F3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225" kern="0" dirty="0">
                <a:solidFill>
                  <a:srgbClr val="D9F3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b="1" spc="178" kern="0" dirty="0">
                <a:solidFill>
                  <a:srgbClr val="D9F3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226" kern="0" dirty="0">
                <a:solidFill>
                  <a:srgbClr val="D9F3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CDN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5143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trễ;</a:t>
            </a:r>
            <a:r>
              <a:rPr lang="en-US" sz="2250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2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tiềm</a:t>
            </a:r>
            <a:r>
              <a:rPr lang="en-US" sz="22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22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22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82200" y="39052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6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Lưu</a:t>
            </a:r>
            <a:r>
              <a:rPr lang="en-US" sz="33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trữ</a:t>
            </a:r>
            <a:r>
              <a:rPr lang="en-US" sz="33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tệp</a:t>
            </a:r>
            <a:r>
              <a:rPr lang="en-US" sz="33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lớn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982200" y="514350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Nhật</a:t>
            </a:r>
            <a:r>
              <a:rPr lang="en-US" sz="33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33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tập</a:t>
            </a:r>
            <a:r>
              <a:rPr lang="en-US" sz="33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trung</a:t>
            </a:r>
            <a:endParaRPr lang="en-US" sz="3300" dirty="0"/>
          </a:p>
        </p:txBody>
      </p:sp>
      <p:sp>
        <p:nvSpPr>
          <p:cNvPr id="12" name="Connector line-1792390282768-91987182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b41ae08-6f4c-46e9-ad5a-1f350caf74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62A36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862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 của phép thử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chơi: không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xoá,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lọc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E334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7150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mảnh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363B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1437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22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bền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2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</p:txBody>
      </p:sp>
      <p:sp>
        <p:nvSpPr>
          <p:cNvPr id="12" name="Connector line-1792390283642-46856555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46b1e60-9caa-4dd9-bc6f-9d2654d9f4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 giá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hơn;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 sau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524000" y="419100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239000" y="419100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0" y="4191000"/>
            <a:ext cx="3810000" cy="857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2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8" name="Connector line-1792390284478-278081478"/>
          <p:cNvSpPr/>
          <p:nvPr/>
        </p:nvSpPr>
        <p:spPr>
          <a:xfrm>
            <a:off x="3429000" y="5048250"/>
            <a:ext cx="0" cy="3810000"/>
          </a:xfrm>
          <a:prstGeom prst="line">
            <a:avLst/>
          </a:prstGeom>
          <a:noFill/>
          <a:ln w="28575">
            <a:solidFill>
              <a:srgbClr val="8A8A8A"/>
            </a:solidFill>
            <a:prstDash val="solid"/>
            <a:headEnd type="none"/>
            <a:tailEnd type="none"/>
          </a:ln>
        </p:spPr>
      </p:sp>
      <p:sp>
        <p:nvSpPr>
          <p:cNvPr id="9" name="Connector line-1792390284478-339976008"/>
          <p:cNvSpPr/>
          <p:nvPr/>
        </p:nvSpPr>
        <p:spPr>
          <a:xfrm>
            <a:off x="9144000" y="5048250"/>
            <a:ext cx="0" cy="3810000"/>
          </a:xfrm>
          <a:prstGeom prst="line">
            <a:avLst/>
          </a:prstGeom>
          <a:noFill/>
          <a:ln w="28575">
            <a:solidFill>
              <a:srgbClr val="8A8A8A"/>
            </a:solidFill>
            <a:prstDash val="solid"/>
            <a:headEnd type="none"/>
            <a:tailEnd type="none"/>
          </a:ln>
        </p:spPr>
      </p:sp>
      <p:sp>
        <p:nvSpPr>
          <p:cNvPr id="10" name="Connector line-1792390284479-485558679"/>
          <p:cNvSpPr/>
          <p:nvPr/>
        </p:nvSpPr>
        <p:spPr>
          <a:xfrm>
            <a:off x="14859000" y="5048250"/>
            <a:ext cx="0" cy="3810000"/>
          </a:xfrm>
          <a:prstGeom prst="line">
            <a:avLst/>
          </a:prstGeom>
          <a:noFill/>
          <a:ln w="28575">
            <a:solidFill>
              <a:srgbClr val="8A8A8A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3810000" y="5524500"/>
            <a:ext cx="1047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810000" y="657225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19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9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810000" y="76200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19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tiếp: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0" y="81915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15" name="Connector line-1792390284486-69228269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Connector line-1792390313587-958984571"/>
          <p:cNvSpPr/>
          <p:nvPr/>
        </p:nvSpPr>
        <p:spPr>
          <a:xfrm>
            <a:off x="3429000" y="5905500"/>
            <a:ext cx="112014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4573250" y="5695950"/>
            <a:ext cx="38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700" dirty="0"/>
          </a:p>
        </p:txBody>
      </p:sp>
      <p:sp>
        <p:nvSpPr>
          <p:cNvPr id="28" name="Connector line-1792390313592-594925388"/>
          <p:cNvSpPr/>
          <p:nvPr/>
        </p:nvSpPr>
        <p:spPr>
          <a:xfrm>
            <a:off x="3429000" y="6953250"/>
            <a:ext cx="54864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8858250" y="6743700"/>
            <a:ext cx="38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700" dirty="0"/>
          </a:p>
        </p:txBody>
      </p:sp>
      <p:sp>
        <p:nvSpPr>
          <p:cNvPr id="30" name="Connector line-1792390313594-109810707"/>
          <p:cNvSpPr/>
          <p:nvPr/>
        </p:nvSpPr>
        <p:spPr>
          <a:xfrm>
            <a:off x="3429000" y="8001000"/>
            <a:ext cx="54864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8858250" y="7791450"/>
            <a:ext cx="38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700" dirty="0"/>
          </a:p>
        </p:txBody>
      </p:sp>
      <p:sp>
        <p:nvSpPr>
          <p:cNvPr id="32" name="Connector line-1792390313596-408964152"/>
          <p:cNvSpPr/>
          <p:nvPr/>
        </p:nvSpPr>
        <p:spPr>
          <a:xfrm>
            <a:off x="9144000" y="8572500"/>
            <a:ext cx="54864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4573250" y="8362950"/>
            <a:ext cx="38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7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b07e2821-0ba4-479d-a2af-d0f856be4f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62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2762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3EEE3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191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476500" y="4191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 đúng thứ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619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476500" y="56197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7048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5A5F7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476500" y="7048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7" name="Connector line-1792390314998-22878582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91e05da-7199-4222-823e-fe3fd292f9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7622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LSM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05250" y="2647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Log-Structured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2933700"/>
            <a:ext cx="1314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714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39052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CDN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05250" y="3790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076700"/>
            <a:ext cx="1314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857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50482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ELK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05250" y="4933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Elasticsearch,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Logstash,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Kibana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905250" y="5219700"/>
            <a:ext cx="1314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000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00150" y="61912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LRU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905250" y="6076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Recently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905250" y="6362700"/>
            <a:ext cx="1314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7143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00150" y="73342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905250" y="7219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905250" y="7505700"/>
            <a:ext cx="1314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8382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8782050"/>
            <a:ext cx="16459200" cy="6286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Cache-Aside,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Sharding,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leveldb: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implementation notes,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synchronous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writes</a:t>
            </a:r>
            <a:endParaRPr lang="en-US" sz="1950" dirty="0"/>
          </a:p>
        </p:txBody>
      </p:sp>
      <p:sp>
        <p:nvSpPr>
          <p:cNvPr id="26" name="Connector line-1792390316078-28384759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bddc282b-728e-4656-81af-d51de7ee94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2026-10-19T06:13:03Z</dcterms:created>
  <dcterms:modified xsi:type="dcterms:W3CDTF">2026-10-19T06:13:03Z</dcterms:modified>
</cp:coreProperties>
</file>