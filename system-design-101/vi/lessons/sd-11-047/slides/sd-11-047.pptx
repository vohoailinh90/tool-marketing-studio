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20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192500" cy="3429000"/>
          </a:xfrm>
          <a:prstGeom prst="rect">
            <a:avLst/>
          </a:prstGeom>
          <a:noFill/>
          <a:ln/>
        </p:spPr>
        <p:txBody>
          <a:bodyPr wrap="square" lIns="0" tIns="48006" rIns="0" bIns="-48006" rtlCol="0" anchor="t"/>
          <a:lstStyle/>
          <a:p>
            <a:pPr algn="l" indent="0" marL="0">
              <a:lnSpc>
                <a:spcPts val="6804"/>
              </a:lnSpc>
              <a:buNone/>
            </a:pP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3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</a:t>
            </a:r>
            <a:endParaRPr lang="en-US" sz="6300" dirty="0"/>
          </a:p>
          <a:p>
            <a:pPr algn="l" indent="0" marL="0">
              <a:lnSpc>
                <a:spcPts val="6804"/>
              </a:lnSpc>
              <a:buNone/>
            </a:pP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chung:</a:t>
            </a:r>
            <a:endParaRPr lang="en-US" sz="6300" dirty="0"/>
          </a:p>
          <a:p>
            <a:pPr algn="l" indent="0" marL="0">
              <a:lnSpc>
                <a:spcPts val="6804"/>
              </a:lnSpc>
              <a:buNone/>
            </a:pPr>
            <a:r>
              <a:rPr lang="en-US" sz="63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3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Microsoft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6096000"/>
            <a:ext cx="49530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65722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8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AWS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6667500" y="6096000"/>
            <a:ext cx="4953000" cy="2286000"/>
          </a:xfrm>
          <a:prstGeom prst="roundRect">
            <a:avLst>
              <a:gd name="adj" fmla="val 13333"/>
            </a:avLst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0" y="65722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Azure</a:t>
            </a:r>
            <a:endParaRPr lang="en-US" sz="6600" dirty="0"/>
          </a:p>
        </p:txBody>
      </p:sp>
      <p:sp>
        <p:nvSpPr>
          <p:cNvPr id="8" name="Shape 6"/>
          <p:cNvSpPr/>
          <p:nvPr/>
        </p:nvSpPr>
        <p:spPr>
          <a:xfrm>
            <a:off x="12420600" y="6096000"/>
            <a:ext cx="49530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0" y="6667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29096" rIns="0" bIns="-29096" rtlCol="0" anchor="t"/>
          <a:lstStyle/>
          <a:p>
            <a:pPr algn="l" indent="0" marL="0">
              <a:lnSpc>
                <a:spcPts val="5039"/>
              </a:lnSpc>
              <a:buNone/>
            </a:pPr>
            <a:r>
              <a:rPr lang="en-US" sz="4581" dirty="0" spc="-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Google</a:t>
            </a:r>
            <a:r>
              <a:rPr lang="en-US" sz="4581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Cloud</a:t>
            </a:r>
            <a:endParaRPr lang="en-US" sz="4581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f69898a9-42f4-4ba3-8437-ba5765ff93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trang,</a:t>
            </a: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4000500" cy="2095500"/>
          </a:xfrm>
          <a:prstGeom prst="roundRect">
            <a:avLst>
              <a:gd name="adj" fmla="val 14545"/>
            </a:avLst>
          </a:prstGeom>
          <a:solidFill>
            <a:srgbClr val="FBE0DA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41910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r>
              <a:rPr lang="en-US" sz="300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trang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của</a:t>
            </a:r>
            <a:r>
              <a:rPr lang="en-US" sz="30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Microsoft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914900" y="4286250"/>
            <a:ext cx="685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600700" y="3619500"/>
            <a:ext cx="4000500" cy="2095500"/>
          </a:xfrm>
          <a:prstGeom prst="roundRect">
            <a:avLst>
              <a:gd name="adj" fmla="val 1454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86450" y="41910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Đếm</a:t>
            </a:r>
            <a:r>
              <a:rPr lang="en-US" sz="30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tên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dịch</a:t>
            </a:r>
            <a:r>
              <a:rPr lang="en-US" sz="30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r>
              <a:rPr lang="en-US" sz="30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Azure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01200" y="4286250"/>
            <a:ext cx="685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10287000" y="3619500"/>
            <a:ext cx="7086600" cy="2095500"/>
          </a:xfrm>
          <a:prstGeom prst="roundRect">
            <a:avLst>
              <a:gd name="adj" fmla="val 14545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0572750" y="4286250"/>
            <a:ext cx="6515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dirty="0" spc="1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Giao</a:t>
            </a:r>
            <a:r>
              <a:rPr lang="en-US" sz="39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nhau</a:t>
            </a:r>
            <a:r>
              <a:rPr lang="en-US" sz="39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ở</a:t>
            </a:r>
            <a:r>
              <a:rPr lang="en-US" sz="39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58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914400" y="66675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9532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2fd02c70-d0e7-4be8-91ad-6f6e8af06a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52400" cy="3429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906750" cy="3810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8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8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</a:t>
            </a:r>
            <a:r>
              <a:rPr lang="en-US" sz="8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81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8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ảnh,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mà</a:t>
            </a:r>
            <a:r>
              <a:rPr lang="en-US" sz="81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8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8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81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đọc.</a:t>
            </a:r>
            <a:endParaRPr lang="en-US" sz="8100" dirty="0"/>
          </a:p>
        </p:txBody>
      </p:sp>
      <p:sp>
        <p:nvSpPr>
          <p:cNvPr id="5" name="Shape 3"/>
          <p:cNvSpPr/>
          <p:nvPr/>
        </p:nvSpPr>
        <p:spPr>
          <a:xfrm>
            <a:off x="914400" y="68580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71437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 chữ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thiệu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2023.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f6f320a-6e21-412b-a466-1b0d7a7033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 2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HAI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b="1" spc="29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6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798195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80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b="1" spc="18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714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194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95400" y="638175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203</a:t>
            </a:r>
            <a:r>
              <a:rPr lang="en-US" sz="2700" b="1" dirty="0" spc="-1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b="1" dirty="0" spc="-1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700" b="1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b="1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391650" y="3143250"/>
            <a:ext cx="798195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7265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80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1800" b="1" spc="2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72650" y="4191000"/>
            <a:ext cx="714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140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9772650" y="57150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772650" y="638175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146</a:t>
            </a:r>
            <a:r>
              <a:rPr lang="en-US" sz="2700" b="1" dirty="0" spc="-9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b="1" dirty="0" spc="-1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700" b="1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2b8f820-bdc4-4dea-a3a1-b51e673dda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0005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t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58</a:t>
            </a:r>
            <a:endParaRPr lang="en-US" sz="25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20063" rIns="0" bIns="-20063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dịch</a:t>
            </a:r>
            <a:r>
              <a:rPr lang="en-US" sz="36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r>
              <a:rPr lang="en-US" sz="360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Azure</a:t>
            </a:r>
            <a:r>
              <a:rPr lang="en-US" sz="36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có</a:t>
            </a:r>
            <a:r>
              <a:rPr lang="en-US" sz="36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ở</a:t>
            </a:r>
            <a:r>
              <a:rPr lang="en-US" sz="36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</a:t>
            </a:r>
            <a:r>
              <a:rPr lang="en-US" sz="36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</a:t>
            </a:r>
            <a:r>
              <a:rPr lang="en-US" sz="360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525000" y="2476500"/>
            <a:ext cx="78486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06000" y="2762250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83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gần</a:t>
            </a:r>
            <a:r>
              <a:rPr lang="en-US" sz="4983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29%</a:t>
            </a:r>
            <a:endParaRPr lang="en-US" sz="4983" dirty="0"/>
          </a:p>
        </p:txBody>
      </p:sp>
      <p:sp>
        <p:nvSpPr>
          <p:cNvPr id="7" name="Text 5"/>
          <p:cNvSpPr/>
          <p:nvPr/>
        </p:nvSpPr>
        <p:spPr>
          <a:xfrm>
            <a:off x="9906000" y="3619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b="1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25000" y="4762500"/>
            <a:ext cx="78486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5048250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83" dirty="0" spc="-1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gần</a:t>
            </a:r>
            <a:r>
              <a:rPr lang="en-US" sz="4983" dirty="0" spc="-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40%</a:t>
            </a:r>
            <a:endParaRPr lang="en-US" sz="4983" dirty="0"/>
          </a:p>
        </p:txBody>
      </p:sp>
      <p:sp>
        <p:nvSpPr>
          <p:cNvPr id="10" name="Text 8"/>
          <p:cNvSpPr/>
          <p:nvPr/>
        </p:nvSpPr>
        <p:spPr>
          <a:xfrm>
            <a:off x="9906000" y="5905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da91d38a-f00f-48ca-b41f-12f0dff217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Azure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0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95400" y="28575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4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28575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0" y="28575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1800" b="1" spc="214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286125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6004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Kinesis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858000" y="36004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Event</a:t>
            </a:r>
            <a:r>
              <a:rPr lang="en-US" sz="25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Hubs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382500" y="36004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Pub/Sub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4524375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483870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MQ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858000" y="483870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Service</a:t>
            </a:r>
            <a:r>
              <a:rPr lang="en-US" sz="25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Bus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382500" y="483870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Pub/Sub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6191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4960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 đương.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b42f237-1a37-42b4-aa2f-3e41f92669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Đây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72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0515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476500" y="3295650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 cung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86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43865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476500" y="4629150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góc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77215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476500" y="5962650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 đương.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953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10565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476500" y="7296150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bài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c9c628c-3162-4665-9d0b-0028703aa3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Amazon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MQ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Google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Cloud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16459200" cy="12382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4330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MQ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1676400" y="4762500"/>
            <a:ext cx="15697200" cy="1238250"/>
          </a:xfrm>
          <a:prstGeom prst="roundRect">
            <a:avLst>
              <a:gd name="adj" fmla="val 20000"/>
            </a:avLst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5067300"/>
            <a:ext cx="1495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Azure</a:t>
            </a:r>
            <a:r>
              <a:rPr lang="en-US" sz="31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Service</a:t>
            </a:r>
            <a:r>
              <a:rPr lang="en-US" sz="31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Bus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2438400" y="6286500"/>
            <a:ext cx="14935200" cy="12382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9400" y="6591300"/>
            <a:ext cx="1419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</a:t>
            </a:r>
            <a:r>
              <a:rPr lang="en-US" sz="31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Pub/Sub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914400" y="8096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b="1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13c615d-abcf-46cf-bc86-90ca8be7f9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ảnh,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4667250"/>
            <a:ext cx="3733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endParaRPr lang="en-US" sz="2850" dirty="0"/>
          </a:p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295900" y="5114925"/>
            <a:ext cx="133350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6629400" y="419100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6953250" y="4667250"/>
            <a:ext cx="3733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endParaRPr lang="en-US" sz="2850" dirty="0"/>
          </a:p>
          <a:p>
            <a:pPr algn="l" indent="0" marL="0">
              <a:buNone/>
            </a:pP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1010900" y="5114925"/>
            <a:ext cx="66675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0" name="Shape 8"/>
          <p:cNvSpPr/>
          <p:nvPr/>
        </p:nvSpPr>
        <p:spPr>
          <a:xfrm>
            <a:off x="11649075" y="3429000"/>
            <a:ext cx="57150" cy="34290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77650" y="3400425"/>
            <a:ext cx="70485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11677650" y="6829425"/>
            <a:ext cx="704850" cy="571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82500" y="2476500"/>
            <a:ext cx="49911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06350" y="2952750"/>
            <a:ext cx="4343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550" dirty="0"/>
          </a:p>
          <a:p>
            <a:pPr algn="l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382500" y="5905500"/>
            <a:ext cx="49911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06350" y="6381750"/>
            <a:ext cx="4343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endParaRPr lang="en-US" sz="2550" dirty="0"/>
          </a:p>
          <a:p>
            <a:pPr algn="l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9252d0f-91fa-4757-9b09-5c975c9786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AWS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238500" y="18859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304800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GCP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238500" y="31242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715500" y="1714500"/>
            <a:ext cx="7658100" cy="3143250"/>
          </a:xfrm>
          <a:prstGeom prst="roundRect">
            <a:avLst>
              <a:gd name="adj" fmla="val 9697"/>
            </a:avLst>
          </a:prstGeom>
          <a:solidFill>
            <a:srgbClr val="1E212B"/>
          </a:solidFill>
          <a:ln w="19050">
            <a:solidFill>
              <a:srgbClr val="3A3E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96500" y="203835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096500" y="2552700"/>
            <a:ext cx="6858000" cy="2095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ByteByteGo, bài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Microsoft,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25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professionals</a:t>
            </a:r>
            <a:endParaRPr lang="en-US" sz="225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comparison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5b8788b-4908-450a-9324-729dfcc290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2026-10-19T15:46:59Z</dcterms:created>
  <dcterms:modified xsi:type="dcterms:W3CDTF">2026-10-19T15:46:59Z</dcterms:modified>
</cp:coreProperties>
</file>