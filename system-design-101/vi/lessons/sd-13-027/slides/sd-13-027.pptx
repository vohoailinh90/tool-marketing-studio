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60960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81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repo: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quyết</a:t>
            </a:r>
            <a:r>
              <a:rPr lang="en-US" sz="81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620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428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66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58500" y="1809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28575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09562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58500" y="3238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2862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524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58500" y="46672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7150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595312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58500" y="6096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143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3818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58500" y="7524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1793f9c-7dd4-4ff6-b10c-c506dec6c1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84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84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84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 là của GitHub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30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bbad58c-e379-4947-8ebe-1433656623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572000" y="2381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(YÊU</a:t>
            </a:r>
            <a:r>
              <a:rPr lang="en-US" sz="210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049000" y="238125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2100" b="1" dirty="0" spc="-7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4572000" y="285750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53000" y="342900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300" dirty="0" spc="-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1049000" y="285750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0" y="3429000"/>
            <a:ext cx="5562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5238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4572000" y="485775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3000" y="5429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Hủy</a:t>
            </a:r>
            <a:r>
              <a:rPr lang="en-US" sz="330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1049000" y="485775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0" y="523875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hủy</a:t>
            </a:r>
            <a:r>
              <a:rPr lang="en-US" sz="27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16459200" cy="1847850"/>
          </a:xfrm>
          <a:prstGeom prst="roundRect">
            <a:avLst>
              <a:gd name="adj" fmla="val 1237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28662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1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95400" y="7762875"/>
            <a:ext cx="158115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chặn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04726ae-57b9-4d5a-856c-17bc2b02e1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pipeline:</a:t>
            </a:r>
            <a:r>
              <a:rPr lang="en-US" sz="25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permissions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job;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 thêm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17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4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335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333500" y="6477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OIDC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791700" y="6477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bdeefb-5dcb-4c12-8ed5-eb71d6c50e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524375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ENVIRONMENT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38250" y="5000625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production</a:t>
            </a:r>
            <a:endParaRPr lang="en-US" sz="3600" dirty="0"/>
          </a:p>
        </p:txBody>
      </p:sp>
      <p:sp>
        <p:nvSpPr>
          <p:cNvPr id="7" name="Connector line-1792374722826-566049977"/>
          <p:cNvSpPr/>
          <p:nvPr/>
        </p:nvSpPr>
        <p:spPr>
          <a:xfrm flipV="1">
            <a:off x="6286500" y="3619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722827-471392316"/>
          <p:cNvSpPr/>
          <p:nvPr/>
        </p:nvSpPr>
        <p:spPr>
          <a:xfrm>
            <a:off x="6286500" y="5143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8096250" y="257175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77250" y="2857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477250" y="347662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8096250" y="571500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7250" y="60007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477250" y="661987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8191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buộc: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 khác.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e31c95-f4f2-4ef9-9577-9f891fe2c3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0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000" dirty="0"/>
          </a:p>
        </p:txBody>
      </p:sp>
      <p:sp>
        <p:nvSpPr>
          <p:cNvPr id="7" name="Connector line-1792374741349-908166152"/>
          <p:cNvSpPr/>
          <p:nvPr/>
        </p:nvSpPr>
        <p:spPr>
          <a:xfrm>
            <a:off x="581025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14375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Required</a:t>
            </a:r>
            <a:r>
              <a:rPr lang="en-US" sz="2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r>
              <a:rPr lang="en-US" sz="2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checks</a:t>
            </a:r>
            <a:r>
              <a:rPr lang="en-US" sz="2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2700" dirty="0"/>
          </a:p>
        </p:txBody>
      </p:sp>
      <p:sp>
        <p:nvSpPr>
          <p:cNvPr id="11" name="Connector line-1792374741356-479167866"/>
          <p:cNvSpPr/>
          <p:nvPr/>
        </p:nvSpPr>
        <p:spPr>
          <a:xfrm>
            <a:off x="1165860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26111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921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921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30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00087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1950" b="1" spc="2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4771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kiểm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 cho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d449aaa-6857-4668-85f8-b27a17d7c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2A2E3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xanh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33375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5105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29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429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96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0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 chặt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20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khi cần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87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11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chập</a:t>
            </a:r>
            <a:r>
              <a:rPr lang="en-US" sz="25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811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96166dd-bd86-4a1b-bcb5-dca1f29084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fork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bí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2479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 không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428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Fork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524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620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8" name="Connector line-1792374791618-264300940"/>
          <p:cNvSpPr/>
          <p:nvPr/>
        </p:nvSpPr>
        <p:spPr>
          <a:xfrm>
            <a:off x="3048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9" name="Connector line-1792374791618-818036544"/>
          <p:cNvSpPr/>
          <p:nvPr/>
        </p:nvSpPr>
        <p:spPr>
          <a:xfrm>
            <a:off x="9144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0" name="Connector line-1792374791618-341463419"/>
          <p:cNvSpPr/>
          <p:nvPr/>
        </p:nvSpPr>
        <p:spPr>
          <a:xfrm>
            <a:off x="15240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1" name="Connector line-1792374791619-729746966"/>
          <p:cNvSpPr/>
          <p:nvPr/>
        </p:nvSpPr>
        <p:spPr>
          <a:xfrm>
            <a:off x="3143250" y="4476750"/>
            <a:ext cx="59055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33750" y="395287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pull_request</a:t>
            </a:r>
            <a:endParaRPr lang="en-US" sz="2100" dirty="0"/>
          </a:p>
        </p:txBody>
      </p:sp>
      <p:sp>
        <p:nvSpPr>
          <p:cNvPr id="13" name="Connector line-1792374791624-243683938"/>
          <p:cNvSpPr/>
          <p:nvPr/>
        </p:nvSpPr>
        <p:spPr>
          <a:xfrm flipH="1">
            <a:off x="9239250" y="5619750"/>
            <a:ext cx="5905500" cy="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9429750" y="4857750"/>
            <a:ext cx="561975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429750" y="5762625"/>
            <a:ext cx="56197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GITHUB_TOKEN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thấp.</a:t>
            </a:r>
            <a:endParaRPr lang="en-US" sz="1800" dirty="0"/>
          </a:p>
        </p:txBody>
      </p:sp>
      <p:sp>
        <p:nvSpPr>
          <p:cNvPr id="16" name="Connector line-1792374791630-105830964"/>
          <p:cNvSpPr/>
          <p:nvPr/>
        </p:nvSpPr>
        <p:spPr>
          <a:xfrm>
            <a:off x="3143250" y="7239000"/>
            <a:ext cx="5905500" cy="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3333750" y="671512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pull_request_target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333750" y="7381875"/>
            <a:ext cx="55245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29750" y="7000875"/>
            <a:ext cx="56197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3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9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PR.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aa56285c-decb-4f1a-a3e1-2815e79b0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336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628900"/>
            <a:ext cx="666750" cy="66675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190750" y="24955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Hủy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 chỉ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190750" y="29908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7242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0195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2190750" y="38862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permissions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190750" y="43815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1149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541020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190750" y="52768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OIDC:</a:t>
            </a:r>
            <a:r>
              <a:rPr lang="en-US" sz="25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190750" y="57721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65055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6800850"/>
            <a:ext cx="666750" cy="66675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2190750" y="66675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190750" y="71628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Free,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Team: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8962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0150" y="8191500"/>
            <a:ext cx="666750" cy="66675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2190750" y="80581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2190750" y="85534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b04d058-4666-40df-89d3-97937434e8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762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314325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Integration: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hợp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714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0150" y="4095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3143250" y="4133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Delivery: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429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3143250" y="5467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Request:</a:t>
            </a: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381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762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OIDC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3143250" y="6800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OpenID Connect: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715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8096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OpenID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143250" y="8134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IDentity: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1277600" y="2381250"/>
            <a:ext cx="6096000" cy="657225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620500" y="2667000"/>
            <a:ext cx="542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74867041-629220868"/>
          <p:cNvSpPr/>
          <p:nvPr/>
        </p:nvSpPr>
        <p:spPr>
          <a:xfrm>
            <a:off x="11620500" y="3190875"/>
            <a:ext cx="5429250" cy="5524500"/>
          </a:xfrm>
          <a:prstGeom prst="rect">
            <a:avLst/>
          </a:prstGeom>
          <a:noFill/>
          <a:ln/>
        </p:spPr>
        <p:txBody>
          <a:bodyPr wrap="square" lIns="0" tIns="1143" rIns="0" bIns="-1143" rtlCol="0" anchor="t"/>
          <a:lstStyle/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syntax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 bảo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protected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branches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Fowler: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DeploymentPipeline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2ba6f93-3450-4912-bb64-04ce55ec6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2026-10-19T02:54:20Z</dcterms:created>
  <dcterms:modified xsi:type="dcterms:W3CDTF">2026-10-19T02:54:20Z</dcterms:modified>
</cp:coreProperties>
</file>