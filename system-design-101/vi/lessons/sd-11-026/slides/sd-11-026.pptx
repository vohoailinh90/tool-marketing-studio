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8288000" cy="10287000"/>
  <p:notesSz cx="10287000" cy="18288000"/>
  <p:embeddedFontLst>
    <p:embeddedFont>
      <p:font typeface="Be Vietnam Pro"/>
      <p:regular r:id="rId18"/>
      <p:bold r:id="rId16"/>
    </p:embeddedFont>
    <p:embeddedFont>
      <p:font typeface="Bricolage Grotesque ExtraBold"/>
      <p:regular r:id="rId17"/>
    </p:embeddedFont>
    <p:embeddedFont>
      <p:font typeface="Bricolage Grotesque"/>
      <p:bold r:id="rId19"/>
    </p:embeddedFont>
    <p:embeddedFont>
      <p:font typeface="Be Vietnam Pro ExtraBold"/>
      <p:regular r:id="rId20"/>
    </p:embeddedFont>
    <p:embeddedFont>
      <p:font typeface="Be Vietnam Pro SemiBold"/>
      <p:regular r:id="rId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Relationship Id="rId19" Type="http://schemas.openxmlformats.org/officeDocument/2006/relationships/font" Target="fonts/font4.fntdata"/><Relationship Id="rId20" Type="http://schemas.openxmlformats.org/officeDocument/2006/relationships/font" Target="fonts/font5.fntdata"/><Relationship Id="rId21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9525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29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26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619250"/>
            <a:ext cx="10096500" cy="4572000"/>
          </a:xfrm>
          <a:prstGeom prst="rect">
            <a:avLst/>
          </a:prstGeom>
          <a:noFill/>
          <a:ln/>
        </p:spPr>
        <p:txBody>
          <a:bodyPr wrap="square" lIns="0" tIns="57150" rIns="0" bIns="-57150" rtlCol="0" anchor="t"/>
          <a:lstStyle/>
          <a:p>
            <a:pPr algn="l" indent="0" marL="0">
              <a:lnSpc>
                <a:spcPts val="8100"/>
              </a:lnSpc>
              <a:buNone/>
            </a:pPr>
            <a:r>
              <a:rPr lang="en-US" sz="7500" dirty="0" spc="-4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Event</a:t>
            </a:r>
            <a:r>
              <a:rPr lang="en-US" sz="75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sourcing:</a:t>
            </a:r>
            <a:r>
              <a:rPr lang="en-US" sz="75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lưu</a:t>
            </a:r>
            <a:r>
              <a:rPr lang="en-US" sz="75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sự</a:t>
            </a:r>
            <a:r>
              <a:rPr lang="en-US" sz="75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kiện</a:t>
            </a:r>
            <a:r>
              <a:rPr lang="en-US" sz="75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thay</a:t>
            </a:r>
            <a:r>
              <a:rPr lang="en-US" sz="7500" dirty="0" spc="-3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vì</a:t>
            </a:r>
            <a:r>
              <a:rPr lang="en-US" sz="7500" dirty="0" spc="-2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trạng</a:t>
            </a:r>
            <a:r>
              <a:rPr lang="en-US" sz="75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thái</a:t>
            </a:r>
            <a:endParaRPr lang="en-US" sz="7500" dirty="0"/>
          </a:p>
        </p:txBody>
      </p:sp>
      <p:sp>
        <p:nvSpPr>
          <p:cNvPr id="4" name="Text 2"/>
          <p:cNvSpPr/>
          <p:nvPr/>
        </p:nvSpPr>
        <p:spPr>
          <a:xfrm>
            <a:off x="914400" y="6858000"/>
            <a:ext cx="9525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Giỏ</a:t>
            </a: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3000" dirty="0" spc="-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bây</a:t>
            </a:r>
            <a:r>
              <a:rPr lang="en-US" sz="3000" dirty="0" spc="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giờ</a:t>
            </a:r>
            <a:r>
              <a:rPr lang="en-US" sz="30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gì?</a:t>
            </a:r>
            <a:r>
              <a:rPr lang="en-US" sz="3000" dirty="0" spc="-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lại.</a:t>
            </a:r>
            <a:endParaRPr lang="en-US" sz="3000" dirty="0"/>
          </a:p>
        </p:txBody>
      </p:sp>
      <p:sp>
        <p:nvSpPr>
          <p:cNvPr id="5" name="Connector line-1792421751850-814559301"/>
          <p:cNvSpPr/>
          <p:nvPr/>
        </p:nvSpPr>
        <p:spPr>
          <a:xfrm>
            <a:off x="914400" y="7715250"/>
            <a:ext cx="9525000" cy="0"/>
          </a:xfrm>
          <a:prstGeom prst="line">
            <a:avLst/>
          </a:prstGeom>
          <a:noFill/>
          <a:ln w="19050">
            <a:solidFill>
              <a:srgbClr val="2A2E3B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14400" y="7962900"/>
            <a:ext cx="952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Kho</a:t>
            </a:r>
            <a:r>
              <a:rPr lang="en-US" sz="21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 kiện</a:t>
            </a:r>
            <a:r>
              <a:rPr lang="en-US" sz="21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1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210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650" dirty="0" spc="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đám</a:t>
            </a:r>
            <a:r>
              <a:rPr lang="en-US" sz="165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mây</a:t>
            </a:r>
            <a:r>
              <a:rPr lang="en-US" sz="165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tán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0991850" y="4419600"/>
            <a:ext cx="1447800" cy="1447800"/>
          </a:xfrm>
          <a:prstGeom prst="ellipse">
            <a:avLst/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0" kern="0">
                <a:solidFill>
                  <a:srgbClr val="14161C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Sự</a:t>
            </a:r>
            <a:r>
              <a:rPr lang="en-US" sz="2100" b="1" dirty="0" spc="-1" kern="0">
                <a:solidFill>
                  <a:srgbClr val="14161C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kiện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3335000" y="3429000"/>
            <a:ext cx="4000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7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Dòng</a:t>
            </a:r>
            <a:r>
              <a:rPr lang="en-US" sz="2100" b="1" dirty="0" spc="0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2100" b="1" dirty="0" spc="-4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3335000" y="4781550"/>
            <a:ext cx="4000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0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</a:t>
            </a:r>
            <a:r>
              <a:rPr lang="en-US" sz="2100" b="1" dirty="0" spc="-6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nghe</a:t>
            </a:r>
            <a:r>
              <a:rPr lang="en-US" sz="2100" b="1" dirty="0" spc="0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2100" b="1" dirty="0" spc="-5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3335000" y="6134100"/>
            <a:ext cx="4000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</a:t>
            </a:r>
            <a:r>
              <a:rPr lang="en-US" sz="2100" b="1" dirty="0" spc="-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100" b="1" dirty="0" spc="-3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endParaRPr lang="en-US" sz="2100" dirty="0"/>
          </a:p>
        </p:txBody>
      </p:sp>
      <p:sp>
        <p:nvSpPr>
          <p:cNvPr id="12" name="Connector line-1792421751875-221197776"/>
          <p:cNvSpPr/>
          <p:nvPr/>
        </p:nvSpPr>
        <p:spPr>
          <a:xfrm flipV="1">
            <a:off x="12439650" y="3790950"/>
            <a:ext cx="895350" cy="1352550"/>
          </a:xfrm>
          <a:prstGeom prst="curvedConnector3">
            <a:avLst/>
          </a:prstGeom>
          <a:noFill/>
          <a:ln w="47625">
            <a:solidFill>
              <a:srgbClr val="3DD6A0"/>
            </a:solidFill>
            <a:prstDash val="solid"/>
            <a:headEnd type="none"/>
            <a:tailEnd type="none"/>
          </a:ln>
        </p:spPr>
      </p:sp>
      <p:sp>
        <p:nvSpPr>
          <p:cNvPr id="13" name="Connector line-1792421751875-370167894"/>
          <p:cNvSpPr/>
          <p:nvPr/>
        </p:nvSpPr>
        <p:spPr>
          <a:xfrm>
            <a:off x="12439650" y="5143500"/>
            <a:ext cx="895350" cy="95"/>
          </a:xfrm>
          <a:custGeom>
            <a:avLst/>
            <a:gdLst/>
            <a:ahLst/>
            <a:cxnLst/>
            <a:rect l="l" t="t" r="r" b="b"/>
            <a:pathLst>
              <a:path w="895350" h="95">
                <a:moveTo>
                  <a:pt x="0" y="0"/>
                </a:moveTo>
                <a:lnTo>
                  <a:pt x="447675" y="0"/>
                </a:lnTo>
                <a:lnTo>
                  <a:pt x="447675" y="0"/>
                </a:lnTo>
                <a:lnTo>
                  <a:pt x="895350" y="0"/>
                </a:lnTo>
              </a:path>
            </a:pathLst>
          </a:custGeom>
          <a:ln w="47625">
            <a:solidFill>
              <a:srgbClr val="FF6A4D"/>
            </a:solidFill>
            <a:prstDash val="solid"/>
            <a:headEnd type="none"/>
            <a:tailEnd type="none"/>
          </a:ln>
        </p:spPr>
      </p:sp>
      <p:sp>
        <p:nvSpPr>
          <p:cNvPr id="14" name="Connector line-1792421751876-622059342"/>
          <p:cNvSpPr/>
          <p:nvPr/>
        </p:nvSpPr>
        <p:spPr>
          <a:xfrm>
            <a:off x="12439650" y="5143500"/>
            <a:ext cx="895350" cy="1352550"/>
          </a:xfrm>
          <a:prstGeom prst="curvedConnector3">
            <a:avLst/>
          </a:prstGeom>
          <a:noFill/>
          <a:ln w="47625">
            <a:solidFill>
              <a:srgbClr val="7C93FF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6" name="Moda image moda-export-watermark-baa6c58f-ad4b-4089-9c7b-d155564ca67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BỐI</a:t>
            </a:r>
            <a:r>
              <a:rPr lang="en-US" sz="1800" b="1" spc="28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CẢNH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914400" y="2190750"/>
            <a:ext cx="133350" cy="28575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4" name="Text 2"/>
          <p:cNvSpPr/>
          <p:nvPr/>
        </p:nvSpPr>
        <p:spPr>
          <a:xfrm>
            <a:off x="1428750" y="2190750"/>
            <a:ext cx="15716250" cy="2857500"/>
          </a:xfrm>
          <a:prstGeom prst="rect">
            <a:avLst/>
          </a:prstGeom>
          <a:noFill/>
          <a:ln/>
        </p:spPr>
        <p:txBody>
          <a:bodyPr wrap="square" lIns="0" tIns="21907" rIns="0" bIns="-21907" rtlCol="0" anchor="t"/>
          <a:lstStyle/>
          <a:p>
            <a:pPr algn="l" indent="0" marL="0">
              <a:lnSpc>
                <a:spcPts val="7935"/>
              </a:lnSpc>
              <a:buNone/>
            </a:pP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Không ghi</a:t>
            </a:r>
            <a:r>
              <a:rPr lang="en-US" sz="6900" dirty="0" spc="1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đè</a:t>
            </a:r>
            <a:r>
              <a:rPr lang="en-US" sz="6900" dirty="0" spc="-1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trạng</a:t>
            </a: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thái,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mà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ghi</a:t>
            </a:r>
            <a:r>
              <a:rPr lang="en-US" sz="6900" dirty="0" spc="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từng</a:t>
            </a:r>
            <a:r>
              <a:rPr lang="en-US" sz="6900" dirty="0" spc="2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điều</a:t>
            </a:r>
            <a:r>
              <a:rPr lang="en-US" sz="6900" dirty="0" spc="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đã</a:t>
            </a:r>
            <a:r>
              <a:rPr lang="en-US" sz="6900" dirty="0" spc="-3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xảy</a:t>
            </a:r>
            <a:r>
              <a:rPr lang="en-US" sz="6900" dirty="0" spc="-3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ra.</a:t>
            </a:r>
            <a:endParaRPr lang="en-US" sz="6900" dirty="0"/>
          </a:p>
        </p:txBody>
      </p:sp>
      <p:sp>
        <p:nvSpPr>
          <p:cNvPr id="5" name="Text 3"/>
          <p:cNvSpPr/>
          <p:nvPr/>
        </p:nvSpPr>
        <p:spPr>
          <a:xfrm>
            <a:off x="1428750" y="5905500"/>
            <a:ext cx="157162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b="1" dirty="0" spc="-5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Trạng</a:t>
            </a:r>
            <a:r>
              <a:rPr lang="en-US" sz="3450" b="1" dirty="0" spc="-3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thái</a:t>
            </a:r>
            <a:r>
              <a:rPr lang="en-US" sz="3450" b="1" dirty="0" spc="-5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</a:t>
            </a:r>
            <a:r>
              <a:rPr lang="en-US" sz="3450" b="1" dirty="0" spc="-4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3450" b="1" dirty="0" spc="-3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3450" b="1" dirty="0" spc="-42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3450" b="1" dirty="0" spc="4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3450" b="1" dirty="0" spc="-13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3450" b="1" dirty="0" spc="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lại.</a:t>
            </a:r>
            <a:endParaRPr lang="en-US" sz="3450" dirty="0"/>
          </a:p>
        </p:txBody>
      </p:sp>
      <p:sp>
        <p:nvSpPr>
          <p:cNvPr id="6" name="Shape 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192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26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02/09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7" name="Moda image moda-export-watermark-28e1ada6-a9e0-4811-9fdc-48dac2ab2c9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DÒNG</a:t>
            </a:r>
            <a:r>
              <a:rPr lang="en-US" sz="1800" b="1" spc="30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180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52400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40005" rIns="0" bIns="-40005" rtlCol="0" anchor="t"/>
          <a:lstStyle/>
          <a:p>
            <a:pPr algn="l" indent="0" marL="0">
              <a:lnSpc>
                <a:spcPts val="6930"/>
              </a:lnSpc>
              <a:buNone/>
            </a:pPr>
            <a:r>
              <a:rPr lang="en-US" sz="63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Mỗi</a:t>
            </a:r>
            <a:r>
              <a:rPr lang="en-US" sz="6300" dirty="0" spc="-4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thực</a:t>
            </a:r>
            <a:r>
              <a:rPr lang="en-US" sz="63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thể</a:t>
            </a:r>
            <a:r>
              <a:rPr lang="en-US" sz="6300" dirty="0" spc="-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3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dòng riêng.</a:t>
            </a:r>
            <a:endParaRPr lang="en-US" sz="6300" dirty="0"/>
          </a:p>
        </p:txBody>
      </p:sp>
      <p:sp>
        <p:nvSpPr>
          <p:cNvPr id="4" name="Shape 2"/>
          <p:cNvSpPr/>
          <p:nvPr/>
        </p:nvSpPr>
        <p:spPr>
          <a:xfrm>
            <a:off x="914400" y="3143250"/>
            <a:ext cx="8001000" cy="5334000"/>
          </a:xfrm>
          <a:prstGeom prst="roundRect">
            <a:avLst>
              <a:gd name="adj" fmla="val 5000"/>
            </a:avLst>
          </a:prstGeom>
          <a:solidFill>
            <a:srgbClr val="F8D9D0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3143250"/>
            <a:ext cx="8001000" cy="13335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6" name="Text 4"/>
          <p:cNvSpPr/>
          <p:nvPr/>
        </p:nvSpPr>
        <p:spPr>
          <a:xfrm>
            <a:off x="1333500" y="3543300"/>
            <a:ext cx="7239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13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CRUD</a:t>
            </a:r>
            <a:r>
              <a:rPr lang="en-US" sz="2850" dirty="0" spc="-1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ghi</a:t>
            </a:r>
            <a:r>
              <a:rPr lang="en-US" sz="2850" dirty="0" spc="3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đè</a:t>
            </a:r>
            <a:endParaRPr lang="en-US" sz="2850" dirty="0"/>
          </a:p>
        </p:txBody>
      </p:sp>
      <p:sp>
        <p:nvSpPr>
          <p:cNvPr id="7" name="Text richtext-1792421756030-355329105"/>
          <p:cNvSpPr/>
          <p:nvPr/>
        </p:nvSpPr>
        <p:spPr>
          <a:xfrm>
            <a:off x="1333500" y="4381500"/>
            <a:ext cx="7239000" cy="381000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t"/>
          <a:lstStyle/>
          <a:p>
            <a:pPr algn="l" marL="361950" indent="-258592">
              <a:lnSpc>
                <a:spcPts val="3705"/>
              </a:lnSpc>
              <a:spcAft>
                <a:spcPts val="1650"/>
              </a:spcAft>
              <a:buSzPct val="100000"/>
              <a:buFont typeface="Arial"/>
              <a:buChar char="•"/>
            </a:pP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 giá</a:t>
            </a:r>
            <a:r>
              <a:rPr lang="en-US" sz="2850" dirty="0" spc="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28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nhất.</a:t>
            </a:r>
            <a:endParaRPr lang="en-US" sz="2850" dirty="0"/>
          </a:p>
          <a:p>
            <a:pPr algn="l" marL="361950" indent="-258592">
              <a:lnSpc>
                <a:spcPts val="3705"/>
              </a:lnSpc>
              <a:buSzPct val="100000"/>
              <a:buFont typeface="Arial"/>
              <a:buChar char="•"/>
            </a:pPr>
            <a:r>
              <a:rPr lang="en-US" sz="28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Mất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lịch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nếu</a:t>
            </a: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8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riêng.</a:t>
            </a:r>
            <a:endParaRPr lang="en-US" sz="2850" dirty="0"/>
          </a:p>
        </p:txBody>
      </p:sp>
      <p:sp>
        <p:nvSpPr>
          <p:cNvPr id="8" name="Shape 6"/>
          <p:cNvSpPr/>
          <p:nvPr/>
        </p:nvSpPr>
        <p:spPr>
          <a:xfrm>
            <a:off x="9372600" y="3143250"/>
            <a:ext cx="8001000" cy="5334000"/>
          </a:xfrm>
          <a:prstGeom prst="roundRect">
            <a:avLst>
              <a:gd name="adj" fmla="val 5000"/>
            </a:avLst>
          </a:prstGeom>
          <a:solidFill>
            <a:srgbClr val="CFE8E2"/>
          </a:solidFill>
          <a:ln/>
        </p:spPr>
      </p:sp>
      <p:sp>
        <p:nvSpPr>
          <p:cNvPr id="9" name="Shape 7"/>
          <p:cNvSpPr/>
          <p:nvPr/>
        </p:nvSpPr>
        <p:spPr>
          <a:xfrm>
            <a:off x="9372600" y="3143250"/>
            <a:ext cx="8001000" cy="1333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10" name="Text 8"/>
          <p:cNvSpPr/>
          <p:nvPr/>
        </p:nvSpPr>
        <p:spPr>
          <a:xfrm>
            <a:off x="9791700" y="3543300"/>
            <a:ext cx="7239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23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Event</a:t>
            </a:r>
            <a:r>
              <a:rPr lang="en-US" sz="2850" dirty="0" spc="-8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sourcing</a:t>
            </a:r>
            <a:endParaRPr lang="en-US" sz="2850" dirty="0"/>
          </a:p>
        </p:txBody>
      </p:sp>
      <p:sp>
        <p:nvSpPr>
          <p:cNvPr id="11" name="Text richtext-1792421756050-68703033"/>
          <p:cNvSpPr/>
          <p:nvPr/>
        </p:nvSpPr>
        <p:spPr>
          <a:xfrm>
            <a:off x="9791700" y="4381500"/>
            <a:ext cx="7239000" cy="381000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t"/>
          <a:lstStyle/>
          <a:p>
            <a:pPr algn="l" marL="361950" indent="-258592">
              <a:lnSpc>
                <a:spcPts val="3705"/>
              </a:lnSpc>
              <a:spcAft>
                <a:spcPts val="1650"/>
              </a:spcAft>
              <a:buSzPct val="100000"/>
              <a:buFont typeface="Arial"/>
              <a:buChar char="•"/>
            </a:pP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Dòng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 kiện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tự.</a:t>
            </a:r>
            <a:endParaRPr lang="en-US" sz="2850" dirty="0"/>
          </a:p>
          <a:p>
            <a:pPr algn="l" marL="361950" indent="-258592">
              <a:lnSpc>
                <a:spcPts val="3705"/>
              </a:lnSpc>
              <a:spcAft>
                <a:spcPts val="1650"/>
              </a:spcAft>
              <a:buSzPct val="100000"/>
              <a:buFont typeface="Arial"/>
              <a:buChar char="•"/>
            </a:pP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r>
              <a:rPr lang="en-US" sz="28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cuối,</a:t>
            </a: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sửa.</a:t>
            </a:r>
            <a:endParaRPr lang="en-US" sz="2850" dirty="0"/>
          </a:p>
          <a:p>
            <a:pPr algn="l" marL="361950" indent="-258592">
              <a:lnSpc>
                <a:spcPts val="3705"/>
              </a:lnSpc>
              <a:buSzPct val="100000"/>
              <a:buFont typeface="Arial"/>
              <a:buChar char="•"/>
            </a:pP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Muốn</a:t>
            </a:r>
            <a:r>
              <a:rPr lang="en-US" sz="28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285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trạng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thái:</a:t>
            </a:r>
            <a:r>
              <a:rPr lang="en-US" sz="28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lại.</a:t>
            </a:r>
            <a:endParaRPr lang="en-US" sz="2850" dirty="0"/>
          </a:p>
        </p:txBody>
      </p:sp>
      <p:sp>
        <p:nvSpPr>
          <p:cNvPr id="12" name="Shape 1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430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26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03/09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89584b01-7f04-4ce5-8a89-00dcde8f0a5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NGHE</a:t>
            </a:r>
            <a:r>
              <a:rPr lang="en-US" sz="1800" b="1" spc="30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52400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40005" rIns="0" bIns="-40005" rtlCol="0" anchor="t"/>
          <a:lstStyle/>
          <a:p>
            <a:pPr algn="l" indent="0" marL="0">
              <a:lnSpc>
                <a:spcPts val="6930"/>
              </a:lnSpc>
              <a:buNone/>
            </a:pPr>
            <a:r>
              <a:rPr lang="en-US" sz="63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Ghi</a:t>
            </a:r>
            <a:r>
              <a:rPr lang="en-US" sz="630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3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lần,</a:t>
            </a:r>
            <a:r>
              <a:rPr lang="en-US" sz="63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nhiều</a:t>
            </a:r>
            <a:r>
              <a:rPr lang="en-US" sz="63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bên</a:t>
            </a:r>
            <a:r>
              <a:rPr lang="en-US" sz="63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nghe.</a:t>
            </a:r>
            <a:endParaRPr lang="en-US" sz="6300" dirty="0"/>
          </a:p>
        </p:txBody>
      </p:sp>
      <p:sp>
        <p:nvSpPr>
          <p:cNvPr id="4" name="Text 2"/>
          <p:cNvSpPr/>
          <p:nvPr/>
        </p:nvSpPr>
        <p:spPr>
          <a:xfrm>
            <a:off x="914400" y="3619500"/>
            <a:ext cx="4572000" cy="1619250"/>
          </a:xfrm>
          <a:prstGeom prst="roundRect">
            <a:avLst>
              <a:gd name="adj" fmla="val 14118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Giỏ</a:t>
            </a:r>
            <a:r>
              <a:rPr lang="en-US" sz="28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28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8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28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6858000" y="3619500"/>
            <a:ext cx="4572000" cy="1619250"/>
          </a:xfrm>
          <a:prstGeom prst="roundRect">
            <a:avLst>
              <a:gd name="adj" fmla="val 14118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Kho</a:t>
            </a:r>
            <a:r>
              <a:rPr lang="en-US" sz="28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28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r>
              <a:rPr lang="en-US" sz="285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2850" b="1" dirty="0" spc="3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12801600" y="3619500"/>
            <a:ext cx="4572000" cy="1619250"/>
          </a:xfrm>
          <a:prstGeom prst="roundRect">
            <a:avLst>
              <a:gd name="adj" fmla="val 14118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Thanh</a:t>
            </a:r>
            <a:r>
              <a:rPr lang="en-US" sz="25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toán,</a:t>
            </a:r>
            <a:r>
              <a:rPr lang="en-US" sz="25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chống</a:t>
            </a:r>
            <a:r>
              <a:rPr lang="en-US" sz="25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lận</a:t>
            </a:r>
            <a:r>
              <a:rPr lang="en-US" sz="25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nghe</a:t>
            </a:r>
            <a:endParaRPr lang="en-US" sz="2550" dirty="0"/>
          </a:p>
        </p:txBody>
      </p:sp>
      <p:sp>
        <p:nvSpPr>
          <p:cNvPr id="7" name="Connector line-1792421757124-67873174"/>
          <p:cNvSpPr/>
          <p:nvPr/>
        </p:nvSpPr>
        <p:spPr>
          <a:xfrm>
            <a:off x="5486400" y="4429125"/>
            <a:ext cx="1371600" cy="0"/>
          </a:xfrm>
          <a:prstGeom prst="line">
            <a:avLst/>
          </a:prstGeom>
          <a:noFill/>
          <a:ln w="47625">
            <a:solidFill>
              <a:srgbClr val="FF6A4D"/>
            </a:solidFill>
            <a:prstDash val="solid"/>
            <a:headEnd type="none"/>
            <a:tailEnd type="triangle"/>
          </a:ln>
        </p:spPr>
      </p:sp>
      <p:sp>
        <p:nvSpPr>
          <p:cNvPr id="8" name="Connector line-1792421757124-42056874"/>
          <p:cNvSpPr/>
          <p:nvPr/>
        </p:nvSpPr>
        <p:spPr>
          <a:xfrm>
            <a:off x="11430000" y="4429125"/>
            <a:ext cx="1371600" cy="0"/>
          </a:xfrm>
          <a:prstGeom prst="line">
            <a:avLst/>
          </a:prstGeom>
          <a:noFill/>
          <a:ln w="47625">
            <a:solidFill>
              <a:srgbClr val="FF6A4D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914400" y="6477000"/>
            <a:ext cx="16459200" cy="1143000"/>
          </a:xfrm>
          <a:prstGeom prst="roundRect">
            <a:avLst>
              <a:gd name="adj" fmla="val 20000"/>
            </a:avLst>
          </a:prstGeom>
          <a:solidFill>
            <a:srgbClr val="2A2E3B"/>
          </a:solidFill>
          <a:ln/>
        </p:spPr>
      </p:sp>
      <p:sp>
        <p:nvSpPr>
          <p:cNvPr id="10" name="Text 8"/>
          <p:cNvSpPr/>
          <p:nvPr/>
        </p:nvSpPr>
        <p:spPr>
          <a:xfrm>
            <a:off x="1333500" y="6477000"/>
            <a:ext cx="15621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-6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Mỗi bên</a:t>
            </a:r>
            <a:r>
              <a:rPr lang="en-US" sz="2850" dirty="0" spc="3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tự</a:t>
            </a:r>
            <a:r>
              <a:rPr lang="en-US" sz="2850" dirty="0" spc="-18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quyết</a:t>
            </a:r>
            <a:r>
              <a:rPr lang="en-US" sz="2850" dirty="0" spc="-4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mô</a:t>
            </a:r>
            <a:r>
              <a:rPr lang="en-US" sz="2850" dirty="0" spc="-1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hình</a:t>
            </a:r>
            <a:r>
              <a:rPr lang="en-US" sz="2850" dirty="0" spc="3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dữ liệu</a:t>
            </a:r>
            <a:r>
              <a:rPr lang="en-US" sz="2850" dirty="0" spc="2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của</a:t>
            </a:r>
            <a:r>
              <a:rPr lang="en-US" sz="2850" dirty="0" spc="-1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mình.</a:t>
            </a:r>
            <a:endParaRPr lang="en-US" sz="2850" dirty="0"/>
          </a:p>
        </p:txBody>
      </p:sp>
      <p:sp>
        <p:nvSpPr>
          <p:cNvPr id="11" name="Shape 9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8669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26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04/09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2" name="Moda image moda-export-watermark-da74aebd-d933-4edc-82e4-de09f095a6d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</a:t>
            </a:r>
            <a:r>
              <a:rPr lang="en-US" sz="1800" b="1" spc="276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180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1800" b="1" spc="3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</a:t>
            </a:r>
            <a:r>
              <a:rPr lang="en-US" sz="1800" b="1" spc="29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GẶP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52400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40005" rIns="0" bIns="-40005" rtlCol="0" anchor="t"/>
          <a:lstStyle/>
          <a:p>
            <a:pPr algn="l" indent="0" marL="0">
              <a:lnSpc>
                <a:spcPts val="6930"/>
              </a:lnSpc>
              <a:buNone/>
            </a:pPr>
            <a:r>
              <a:rPr lang="en-US" sz="6300" dirty="0" spc="-4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63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báo</a:t>
            </a:r>
            <a:r>
              <a:rPr lang="en-US" sz="63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chí</a:t>
            </a:r>
            <a:r>
              <a:rPr lang="en-US" sz="6300" dirty="0" spc="-5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tới</a:t>
            </a:r>
            <a:r>
              <a:rPr lang="en-US" sz="63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dịch</a:t>
            </a:r>
            <a:r>
              <a:rPr lang="en-US" sz="63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vụ.</a:t>
            </a:r>
            <a:endParaRPr lang="en-US" sz="6300" dirty="0"/>
          </a:p>
        </p:txBody>
      </p:sp>
      <p:sp>
        <p:nvSpPr>
          <p:cNvPr id="4" name="Shape 2"/>
          <p:cNvSpPr/>
          <p:nvPr/>
        </p:nvSpPr>
        <p:spPr>
          <a:xfrm>
            <a:off x="914400" y="3238500"/>
            <a:ext cx="5143500" cy="4572000"/>
          </a:xfrm>
          <a:prstGeom prst="roundRect">
            <a:avLst>
              <a:gd name="adj" fmla="val 5833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38250" y="3581400"/>
            <a:ext cx="4476750" cy="400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40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Trang</a:t>
            </a:r>
            <a:r>
              <a:rPr lang="en-US" sz="2700" b="1" dirty="0" spc="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endParaRPr lang="en-US" sz="2700" dirty="0"/>
          </a:p>
          <a:p>
            <a:pPr algn="l" indent="0" marL="0">
              <a:buNone/>
            </a:pPr>
            <a:r>
              <a:rPr lang="en-US" sz="27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Lưu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</a:t>
            </a:r>
            <a:r>
              <a:rPr lang="en-US" sz="27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viết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7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kiện,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suy</a:t>
            </a:r>
            <a:r>
              <a:rPr lang="en-US" sz="2700" dirty="0" spc="-4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 mục tìm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kiếm.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572250" y="3238500"/>
            <a:ext cx="5143500" cy="4572000"/>
          </a:xfrm>
          <a:prstGeom prst="roundRect">
            <a:avLst>
              <a:gd name="adj" fmla="val 5833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96100" y="3581400"/>
            <a:ext cx="4476750" cy="400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2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</a:t>
            </a:r>
            <a:r>
              <a:rPr lang="en-US" sz="2700" b="1" dirty="0" spc="-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thập</a:t>
            </a:r>
            <a:r>
              <a:rPr lang="en-US" sz="2700" b="1" dirty="0" spc="-1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700" b="1" dirty="0" spc="4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endParaRPr lang="en-US" sz="2700" dirty="0"/>
          </a:p>
          <a:p>
            <a:pPr algn="l" indent="0" marL="0">
              <a:buNone/>
            </a:pP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Đổi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7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bảng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 kiện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7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khác.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12230100" y="3238500"/>
            <a:ext cx="5143500" cy="4572000"/>
          </a:xfrm>
          <a:prstGeom prst="roundRect">
            <a:avLst>
              <a:gd name="adj" fmla="val 5833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553950" y="3581400"/>
            <a:ext cx="4476750" cy="400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13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Giữa</a:t>
            </a:r>
            <a:r>
              <a:rPr lang="en-US" sz="2700" b="1" dirty="0" spc="-2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700" b="1" dirty="0" spc="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700" b="1" dirty="0" spc="0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endParaRPr lang="en-US" sz="2700" dirty="0"/>
          </a:p>
          <a:p>
            <a:pPr algn="l" indent="0" marL="0">
              <a:buNone/>
            </a:pP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Giỏ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27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 kiện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 thanh</a:t>
            </a:r>
            <a:r>
              <a:rPr lang="en-US" sz="27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toán,</a:t>
            </a:r>
            <a:r>
              <a:rPr lang="en-US" sz="2700" dirty="0" spc="4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27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thư.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1907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26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05/09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1" name="Moda image moda-export-watermark-cb9b806d-e201-44fd-8cdb-226dd9bd10b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THỬ:</a:t>
            </a:r>
            <a:r>
              <a:rPr lang="en-US" sz="1800" b="1" spc="28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CÁI</a:t>
            </a:r>
            <a:r>
              <a:rPr lang="en-US" sz="1800" b="1" spc="29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1800" b="1" spc="29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800" b="1" spc="29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1800" b="1" spc="26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1800" b="1" spc="29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52400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40005" rIns="0" bIns="-40005" rtlCol="0" anchor="t"/>
          <a:lstStyle/>
          <a:p>
            <a:pPr algn="l" indent="0" marL="0">
              <a:lnSpc>
                <a:spcPts val="6930"/>
              </a:lnSpc>
              <a:buNone/>
            </a:pPr>
            <a:r>
              <a:rPr lang="en-US" sz="63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100500</a:t>
            </a:r>
            <a:r>
              <a:rPr lang="en-US" sz="63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sự kiện</a:t>
            </a:r>
            <a:r>
              <a:rPr lang="en-US" sz="63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r>
              <a:rPr lang="en-US" sz="6300" dirty="0" spc="-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300" dirty="0" spc="-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giỏ.</a:t>
            </a:r>
            <a:endParaRPr lang="en-US" sz="6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3143250"/>
          <a:ext cx="13716000" cy="914400"/>
        </p:xfrm>
        <a:graphic>
          <a:graphicData uri="http://schemas.openxmlformats.org/drawingml/2006/table">
            <a:tbl>
              <a:tblPr/>
              <a:tblGrid>
                <a:gridCol w="8229600"/>
                <a:gridCol w="8229600"/>
              </a:tblGrid>
              <a:tr h="11430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b="1" dirty="0" spc="-6" kern="0">
                          <a:solidFill>
                            <a:srgbClr val="FFFFF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Phép</a:t>
                      </a:r>
                      <a:r>
                        <a:rPr lang="en-US" sz="2700" b="1" dirty="0" spc="-1" kern="0">
                          <a:solidFill>
                            <a:srgbClr val="FFFFF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thử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b="1" dirty="0" spc="-50" kern="0">
                          <a:solidFill>
                            <a:srgbClr val="FFFFF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Kết</a:t>
                      </a:r>
                      <a:r>
                        <a:rPr lang="en-US" sz="2700" b="1" dirty="0" spc="1" kern="0">
                          <a:solidFill>
                            <a:srgbClr val="FFFFF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quả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b="1" dirty="0" spc="33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Dựng</a:t>
                      </a:r>
                      <a:r>
                        <a:rPr lang="en-US" sz="2700" b="1" dirty="0" spc="-4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từ</a:t>
                      </a:r>
                      <a:r>
                        <a:rPr lang="en-US" sz="2700" b="1" dirty="0" spc="8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đầu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dirty="0" spc="-1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Áp</a:t>
                      </a:r>
                      <a:r>
                        <a:rPr lang="en-US" sz="2700" dirty="0" spc="-3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dụng</a:t>
                      </a:r>
                      <a:r>
                        <a:rPr lang="en-US" sz="2700" dirty="0" spc="-1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100500</a:t>
                      </a:r>
                      <a:r>
                        <a:rPr lang="en-US" sz="2700" dirty="0" spc="-4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sự</a:t>
                      </a:r>
                      <a:r>
                        <a:rPr lang="en-US" sz="2700" dirty="0" spc="-3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kiện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b="1" dirty="0" spc="33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Dựng</a:t>
                      </a:r>
                      <a:r>
                        <a:rPr lang="en-US" sz="2700" b="1" dirty="0" spc="-4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từ</a:t>
                      </a:r>
                      <a:r>
                        <a:rPr lang="en-US" sz="2700" b="1" dirty="0" spc="3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ảnh</a:t>
                      </a:r>
                      <a:r>
                        <a:rPr lang="en-US" sz="2700" b="1" dirty="0" spc="0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chụp</a:t>
                      </a:r>
                      <a:r>
                        <a:rPr lang="en-US" sz="2700" b="1" dirty="0" spc="-1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ở</a:t>
                      </a:r>
                      <a:r>
                        <a:rPr lang="en-US" sz="2700" b="1" dirty="0" spc="-2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sự kiện</a:t>
                      </a:r>
                      <a:r>
                        <a:rPr lang="en-US" sz="2700" b="1" dirty="0" spc="2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100000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dirty="0" spc="-1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Áp</a:t>
                      </a:r>
                      <a:r>
                        <a:rPr lang="en-US" sz="2700" dirty="0" spc="-3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dụng</a:t>
                      </a:r>
                      <a:r>
                        <a:rPr lang="en-US" sz="2700" dirty="0" spc="-1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500,</a:t>
                      </a:r>
                      <a:r>
                        <a:rPr lang="en-US" sz="2700" dirty="0" spc="-19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trạng</a:t>
                      </a:r>
                      <a:r>
                        <a:rPr lang="en-US" sz="2700" dirty="0" spc="1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thái</a:t>
                      </a:r>
                      <a:r>
                        <a:rPr lang="en-US" sz="2700" dirty="0" spc="-4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y</a:t>
                      </a:r>
                      <a:r>
                        <a:rPr lang="en-US" sz="2700" dirty="0" spc="-8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hệt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CFE8E2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b="1" dirty="0" spc="-2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Hai</a:t>
                      </a:r>
                      <a:r>
                        <a:rPr lang="en-US" sz="2700" b="1" dirty="0" spc="-5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bên</a:t>
                      </a:r>
                      <a:r>
                        <a:rPr lang="en-US" sz="2700" b="1" dirty="0" spc="-4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cùng</a:t>
                      </a:r>
                      <a:r>
                        <a:rPr lang="en-US" sz="2700" b="1" dirty="0" spc="1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ghi</a:t>
                      </a:r>
                      <a:r>
                        <a:rPr lang="en-US" sz="2700" b="1" dirty="0" spc="-13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vào</a:t>
                      </a:r>
                      <a:r>
                        <a:rPr lang="en-US" sz="2700" b="1" dirty="0" spc="-3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phiên</a:t>
                      </a:r>
                      <a:r>
                        <a:rPr lang="en-US" sz="2700" b="1" dirty="0" spc="-1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bản</a:t>
                      </a:r>
                      <a:r>
                        <a:rPr lang="en-US" sz="2700" b="1" dirty="0" spc="0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0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dirty="0" spc="-5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Bên</a:t>
                      </a:r>
                      <a:r>
                        <a:rPr lang="en-US" sz="2700" dirty="0" spc="-1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thứ</a:t>
                      </a:r>
                      <a:r>
                        <a:rPr lang="en-US" sz="2700" dirty="0" spc="-2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hai</a:t>
                      </a:r>
                      <a:r>
                        <a:rPr lang="en-US" sz="2700" dirty="0" spc="-3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bị</a:t>
                      </a:r>
                      <a:r>
                        <a:rPr lang="en-US" sz="2700" dirty="0" spc="-1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từ</a:t>
                      </a:r>
                      <a:r>
                        <a:rPr lang="en-US" sz="2700" dirty="0" spc="0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chối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5146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26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06/09</a:t>
            </a:r>
            <a:endParaRPr lang="en-US" sz="1650" dirty="0"/>
          </a:p>
        </p:txBody>
      </p:sp>
      <p:sp>
        <p:nvSpPr>
          <p:cNvPr id="15" name="Shape 1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6" name="Moda image moda-export-watermark-44122123-ecfa-4f75-bc60-e335fbc69e7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800" b="1" spc="28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80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52400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40005" rIns="0" bIns="-40005" rtlCol="0" anchor="t"/>
          <a:lstStyle/>
          <a:p>
            <a:pPr algn="l" indent="0" marL="0">
              <a:lnSpc>
                <a:spcPts val="6930"/>
              </a:lnSpc>
              <a:buNone/>
            </a:pPr>
            <a:r>
              <a:rPr lang="en-US" sz="63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Bốn</a:t>
            </a:r>
            <a:r>
              <a:rPr lang="en-US" sz="63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chỗ</a:t>
            </a:r>
            <a:r>
              <a:rPr lang="en-US" sz="6300" dirty="0" spc="-1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khó.</a:t>
            </a:r>
            <a:endParaRPr lang="en-US" sz="63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16459200" cy="1143000"/>
          </a:xfrm>
          <a:prstGeom prst="roundRect">
            <a:avLst>
              <a:gd name="adj" fmla="val 20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38250" y="3162300"/>
            <a:ext cx="914400" cy="914400"/>
          </a:xfrm>
          <a:prstGeom prst="ellipse">
            <a:avLst/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35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3235" dirty="0"/>
          </a:p>
        </p:txBody>
      </p:sp>
      <p:sp>
        <p:nvSpPr>
          <p:cNvPr id="6" name="Text 4"/>
          <p:cNvSpPr/>
          <p:nvPr/>
        </p:nvSpPr>
        <p:spPr>
          <a:xfrm>
            <a:off x="2476500" y="3048000"/>
            <a:ext cx="14287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Bản suy</a:t>
            </a:r>
            <a:r>
              <a:rPr lang="en-US" sz="2850" dirty="0" spc="-2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ra</a:t>
            </a:r>
            <a:r>
              <a:rPr lang="en-US" sz="2850" dirty="0" spc="-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nhất</a:t>
            </a:r>
            <a:r>
              <a:rPr lang="en-US" sz="2850" dirty="0" spc="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quán</a:t>
            </a:r>
            <a:r>
              <a:rPr lang="en-US" sz="28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sau</a:t>
            </a:r>
            <a:r>
              <a:rPr lang="en-US" sz="2850" dirty="0" spc="-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285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lúc.</a:t>
            </a:r>
            <a:endParaRPr lang="en-US" sz="2850" dirty="0"/>
          </a:p>
        </p:txBody>
      </p:sp>
      <p:sp>
        <p:nvSpPr>
          <p:cNvPr id="7" name="Shape 5"/>
          <p:cNvSpPr/>
          <p:nvPr/>
        </p:nvSpPr>
        <p:spPr>
          <a:xfrm>
            <a:off x="914400" y="4476750"/>
            <a:ext cx="16459200" cy="1143000"/>
          </a:xfrm>
          <a:prstGeom prst="roundRect">
            <a:avLst>
              <a:gd name="adj" fmla="val 20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8250" y="4591050"/>
            <a:ext cx="914400" cy="914400"/>
          </a:xfrm>
          <a:prstGeom prst="ellipse">
            <a:avLst/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35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3235" dirty="0"/>
          </a:p>
        </p:txBody>
      </p:sp>
      <p:sp>
        <p:nvSpPr>
          <p:cNvPr id="9" name="Text 7"/>
          <p:cNvSpPr/>
          <p:nvPr/>
        </p:nvSpPr>
        <p:spPr>
          <a:xfrm>
            <a:off x="2476500" y="4476750"/>
            <a:ext cx="14287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Sai</a:t>
            </a:r>
            <a:r>
              <a:rPr lang="en-US" sz="28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thì</a:t>
            </a:r>
            <a:r>
              <a:rPr lang="en-US" sz="285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thêm</a:t>
            </a:r>
            <a:r>
              <a:rPr lang="en-US" sz="2850" dirty="0" spc="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sự</a:t>
            </a:r>
            <a:r>
              <a:rPr lang="en-US" sz="28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kiện</a:t>
            </a:r>
            <a:r>
              <a:rPr lang="en-US" sz="28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bù,</a:t>
            </a:r>
            <a:r>
              <a:rPr lang="en-US" sz="285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2850" dirty="0" spc="1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sửa.</a:t>
            </a:r>
            <a:endParaRPr lang="en-US" sz="2850" dirty="0"/>
          </a:p>
        </p:txBody>
      </p:sp>
      <p:sp>
        <p:nvSpPr>
          <p:cNvPr id="10" name="Shape 8"/>
          <p:cNvSpPr/>
          <p:nvPr/>
        </p:nvSpPr>
        <p:spPr>
          <a:xfrm>
            <a:off x="914400" y="5905500"/>
            <a:ext cx="16459200" cy="1143000"/>
          </a:xfrm>
          <a:prstGeom prst="roundRect">
            <a:avLst>
              <a:gd name="adj" fmla="val 20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38250" y="6019800"/>
            <a:ext cx="914400" cy="914400"/>
          </a:xfrm>
          <a:prstGeom prst="ellipse">
            <a:avLst/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35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3235" dirty="0"/>
          </a:p>
        </p:txBody>
      </p:sp>
      <p:sp>
        <p:nvSpPr>
          <p:cNvPr id="12" name="Text 10"/>
          <p:cNvSpPr/>
          <p:nvPr/>
        </p:nvSpPr>
        <p:spPr>
          <a:xfrm>
            <a:off x="2476500" y="5905500"/>
            <a:ext cx="14287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Bên nghe</a:t>
            </a:r>
            <a:r>
              <a:rPr lang="en-US" sz="285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r>
              <a:rPr lang="en-US" sz="28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thể</a:t>
            </a:r>
            <a:r>
              <a:rPr lang="en-US" sz="28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nhận</a:t>
            </a:r>
            <a:r>
              <a:rPr lang="en-US" sz="2850" dirty="0" spc="-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285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sự</a:t>
            </a:r>
            <a:r>
              <a:rPr lang="en-US" sz="28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kiện</a:t>
            </a:r>
            <a:r>
              <a:rPr lang="en-US" sz="28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hai</a:t>
            </a:r>
            <a:r>
              <a:rPr lang="en-US" sz="28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lần.</a:t>
            </a:r>
            <a:endParaRPr lang="en-US" sz="2850" dirty="0"/>
          </a:p>
        </p:txBody>
      </p:sp>
      <p:sp>
        <p:nvSpPr>
          <p:cNvPr id="13" name="Shape 11"/>
          <p:cNvSpPr/>
          <p:nvPr/>
        </p:nvSpPr>
        <p:spPr>
          <a:xfrm>
            <a:off x="914400" y="7334250"/>
            <a:ext cx="16459200" cy="1143000"/>
          </a:xfrm>
          <a:prstGeom prst="roundRect">
            <a:avLst>
              <a:gd name="adj" fmla="val 20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38250" y="7448550"/>
            <a:ext cx="914400" cy="914400"/>
          </a:xfrm>
          <a:prstGeom prst="ellipse">
            <a:avLst/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35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3235" dirty="0"/>
          </a:p>
        </p:txBody>
      </p:sp>
      <p:sp>
        <p:nvSpPr>
          <p:cNvPr id="15" name="Text 13"/>
          <p:cNvSpPr/>
          <p:nvPr/>
        </p:nvSpPr>
        <p:spPr>
          <a:xfrm>
            <a:off x="2476500" y="7334250"/>
            <a:ext cx="14287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-4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Xóa</a:t>
            </a:r>
            <a:r>
              <a:rPr lang="en-US" sz="285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dữ liệu</a:t>
            </a:r>
            <a:r>
              <a:rPr lang="en-US" sz="28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cá</a:t>
            </a:r>
            <a:r>
              <a:rPr lang="en-US" sz="28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nhân</a:t>
            </a:r>
            <a:r>
              <a:rPr lang="en-US" sz="2850" dirty="0" spc="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mâu</a:t>
            </a:r>
            <a:r>
              <a:rPr lang="en-US" sz="28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thuẫn</a:t>
            </a:r>
            <a:r>
              <a:rPr lang="en-US" sz="2850" dirty="0" spc="-1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với</a:t>
            </a:r>
            <a:r>
              <a:rPr lang="en-US" sz="285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kho</a:t>
            </a:r>
            <a:r>
              <a:rPr lang="en-US" sz="28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chỉ</a:t>
            </a:r>
            <a:r>
              <a:rPr lang="en-US" sz="285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thêm.</a:t>
            </a:r>
            <a:endParaRPr lang="en-US" sz="2850" dirty="0"/>
          </a:p>
        </p:txBody>
      </p:sp>
      <p:sp>
        <p:nvSpPr>
          <p:cNvPr id="16" name="Shape 1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8384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26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07/09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763f19f9-c1d3-4340-9297-c9c59a495b1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80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800" b="1" spc="29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800" b="1" spc="27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914400" y="1905000"/>
            <a:ext cx="133350" cy="24765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4" name="Text 2"/>
          <p:cNvSpPr/>
          <p:nvPr/>
        </p:nvSpPr>
        <p:spPr>
          <a:xfrm>
            <a:off x="1428750" y="1905000"/>
            <a:ext cx="15716250" cy="2476500"/>
          </a:xfrm>
          <a:prstGeom prst="rect">
            <a:avLst/>
          </a:prstGeom>
          <a:noFill/>
          <a:ln/>
        </p:spPr>
        <p:txBody>
          <a:bodyPr wrap="square" lIns="0" tIns="18098" rIns="0" bIns="-18098" rtlCol="0" anchor="t"/>
          <a:lstStyle/>
          <a:p>
            <a:pPr algn="l" indent="0" marL="0">
              <a:lnSpc>
                <a:spcPts val="6555"/>
              </a:lnSpc>
              <a:buNone/>
            </a:pPr>
            <a:r>
              <a:rPr lang="en-US" sz="57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Khách</a:t>
            </a:r>
            <a:r>
              <a:rPr lang="en-US" sz="57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bỏ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món</a:t>
            </a:r>
            <a:r>
              <a:rPr lang="en-US" sz="57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</a:t>
            </a:r>
            <a:r>
              <a:rPr lang="en-US" sz="5700" dirty="0" spc="-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bao</a:t>
            </a:r>
            <a:r>
              <a:rPr lang="en-US" sz="57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nhiêu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lần</a:t>
            </a:r>
            <a:r>
              <a:rPr lang="en-US" sz="5700" dirty="0" spc="-6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trước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khi</a:t>
            </a:r>
            <a:r>
              <a:rPr lang="en-US" sz="5700" dirty="0" spc="-2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mua?</a:t>
            </a:r>
            <a:endParaRPr lang="en-US" sz="5700" dirty="0"/>
          </a:p>
        </p:txBody>
      </p:sp>
      <p:sp>
        <p:nvSpPr>
          <p:cNvPr id="5" name="Shape 3"/>
          <p:cNvSpPr/>
          <p:nvPr/>
        </p:nvSpPr>
        <p:spPr>
          <a:xfrm>
            <a:off x="914400" y="5143500"/>
            <a:ext cx="16459200" cy="3238500"/>
          </a:xfrm>
          <a:prstGeom prst="roundRect">
            <a:avLst>
              <a:gd name="adj" fmla="val 8235"/>
            </a:avLst>
          </a:prstGeom>
          <a:solidFill>
            <a:srgbClr val="CFE8E2"/>
          </a:solidFill>
          <a:ln/>
        </p:spPr>
      </p:sp>
      <p:sp>
        <p:nvSpPr>
          <p:cNvPr id="6" name="Text 4"/>
          <p:cNvSpPr/>
          <p:nvPr/>
        </p:nvSpPr>
        <p:spPr>
          <a:xfrm>
            <a:off x="1333500" y="5524500"/>
            <a:ext cx="15621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350" dirty="0" spc="5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Đếm</a:t>
            </a:r>
            <a:r>
              <a:rPr lang="en-US" sz="4350" dirty="0" spc="2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lại</a:t>
            </a:r>
            <a:r>
              <a:rPr lang="en-US" sz="4350" dirty="0" spc="-3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</a:t>
            </a:r>
            <a:r>
              <a:rPr lang="en-US" sz="4350" dirty="0" spc="0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dòng</a:t>
            </a:r>
            <a:r>
              <a:rPr lang="en-US" sz="4350" dirty="0" spc="-4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sự</a:t>
            </a:r>
            <a:r>
              <a:rPr lang="en-US" sz="4350" dirty="0" spc="0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kiện.</a:t>
            </a:r>
            <a:endParaRPr lang="en-US" sz="4350" dirty="0"/>
          </a:p>
        </p:txBody>
      </p:sp>
      <p:sp>
        <p:nvSpPr>
          <p:cNvPr id="7" name="Text richtext-1792421760458-408886132"/>
          <p:cNvSpPr/>
          <p:nvPr/>
        </p:nvSpPr>
        <p:spPr>
          <a:xfrm>
            <a:off x="1333500" y="6667500"/>
            <a:ext cx="15621000" cy="133350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t"/>
          <a:lstStyle/>
          <a:p>
            <a:pPr algn="l" marL="361950" indent="-258592">
              <a:lnSpc>
                <a:spcPts val="3705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85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CRUD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850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đè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285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trạng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thái cuối.</a:t>
            </a:r>
            <a:endParaRPr lang="en-US" sz="2850" dirty="0"/>
          </a:p>
          <a:p>
            <a:pPr algn="l" marL="361950" indent="-258592">
              <a:lnSpc>
                <a:spcPts val="3705"/>
              </a:lnSpc>
              <a:buSzPct val="100000"/>
              <a:buFont typeface="Arial"/>
              <a:buChar char="•"/>
            </a:pP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85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</a:t>
            </a:r>
            <a:r>
              <a:rPr lang="en-US" sz="2850" dirty="0" spc="-3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cũng</a:t>
            </a:r>
            <a:r>
              <a:rPr lang="en-US" sz="2850" dirty="0" spc="-2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285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được.</a:t>
            </a:r>
            <a:endParaRPr lang="en-US" sz="2850" dirty="0"/>
          </a:p>
        </p:txBody>
      </p:sp>
      <p:sp>
        <p:nvSpPr>
          <p:cNvPr id="8" name="Shape 6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1623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26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08/09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9" name="Moda image moda-export-watermark-9fdd2e09-8b81-42a4-9a68-35861b3eec9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5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THUẬT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 ĐỐI</a:t>
            </a:r>
            <a:r>
              <a:rPr lang="en-US" sz="180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619250"/>
            <a:ext cx="7620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spc="171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THUẬT</a:t>
            </a:r>
            <a:r>
              <a:rPr lang="en-US" sz="2250" b="1" spc="22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914400" y="2286000"/>
            <a:ext cx="8001000" cy="1619250"/>
          </a:xfrm>
          <a:prstGeom prst="roundRect">
            <a:avLst>
              <a:gd name="adj" fmla="val 11765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38250" y="2286000"/>
            <a:ext cx="742950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-9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CRUD</a:t>
            </a:r>
            <a:pPr algn="l" indent="0" marL="0">
              <a:buNone/>
            </a:pPr>
            <a:r>
              <a:rPr lang="en-US" sz="2250" dirty="0" spc="-2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(Create,</a:t>
            </a:r>
            <a:r>
              <a:rPr lang="en-US" sz="2250" dirty="0" spc="-2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Read,</a:t>
            </a:r>
            <a:r>
              <a:rPr lang="en-US" sz="2250" dirty="0" spc="-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Update,</a:t>
            </a:r>
            <a:r>
              <a:rPr lang="en-US" sz="225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Delete):</a:t>
            </a:r>
            <a:r>
              <a:rPr lang="en-US" sz="225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tạo,</a:t>
            </a:r>
            <a:r>
              <a:rPr lang="en-US" sz="2250" dirty="0" spc="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đọc,</a:t>
            </a:r>
            <a:r>
              <a:rPr lang="en-US" sz="2250" dirty="0" spc="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sửa,</a:t>
            </a:r>
            <a:r>
              <a:rPr lang="en-US" sz="2250" dirty="0" spc="-1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xóa,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2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2250" dirty="0" spc="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225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nhất.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914400" y="4191000"/>
            <a:ext cx="8001000" cy="1809750"/>
          </a:xfrm>
          <a:prstGeom prst="roundRect">
            <a:avLst>
              <a:gd name="adj" fmla="val 10526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38250" y="4191000"/>
            <a:ext cx="74295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-9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CQRS</a:t>
            </a:r>
            <a:pPr algn="l" indent="0" marL="0">
              <a:buNone/>
            </a:pP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(Command Query</a:t>
            </a:r>
            <a:r>
              <a:rPr lang="en-US" sz="225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Responsibility</a:t>
            </a:r>
            <a:r>
              <a:rPr lang="en-US" sz="2250" dirty="0" spc="-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Segregation):</a:t>
            </a:r>
            <a:r>
              <a:rPr lang="en-US" sz="225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tách</a:t>
            </a:r>
            <a:r>
              <a:rPr lang="en-US" sz="2250" dirty="0" spc="-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trách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nhiệm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lệnh</a:t>
            </a:r>
            <a:r>
              <a:rPr lang="en-US" sz="2250" dirty="0" spc="-1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</a:t>
            </a:r>
            <a:r>
              <a:rPr lang="en-US" sz="225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vấn,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250" dirty="0" spc="-1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250" dirty="0" spc="3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hình.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9372600" y="1619250"/>
            <a:ext cx="7620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spc="224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2250" b="1" spc="228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250" b="1" spc="22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9372600" y="2286000"/>
            <a:ext cx="8001000" cy="1047750"/>
          </a:xfrm>
          <a:prstGeom prst="roundRect">
            <a:avLst>
              <a:gd name="adj" fmla="val 18182"/>
            </a:avLst>
          </a:prstGeom>
          <a:solidFill>
            <a:srgbClr val="1E212B"/>
          </a:solidFill>
          <a:ln/>
        </p:spPr>
      </p:sp>
      <p:sp>
        <p:nvSpPr>
          <p:cNvPr id="10" name="Text 8"/>
          <p:cNvSpPr/>
          <p:nvPr/>
        </p:nvSpPr>
        <p:spPr>
          <a:xfrm>
            <a:off x="9715500" y="2286000"/>
            <a:ext cx="733425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ByteByteGo:</a:t>
            </a:r>
            <a:r>
              <a:rPr lang="en-US" sz="22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25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225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250" dirty="0" spc="1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9372600" y="3619500"/>
            <a:ext cx="8001000" cy="1047750"/>
          </a:xfrm>
          <a:prstGeom prst="roundRect">
            <a:avLst>
              <a:gd name="adj" fmla="val 18182"/>
            </a:avLst>
          </a:prstGeom>
          <a:solidFill>
            <a:srgbClr val="1E212B"/>
          </a:solidFill>
          <a:ln/>
        </p:spPr>
      </p:sp>
      <p:sp>
        <p:nvSpPr>
          <p:cNvPr id="12" name="Text 10"/>
          <p:cNvSpPr/>
          <p:nvPr/>
        </p:nvSpPr>
        <p:spPr>
          <a:xfrm>
            <a:off x="9715500" y="3619500"/>
            <a:ext cx="733425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Microsoft:</a:t>
            </a:r>
            <a:r>
              <a:rPr lang="en-US" sz="2250" dirty="0" spc="-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Event</a:t>
            </a:r>
            <a:r>
              <a:rPr lang="en-US" sz="225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Sourcing</a:t>
            </a:r>
            <a:r>
              <a:rPr lang="en-US" sz="2250" dirty="0" spc="-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pattern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9372600" y="4953000"/>
            <a:ext cx="8001000" cy="1047750"/>
          </a:xfrm>
          <a:prstGeom prst="roundRect">
            <a:avLst>
              <a:gd name="adj" fmla="val 18182"/>
            </a:avLst>
          </a:prstGeom>
          <a:solidFill>
            <a:srgbClr val="1E212B"/>
          </a:solidFill>
          <a:ln/>
        </p:spPr>
      </p:sp>
      <p:sp>
        <p:nvSpPr>
          <p:cNvPr id="14" name="Text 12"/>
          <p:cNvSpPr/>
          <p:nvPr/>
        </p:nvSpPr>
        <p:spPr>
          <a:xfrm>
            <a:off x="9715500" y="4953000"/>
            <a:ext cx="733425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Martin</a:t>
            </a:r>
            <a:r>
              <a:rPr lang="en-US" sz="2250" dirty="0" spc="-2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Fowler:</a:t>
            </a:r>
            <a:r>
              <a:rPr lang="en-US" sz="2250" dirty="0" spc="-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Event</a:t>
            </a:r>
            <a:r>
              <a:rPr lang="en-US" sz="225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Sourcing</a:t>
            </a:r>
            <a:endParaRPr lang="en-US" sz="2250" dirty="0"/>
          </a:p>
        </p:txBody>
      </p:sp>
      <p:sp>
        <p:nvSpPr>
          <p:cNvPr id="15" name="Shape 13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4861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26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09/09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6" name="Moda image moda-export-watermark-a63a74d5-7612-4522-bb45-05955e2aa04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2026-10-19T14:56:27Z</dcterms:created>
  <dcterms:modified xsi:type="dcterms:W3CDTF">2026-10-19T14:56:27Z</dcterms:modified>
</cp:coreProperties>
</file>