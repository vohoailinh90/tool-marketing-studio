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55750" rIns="0" bIns="-55750" rtlCol="0" anchor="t"/>
          <a:lstStyle/>
          <a:p>
            <a:pPr algn="l" indent="0" marL="0">
              <a:lnSpc>
                <a:spcPts val="6832"/>
              </a:lnSpc>
              <a:buNone/>
            </a:pPr>
            <a:r>
              <a:rPr lang="en-US" sz="6506" dirty="0" spc="-10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Token,</a:t>
            </a:r>
            <a:r>
              <a:rPr lang="en-US" sz="6506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cookie</a:t>
            </a:r>
            <a:r>
              <a:rPr lang="en-US" sz="6506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506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session:</a:t>
            </a:r>
            <a:r>
              <a:rPr lang="en-US" sz="6506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506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506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506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thế</a:t>
            </a:r>
            <a:r>
              <a:rPr lang="en-US" sz="6506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506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nhớ ai: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 gì?</a:t>
            </a:r>
            <a:endParaRPr lang="en-US" sz="3000" dirty="0"/>
          </a:p>
        </p:txBody>
      </p:sp>
      <p:sp>
        <p:nvSpPr>
          <p:cNvPr id="5" name="Connector line-1792431827432-955846048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6962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001500" y="3124200"/>
            <a:ext cx="1371600" cy="2000250"/>
          </a:xfrm>
          <a:custGeom>
            <a:avLst/>
            <a:gdLst/>
            <a:ahLst/>
            <a:cxnLst/>
            <a:rect l="l" t="t" r="r" b="b"/>
            <a:pathLst>
              <a:path w="1371600" h="2000250">
                <a:moveTo>
                  <a:pt x="0" y="2000250"/>
                </a:moveTo>
                <a:cubicBezTo>
                  <a:pt x="666750" y="2000250"/>
                  <a:pt x="666750" y="0"/>
                  <a:pt x="13716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0" y="4457700"/>
            <a:ext cx="1371600" cy="666750"/>
          </a:xfrm>
          <a:custGeom>
            <a:avLst/>
            <a:gdLst/>
            <a:ahLst/>
            <a:cxnLst/>
            <a:rect l="l" t="t" r="r" b="b"/>
            <a:pathLst>
              <a:path w="1371600" h="666750">
                <a:moveTo>
                  <a:pt x="0" y="666750"/>
                </a:moveTo>
                <a:cubicBezTo>
                  <a:pt x="666750" y="666750"/>
                  <a:pt x="666750" y="0"/>
                  <a:pt x="13716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01500" y="5124450"/>
            <a:ext cx="1371600" cy="666750"/>
          </a:xfrm>
          <a:custGeom>
            <a:avLst/>
            <a:gdLst/>
            <a:ahLst/>
            <a:cxnLst/>
            <a:rect l="l" t="t" r="r" b="b"/>
            <a:pathLst>
              <a:path w="1371600" h="666750">
                <a:moveTo>
                  <a:pt x="0" y="0"/>
                </a:moveTo>
                <a:cubicBezTo>
                  <a:pt x="666750" y="0"/>
                  <a:pt x="666750" y="666750"/>
                  <a:pt x="1371600" y="6667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0" y="5124450"/>
            <a:ext cx="1371600" cy="2000250"/>
          </a:xfrm>
          <a:custGeom>
            <a:avLst/>
            <a:gdLst/>
            <a:ahLst/>
            <a:cxnLst/>
            <a:rect l="l" t="t" r="r" b="b"/>
            <a:pathLst>
              <a:path w="1371600" h="2000250">
                <a:moveTo>
                  <a:pt x="0" y="0"/>
                </a:moveTo>
                <a:cubicBezTo>
                  <a:pt x="666750" y="0"/>
                  <a:pt x="666750" y="2000250"/>
                  <a:pt x="1371600" y="2000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39400" y="432435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439400" y="4838700"/>
            <a:ext cx="160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25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096500" y="60960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1650" dirty="0" spc="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373100" y="2762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73100" y="4095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r>
              <a:rPr lang="en-US" sz="21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73100" y="5429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373100" y="6762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559d1602-4e4c-4890-a1ca-b363120932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cách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762250"/>
          </a:xfrm>
          <a:prstGeom prst="roundRect">
            <a:avLst>
              <a:gd name="adj" fmla="val 12414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10515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57300" y="41910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2762250"/>
          </a:xfrm>
          <a:prstGeom prst="roundRect">
            <a:avLst>
              <a:gd name="adj" fmla="val 12414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31051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15500" y="41910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981700"/>
            <a:ext cx="8001000" cy="2762250"/>
          </a:xfrm>
          <a:prstGeom prst="roundRect">
            <a:avLst>
              <a:gd name="adj" fmla="val 12414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324600"/>
            <a:ext cx="3810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 nhiên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57300" y="741045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session,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nơi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72600" y="5981700"/>
            <a:ext cx="8001000" cy="2762250"/>
          </a:xfrm>
          <a:prstGeom prst="roundRect">
            <a:avLst>
              <a:gd name="adj" fmla="val 12414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632460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715500" y="741045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9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ký</a:t>
            </a:r>
            <a:endParaRPr lang="en-US" sz="3000" dirty="0"/>
          </a:p>
        </p:txBody>
      </p:sp>
      <p:sp>
        <p:nvSpPr>
          <p:cNvPr id="16" name="Connector line-1792431851309-93879952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f5dfca3-f70c-45ae-810c-40bb27cac6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Basic</a:t>
            </a:r>
            <a:r>
              <a:rPr lang="en-US" sz="6900" dirty="0" spc="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81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448" dirty="0" spc="-9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401</a:t>
            </a:r>
            <a:endParaRPr lang="en-US" sz="27448" dirty="0"/>
          </a:p>
        </p:txBody>
      </p:sp>
      <p:sp>
        <p:nvSpPr>
          <p:cNvPr id="5" name="Text 3"/>
          <p:cNvSpPr/>
          <p:nvPr/>
        </p:nvSpPr>
        <p:spPr>
          <a:xfrm>
            <a:off x="914400" y="70485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mà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0" y="2857500"/>
            <a:ext cx="82296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86900" y="3009900"/>
            <a:ext cx="7620000" cy="10287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401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WWW-Authenticate: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4343400"/>
            <a:ext cx="82296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486900" y="4495800"/>
            <a:ext cx="7620000" cy="10287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0" y="5829300"/>
            <a:ext cx="82296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486900" y="5981700"/>
            <a:ext cx="7620000" cy="10287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“Basic”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77152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2700" dirty="0"/>
          </a:p>
        </p:txBody>
      </p:sp>
      <p:sp>
        <p:nvSpPr>
          <p:cNvPr id="13" name="Connector line-1792431870488-41663504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79b1c96-4180-4c2c-8b6d-6394adc348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 COOKIE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cookie: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658600" y="952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b="1" spc="15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650" b="1" spc="14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650" dirty="0"/>
          </a:p>
        </p:txBody>
      </p:sp>
      <p:sp>
        <p:nvSpPr>
          <p:cNvPr id="5" name="Connector line-1792431888570-585899998"/>
          <p:cNvSpPr/>
          <p:nvPr/>
        </p:nvSpPr>
        <p:spPr>
          <a:xfrm>
            <a:off x="4572000" y="3486150"/>
            <a:ext cx="0" cy="33718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Connector line-1792431888570-888000525"/>
          <p:cNvSpPr/>
          <p:nvPr/>
        </p:nvSpPr>
        <p:spPr>
          <a:xfrm>
            <a:off x="13716000" y="3486150"/>
            <a:ext cx="0" cy="33718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048000" y="2762250"/>
            <a:ext cx="3048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0" y="2762250"/>
            <a:ext cx="3048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43500" y="39052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9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0" name="Connector line-1792431888577-420568541"/>
          <p:cNvSpPr/>
          <p:nvPr/>
        </p:nvSpPr>
        <p:spPr>
          <a:xfrm>
            <a:off x="4667250" y="4572000"/>
            <a:ext cx="8953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43500" y="51435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2" name="Connector line-1792431888581-403132450"/>
          <p:cNvSpPr/>
          <p:nvPr/>
        </p:nvSpPr>
        <p:spPr>
          <a:xfrm flipH="1">
            <a:off x="4667250" y="5905500"/>
            <a:ext cx="8953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428750" y="6667500"/>
            <a:ext cx="6286500" cy="857250"/>
          </a:xfrm>
          <a:prstGeom prst="roundRect">
            <a:avLst>
              <a:gd name="adj" fmla="val 33333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572750" y="6667500"/>
            <a:ext cx="6286500" cy="857250"/>
          </a:xfrm>
          <a:prstGeom prst="roundRect">
            <a:avLst>
              <a:gd name="adj" fmla="val 33333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giữ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phiên: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16" name="Connector line-1792431888588-99597600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4df2837-3be4-4671-b1d5-00dcdca355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 NHIÊN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thái, khác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658600" y="952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b="1" spc="15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650" b="1" spc="14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2762250"/>
            <a:ext cx="8001000" cy="4381500"/>
          </a:xfrm>
          <a:prstGeom prst="roundRect">
            <a:avLst>
              <a:gd name="adj" fmla="val 7826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1051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850" dirty="0"/>
          </a:p>
        </p:txBody>
      </p:sp>
      <p:sp>
        <p:nvSpPr>
          <p:cNvPr id="7" name="Text richtext-1792431904529-627164302"/>
          <p:cNvSpPr/>
          <p:nvPr/>
        </p:nvSpPr>
        <p:spPr>
          <a:xfrm>
            <a:off x="1257300" y="4286250"/>
            <a:ext cx="7334250" cy="2571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 mã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381500"/>
          </a:xfrm>
          <a:prstGeom prst="roundRect">
            <a:avLst>
              <a:gd name="adj" fmla="val 7826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0" y="3105150"/>
            <a:ext cx="3810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850" dirty="0"/>
          </a:p>
        </p:txBody>
      </p:sp>
      <p:sp>
        <p:nvSpPr>
          <p:cNvPr id="10" name="Text richtext-1792431904552-596678749"/>
          <p:cNvSpPr/>
          <p:nvPr/>
        </p:nvSpPr>
        <p:spPr>
          <a:xfrm>
            <a:off x="9715500" y="4286250"/>
            <a:ext cx="7334250" cy="2571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đề: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 chuyển</a:t>
            </a:r>
            <a:endParaRPr lang="en-US" sz="2700" dirty="0"/>
          </a:p>
        </p:txBody>
      </p:sp>
      <p:sp>
        <p:nvSpPr>
          <p:cNvPr id="12" name="Connector line-1792431904562-94583119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82c5151-2750-46eb-928e-9911383559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JWT: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191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tin: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trò,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8191500" cy="133350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8191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Khóa: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0" y="2762250"/>
            <a:ext cx="7848600" cy="4381500"/>
          </a:xfrm>
          <a:prstGeom prst="roundRect">
            <a:avLst>
              <a:gd name="adj" fmla="val 782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1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endParaRPr lang="en-US" sz="1800" dirty="0"/>
          </a:p>
        </p:txBody>
      </p:sp>
      <p:sp>
        <p:nvSpPr>
          <p:cNvPr id="9" name="Text richtext-1792431919797-135653207"/>
          <p:cNvSpPr/>
          <p:nvPr/>
        </p:nvSpPr>
        <p:spPr>
          <a:xfrm>
            <a:off x="9906000" y="3714750"/>
            <a:ext cx="7143750" cy="3238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tin: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admin: chữ ký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7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 bị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none: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nhận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HS256</a:t>
            </a:r>
            <a:endParaRPr lang="en-US" sz="2700" dirty="0"/>
          </a:p>
        </p:txBody>
      </p:sp>
      <p:sp>
        <p:nvSpPr>
          <p:cNvPr id="11" name="Connector line-1792431919808-56243322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ee30dfc-4798-4400-b114-02b156f891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còn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25" y="3000375"/>
            <a:ext cx="952500" cy="952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152525" y="30956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476500" y="29718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30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76500" y="35433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4714875"/>
            <a:ext cx="952500" cy="952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152525" y="48101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476500" y="46863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“đăng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xuất”,</a:t>
            </a: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lệ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76500" y="5257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kho;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6191250"/>
            <a:ext cx="16459200" cy="1428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6429375"/>
            <a:ext cx="952500" cy="952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525" y="6524625"/>
            <a:ext cx="95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2476500" y="64008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476500" y="69723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lợi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8096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loại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ký; dạng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20" name="Connector line-1792431939439-76146611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0f73f48-782f-444b-be74-19aa948f90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JWT: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658600" y="9525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b="1" spc="15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650" b="1" spc="14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b="1" spc="14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5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b="1" spc="14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2762250"/>
            <a:ext cx="4762500" cy="3714750"/>
          </a:xfrm>
          <a:prstGeom prst="roundRect">
            <a:avLst>
              <a:gd name="adj" fmla="val 8205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67050"/>
            <a:ext cx="409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57300" y="3619500"/>
            <a:ext cx="4095750" cy="2571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giờ,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thoại: chặn</a:t>
            </a:r>
            <a:r>
              <a:rPr lang="en-US" sz="27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8" name="Connector line-1792431960861-410947921"/>
          <p:cNvSpPr/>
          <p:nvPr/>
        </p:nvSpPr>
        <p:spPr>
          <a:xfrm>
            <a:off x="5810250" y="4619625"/>
            <a:ext cx="6286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72250" y="2762250"/>
            <a:ext cx="4762500" cy="3714750"/>
          </a:xfrm>
          <a:prstGeom prst="roundRect">
            <a:avLst>
              <a:gd name="adj" fmla="val 820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6915150" y="3067050"/>
            <a:ext cx="409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650" b="1" spc="2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15150" y="3619500"/>
            <a:ext cx="4095750" cy="2571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 cho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700" dirty="0"/>
          </a:p>
        </p:txBody>
      </p:sp>
      <p:sp>
        <p:nvSpPr>
          <p:cNvPr id="12" name="Connector line-1792431960867-896733635"/>
          <p:cNvSpPr/>
          <p:nvPr/>
        </p:nvSpPr>
        <p:spPr>
          <a:xfrm>
            <a:off x="11468100" y="4619625"/>
            <a:ext cx="6286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230100" y="2762250"/>
            <a:ext cx="5143500" cy="3714750"/>
          </a:xfrm>
          <a:prstGeom prst="roundRect">
            <a:avLst>
              <a:gd name="adj" fmla="val 820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0" y="3067050"/>
            <a:ext cx="447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650" b="1" spc="1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1650" b="1" spc="1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650" dirty="0"/>
          </a:p>
        </p:txBody>
      </p:sp>
      <p:sp>
        <p:nvSpPr>
          <p:cNvPr id="15" name="Text richtext-1792431960871-926236244"/>
          <p:cNvSpPr/>
          <p:nvPr/>
        </p:nvSpPr>
        <p:spPr>
          <a:xfrm>
            <a:off x="12573000" y="36195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khóa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tra: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cả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67627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36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18" name="Connector line-1792431960900-47740855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fa791fe-9ddd-414f-b614-1610b6e75d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266944"/>
                <a:gridCol w="6254496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Chủ</a:t>
                      </a:r>
                      <a:r>
                        <a:rPr lang="en-US" sz="2400" b="1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đề</a:t>
                      </a:r>
                      <a:endParaRPr lang="en-US" sz="1200" dirty="0"/>
                    </a:p>
                  </a:txBody>
                  <a:tcPr marL="228600" marR="228600" marT="198120" marB="1981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Bài</a:t>
                      </a: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228600" marR="228600" marT="198120" marB="1981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Bài</a:t>
                      </a:r>
                      <a:r>
                        <a:rPr lang="en-US" sz="24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này</a:t>
                      </a:r>
                      <a:endParaRPr lang="en-US" sz="1200" dirty="0"/>
                    </a:p>
                  </a:txBody>
                  <a:tcPr marL="228600" marR="228600" marT="198120" marB="1981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SSO</a:t>
                      </a:r>
                      <a:r>
                        <a:rPr lang="en-US" sz="2400" b="1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b="1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OAuth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Cùng</a:t>
                      </a: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Bài</a:t>
                      </a:r>
                      <a:r>
                        <a:rPr lang="en-US" sz="24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riêng:</a:t>
                      </a:r>
                      <a:r>
                        <a:rPr lang="en-US" sz="240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 câu hỏi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</a:t>
                      </a: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400" b="1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400" b="1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Basic,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cookie,</a:t>
                      </a:r>
                      <a:r>
                        <a:rPr lang="en-US" sz="2400" b="1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token</a:t>
                      </a:r>
                      <a:endParaRPr lang="en-US" sz="1200" dirty="0"/>
                    </a:p>
                  </a:txBody>
                  <a:tcPr marL="228600" marR="228600" marT="205740" marB="2057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nêu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lặp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lại: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JWT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 không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40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Giữ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ý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đó,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thêm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giá: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thu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 là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mạo danh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6" name="Connector line-1792431977662-25122625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5e5e4d1-6a1c-40be-acef-b14838562c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7622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590800" y="27622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3333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0767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1719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590800" y="41719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47434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cặp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4864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581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590800" y="55816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3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000" y="61531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 tự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68961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9913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2590800" y="69913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75628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 của MDN</a:t>
            </a:r>
            <a:r>
              <a:rPr lang="en-US" sz="19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Docs,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210300" y="26670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38900" y="27622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886700" y="27622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38900" y="3333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210300" y="40767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900" y="41719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886700" y="41719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Sign-On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38900" y="47434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dùng nhiều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210300" y="54864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38900" y="55816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886700" y="55816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438900" y="61531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210300" y="6896100"/>
            <a:ext cx="5143500" cy="1314450"/>
          </a:xfrm>
          <a:prstGeom prst="roundRect">
            <a:avLst>
              <a:gd name="adj" fmla="val 17391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6438900" y="699135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7886700" y="6991350"/>
            <a:ext cx="3238500" cy="5524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438900" y="75628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36" name="Connector line-1792432035408-995432340"/>
          <p:cNvSpPr/>
          <p:nvPr/>
        </p:nvSpPr>
        <p:spPr>
          <a:xfrm>
            <a:off x="11772900" y="2667000"/>
            <a:ext cx="0" cy="56197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2096750" y="2705100"/>
            <a:ext cx="5276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8" name="Text richtext-1792432035410-952566191"/>
          <p:cNvSpPr/>
          <p:nvPr/>
        </p:nvSpPr>
        <p:spPr>
          <a:xfrm>
            <a:off x="12096750" y="3276600"/>
            <a:ext cx="527685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PyJWT: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2096750" y="6477000"/>
            <a:ext cx="5276850" cy="133350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curl,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2.15.1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nghiệm; không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cấu hình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dùng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650" dirty="0"/>
          </a:p>
        </p:txBody>
      </p:sp>
      <p:sp>
        <p:nvSpPr>
          <p:cNvPr id="40" name="Connector line-1792432035422-63505061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3bde15ac-0a4c-431f-89cb-85d700bee3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2026-10-19T18:10:33Z</dcterms:created>
  <dcterms:modified xsi:type="dcterms:W3CDTF">2026-10-19T18:10:33Z</dcterms:modified>
</cp:coreProperties>
</file>