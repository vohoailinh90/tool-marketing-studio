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HTTP:</a:t>
            </a:r>
            <a:r>
              <a:rPr lang="en-US" sz="81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 sau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nhóm;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nghĩa.</a:t>
            </a:r>
            <a:endParaRPr lang="en-US" sz="3000" dirty="0"/>
          </a:p>
        </p:txBody>
      </p:sp>
      <p:sp>
        <p:nvSpPr>
          <p:cNvPr id="5" name="Connector line-1792371362577-623106394"/>
          <p:cNvSpPr/>
          <p:nvPr/>
        </p:nvSpPr>
        <p:spPr>
          <a:xfrm>
            <a:off x="914400" y="64770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7627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2382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58500" y="15240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3335000" y="17716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tạm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477500" y="285750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1432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13335000" y="33909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0" y="44767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58500" y="4762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3xx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335000" y="50101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0" y="609600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58500" y="6381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4xx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13335000" y="66294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Yêu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vấn</a:t>
            </a:r>
            <a:r>
              <a:rPr lang="en-US" sz="22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0477500" y="77152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58500" y="80010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5xx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13335000" y="82486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Lỗi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2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14547dc-0a0d-4481-9e65-a5a75507a4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857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3143250" y="28575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270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28612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950" b="1" spc="15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3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906000" y="3762375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nhóm: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công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9525000" y="485775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509587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95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b="1" spc="15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0" y="5572125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 nghĩa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4400" y="7239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55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5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năm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1138792-6830-41ec-812b-e6e5f19755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1XX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Tạm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công,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905500"/>
          </a:xfrm>
          <a:prstGeom prst="roundRect">
            <a:avLst>
              <a:gd name="adj" fmla="val 451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5048250"/>
            <a:ext cx="36195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72500" y="3238500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E8472B"/>
            </a:solidFill>
            <a:prstDash val="lgDash"/>
          </a:ln>
        </p:spPr>
      </p:sp>
      <p:sp>
        <p:nvSpPr>
          <p:cNvPr id="7" name="Text 5"/>
          <p:cNvSpPr/>
          <p:nvPr/>
        </p:nvSpPr>
        <p:spPr>
          <a:xfrm>
            <a:off x="8953500" y="34290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0858500" y="3524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phản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72500" y="5095875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5286375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0858500" y="5572125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572500" y="6953250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500" y="714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0858500" y="7286625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2xx: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endParaRPr lang="en-US" sz="2400" dirty="0"/>
          </a:p>
        </p:txBody>
      </p:sp>
      <p:sp>
        <p:nvSpPr>
          <p:cNvPr id="15" name="Connector line-1792371401146-927558146"/>
          <p:cNvSpPr/>
          <p:nvPr/>
        </p:nvSpPr>
        <p:spPr>
          <a:xfrm flipV="1">
            <a:off x="5143500" y="3952875"/>
            <a:ext cx="3429000" cy="1857375"/>
          </a:xfrm>
          <a:prstGeom prst="curvedConnector3">
            <a:avLst/>
          </a:prstGeom>
          <a:noFill/>
          <a:ln w="38100">
            <a:solidFill>
              <a:srgbClr val="E8472B"/>
            </a:solidFill>
            <a:prstDash val="lgDash"/>
            <a:headEnd type="none"/>
            <a:tailEnd type="triangle" w="lg" len="lg"/>
          </a:ln>
        </p:spPr>
      </p:sp>
      <p:sp>
        <p:nvSpPr>
          <p:cNvPr id="16" name="Connector line-1792371401146-868879594"/>
          <p:cNvSpPr/>
          <p:nvPr/>
        </p:nvSpPr>
        <p:spPr>
          <a:xfrm>
            <a:off x="5143500" y="5810250"/>
            <a:ext cx="3429000" cy="95"/>
          </a:xfrm>
          <a:custGeom>
            <a:avLst/>
            <a:gdLst/>
            <a:ahLst/>
            <a:cxnLst/>
            <a:rect l="l" t="t" r="r" b="b"/>
            <a:pathLst>
              <a:path w="3429000" h="95">
                <a:moveTo>
                  <a:pt x="0" y="0"/>
                </a:moveTo>
                <a:lnTo>
                  <a:pt x="1714500" y="0"/>
                </a:lnTo>
                <a:lnTo>
                  <a:pt x="1714500" y="0"/>
                </a:lnTo>
                <a:lnTo>
                  <a:pt x="3429000" y="0"/>
                </a:lnTo>
              </a:path>
            </a:pathLst>
          </a:custGeom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1401147-795363541"/>
          <p:cNvSpPr/>
          <p:nvPr/>
        </p:nvSpPr>
        <p:spPr>
          <a:xfrm>
            <a:off x="5143500" y="5810250"/>
            <a:ext cx="3429000" cy="1857375"/>
          </a:xfrm>
          <a:prstGeom prst="curvedConnector3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445bc04-a81a-41fb-a4a2-c857cc88e7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3xx</a:t>
            </a:r>
            <a:r>
              <a:rPr lang="en-US" sz="27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2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5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13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3XX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572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45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9372600" y="3524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95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950" b="1" spc="1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4476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304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9791700" y="6096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0390a09-931b-4179-9137-b6ab874284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4XX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75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có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104775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tội</a:t>
            </a:r>
            <a:r>
              <a:rPr lang="en-US" sz="255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7620f9f-2371-4368-b678-bb4addee1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0005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667500" y="4476750"/>
            <a:ext cx="4000500" cy="1714500"/>
          </a:xfrm>
          <a:prstGeom prst="roundRect">
            <a:avLst>
              <a:gd name="adj" fmla="val 15556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420600" y="3429000"/>
            <a:ext cx="4953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3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420600" y="5715000"/>
            <a:ext cx="4953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endParaRPr lang="en-US" sz="3600" dirty="0"/>
          </a:p>
        </p:txBody>
      </p:sp>
      <p:sp>
        <p:nvSpPr>
          <p:cNvPr id="8" name="Connector line-1792371456544-200865972"/>
          <p:cNvSpPr/>
          <p:nvPr/>
        </p:nvSpPr>
        <p:spPr>
          <a:xfrm>
            <a:off x="4914900" y="5334000"/>
            <a:ext cx="1752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456545-227936289"/>
          <p:cNvSpPr/>
          <p:nvPr/>
        </p:nvSpPr>
        <p:spPr>
          <a:xfrm flipV="1">
            <a:off x="10668000" y="4191000"/>
            <a:ext cx="1752600" cy="1143000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456545-428588198"/>
          <p:cNvSpPr/>
          <p:nvPr/>
        </p:nvSpPr>
        <p:spPr>
          <a:xfrm>
            <a:off x="10668000" y="5334000"/>
            <a:ext cx="1752600" cy="1143000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7905750"/>
            <a:ext cx="104775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Trả</a:t>
            </a:r>
            <a:r>
              <a:rPr lang="en-US" sz="2400" dirty="0" spc="-1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400" dirty="0" spc="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5xx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6b5b286-5906-441e-849e-ddcf472424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143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286250" y="3352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700" dirty="0"/>
          </a:p>
        </p:txBody>
      </p:sp>
      <p:sp>
        <p:nvSpPr>
          <p:cNvPr id="7" name="Connector line-1792371472022-242460527"/>
          <p:cNvSpPr/>
          <p:nvPr/>
        </p:nvSpPr>
        <p:spPr>
          <a:xfrm>
            <a:off x="1238250" y="4095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28750" y="4286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286250" y="4495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công;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Connector line-1792371472027-779621941"/>
          <p:cNvSpPr/>
          <p:nvPr/>
        </p:nvSpPr>
        <p:spPr>
          <a:xfrm>
            <a:off x="1238250" y="5238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28750" y="5429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3xx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286250" y="5638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thêm;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304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3" name="Connector line-1792371472031-129424210"/>
          <p:cNvSpPr/>
          <p:nvPr/>
        </p:nvSpPr>
        <p:spPr>
          <a:xfrm>
            <a:off x="1238250" y="6381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428750" y="6572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4xx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286250" y="6781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16" name="Connector line-1792371472037-865873113"/>
          <p:cNvSpPr/>
          <p:nvPr/>
        </p:nvSpPr>
        <p:spPr>
          <a:xfrm>
            <a:off x="1238250" y="7524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428750" y="7715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5xx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4286250" y="7924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07bd737-bfdd-4648-9cf3-ab88e7409c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10477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</a:t>
            </a: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cáo: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8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“đã</a:t>
            </a:r>
            <a:r>
              <a:rPr lang="en-US" sz="4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xong”?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4287500" y="133350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2190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477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2400" dirty="0"/>
          </a:p>
        </p:txBody>
      </p:sp>
      <p:sp>
        <p:nvSpPr>
          <p:cNvPr id="7" name="Connector line-1792371489308-903878219"/>
          <p:cNvSpPr/>
          <p:nvPr/>
        </p:nvSpPr>
        <p:spPr>
          <a:xfrm>
            <a:off x="4000500" y="3714750"/>
            <a:ext cx="0" cy="52387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1489309-456022669"/>
          <p:cNvSpPr/>
          <p:nvPr/>
        </p:nvSpPr>
        <p:spPr>
          <a:xfrm>
            <a:off x="14287500" y="3714750"/>
            <a:ext cx="0" cy="52387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1489309-559786571"/>
          <p:cNvSpPr/>
          <p:nvPr/>
        </p:nvSpPr>
        <p:spPr>
          <a:xfrm>
            <a:off x="4000500" y="466725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381500" y="409575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 tạo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cáo</a:t>
            </a:r>
            <a:endParaRPr lang="en-US" sz="2400" dirty="0"/>
          </a:p>
        </p:txBody>
      </p:sp>
      <p:sp>
        <p:nvSpPr>
          <p:cNvPr id="11" name="Connector line-1792371489311-402672308"/>
          <p:cNvSpPr/>
          <p:nvPr/>
        </p:nvSpPr>
        <p:spPr>
          <a:xfrm flipH="1">
            <a:off x="4095750" y="581025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523875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40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202:</a:t>
            </a:r>
            <a:r>
              <a:rPr lang="en-US" sz="2400" dirty="0" spc="1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nhận,</a:t>
            </a:r>
            <a:r>
              <a:rPr lang="en-US" sz="2400" dirty="0" spc="9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40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1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6286500"/>
            <a:ext cx="6096000" cy="857250"/>
          </a:xfrm>
          <a:prstGeom prst="roundRect">
            <a:avLst>
              <a:gd name="adj" fmla="val 2222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cầu”</a:t>
            </a:r>
            <a:endParaRPr lang="en-US" sz="2250" dirty="0"/>
          </a:p>
        </p:txBody>
      </p:sp>
      <p:sp>
        <p:nvSpPr>
          <p:cNvPr id="14" name="Connector line-1792371489316-42602234"/>
          <p:cNvSpPr/>
          <p:nvPr/>
        </p:nvSpPr>
        <p:spPr>
          <a:xfrm>
            <a:off x="4000500" y="8191500"/>
            <a:ext cx="101917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lgDash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381500" y="7620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dõi</a:t>
            </a:r>
            <a:r>
              <a:rPr lang="en-US" sz="24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 cơ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2b46f-6298-4c81-b8e7-43eca243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908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2385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36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9528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thức,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19112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2387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304: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95312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 phải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1913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2390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36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9533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400" dirty="0" spc="-3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4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chỉ</a:t>
            </a:r>
            <a:r>
              <a:rPr lang="en-US" sz="240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5640d5d-c13a-4721-a9eb-503d4a266f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8117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richtext-1792371519343-426331580"/>
          <p:cNvSpPr/>
          <p:nvPr/>
        </p:nvSpPr>
        <p:spPr>
          <a:xfrm>
            <a:off x="9639300" y="3905250"/>
            <a:ext cx="74295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§15,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§15.3.3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9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baaef95-79b7-4bbc-bb96-555de9c15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2026-10-19T00:59:04Z</dcterms:created>
  <dcterms:modified xsi:type="dcterms:W3CDTF">2026-10-19T00:59:04Z</dcterms:modified>
</cp:coreProperties>
</file>