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Khả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trúc: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57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thắt,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tắc,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3000" dirty="0"/>
          </a:p>
        </p:txBody>
      </p:sp>
      <p:sp>
        <p:nvSpPr>
          <p:cNvPr id="5" name="Connector line-1792423557728-442572195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429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1524000"/>
                </a:moveTo>
                <a:cubicBezTo>
                  <a:pt x="723900" y="1524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953000"/>
            <a:ext cx="1485900" cy="9144"/>
          </a:xfrm>
          <a:custGeom>
            <a:avLst/>
            <a:gdLst/>
            <a:ahLst/>
            <a:cxnLst/>
            <a:rect l="l" t="t" r="r" b="b"/>
            <a:pathLst>
              <a:path w="1485900" h="9144">
                <a:moveTo>
                  <a:pt x="0" y="0"/>
                </a:moveTo>
                <a:cubicBezTo>
                  <a:pt x="723900" y="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0"/>
                </a:moveTo>
                <a:cubicBezTo>
                  <a:pt x="723900" y="0"/>
                  <a:pt x="723900" y="1524000"/>
                  <a:pt x="1485900" y="152400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22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63500" y="3067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0" y="4591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6115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0b13587-2c98-4105-84b9-71ef895809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1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6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6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66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đủ</a:t>
            </a:r>
            <a:r>
              <a:rPr lang="en-US" sz="660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6788be29-cd37-45e5-8c66-706c311a1d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26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1800" b="1" spc="2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thắt,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18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800" dirty="0"/>
          </a:p>
        </p:txBody>
      </p:sp>
      <p:sp>
        <p:nvSpPr>
          <p:cNvPr id="6" name="Connector line-1792423561621-428981826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5433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5433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30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0" y="354330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chỗ: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suất,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2387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0" y="523875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9342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9342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3000" b="1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0" y="6934200"/>
            <a:ext cx="1095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2f735cd-a03c-4ec6-b1bd-e1ccbcd194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CHẬM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 vụ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5245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 bằng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a8e7528-d513-4a5b-b2fd-320da83eb0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800" b="1" spc="26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3900" dirty="0" spc="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 thêm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khác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lỏng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giao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hẹp, mở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878659e-c3b6-4a06-b3e9-3dd760a0e1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6DFC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tốn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8139326-63c8-4c99-a8dd-1f87b4ce0a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 làm cả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875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42950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430250" y="285750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250" dirty="0"/>
          </a:p>
        </p:txBody>
      </p:sp>
      <p:sp>
        <p:nvSpPr>
          <p:cNvPr id="7" name="Connector line-1792423588050-147879050"/>
          <p:cNvSpPr/>
          <p:nvPr/>
        </p:nvSpPr>
        <p:spPr>
          <a:xfrm>
            <a:off x="314325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Connector line-1792423588051-187656861"/>
          <p:cNvSpPr/>
          <p:nvPr/>
        </p:nvSpPr>
        <p:spPr>
          <a:xfrm>
            <a:off x="914400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9" name="Connector line-1792423588051-629234994"/>
          <p:cNvSpPr/>
          <p:nvPr/>
        </p:nvSpPr>
        <p:spPr>
          <a:xfrm>
            <a:off x="15144750" y="3619500"/>
            <a:ext cx="0" cy="495300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43250" y="4476750"/>
            <a:ext cx="5905500" cy="9144"/>
          </a:xfrm>
          <a:custGeom>
            <a:avLst/>
            <a:gdLst/>
            <a:ahLst/>
            <a:cxnLst/>
            <a:rect l="l" t="t" r="r" b="b"/>
            <a:pathLst>
              <a:path w="5905500" h="9144">
                <a:moveTo>
                  <a:pt x="0" y="0"/>
                </a:moveTo>
                <a:lnTo>
                  <a:pt x="590550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0" y="40005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238500" y="5429250"/>
            <a:ext cx="5810250" cy="9144"/>
          </a:xfrm>
          <a:custGeom>
            <a:avLst/>
            <a:gdLst/>
            <a:ahLst/>
            <a:cxnLst/>
            <a:rect l="l" t="t" r="r" b="b"/>
            <a:pathLst>
              <a:path w="5810250" h="9144">
                <a:moveTo>
                  <a:pt x="5810250" y="0"/>
                </a:moveTo>
                <a:lnTo>
                  <a:pt x="0" y="0"/>
                </a:lnTo>
              </a:path>
            </a:pathLst>
          </a:custGeom>
          <a:ln w="47625">
            <a:solidFill>
              <a:srgbClr val="FFB454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3810000" y="49530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100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39250" y="6477000"/>
            <a:ext cx="5810250" cy="9144"/>
          </a:xfrm>
          <a:custGeom>
            <a:avLst/>
            <a:gdLst/>
            <a:ahLst/>
            <a:cxnLst/>
            <a:rect l="l" t="t" r="r" b="b"/>
            <a:pathLst>
              <a:path w="5810250" h="9144">
                <a:moveTo>
                  <a:pt x="5810250" y="0"/>
                </a:moveTo>
                <a:lnTo>
                  <a:pt x="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0" y="60007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238500" y="7524750"/>
            <a:ext cx="11811000" cy="9144"/>
          </a:xfrm>
          <a:custGeom>
            <a:avLst/>
            <a:gdLst/>
            <a:ahLst/>
            <a:cxnLst/>
            <a:rect l="l" t="t" r="r" b="b"/>
            <a:pathLst>
              <a:path w="11811000" h="9144">
                <a:moveTo>
                  <a:pt x="11811000" y="0"/>
                </a:moveTo>
                <a:lnTo>
                  <a:pt x="0" y="0"/>
                </a:lnTo>
              </a:path>
            </a:pathLst>
          </a:custGeom>
          <a:ln w="47625">
            <a:solidFill>
              <a:srgbClr val="FFB454"/>
            </a:solidFill>
            <a:prstDash val="lgDash"/>
          </a:ln>
        </p:spPr>
      </p:sp>
      <p:sp>
        <p:nvSpPr>
          <p:cNvPr id="17" name="Text 15"/>
          <p:cNvSpPr/>
          <p:nvPr/>
        </p:nvSpPr>
        <p:spPr>
          <a:xfrm>
            <a:off x="3810000" y="7048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100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ceda216-78c8-4cd8-86ca-f369fc1971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trần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0" dirty="0" spc="-5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8572500" y="314325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572500" y="5524500"/>
            <a:ext cx="88011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/>
        </p:spPr>
      </p:sp>
      <p:sp>
        <p:nvSpPr>
          <p:cNvPr id="7" name="Text richtext-1792423591032-278459509"/>
          <p:cNvSpPr/>
          <p:nvPr/>
        </p:nvSpPr>
        <p:spPr>
          <a:xfrm>
            <a:off x="8953500" y="5524500"/>
            <a:ext cx="8096250" cy="2286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ctr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6,9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16,8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19,6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a0b51fd-56d0-4f51-913c-50fc849945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048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3300" dirty="0"/>
          </a:p>
        </p:txBody>
      </p:sp>
      <p:sp>
        <p:nvSpPr>
          <p:cNvPr id="7" name="Text richtext-1792423591967-828512133"/>
          <p:cNvSpPr/>
          <p:nvPr/>
        </p:nvSpPr>
        <p:spPr>
          <a:xfrm>
            <a:off x="1295400" y="39052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t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048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3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3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3300" dirty="0"/>
          </a:p>
        </p:txBody>
      </p:sp>
      <p:sp>
        <p:nvSpPr>
          <p:cNvPr id="9" name="Text richtext-1792423591978-111008076"/>
          <p:cNvSpPr/>
          <p:nvPr/>
        </p:nvSpPr>
        <p:spPr>
          <a:xfrm>
            <a:off x="9753600" y="39052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t"/>
          <a:lstStyle/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  <a:p>
            <a:pPr algn="l" marL="323850" indent="-231371">
              <a:lnSpc>
                <a:spcPts val="382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429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78867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e72ca7a-46e5-4461-887f-c159537b20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2026-10-19T15:26:48Z</dcterms:created>
  <dcterms:modified xsi:type="dcterms:W3CDTF">2026-10-19T15:26:48Z</dcterms:modified>
</cp:coreProperties>
</file>