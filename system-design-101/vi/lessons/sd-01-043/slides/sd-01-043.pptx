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906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572500" cy="285750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gRPC:</a:t>
            </a:r>
            <a:r>
              <a:rPr lang="en-US" sz="81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81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phương</a:t>
            </a:r>
            <a:r>
              <a:rPr lang="en-US" sz="81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30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 trình,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3000" dirty="0"/>
          </a:p>
        </p:txBody>
      </p:sp>
      <p:sp>
        <p:nvSpPr>
          <p:cNvPr id="5" name="Connector line-1792373055062-617465829"/>
          <p:cNvSpPr/>
          <p:nvPr/>
        </p:nvSpPr>
        <p:spPr>
          <a:xfrm>
            <a:off x="914400" y="5905500"/>
            <a:ext cx="82296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191250"/>
            <a:ext cx="819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đồng,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diện,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0" y="1428750"/>
            <a:ext cx="68961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58500" y="1666875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8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13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858500" y="2143125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stub.FindBook(id)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0477500" y="3714750"/>
            <a:ext cx="68961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5A5F70"/>
            </a:solidFill>
            <a:prstDash val="lgDash"/>
          </a:ln>
        </p:spPr>
      </p:sp>
      <p:sp>
        <p:nvSpPr>
          <p:cNvPr id="12" name="Text 10"/>
          <p:cNvSpPr/>
          <p:nvPr/>
        </p:nvSpPr>
        <p:spPr>
          <a:xfrm>
            <a:off x="10858500" y="3952875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</a:t>
            </a:r>
            <a:r>
              <a:rPr lang="en-US" sz="1950" b="1" spc="1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858500" y="4429125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0477500" y="6000750"/>
            <a:ext cx="68961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58500" y="6238875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8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1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858500" y="6715125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thức,</a:t>
            </a:r>
            <a:r>
              <a:rPr lang="en-US" sz="25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550" dirty="0"/>
          </a:p>
        </p:txBody>
      </p:sp>
      <p:sp>
        <p:nvSpPr>
          <p:cNvPr id="17" name="Connector line-1792373055099-320003079"/>
          <p:cNvSpPr/>
          <p:nvPr/>
        </p:nvSpPr>
        <p:spPr>
          <a:xfrm>
            <a:off x="13925550" y="2857500"/>
            <a:ext cx="0" cy="85725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triangle" w="lg" len="lg"/>
          </a:ln>
        </p:spPr>
      </p:sp>
      <p:sp>
        <p:nvSpPr>
          <p:cNvPr id="18" name="Connector line-1792373055099-660138236"/>
          <p:cNvSpPr/>
          <p:nvPr/>
        </p:nvSpPr>
        <p:spPr>
          <a:xfrm>
            <a:off x="13925550" y="5143500"/>
            <a:ext cx="0" cy="85725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triangle" w="lg" len="lg"/>
          </a:ln>
        </p:spPr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846a7221-bfe2-474b-b270-2ade965026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</a:t>
            </a:r>
            <a:r>
              <a:rPr lang="en-US" sz="1800" b="1" spc="2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 thư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viện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FindBook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90875"/>
            <a:ext cx="4000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FindBook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5715000" y="3286125"/>
            <a:ext cx="1123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 mã sách → nhận thông tin sách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4572000"/>
            <a:ext cx="8001000" cy="3048000"/>
          </a:xfrm>
          <a:prstGeom prst="roundRect">
            <a:avLst>
              <a:gd name="adj" fmla="val 8750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9530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gRPC</a:t>
            </a:r>
            <a:r>
              <a:rPr lang="en-US" sz="1950" b="1" spc="1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1950" b="1" spc="1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33500" y="5715000"/>
            <a:ext cx="7239000" cy="247650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Khung</a:t>
            </a:r>
            <a:r>
              <a:rPr lang="en-US" sz="4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48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9372600" y="4572000"/>
            <a:ext cx="8001000" cy="30480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91700" y="49530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b="1" spc="15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91700" y="5715000"/>
            <a:ext cx="7239000" cy="247650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-10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Vẫn</a:t>
            </a:r>
            <a:r>
              <a:rPr lang="en-US" sz="4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cài</a:t>
            </a:r>
            <a:r>
              <a:rPr lang="en-US" sz="48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nghiệp</a:t>
            </a:r>
            <a:r>
              <a:rPr lang="en-US" sz="4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cc832c35-96a1-41cd-95c0-0ea3514d3cb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800" b="1" spc="26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.proto,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 phía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5334000" cy="3619500"/>
          </a:xfrm>
          <a:prstGeom prst="roundRect">
            <a:avLst>
              <a:gd name="adj" fmla="val 7368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905250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2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.proto</a:t>
            </a:r>
            <a:endParaRPr lang="en-US" sz="3900" dirty="0"/>
          </a:p>
        </p:txBody>
      </p:sp>
      <p:sp>
        <p:nvSpPr>
          <p:cNvPr id="6" name="Text richtext-1792373087533-568517112"/>
          <p:cNvSpPr/>
          <p:nvPr/>
        </p:nvSpPr>
        <p:spPr>
          <a:xfrm>
            <a:off x="1295400" y="4762500"/>
            <a:ext cx="4572000" cy="2190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Phương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 thông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524750" y="4762500"/>
            <a:ext cx="3238500" cy="1333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Sinh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12039600" y="3048000"/>
            <a:ext cx="5334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20600" y="333375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1950" b="1" spc="1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spc="13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420600" y="390525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 A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39600" y="5905500"/>
            <a:ext cx="5334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20600" y="619125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1950" b="1" spc="1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420600" y="676275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550" dirty="0"/>
          </a:p>
        </p:txBody>
      </p:sp>
      <p:sp>
        <p:nvSpPr>
          <p:cNvPr id="14" name="Connector line-1792373087566-614040990"/>
          <p:cNvSpPr/>
          <p:nvPr/>
        </p:nvSpPr>
        <p:spPr>
          <a:xfrm>
            <a:off x="6248400" y="5429250"/>
            <a:ext cx="12763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5" name="Connector line-1792373087567-642702536"/>
          <p:cNvSpPr/>
          <p:nvPr/>
        </p:nvSpPr>
        <p:spPr>
          <a:xfrm flipV="1">
            <a:off x="10763250" y="4000500"/>
            <a:ext cx="1276350" cy="1428750"/>
          </a:xfrm>
          <a:prstGeom prst="curvedConnector3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6" name="Connector line-1792373087568-844402775"/>
          <p:cNvSpPr/>
          <p:nvPr/>
        </p:nvSpPr>
        <p:spPr>
          <a:xfrm>
            <a:off x="10763250" y="5429250"/>
            <a:ext cx="1276350" cy="1428750"/>
          </a:xfrm>
          <a:prstGeom prst="curvedConnector3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7" name="Text 15"/>
          <p:cNvSpPr/>
          <p:nvPr/>
        </p:nvSpPr>
        <p:spPr>
          <a:xfrm>
            <a:off x="914400" y="81915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Mặc</a:t>
            </a:r>
            <a:r>
              <a:rPr lang="en-US" sz="255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định:</a:t>
            </a:r>
            <a:r>
              <a:rPr lang="en-US" sz="25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Protocol</a:t>
            </a:r>
            <a:r>
              <a:rPr lang="en-US" sz="25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Buffers;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phía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 cùng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e2736ade-5465-49d2-a542-477e866a6ad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b="1" spc="28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r>
              <a:rPr lang="en-US" sz="69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stub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3238500" cy="857250"/>
          </a:xfrm>
          <a:prstGeom prst="roundRect">
            <a:avLst>
              <a:gd name="adj" fmla="val 22222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25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25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867400" y="2857500"/>
            <a:ext cx="3238500" cy="857250"/>
          </a:xfrm>
          <a:prstGeom prst="roundRect">
            <a:avLst>
              <a:gd name="adj" fmla="val 22222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Stub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0820400" y="2857500"/>
            <a:ext cx="3238500" cy="857250"/>
          </a:xfrm>
          <a:prstGeom prst="roundRect">
            <a:avLst>
              <a:gd name="adj" fmla="val 22222"/>
            </a:avLst>
          </a:prstGeom>
          <a:solidFill>
            <a:srgbClr val="2C30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Mạng</a:t>
            </a:r>
            <a:endParaRPr lang="en-US" sz="2550" dirty="0"/>
          </a:p>
        </p:txBody>
      </p:sp>
      <p:sp>
        <p:nvSpPr>
          <p:cNvPr id="7" name="Connector line-1792373103488-384743466"/>
          <p:cNvSpPr/>
          <p:nvPr/>
        </p:nvSpPr>
        <p:spPr>
          <a:xfrm>
            <a:off x="2533650" y="3714750"/>
            <a:ext cx="0" cy="3524250"/>
          </a:xfrm>
          <a:prstGeom prst="line">
            <a:avLst/>
          </a:prstGeom>
          <a:noFill/>
          <a:ln w="28575">
            <a:solidFill>
              <a:srgbClr val="5A5F70"/>
            </a:solidFill>
            <a:prstDash val="lgDash"/>
            <a:headEnd type="none"/>
            <a:tailEnd type="none"/>
          </a:ln>
        </p:spPr>
      </p:sp>
      <p:sp>
        <p:nvSpPr>
          <p:cNvPr id="8" name="Connector line-1792373103489-533000369"/>
          <p:cNvSpPr/>
          <p:nvPr/>
        </p:nvSpPr>
        <p:spPr>
          <a:xfrm>
            <a:off x="7486650" y="3714750"/>
            <a:ext cx="0" cy="3524250"/>
          </a:xfrm>
          <a:prstGeom prst="line">
            <a:avLst/>
          </a:prstGeom>
          <a:noFill/>
          <a:ln w="28575">
            <a:solidFill>
              <a:srgbClr val="5A5F70"/>
            </a:solidFill>
            <a:prstDash val="lgDash"/>
            <a:headEnd type="none"/>
            <a:tailEnd type="none"/>
          </a:ln>
        </p:spPr>
      </p:sp>
      <p:sp>
        <p:nvSpPr>
          <p:cNvPr id="9" name="Connector line-1792373103489-63123938"/>
          <p:cNvSpPr/>
          <p:nvPr/>
        </p:nvSpPr>
        <p:spPr>
          <a:xfrm>
            <a:off x="12439650" y="3714750"/>
            <a:ext cx="0" cy="3524250"/>
          </a:xfrm>
          <a:prstGeom prst="line">
            <a:avLst/>
          </a:prstGeom>
          <a:noFill/>
          <a:ln w="28575">
            <a:solidFill>
              <a:srgbClr val="5A5F70"/>
            </a:solidFill>
            <a:prstDash val="lgDash"/>
            <a:headEnd type="none"/>
            <a:tailEnd type="none"/>
          </a:ln>
        </p:spPr>
      </p:sp>
      <p:sp>
        <p:nvSpPr>
          <p:cNvPr id="10" name="Connector line-1792373103489-63939396"/>
          <p:cNvSpPr/>
          <p:nvPr/>
        </p:nvSpPr>
        <p:spPr>
          <a:xfrm>
            <a:off x="2533650" y="4572000"/>
            <a:ext cx="489585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857500" y="4048125"/>
            <a:ext cx="4381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2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250" b="1" dirty="0" spc="1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057900" y="5048250"/>
            <a:ext cx="28575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250" dirty="0"/>
          </a:p>
        </p:txBody>
      </p:sp>
      <p:sp>
        <p:nvSpPr>
          <p:cNvPr id="13" name="Connector line-1792373103494-924309046"/>
          <p:cNvSpPr/>
          <p:nvPr/>
        </p:nvSpPr>
        <p:spPr>
          <a:xfrm>
            <a:off x="7486650" y="6572250"/>
            <a:ext cx="489585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810500" y="6048375"/>
            <a:ext cx="4381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2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4668500" y="2857500"/>
            <a:ext cx="2705100" cy="4381500"/>
          </a:xfrm>
          <a:prstGeom prst="roundRect">
            <a:avLst>
              <a:gd name="adj" fmla="val 9859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4954250" y="3143250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800" b="1" spc="15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954250" y="3714750"/>
            <a:ext cx="2190750" cy="3238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4400" y="762000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295400" y="7924800"/>
            <a:ext cx="1581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Cú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pháp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trông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5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c2421f6c-184e-4528-aa4e-c302b275468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5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b="1" spc="30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 nhận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5E1C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28950"/>
            <a:ext cx="1143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667000" y="325755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Thư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viện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thông</a:t>
            </a:r>
            <a:r>
              <a:rPr lang="en-US" sz="285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điệp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43815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5E1C4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552950"/>
            <a:ext cx="1143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2667000" y="478155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Giải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thông</a:t>
            </a:r>
            <a:r>
              <a:rPr lang="en-US" sz="285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điệp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5E1C4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076950"/>
            <a:ext cx="1143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2667000" y="630555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Gọi phần nghiệp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</a:t>
            </a:r>
            <a:r>
              <a:rPr lang="en-US" sz="28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phát</a:t>
            </a: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triển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14400" y="742950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7667625"/>
            <a:ext cx="1143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2667000" y="762000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Lời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8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2667000" y="8191500"/>
            <a:ext cx="1428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19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400" dirty="0" spc="-34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 cùng</a:t>
            </a:r>
            <a:r>
              <a:rPr lang="en-US" sz="2400" dirty="0" spc="-13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40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400" dirty="0" spc="-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400" dirty="0" spc="-2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376e7d0-e9d4-40b1-af1a-9e711ac1d9d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9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4381500"/>
          </a:xfrm>
          <a:prstGeom prst="roundRect">
            <a:avLst>
              <a:gd name="adj" fmla="val 608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385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r>
              <a:rPr lang="en-US" sz="1950" b="1" spc="14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5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 ĐỒNG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90525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Thống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r>
              <a:rPr lang="en-US" sz="36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36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295400" y="542925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7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400" dirty="0" spc="-2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.proto</a:t>
            </a:r>
            <a:r>
              <a:rPr lang="en-US" sz="2400" dirty="0" spc="-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dirty="0" spc="5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hai</a:t>
            </a:r>
            <a:r>
              <a:rPr lang="en-US" sz="240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77000" y="2857500"/>
            <a:ext cx="5334000" cy="4381500"/>
          </a:xfrm>
          <a:prstGeom prst="roundRect">
            <a:avLst>
              <a:gd name="adj" fmla="val 608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32385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r>
              <a:rPr lang="en-US" sz="1950" b="1" spc="14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4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STUB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858000" y="390525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r>
              <a:rPr lang="en-US" sz="36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36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đại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diện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858000" y="542925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</a:t>
            </a:r>
            <a:r>
              <a:rPr lang="en-US" sz="2400" dirty="0" spc="-1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00" dirty="0" spc="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400" dirty="0" spc="-6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số,</a:t>
            </a:r>
            <a:r>
              <a:rPr lang="en-US" sz="2400" dirty="0" spc="-1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0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-1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4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039600" y="2857500"/>
            <a:ext cx="5334000" cy="4381500"/>
          </a:xfrm>
          <a:prstGeom prst="roundRect">
            <a:avLst>
              <a:gd name="adj" fmla="val 608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20600" y="32385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r>
              <a:rPr lang="en-US" sz="1950" b="1" spc="14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spc="1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420600" y="390525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36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hiện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2420600" y="542925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400" dirty="0" spc="4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400" dirty="0" spc="-7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 vụ,</a:t>
            </a:r>
            <a:r>
              <a:rPr lang="en-US" sz="2400" dirty="0" spc="-2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-34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50a3442f-c2c9-426e-947e-4343fd93c3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6096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Hết</a:t>
            </a:r>
            <a:r>
              <a:rPr lang="en-US" sz="300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300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300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 khi</a:t>
            </a:r>
            <a:r>
              <a:rPr lang="en-US" sz="3000" dirty="0" spc="-16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300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phiếu</a:t>
            </a:r>
            <a:r>
              <a:rPr lang="en-US" sz="3000" dirty="0" spc="9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mượn.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114550"/>
            <a:ext cx="16459200" cy="6096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3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300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dirty="0" spc="-18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ngay,</a:t>
            </a:r>
            <a:r>
              <a:rPr lang="en-US" sz="300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-29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3000" dirty="0" spc="-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r>
              <a:rPr lang="en-US" sz="3000" dirty="0" spc="1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86125"/>
            <a:ext cx="114300" cy="12382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323850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ctr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Không.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78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78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lý.</a:t>
            </a:r>
            <a:endParaRPr lang="en-US" sz="7800" dirty="0"/>
          </a:p>
        </p:txBody>
      </p:sp>
      <p:sp>
        <p:nvSpPr>
          <p:cNvPr id="7" name="Shape 5"/>
          <p:cNvSpPr/>
          <p:nvPr/>
        </p:nvSpPr>
        <p:spPr>
          <a:xfrm>
            <a:off x="914400" y="5334000"/>
            <a:ext cx="5334000" cy="314325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561975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8" kern="0" dirty="0">
                <a:solidFill>
                  <a:srgbClr val="7C5A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b="1" spc="138" kern="0" dirty="0">
                <a:solidFill>
                  <a:srgbClr val="7C5A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5400" y="619125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thể chỉ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6477000" y="5334000"/>
            <a:ext cx="5334000" cy="314325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561975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7C5A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HẾT</a:t>
            </a:r>
            <a:r>
              <a:rPr lang="en-US" sz="1950" b="1" spc="151" kern="0" dirty="0">
                <a:solidFill>
                  <a:srgbClr val="7C5A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r>
              <a:rPr lang="en-US" sz="1950" b="1" spc="149" kern="0" dirty="0">
                <a:solidFill>
                  <a:srgbClr val="7C5A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858000" y="619125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ánh</a:t>
            </a:r>
            <a:r>
              <a:rPr lang="en-US" sz="25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biết;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039600" y="5334000"/>
            <a:ext cx="5334000" cy="314325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20600" y="561975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1950" b="1" spc="15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950" b="1" spc="12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420600" y="619125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 trùng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kiểm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17b4fb03-0161-4c83-959e-a5be9cca544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1800" b="1" spc="28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1800" b="1" spc="27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800" b="1" spc="29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chuỗi,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 mỗi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chiều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4000500" y="27622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8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spc="1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1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572750" y="27622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8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spc="1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3810000"/>
            <a:ext cx="2857500" cy="762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spc="13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1950" b="1" spc="17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b="1" spc="1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5905500"/>
            <a:ext cx="2857500" cy="762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spc="13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1950" b="1" spc="17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3810000" y="3238500"/>
            <a:ext cx="63817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91000" y="3476625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r>
              <a:rPr lang="en-US" sz="3150" dirty="0" spc="-1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4191000" y="4095750"/>
            <a:ext cx="5715000" cy="857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382250" y="3238500"/>
            <a:ext cx="69913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0763250" y="3476625"/>
            <a:ext cx="6286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Luồng</a:t>
            </a:r>
            <a:r>
              <a:rPr lang="en-US" sz="315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máy chủ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10763250" y="4095750"/>
            <a:ext cx="6286500" cy="857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 thông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2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3810000" y="5334000"/>
            <a:ext cx="63817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4191000" y="5572125"/>
            <a:ext cx="571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Luồng</a:t>
            </a:r>
            <a:r>
              <a:rPr lang="en-US" sz="315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máy</a:t>
            </a:r>
            <a:r>
              <a:rPr lang="en-US" sz="315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4191000" y="6191250"/>
            <a:ext cx="5715000" cy="857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250" dirty="0" spc="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đi,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382250" y="5334000"/>
            <a:ext cx="69913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10763250" y="5572125"/>
            <a:ext cx="6286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Luồng</a:t>
            </a:r>
            <a:r>
              <a:rPr lang="en-US" sz="31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315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chiều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10763250" y="6191250"/>
            <a:ext cx="6286500" cy="857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chung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791450"/>
            <a:ext cx="15811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chót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(deadline)</a:t>
            </a:r>
            <a:r>
              <a:rPr lang="en-US" sz="22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295400" y="8267700"/>
            <a:ext cx="15811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Hủy</a:t>
            </a:r>
            <a:r>
              <a:rPr lang="en-US" sz="2100" dirty="0" spc="-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100" dirty="0" spc="-1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dirty="0" spc="-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100" dirty="0" spc="-1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100" dirty="0" spc="-8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dirty="0" spc="8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721703a1-3e80-426f-a444-7780ff10ad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95625"/>
            <a:ext cx="723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gRPC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295400" y="4000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gRPC</a:t>
            </a:r>
            <a:r>
              <a:rPr lang="en-US" sz="19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Remote</a:t>
            </a:r>
            <a:r>
              <a:rPr lang="en-US" sz="19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Procedure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Calls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45720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4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4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quy: khung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 tục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590550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143625"/>
            <a:ext cx="723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2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295400" y="704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9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9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95400" y="76200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4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4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258300" y="2857500"/>
            <a:ext cx="8115300" cy="5905500"/>
          </a:xfrm>
          <a:prstGeom prst="roundRect">
            <a:avLst>
              <a:gd name="adj" fmla="val 4516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9639300" y="323850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4" name="Text richtext-1792373184440-577367883"/>
          <p:cNvSpPr/>
          <p:nvPr/>
        </p:nvSpPr>
        <p:spPr>
          <a:xfrm>
            <a:off x="9639300" y="3905250"/>
            <a:ext cx="7429500" cy="4381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4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thiệu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gRPC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 niệm</a:t>
            </a:r>
            <a:r>
              <a:rPr lang="en-US" sz="24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4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24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chót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 thích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gRPC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7e94a1fa-7681-45be-b43f-edf93e263fa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2026-10-19T03:03:58Z</dcterms:created>
  <dcterms:modified xsi:type="dcterms:W3CDTF">2026-10-19T03:03:58Z</dcterms:modified>
</cp:coreProperties>
</file>