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6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950" b="1" spc="222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9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b="1" spc="220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spc="230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b="1" spc="223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b="1" spc="219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1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bộ kiểm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81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3000" dirty="0" spc="1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3000" dirty="0" spc="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3000" dirty="0" spc="-2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2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000" dirty="0" spc="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52578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647700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70485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515100" y="6096000"/>
            <a:ext cx="52578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6100" y="647700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14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96100" y="70485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2115800" y="6096000"/>
            <a:ext cx="52578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96800" y="647700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496800" y="70485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30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1e4dd0ae-ddaa-4bda-8fae-643ea4bad7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</a:t>
            </a:r>
            <a:r>
              <a:rPr lang="en-US" sz="69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5720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810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 ĐỔI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endParaRPr lang="en-US" sz="2850" dirty="0"/>
          </a:p>
        </p:txBody>
      </p:sp>
      <p:sp>
        <p:nvSpPr>
          <p:cNvPr id="7" name="Connector line-1792390898262-713753945"/>
          <p:cNvSpPr/>
          <p:nvPr/>
        </p:nvSpPr>
        <p:spPr>
          <a:xfrm>
            <a:off x="5676900" y="4857750"/>
            <a:ext cx="9906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6858000" y="3429000"/>
            <a:ext cx="45720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810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239000" y="4381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85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850" dirty="0"/>
          </a:p>
        </p:txBody>
      </p:sp>
      <p:sp>
        <p:nvSpPr>
          <p:cNvPr id="11" name="Connector line-1792390898274-817595333"/>
          <p:cNvSpPr/>
          <p:nvPr/>
        </p:nvSpPr>
        <p:spPr>
          <a:xfrm>
            <a:off x="11620500" y="4857750"/>
            <a:ext cx="9906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12801600" y="3429000"/>
            <a:ext cx="4572000" cy="28575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82600" y="38100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182600" y="4381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 thị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14400" y="7239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30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 đổi,</a:t>
            </a:r>
            <a:r>
              <a:rPr lang="en-US" sz="30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0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014deb9-9663-4e94-bc66-9f96582a58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spc="21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3714750"/>
            <a:ext cx="114300" cy="1238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3714750"/>
            <a:ext cx="15240000" cy="1238250"/>
          </a:xfrm>
          <a:prstGeom prst="rect">
            <a:avLst/>
          </a:prstGeom>
          <a:noFill/>
          <a:ln/>
        </p:spPr>
        <p:txBody>
          <a:bodyPr wrap="square" lIns="0" tIns="39624" rIns="0" bIns="-39624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7800" dirty="0" spc="-1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Tái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542925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28750" y="619125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6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700" dirty="0" spc="-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cụ</a:t>
            </a:r>
            <a:r>
              <a:rPr lang="en-US" sz="2700" dirty="0" spc="-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17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6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700" dirty="0" spc="1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cab34fe-394c-4305-82d0-c3d20c4c47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1950" b="1" spc="23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0" cy="2857500"/>
          </a:xfrm>
          <a:prstGeom prst="roundRect">
            <a:avLst>
              <a:gd name="adj" fmla="val 8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95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b="1" spc="11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4953000" cy="1524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endParaRPr lang="en-US" sz="3000" dirty="0"/>
          </a:p>
        </p:txBody>
      </p:sp>
      <p:sp>
        <p:nvSpPr>
          <p:cNvPr id="7" name="Connector line-1792390938571-73013397"/>
          <p:cNvSpPr/>
          <p:nvPr/>
        </p:nvSpPr>
        <p:spPr>
          <a:xfrm flipV="1">
            <a:off x="6629400" y="3524250"/>
            <a:ext cx="3810000" cy="666750"/>
          </a:xfrm>
          <a:prstGeom prst="line">
            <a:avLst/>
          </a:prstGeom>
          <a:noFill/>
          <a:ln w="28575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8" name="Connector line-1792390938571-745856038"/>
          <p:cNvSpPr/>
          <p:nvPr/>
        </p:nvSpPr>
        <p:spPr>
          <a:xfrm>
            <a:off x="6629400" y="4953000"/>
            <a:ext cx="3810000" cy="666750"/>
          </a:xfrm>
          <a:prstGeom prst="line">
            <a:avLst/>
          </a:prstGeom>
          <a:noFill/>
          <a:ln w="28575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10515600" y="2857500"/>
            <a:ext cx="68580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6600" y="28575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7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515600" y="4953000"/>
            <a:ext cx="68580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96600" y="4953000"/>
            <a:ext cx="609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6953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7524750"/>
            <a:ext cx="51435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00800" y="7524750"/>
            <a:ext cx="51435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1887200" y="7524750"/>
            <a:ext cx="5486400" cy="9144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f08b7e7-da01-44ed-887e-dcd1048616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3</a:t>
            </a:r>
            <a:r>
              <a:rPr lang="en-US" sz="195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spc="21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1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1950" b="1" spc="2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58150" cy="4000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729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1950" b="1" spc="1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72961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295400" y="5334000"/>
            <a:ext cx="7296150" cy="1333500"/>
          </a:xfrm>
          <a:prstGeom prst="roundRect">
            <a:avLst>
              <a:gd name="adj" fmla="val 14286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5334000"/>
            <a:ext cx="6534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315450" y="3048000"/>
            <a:ext cx="8058150" cy="4000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6450" y="3429000"/>
            <a:ext cx="729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1950" b="1" spc="1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96450" y="3905250"/>
            <a:ext cx="729615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696450" y="5334000"/>
            <a:ext cx="7296150" cy="1333500"/>
          </a:xfrm>
          <a:prstGeom prst="roundRect">
            <a:avLst>
              <a:gd name="adj" fmla="val 14286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77450" y="5334000"/>
            <a:ext cx="6534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14400" y="7524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5247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8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a91db24-bae8-4fcc-b215-f45eb32919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4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950" b="1" spc="226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381250" y="2857500"/>
            <a:ext cx="533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05750" y="285750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333875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333875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381250" y="4333875"/>
            <a:ext cx="533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Hồi</a:t>
            </a:r>
            <a:r>
              <a:rPr lang="en-US" sz="30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05750" y="4333875"/>
            <a:ext cx="914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0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cũ.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810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381250" y="5810250"/>
            <a:ext cx="533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000" b="1" dirty="0" spc="-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3000" b="1" dirty="0" spc="-2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905750" y="581025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14400" y="7620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ec3daf1-bc4e-4817-bdf1-321d865686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 nào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82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729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6" name="Text richtext-1792391002846-193290262"/>
          <p:cNvSpPr/>
          <p:nvPr/>
        </p:nvSpPr>
        <p:spPr>
          <a:xfrm>
            <a:off x="1295400" y="3714750"/>
            <a:ext cx="7296150" cy="1619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 hạn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đạt.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9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190875"/>
            <a:ext cx="729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96450" y="3810000"/>
            <a:ext cx="72961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54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 quy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8058150" cy="2762250"/>
          </a:xfrm>
          <a:prstGeom prst="roundRect">
            <a:avLst>
              <a:gd name="adj" fmla="val 82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238875"/>
            <a:ext cx="729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762750"/>
            <a:ext cx="7296150" cy="1619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15450" y="5905500"/>
            <a:ext cx="8058150" cy="2762250"/>
          </a:xfrm>
          <a:prstGeom prst="roundRect">
            <a:avLst>
              <a:gd name="adj" fmla="val 827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6450" y="6238875"/>
            <a:ext cx="7296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1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96450" y="6762750"/>
            <a:ext cx="7296150" cy="1619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dùng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4a75ec8-0fcc-40b9-9120-41c15ed551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đạt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Khi</a:t>
                      </a:r>
                      <a:r>
                        <a:rPr lang="en-US" sz="25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2550" b="1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5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 gia hạn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Hạn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mong</a:t>
                      </a:r>
                      <a:r>
                        <a:rPr lang="en-US" sz="255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đợi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hạn</a:t>
                      </a: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thực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tế.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 diện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Gọi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thẳng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API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550" dirty="0" spc="-2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5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duyệt.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Tải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Ngưỡng</a:t>
                      </a:r>
                      <a:r>
                        <a:rPr lang="en-US" sz="255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r>
                        <a:rPr lang="en-US" sz="255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trễ</a:t>
                      </a:r>
                      <a:r>
                        <a:rPr lang="en-US" sz="25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lỗi,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55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đo.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Đầu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biến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</a:t>
                      </a:r>
                      <a:r>
                        <a:rPr lang="en-US" sz="255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gây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r>
                        <a:rPr lang="en-US" sz="255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tái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hiện.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Quyền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Dữ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đúng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kiểu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 nghĩa</a:t>
                      </a:r>
                      <a:r>
                        <a:rPr lang="en-US" sz="25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5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quyền.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 đạt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nói</a:t>
                      </a:r>
                      <a:r>
                        <a:rPr lang="en-US" sz="25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phạm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</a:t>
                      </a:r>
                      <a:r>
                        <a:rPr lang="en-US" sz="255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thử.</a:t>
                      </a:r>
                      <a:endParaRPr lang="en-US" sz="1200" dirty="0"/>
                    </a:p>
                  </a:txBody>
                  <a:tcPr marL="228600" marR="228600" marT="224790" marB="22479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478ac0a-a098-49c5-9dcf-5b0ba8d539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905500" cy="57150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151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52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514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5143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096000"/>
            <a:ext cx="514350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1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năng, dữ</a:t>
            </a:r>
            <a:r>
              <a:rPr lang="en-US" sz="255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7162800" y="2857500"/>
            <a:ext cx="10210800" cy="571500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3190875"/>
            <a:ext cx="944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richtext-1792391040114-230607058"/>
          <p:cNvSpPr/>
          <p:nvPr/>
        </p:nvSpPr>
        <p:spPr>
          <a:xfrm>
            <a:off x="7543800" y="3714750"/>
            <a:ext cx="9448800" cy="457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nền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§1.3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§2.2.3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Playwright: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hợp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Grafana: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kiểu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45c9cd0-bfae-4170-9def-312344d53a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2026-10-19T06:24:48Z</dcterms:created>
  <dcterms:modified xsi:type="dcterms:W3CDTF">2026-10-19T06:24:48Z</dcterms:modified>
</cp:coreProperties>
</file>