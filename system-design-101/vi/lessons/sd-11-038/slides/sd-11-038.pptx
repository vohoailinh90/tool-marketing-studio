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Extra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8953500" cy="3143250"/>
          </a:xfrm>
          <a:prstGeom prst="rect">
            <a:avLst/>
          </a:prstGeom>
          <a:noFill/>
          <a:ln/>
        </p:spPr>
        <p:txBody>
          <a:bodyPr wrap="square" lIns="0" tIns="59171" rIns="0" bIns="-59171" rtlCol="0" anchor="t"/>
          <a:lstStyle/>
          <a:p>
            <a:pPr algn="l" indent="0" marL="0">
              <a:lnSpc>
                <a:spcPts val="7247"/>
              </a:lnSpc>
              <a:buNone/>
            </a:pPr>
            <a:r>
              <a:rPr lang="en-US" sz="6902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Bảy</a:t>
            </a:r>
            <a:r>
              <a:rPr lang="en-US" sz="6902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mẫu</a:t>
            </a:r>
            <a:r>
              <a:rPr lang="en-US" sz="6902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</a:t>
            </a:r>
            <a:r>
              <a:rPr lang="en-US" sz="6902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thống</a:t>
            </a:r>
            <a:r>
              <a:rPr lang="en-US" sz="6902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phân</a:t>
            </a:r>
            <a:r>
              <a:rPr lang="en-US" sz="6902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tán</a:t>
            </a:r>
            <a:r>
              <a:rPr lang="en-US" sz="6902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6902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gặp</a:t>
            </a:r>
            <a:endParaRPr lang="en-US" sz="6902" dirty="0"/>
          </a:p>
        </p:txBody>
      </p:sp>
      <p:sp>
        <p:nvSpPr>
          <p:cNvPr id="4" name="Text 2"/>
          <p:cNvSpPr/>
          <p:nvPr/>
        </p:nvSpPr>
        <p:spPr>
          <a:xfrm>
            <a:off x="914400" y="5143500"/>
            <a:ext cx="8953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3000" b="1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3000" b="1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chậm,</a:t>
            </a:r>
            <a:r>
              <a:rPr lang="en-US" sz="3000" b="1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3000" b="1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3000" b="1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3000" b="1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tục:</a:t>
            </a:r>
            <a:r>
              <a:rPr lang="en-US" sz="3000" b="1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3000" b="1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3000" b="1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6477000"/>
            <a:ext cx="895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100" dirty="0" spc="-2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100" dirty="0" spc="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tán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0801350" y="4229100"/>
            <a:ext cx="1828800" cy="18288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F3EE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01350" y="4762500"/>
            <a:ext cx="1828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7</a:t>
            </a:r>
            <a:r>
              <a:rPr lang="en-US" sz="25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mẫu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3716000" y="1428750"/>
            <a:ext cx="3657600" cy="6858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Ambassador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716000" y="2381250"/>
            <a:ext cx="3657600" cy="6858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Circuit</a:t>
            </a:r>
            <a:r>
              <a:rPr lang="en-US" sz="2100" b="1" dirty="0" spc="-1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Breaker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716000" y="3333750"/>
            <a:ext cx="3657600" cy="6858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Leader</a:t>
            </a:r>
            <a:r>
              <a:rPr lang="en-US" sz="2100" b="1" dirty="0" spc="-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Election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3716000" y="4286250"/>
            <a:ext cx="3657600" cy="6858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CQRS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716000" y="5238750"/>
            <a:ext cx="3657600" cy="6858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8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Event</a:t>
            </a:r>
            <a:r>
              <a:rPr lang="en-US" sz="2100" b="1" dirty="0" spc="-9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Sourcing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716000" y="6191250"/>
            <a:ext cx="3657600" cy="6858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Publisher/Subscriber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3716000" y="7143750"/>
            <a:ext cx="3657600" cy="6858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Sharding</a:t>
            </a:r>
            <a:endParaRPr lang="en-US" sz="2100" dirty="0"/>
          </a:p>
        </p:txBody>
      </p:sp>
      <p:sp>
        <p:nvSpPr>
          <p:cNvPr id="16" name="Connector line-1792421236065-361587205"/>
          <p:cNvSpPr/>
          <p:nvPr/>
        </p:nvSpPr>
        <p:spPr>
          <a:xfrm flipV="1">
            <a:off x="12630150" y="1771650"/>
            <a:ext cx="1085850" cy="3371850"/>
          </a:xfrm>
          <a:prstGeom prst="curvedConnector3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17" name="Connector line-1792421236066-395616044"/>
          <p:cNvSpPr/>
          <p:nvPr/>
        </p:nvSpPr>
        <p:spPr>
          <a:xfrm flipV="1">
            <a:off x="12630150" y="2724150"/>
            <a:ext cx="1085850" cy="2419350"/>
          </a:xfrm>
          <a:prstGeom prst="curvedConnector3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18" name="Connector line-1792421236067-138488305"/>
          <p:cNvSpPr/>
          <p:nvPr/>
        </p:nvSpPr>
        <p:spPr>
          <a:xfrm flipV="1">
            <a:off x="12630150" y="3676650"/>
            <a:ext cx="1085850" cy="1466850"/>
          </a:xfrm>
          <a:prstGeom prst="curvedConnector3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19" name="Connector line-1792421236067-762622418"/>
          <p:cNvSpPr/>
          <p:nvPr/>
        </p:nvSpPr>
        <p:spPr>
          <a:xfrm flipV="1">
            <a:off x="12630150" y="4629150"/>
            <a:ext cx="1085850" cy="514350"/>
          </a:xfrm>
          <a:prstGeom prst="curvedConnector3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20" name="Connector line-1792421236067-733430905"/>
          <p:cNvSpPr/>
          <p:nvPr/>
        </p:nvSpPr>
        <p:spPr>
          <a:xfrm>
            <a:off x="12630150" y="5143500"/>
            <a:ext cx="1085850" cy="438150"/>
          </a:xfrm>
          <a:prstGeom prst="curvedConnector3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21" name="Connector line-1792421236068-345024004"/>
          <p:cNvSpPr/>
          <p:nvPr/>
        </p:nvSpPr>
        <p:spPr>
          <a:xfrm>
            <a:off x="12630150" y="5143500"/>
            <a:ext cx="1085850" cy="1390650"/>
          </a:xfrm>
          <a:prstGeom prst="curvedConnector3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22" name="Connector line-1792421236068-573402457"/>
          <p:cNvSpPr/>
          <p:nvPr/>
        </p:nvSpPr>
        <p:spPr>
          <a:xfrm>
            <a:off x="12630150" y="5143500"/>
            <a:ext cx="1085850" cy="2343150"/>
          </a:xfrm>
          <a:prstGeom prst="curvedConnector3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afd3023f-a180-4a4c-9f47-9ad87651ea2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1905000"/>
            <a:ext cx="152400" cy="3810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1809750"/>
            <a:ext cx="15906750" cy="4191000"/>
          </a:xfrm>
          <a:prstGeom prst="rect">
            <a:avLst/>
          </a:prstGeom>
          <a:noFill/>
          <a:ln/>
        </p:spPr>
        <p:txBody>
          <a:bodyPr wrap="square" lIns="0" tIns="82296" rIns="0" bIns="-82296" rtlCol="0" anchor="t"/>
          <a:lstStyle/>
          <a:p>
            <a:pPr algn="l" indent="0" marL="0">
              <a:lnSpc>
                <a:spcPts val="10080"/>
              </a:lnSpc>
              <a:buNone/>
            </a:pPr>
            <a:r>
              <a:rPr lang="en-US" sz="96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Bảy</a:t>
            </a:r>
            <a:r>
              <a:rPr lang="en-US" sz="96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mẫu,</a:t>
            </a:r>
            <a:r>
              <a:rPr lang="en-US" sz="96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bảy</a:t>
            </a:r>
            <a:r>
              <a:rPr lang="en-US" sz="9600" dirty="0" spc="-7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vấn</a:t>
            </a:r>
            <a:r>
              <a:rPr lang="en-US" sz="9600" dirty="0" spc="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đề</a:t>
            </a:r>
            <a:r>
              <a:rPr lang="en-US" sz="96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lặp</a:t>
            </a:r>
            <a:r>
              <a:rPr lang="en-US" sz="96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lại.</a:t>
            </a:r>
            <a:endParaRPr lang="en-US" sz="9600" dirty="0"/>
          </a:p>
        </p:txBody>
      </p:sp>
      <p:sp>
        <p:nvSpPr>
          <p:cNvPr id="5" name="Shape 3"/>
          <p:cNvSpPr/>
          <p:nvPr/>
        </p:nvSpPr>
        <p:spPr>
          <a:xfrm>
            <a:off x="914400" y="6858000"/>
            <a:ext cx="16459200" cy="1619250"/>
          </a:xfrm>
          <a:prstGeom prst="roundRect">
            <a:avLst>
              <a:gd name="adj" fmla="val 16471"/>
            </a:avLst>
          </a:prstGeom>
          <a:solidFill>
            <a:srgbClr val="14161C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6858000"/>
            <a:ext cx="156972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330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3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330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phỏng</a:t>
            </a:r>
            <a:r>
              <a:rPr lang="en-US" sz="33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33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33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Circuit</a:t>
            </a:r>
            <a:r>
              <a:rPr lang="en-US" sz="330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Breaker.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38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0081ee06-394e-4c05-9e27-6c6789427f9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AMBASSADOR</a:t>
            </a:r>
            <a:r>
              <a:rPr lang="en-US" sz="1800" b="1" spc="25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9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CIRCUIT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BREAKER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Giữ dịch vụ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khỏe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7810500" cy="4762500"/>
          </a:xfrm>
          <a:prstGeom prst="roundRect">
            <a:avLst>
              <a:gd name="adj" fmla="val 6400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90650" y="3467100"/>
            <a:ext cx="6858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1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AMBASSADOR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390650" y="4191000"/>
            <a:ext cx="6858000" cy="323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39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39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39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</a:t>
            </a:r>
            <a:r>
              <a:rPr lang="en-US" sz="3900" b="1" dirty="0" spc="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39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39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3900" b="1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39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ngoài.</a:t>
            </a:r>
            <a:endParaRPr lang="en-US" sz="3900" dirty="0"/>
          </a:p>
        </p:txBody>
      </p:sp>
      <p:sp>
        <p:nvSpPr>
          <p:cNvPr id="7" name="Shape 5"/>
          <p:cNvSpPr/>
          <p:nvPr/>
        </p:nvSpPr>
        <p:spPr>
          <a:xfrm>
            <a:off x="9563100" y="3048000"/>
            <a:ext cx="7810500" cy="4762500"/>
          </a:xfrm>
          <a:prstGeom prst="roundRect">
            <a:avLst>
              <a:gd name="adj" fmla="val 6400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39350" y="3467100"/>
            <a:ext cx="6858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1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CIRCUIT</a:t>
            </a:r>
            <a:r>
              <a:rPr lang="en-US" sz="1650" b="1" spc="22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BREAKER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0039350" y="4191000"/>
            <a:ext cx="6858000" cy="323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 spc="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Ngừng</a:t>
            </a:r>
            <a:r>
              <a:rPr lang="en-US" sz="39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39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39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3900" b="1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vượt</a:t>
            </a:r>
            <a:r>
              <a:rPr lang="en-US" sz="39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ngưỡng.</a:t>
            </a:r>
            <a:endParaRPr lang="en-US" sz="390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38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bd04b026-ba22-473b-82c3-06aca4a9827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LEADER</a:t>
            </a:r>
            <a:r>
              <a:rPr lang="en-US" sz="1800" b="1" spc="28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ELECTION</a:t>
            </a: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9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CQRS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Chọn</a:t>
            </a:r>
            <a:r>
              <a:rPr lang="en-US" sz="69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bản,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tách</a:t>
            </a:r>
            <a:r>
              <a:rPr lang="en-US" sz="69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ghi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1295400" y="285750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MẪU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239000" y="285750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1650" b="1" spc="20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1650" b="1" spc="19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1650" b="1" spc="22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914400" y="3333750"/>
            <a:ext cx="16459200" cy="2190750"/>
          </a:xfrm>
          <a:prstGeom prst="roundRect">
            <a:avLst>
              <a:gd name="adj" fmla="val 12174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5400" y="3333750"/>
            <a:ext cx="5524500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b="1" dirty="0" spc="-19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Leader</a:t>
            </a:r>
            <a:r>
              <a:rPr lang="en-US" sz="3450" b="1" dirty="0" spc="-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Election</a:t>
            </a:r>
            <a:endParaRPr lang="en-US" sz="3450" dirty="0"/>
          </a:p>
        </p:txBody>
      </p:sp>
      <p:sp>
        <p:nvSpPr>
          <p:cNvPr id="8" name="Text 6"/>
          <p:cNvSpPr/>
          <p:nvPr/>
        </p:nvSpPr>
        <p:spPr>
          <a:xfrm>
            <a:off x="7239000" y="3333750"/>
            <a:ext cx="9525000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31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1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31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3150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phối.</a:t>
            </a:r>
            <a:endParaRPr lang="en-US" sz="3150" dirty="0"/>
          </a:p>
        </p:txBody>
      </p:sp>
      <p:sp>
        <p:nvSpPr>
          <p:cNvPr id="9" name="Shape 7"/>
          <p:cNvSpPr/>
          <p:nvPr/>
        </p:nvSpPr>
        <p:spPr>
          <a:xfrm>
            <a:off x="914400" y="5905500"/>
            <a:ext cx="16459200" cy="2190750"/>
          </a:xfrm>
          <a:prstGeom prst="roundRect">
            <a:avLst>
              <a:gd name="adj" fmla="val 12174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95400" y="5905500"/>
            <a:ext cx="5524500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b="1" dirty="0" spc="-1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CQRS</a:t>
            </a:r>
            <a:endParaRPr lang="en-US" sz="3450" dirty="0"/>
          </a:p>
        </p:txBody>
      </p:sp>
      <p:sp>
        <p:nvSpPr>
          <p:cNvPr id="11" name="Text 9"/>
          <p:cNvSpPr/>
          <p:nvPr/>
        </p:nvSpPr>
        <p:spPr>
          <a:xfrm>
            <a:off x="7239000" y="5905500"/>
            <a:ext cx="9525000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-7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Tách</a:t>
            </a:r>
            <a:r>
              <a:rPr lang="en-US" sz="31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31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31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ghi.</a:t>
            </a:r>
            <a:endParaRPr lang="en-US" sz="315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38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ef3c1767-fdd4-458c-8038-2add77ac64b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EVENT</a:t>
            </a:r>
            <a:r>
              <a:rPr lang="en-US" sz="1800" b="1" spc="29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SOURCING</a:t>
            </a:r>
            <a:r>
              <a:rPr lang="en-US" sz="1800" b="1" spc="25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PUBLISHER/SUBSCRIBER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mẫu</a:t>
            </a:r>
            <a:r>
              <a:rPr lang="en-US" sz="6900" dirty="0" spc="-7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xoay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quanh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sự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kiện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5219700" cy="4572000"/>
          </a:xfrm>
          <a:prstGeom prst="roundRect">
            <a:avLst>
              <a:gd name="adj" fmla="val 6667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429000"/>
            <a:ext cx="4476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EVENT SOURCING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95400" y="4095750"/>
            <a:ext cx="4476750" cy="323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4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kiện,</a:t>
            </a:r>
            <a:r>
              <a:rPr lang="en-US" sz="30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30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34150" y="3048000"/>
            <a:ext cx="5219700" cy="4572000"/>
          </a:xfrm>
          <a:prstGeom prst="roundRect">
            <a:avLst>
              <a:gd name="adj" fmla="val 6667"/>
            </a:avLst>
          </a:prstGeom>
          <a:solidFill>
            <a:srgbClr val="FBF8F2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15150" y="3429000"/>
            <a:ext cx="4476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PUBLISHER/SUBSCRIBER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915150" y="4095750"/>
            <a:ext cx="4476750" cy="323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Phát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 cho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30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nhận.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2153900" y="3048000"/>
            <a:ext cx="5219700" cy="4572000"/>
          </a:xfrm>
          <a:prstGeom prst="roundRect">
            <a:avLst>
              <a:gd name="adj" fmla="val 6667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12534900" y="3429000"/>
            <a:ext cx="4476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5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165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2534900" y="4095750"/>
            <a:ext cx="4476750" cy="323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Event</a:t>
            </a:r>
            <a:r>
              <a:rPr lang="en-US" sz="30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Sourcing:</a:t>
            </a:r>
            <a:r>
              <a:rPr lang="en-US" sz="300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phức</a:t>
            </a:r>
            <a:r>
              <a:rPr lang="en-US" sz="30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tạp,</a:t>
            </a: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300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300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đổi.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38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8c8a95f3-46e6-49f7-84ee-a8d52f18a0f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SHARDING</a:t>
            </a:r>
            <a:r>
              <a:rPr lang="en-US" sz="1800" b="1" spc="25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800" b="1" spc="29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CIRCUIT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BREAKER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3429000"/>
          </a:xfrm>
          <a:prstGeom prst="rect">
            <a:avLst/>
          </a:prstGeom>
          <a:noFill/>
          <a:ln/>
        </p:spPr>
        <p:txBody>
          <a:bodyPr wrap="square" lIns="0" tIns="251460" rIns="0" bIns="-251460" rtlCol="0" anchor="t"/>
          <a:lstStyle/>
          <a:p>
            <a:pPr algn="l" indent="0" marL="0">
              <a:lnSpc>
                <a:spcPts val="24750"/>
              </a:lnSpc>
              <a:buNone/>
            </a:pPr>
            <a:r>
              <a:rPr lang="en-US" sz="24750" dirty="0" spc="-2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80</a:t>
            </a:r>
            <a:endParaRPr lang="en-US" sz="24750" dirty="0"/>
          </a:p>
        </p:txBody>
      </p:sp>
      <p:sp>
        <p:nvSpPr>
          <p:cNvPr id="4" name="Text 2"/>
          <p:cNvSpPr/>
          <p:nvPr/>
        </p:nvSpPr>
        <p:spPr>
          <a:xfrm>
            <a:off x="914400" y="4762500"/>
            <a:ext cx="7810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giây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có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7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63100" y="1333500"/>
            <a:ext cx="7810500" cy="3429000"/>
          </a:xfrm>
          <a:prstGeom prst="rect">
            <a:avLst/>
          </a:prstGeom>
          <a:noFill/>
          <a:ln/>
        </p:spPr>
        <p:txBody>
          <a:bodyPr wrap="square" lIns="0" tIns="251460" rIns="0" bIns="-251460" rtlCol="0" anchor="t"/>
          <a:lstStyle/>
          <a:p>
            <a:pPr algn="l" indent="0" marL="0">
              <a:lnSpc>
                <a:spcPts val="24750"/>
              </a:lnSpc>
              <a:buNone/>
            </a:pPr>
            <a:r>
              <a:rPr lang="en-US" sz="2475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16</a:t>
            </a:r>
            <a:endParaRPr lang="en-US" sz="24750" dirty="0"/>
          </a:p>
        </p:txBody>
      </p:sp>
      <p:sp>
        <p:nvSpPr>
          <p:cNvPr id="6" name="Text 4"/>
          <p:cNvSpPr/>
          <p:nvPr/>
        </p:nvSpPr>
        <p:spPr>
          <a:xfrm>
            <a:off x="9563100" y="4762500"/>
            <a:ext cx="7810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giây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7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ngắt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6572250"/>
            <a:ext cx="16459200" cy="190500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90650" y="6838950"/>
            <a:ext cx="155067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SHARDING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390650" y="7334250"/>
            <a:ext cx="155067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33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33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33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33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33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33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phần.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38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82332cb2-240b-4c2a-a289-99f11ea5391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Bảy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mẫu không</a:t>
            </a: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tất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2857500"/>
            <a:ext cx="95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 spc="-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2476500" y="2857500"/>
            <a:ext cx="14478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850" b="1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phổ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mẫu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/>
        </p:spPr>
      </p:sp>
      <p:sp>
        <p:nvSpPr>
          <p:cNvPr id="8" name="Shape 6"/>
          <p:cNvSpPr/>
          <p:nvPr/>
        </p:nvSpPr>
        <p:spPr>
          <a:xfrm>
            <a:off x="914400" y="438150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5400" y="4381500"/>
            <a:ext cx="95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2476500" y="4381500"/>
            <a:ext cx="14478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Còn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bảy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8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này.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914400" y="590550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95400" y="5905500"/>
            <a:ext cx="95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2476500" y="5905500"/>
            <a:ext cx="14478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Cái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tóm</a:t>
            </a:r>
            <a:r>
              <a:rPr lang="en-US" sz="28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b="1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soạn.</a:t>
            </a:r>
            <a:endParaRPr lang="en-US" sz="2850" dirty="0"/>
          </a:p>
        </p:txBody>
      </p:sp>
      <p:sp>
        <p:nvSpPr>
          <p:cNvPr id="14" name="Shape 12"/>
          <p:cNvSpPr/>
          <p:nvPr/>
        </p:nvSpPr>
        <p:spPr>
          <a:xfrm>
            <a:off x="914400" y="742950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14161C"/>
          </a:solidFill>
          <a:ln/>
        </p:spPr>
      </p:sp>
      <p:sp>
        <p:nvSpPr>
          <p:cNvPr id="15" name="Text 13"/>
          <p:cNvSpPr/>
          <p:nvPr/>
        </p:nvSpPr>
        <p:spPr>
          <a:xfrm>
            <a:off x="1295400" y="7429500"/>
            <a:ext cx="95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2476500" y="7429500"/>
            <a:ext cx="14478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b="1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8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giá.</a:t>
            </a:r>
            <a:endParaRPr lang="en-US" sz="285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38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3e83665e-3627-42fe-a7fb-6edb155a1e9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905000"/>
          </a:xfrm>
          <a:prstGeom prst="rect">
            <a:avLst/>
          </a:prstGeom>
          <a:noFill/>
          <a:ln/>
        </p:spPr>
        <p:txBody>
          <a:bodyPr wrap="square" lIns="0" tIns="54007" rIns="0" bIns="-54007" rtlCol="0" anchor="t"/>
          <a:lstStyle/>
          <a:p>
            <a:pPr algn="l" indent="0" marL="0">
              <a:lnSpc>
                <a:spcPts val="6615"/>
              </a:lnSpc>
              <a:buNone/>
            </a:pPr>
            <a:r>
              <a:rPr lang="en-US" sz="63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Dịch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 quá</a:t>
            </a:r>
            <a:r>
              <a:rPr lang="en-US" sz="63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tải,</a:t>
            </a:r>
            <a:r>
              <a:rPr lang="en-US" sz="6300" dirty="0" spc="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ứng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 cứ</a:t>
            </a:r>
            <a:r>
              <a:rPr lang="en-US" sz="63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lại: mẫu</a:t>
            </a:r>
            <a:r>
              <a:rPr lang="en-US" sz="630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3810000"/>
            <a:ext cx="4762500" cy="2667000"/>
          </a:xfrm>
          <a:prstGeom prst="roundRect">
            <a:avLst>
              <a:gd name="adj" fmla="val 11429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4152900"/>
            <a:ext cx="4000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ĐÓNG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95400" y="4667250"/>
            <a:ext cx="40005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0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850" b="1" dirty="0" spc="3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qua,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đếm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6762750" y="3810000"/>
            <a:ext cx="4762500" cy="2667000"/>
          </a:xfrm>
          <a:prstGeom prst="roundRect">
            <a:avLst>
              <a:gd name="adj" fmla="val 11429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43750" y="4152900"/>
            <a:ext cx="4000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143750" y="4667250"/>
            <a:ext cx="40005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Thất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bại</a:t>
            </a:r>
            <a:r>
              <a:rPr lang="en-US" sz="28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ngay,</a:t>
            </a: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850" b="1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đi.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12611100" y="3810000"/>
            <a:ext cx="4762500" cy="2667000"/>
          </a:xfrm>
          <a:prstGeom prst="roundRect">
            <a:avLst>
              <a:gd name="adj" fmla="val 11429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92100" y="4152900"/>
            <a:ext cx="4000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NỬA</a:t>
            </a:r>
            <a:r>
              <a:rPr lang="en-US" sz="1650" b="1" spc="22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2992100" y="4667250"/>
            <a:ext cx="40005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Cho</a:t>
            </a:r>
            <a:r>
              <a:rPr lang="en-US" sz="28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285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850" b="1" dirty="0" spc="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thử.</a:t>
            </a:r>
            <a:endParaRPr lang="en-US" sz="2850" dirty="0"/>
          </a:p>
        </p:txBody>
      </p:sp>
      <p:sp>
        <p:nvSpPr>
          <p:cNvPr id="13" name="Connector line-1792421290719-180324900"/>
          <p:cNvSpPr/>
          <p:nvPr/>
        </p:nvSpPr>
        <p:spPr>
          <a:xfrm>
            <a:off x="5676900" y="5143500"/>
            <a:ext cx="1085850" cy="0"/>
          </a:xfrm>
          <a:prstGeom prst="line">
            <a:avLst/>
          </a:prstGeom>
          <a:noFill/>
          <a:ln w="57150">
            <a:solidFill>
              <a:srgbClr val="E4E1D8"/>
            </a:solidFill>
            <a:prstDash val="solid"/>
            <a:headEnd type="none"/>
            <a:tailEnd type="triangle"/>
          </a:ln>
        </p:spPr>
      </p:sp>
      <p:sp>
        <p:nvSpPr>
          <p:cNvPr id="14" name="Connector line-1792421290719-244565116"/>
          <p:cNvSpPr/>
          <p:nvPr/>
        </p:nvSpPr>
        <p:spPr>
          <a:xfrm>
            <a:off x="11525250" y="5143500"/>
            <a:ext cx="1085850" cy="0"/>
          </a:xfrm>
          <a:prstGeom prst="line">
            <a:avLst/>
          </a:prstGeom>
          <a:noFill/>
          <a:ln w="57150">
            <a:solidFill>
              <a:srgbClr val="E4E1D8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14400" y="6953250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</a:t>
            </a:r>
            <a:r>
              <a:rPr lang="en-US" sz="19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vượt</a:t>
            </a:r>
            <a:r>
              <a:rPr lang="en-US" sz="19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ngưỡng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6762750" y="6953250"/>
            <a:ext cx="476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hết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14400" y="7810500"/>
            <a:ext cx="16459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Thành</a:t>
            </a:r>
            <a:r>
              <a:rPr lang="en-US" sz="3000" b="1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3000" b="1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3000" b="1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đóng</a:t>
            </a:r>
            <a:r>
              <a:rPr lang="en-US" sz="3000" b="1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lại,</a:t>
            </a:r>
            <a:r>
              <a:rPr lang="en-US" sz="3000" b="1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3000" b="1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3000" b="1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3000" b="1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lại.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38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45c3d512-9843-4aef-9be9-7fcbf5c7a26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ĐÀO</a:t>
            </a:r>
            <a:r>
              <a:rPr lang="en-US" sz="1800" b="1" spc="29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SÂU:</a:t>
            </a:r>
            <a:r>
              <a:rPr lang="en-US" sz="1800" b="1" spc="30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1800" b="1" spc="29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800" b="1" spc="29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5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bảy</a:t>
            </a:r>
            <a:r>
              <a:rPr lang="en-US" sz="69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</a:t>
            </a:r>
            <a:r>
              <a:rPr lang="en-US" sz="6900" dirty="0" spc="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bảy</a:t>
            </a:r>
            <a:r>
              <a:rPr lang="en-US" sz="6900" dirty="0" spc="-5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vấn</a:t>
            </a:r>
            <a:r>
              <a:rPr lang="en-US" sz="6900" dirty="0" spc="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đề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5275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30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3000" b="1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30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bảy</a:t>
            </a:r>
            <a:r>
              <a:rPr lang="en-US" sz="30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485900" y="4476750"/>
            <a:ext cx="15887700" cy="1238250"/>
          </a:xfrm>
          <a:prstGeom prst="roundRect">
            <a:avLst>
              <a:gd name="adj" fmla="val 2153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66900" y="4476750"/>
            <a:ext cx="151257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30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này:</a:t>
            </a:r>
            <a:r>
              <a:rPr lang="en-US" sz="300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30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3000" b="1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 của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30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057400" y="6000750"/>
            <a:ext cx="15316200" cy="1238250"/>
          </a:xfrm>
          <a:prstGeom prst="roundRect">
            <a:avLst>
              <a:gd name="adj" fmla="val 21538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38400" y="6000750"/>
            <a:ext cx="14554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0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Microsoft.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628900" y="7524750"/>
            <a:ext cx="14744700" cy="1238250"/>
          </a:xfrm>
          <a:prstGeom prst="roundRect">
            <a:avLst>
              <a:gd name="adj" fmla="val 21538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3009900" y="7524750"/>
            <a:ext cx="139827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30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30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phỏng</a:t>
            </a: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30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Circuit</a:t>
            </a:r>
            <a:r>
              <a:rPr lang="en-US" sz="300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Breaker.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38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006b89fe-00d0-4e21-9d4e-4aaca456103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190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17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CQRS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3238500" y="1695450"/>
            <a:ext cx="7048500" cy="1905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5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Tách</a:t>
            </a:r>
            <a:r>
              <a:rPr lang="en-US" sz="25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trách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nhiệm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5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5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049000" y="1619250"/>
            <a:ext cx="6324600" cy="6096000"/>
          </a:xfrm>
          <a:prstGeom prst="roundRect">
            <a:avLst>
              <a:gd name="adj" fmla="val 5000"/>
            </a:avLst>
          </a:prstGeom>
          <a:solidFill>
            <a:srgbClr val="1E212B"/>
          </a:solidFill>
          <a:ln w="19050">
            <a:solidFill>
              <a:srgbClr val="3A3F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0" y="1962150"/>
            <a:ext cx="5524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650" b="1" spc="22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650" dirty="0"/>
          </a:p>
        </p:txBody>
      </p:sp>
      <p:sp>
        <p:nvSpPr>
          <p:cNvPr id="7" name="Text richtext-1792421304499-161113339"/>
          <p:cNvSpPr/>
          <p:nvPr/>
        </p:nvSpPr>
        <p:spPr>
          <a:xfrm>
            <a:off x="11430000" y="2533650"/>
            <a:ext cx="5524500" cy="47625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marL="304800" indent="-217761">
              <a:lnSpc>
                <a:spcPts val="3360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ByteByteGo,</a:t>
            </a:r>
            <a:r>
              <a:rPr lang="en-US" sz="24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4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40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buSzPct val="100000"/>
              <a:buFont typeface="Arial"/>
              <a:buChar char="•"/>
            </a:pPr>
            <a:r>
              <a:rPr lang="en-US" sz="24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Microsoft,</a:t>
            </a:r>
            <a:r>
              <a:rPr lang="en-US" sz="24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bảy</a:t>
            </a:r>
            <a:r>
              <a:rPr lang="en-US" sz="24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4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400" dirty="0" spc="-3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40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24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38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ee1c4b29-5f8d-430c-911b-977863dab34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2026-10-19T14:49:01Z</dcterms:created>
  <dcterms:modified xsi:type="dcterms:W3CDTF">2026-10-19T14:49:01Z</dcterms:modified>
</cp:coreProperties>
</file>