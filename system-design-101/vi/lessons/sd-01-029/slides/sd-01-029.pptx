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SDK: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75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gọi;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</a:t>
            </a:r>
            <a:r>
              <a:rPr lang="en-US" sz="21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r>
              <a:rPr lang="en-US" sz="19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420600" y="4524375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19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420600" y="6191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tích</a:t>
            </a: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2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11" name="Connector line-1792370883784-366248386"/>
          <p:cNvSpPr/>
          <p:nvPr/>
        </p:nvSpPr>
        <p:spPr>
          <a:xfrm flipV="1">
            <a:off x="11753850" y="3219450"/>
            <a:ext cx="666750" cy="16668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Connector line-1792370883785-797165541"/>
          <p:cNvSpPr/>
          <p:nvPr/>
        </p:nvSpPr>
        <p:spPr>
          <a:xfrm>
            <a:off x="11753850" y="4886325"/>
            <a:ext cx="666750" cy="95"/>
          </a:xfrm>
          <a:custGeom>
            <a:avLst/>
            <a:gdLst/>
            <a:ahLst/>
            <a:cxnLst/>
            <a:rect l="l" t="t" r="r" b="b"/>
            <a:pathLst>
              <a:path w="666750" h="95">
                <a:moveTo>
                  <a:pt x="0" y="0"/>
                </a:moveTo>
                <a:lnTo>
                  <a:pt x="333375" y="0"/>
                </a:lnTo>
                <a:lnTo>
                  <a:pt x="333375" y="0"/>
                </a:lnTo>
                <a:lnTo>
                  <a:pt x="666750" y="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Connector line-1792370883785-414125082"/>
          <p:cNvSpPr/>
          <p:nvPr/>
        </p:nvSpPr>
        <p:spPr>
          <a:xfrm>
            <a:off x="11753850" y="4886325"/>
            <a:ext cx="666750" cy="166687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c446cbf7-b9f2-43fb-a082-328ee21cbe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095500"/>
            <a:ext cx="15621000" cy="4286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90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9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SDK</a:t>
            </a:r>
            <a:r>
              <a:rPr lang="en-US" sz="90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9000" dirty="0" spc="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9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9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766762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lựa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trừ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0" name="Shape 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c16fafa-366a-4768-b02c-7637fffb6f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72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giao</a:t>
            </a:r>
            <a:r>
              <a:rPr lang="en-US" sz="7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7200" dirty="0" spc="-9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 cấp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52425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0957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</a:t>
            </a:r>
            <a:r>
              <a:rPr lang="en-US" sz="30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95400" y="49530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15100" y="352425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5100" y="352425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896100" y="40957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0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96100" y="49530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2115800" y="352425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15800" y="352425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4095750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30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96800" y="49530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 03/09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0a84368-ac6a-47d4-a371-6828dbec46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SDK là</a:t>
            </a:r>
            <a:r>
              <a:rPr lang="en-US" sz="72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2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05125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41910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524375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SDK: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datChoSach(42)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58102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143625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001500" y="2571750"/>
            <a:ext cx="5372100" cy="46672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0" y="2571750"/>
            <a:ext cx="152400" cy="4667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richtext-1792370902935-588830347"/>
          <p:cNvSpPr/>
          <p:nvPr/>
        </p:nvSpPr>
        <p:spPr>
          <a:xfrm>
            <a:off x="12477750" y="2952750"/>
            <a:ext cx="4572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Text 20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feeb258-f485-4cf8-a083-ad32b87fa7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2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7200" dirty="0" spc="-4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0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91700" y="4000500"/>
            <a:ext cx="723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SDK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phù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143750"/>
            <a:ext cx="15240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7524750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Text 20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4a15d63-706e-4b01-bc71-612acce5d9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0" y="27622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10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480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37623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5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nhất</a:t>
            </a:r>
            <a:r>
              <a:rPr lang="en-US" sz="25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620000" y="3762375"/>
            <a:ext cx="942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50196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25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620000" y="5019675"/>
            <a:ext cx="942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biên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dịch,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9626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2769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25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5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620000" y="6276975"/>
            <a:ext cx="942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2199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3500" y="750570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620000" y="7505700"/>
            <a:ext cx="9429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Text 26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7951f56-4a71-4546-a871-ab513f2a19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33350" cy="28575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906750" cy="31432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60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SDK</a:t>
            </a:r>
            <a:r>
              <a:rPr lang="en-US" sz="60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0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sách.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0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vậy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0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60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16459200" cy="3524250"/>
          </a:xfrm>
          <a:prstGeom prst="roundRect">
            <a:avLst>
              <a:gd name="adj" fmla="val 756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667375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70942033-587312151"/>
          <p:cNvSpPr/>
          <p:nvPr/>
        </p:nvSpPr>
        <p:spPr>
          <a:xfrm>
            <a:off x="1333500" y="6191250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272202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Chưa.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3000" dirty="0"/>
          </a:p>
          <a:p>
            <a:pPr algn="l" marL="381000" indent="-272202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tích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tuân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Text 1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f984630-317b-4552-8624-a03acf82ab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876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0" y="2971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400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81250" y="4495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hàm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thư viện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924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81250" y="6019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7448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381250" y="7543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 phần cụ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01215fc-b7f4-461a-81fd-2d2195b6d1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333500"/>
            <a:ext cx="805815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6668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33500" y="2619375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lập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315450" y="1333500"/>
            <a:ext cx="805815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734550" y="16668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SDK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734550" y="2619375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476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0" name="Text richtext-1792370946093-884693445"/>
          <p:cNvSpPr/>
          <p:nvPr/>
        </p:nvSpPr>
        <p:spPr>
          <a:xfrm>
            <a:off x="914400" y="52387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25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Services: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SDK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JavaScript: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bc07c0c-f633-41af-b281-1f15bd59f0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2026-10-19T00:49:24Z</dcterms:created>
  <dcterms:modified xsi:type="dcterms:W3CDTF">2026-10-19T00:49:24Z</dcterms:modified>
</cp:coreProperties>
</file>