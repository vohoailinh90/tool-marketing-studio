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47675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Elasticsearch</a:t>
            </a:r>
            <a:r>
              <a:rPr lang="en-US" sz="66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6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6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gì: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 cách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6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66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3049250" y="2381250"/>
            <a:ext cx="1238250" cy="2762250"/>
          </a:xfrm>
          <a:custGeom>
            <a:avLst/>
            <a:gdLst/>
            <a:ahLst/>
            <a:cxnLst/>
            <a:rect l="l" t="t" r="r" b="b"/>
            <a:pathLst>
              <a:path w="1238250" h="2762250">
                <a:moveTo>
                  <a:pt x="0" y="0"/>
                </a:moveTo>
                <a:cubicBezTo>
                  <a:pt x="762000" y="0"/>
                  <a:pt x="762000" y="2762250"/>
                  <a:pt x="1238250" y="2762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49250" y="4286250"/>
            <a:ext cx="1238250" cy="857250"/>
          </a:xfrm>
          <a:custGeom>
            <a:avLst/>
            <a:gdLst/>
            <a:ahLst/>
            <a:cxnLst/>
            <a:rect l="l" t="t" r="r" b="b"/>
            <a:pathLst>
              <a:path w="1238250" h="857250">
                <a:moveTo>
                  <a:pt x="0" y="0"/>
                </a:moveTo>
                <a:cubicBezTo>
                  <a:pt x="762000" y="0"/>
                  <a:pt x="762000" y="857250"/>
                  <a:pt x="1238250" y="8572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049250" y="5143500"/>
            <a:ext cx="1238250" cy="1047750"/>
          </a:xfrm>
          <a:custGeom>
            <a:avLst/>
            <a:gdLst/>
            <a:ahLst/>
            <a:cxnLst/>
            <a:rect l="l" t="t" r="r" b="b"/>
            <a:pathLst>
              <a:path w="1238250" h="1047750">
                <a:moveTo>
                  <a:pt x="0" y="1047750"/>
                </a:moveTo>
                <a:cubicBezTo>
                  <a:pt x="762000" y="1047750"/>
                  <a:pt x="762000" y="0"/>
                  <a:pt x="12382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049250" y="5143500"/>
            <a:ext cx="1238250" cy="2952750"/>
          </a:xfrm>
          <a:custGeom>
            <a:avLst/>
            <a:gdLst/>
            <a:ahLst/>
            <a:cxnLst/>
            <a:rect l="l" t="t" r="r" b="b"/>
            <a:pathLst>
              <a:path w="1238250" h="2952750">
                <a:moveTo>
                  <a:pt x="0" y="2952750"/>
                </a:moveTo>
                <a:cubicBezTo>
                  <a:pt x="762000" y="2952750"/>
                  <a:pt x="762000" y="0"/>
                  <a:pt x="12382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287500" y="4191000"/>
            <a:ext cx="1905000" cy="19050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287500" y="48196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Elastic-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search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429750" y="20193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tích,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429750" y="39243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29750" y="58293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</a:t>
            </a:r>
            <a:r>
              <a:rPr lang="en-US" sz="195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</a:t>
            </a:r>
            <a:r>
              <a:rPr lang="en-US" sz="19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429750" y="77343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19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9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cc05ad0f-9469-475f-b40b-acd8f9aecb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các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572500" cy="400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750" dirty="0" spc="-13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9.5.5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990600" y="66675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10096500" y="3048000"/>
            <a:ext cx="7277100" cy="1809750"/>
          </a:xfrm>
          <a:prstGeom prst="roundRect">
            <a:avLst>
              <a:gd name="adj" fmla="val 13684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0572750" y="3429000"/>
            <a:ext cx="6286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endParaRPr lang="en-US" sz="6300" dirty="0"/>
          </a:p>
        </p:txBody>
      </p:sp>
      <p:sp>
        <p:nvSpPr>
          <p:cNvPr id="8" name="Shape 6"/>
          <p:cNvSpPr/>
          <p:nvPr/>
        </p:nvSpPr>
        <p:spPr>
          <a:xfrm>
            <a:off x="10096500" y="5238750"/>
            <a:ext cx="7277100" cy="1809750"/>
          </a:xfrm>
          <a:prstGeom prst="roundRect">
            <a:avLst>
              <a:gd name="adj" fmla="val 1368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0572750" y="5467350"/>
            <a:ext cx="647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giấy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basic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0572750" y="64389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miễn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2250" dirty="0"/>
          </a:p>
        </p:txBody>
      </p:sp>
      <p:sp>
        <p:nvSpPr>
          <p:cNvPr id="11" name="Connector line-1792441511284-690434342"/>
          <p:cNvSpPr/>
          <p:nvPr/>
        </p:nvSpPr>
        <p:spPr>
          <a:xfrm>
            <a:off x="914400" y="78867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14400" y="8096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42cc50c-ec18-45b4-b2cc-10aea92148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Chuẩn: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“Áo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Khoác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Gió” thành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áo,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khoác,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gió.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16459200" cy="5334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32194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191500" y="32194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spc="13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3790950"/>
            <a:ext cx="16459200" cy="723900"/>
          </a:xfrm>
          <a:prstGeom prst="roundRect">
            <a:avLst>
              <a:gd name="adj" fmla="val 1842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591050"/>
            <a:ext cx="16459200" cy="723900"/>
          </a:xfrm>
          <a:prstGeom prst="roundRect">
            <a:avLst>
              <a:gd name="adj" fmla="val 18421"/>
            </a:avLst>
          </a:prstGeom>
          <a:solidFill>
            <a:srgbClr val="DDE3FA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391150"/>
            <a:ext cx="16459200" cy="723900"/>
          </a:xfrm>
          <a:prstGeom prst="roundRect">
            <a:avLst>
              <a:gd name="adj" fmla="val 1842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6191250"/>
            <a:ext cx="16459200" cy="723900"/>
          </a:xfrm>
          <a:prstGeom prst="roundRect">
            <a:avLst>
              <a:gd name="adj" fmla="val 18421"/>
            </a:avLst>
          </a:prstGeom>
          <a:solidFill>
            <a:srgbClr val="DDE3FA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6991350"/>
            <a:ext cx="16459200" cy="723900"/>
          </a:xfrm>
          <a:prstGeom prst="roundRect">
            <a:avLst>
              <a:gd name="adj" fmla="val 1842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3943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Tìm “áo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khoác”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8191500" y="39433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(1,385),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(0,528)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38250" y="47434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Tìm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“ao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khoac”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dấu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191500" y="47434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</a:t>
            </a:r>
            <a:r>
              <a:rPr lang="en-US" sz="2550" dirty="0" spc="-3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kết</a:t>
            </a:r>
            <a:r>
              <a:rPr lang="en-US" sz="25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38250" y="55435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lọc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asciifolding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8191500" y="55435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Áo Khoác Gió → ao, khoac, gio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38250" y="63436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Đếm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ghi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8191500" y="63436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0,</a:t>
            </a:r>
            <a:r>
              <a:rPr lang="en-US" sz="2550" dirty="0" spc="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</a:t>
            </a:r>
            <a:r>
              <a:rPr lang="en-US" sz="25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tới</a:t>
            </a:r>
            <a:r>
              <a:rPr lang="en-US" sz="25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 làm</a:t>
            </a: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38250" y="71437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Đếm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5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_refresh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8191500" y="71437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 03/10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431d746b-455c-45ee-850e-1007073165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950" b="1" spc="29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b="1" spc="24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177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 nhóm</a:t>
            </a:r>
            <a:r>
              <a:rPr lang="en-US" sz="7177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177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177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177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7177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39100" cy="3810000"/>
          </a:xfrm>
          <a:prstGeom prst="roundRect">
            <a:avLst>
              <a:gd name="adj" fmla="val 6500"/>
            </a:avLst>
          </a:prstGeom>
          <a:solidFill>
            <a:srgbClr val="1E212B"/>
          </a:solidFill>
          <a:ln/>
        </p:spPr>
      </p:sp>
      <p:sp>
        <p:nvSpPr>
          <p:cNvPr id="5" name="Connector line-1792441376764-744043456"/>
          <p:cNvSpPr/>
          <p:nvPr/>
        </p:nvSpPr>
        <p:spPr>
          <a:xfrm>
            <a:off x="1295400" y="3181350"/>
            <a:ext cx="72771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295400" y="33528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3924300"/>
            <a:ext cx="95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247900" y="3905250"/>
            <a:ext cx="4286250" cy="4572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6819900" y="3810000"/>
            <a:ext cx="114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0" name="Text 8"/>
          <p:cNvSpPr/>
          <p:nvPr/>
        </p:nvSpPr>
        <p:spPr>
          <a:xfrm>
            <a:off x="1295400" y="4762500"/>
            <a:ext cx="95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247900" y="4743450"/>
            <a:ext cx="2857500" cy="4572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4648200"/>
            <a:ext cx="114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3" name="Text 11"/>
          <p:cNvSpPr/>
          <p:nvPr/>
        </p:nvSpPr>
        <p:spPr>
          <a:xfrm>
            <a:off x="12954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keyword.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0" y="2762250"/>
            <a:ext cx="8039100" cy="3810000"/>
          </a:xfrm>
          <a:prstGeom prst="roundRect">
            <a:avLst>
              <a:gd name="adj" fmla="val 6500"/>
            </a:avLst>
          </a:prstGeom>
          <a:solidFill>
            <a:srgbClr val="1E212B"/>
          </a:solidFill>
          <a:ln/>
        </p:spPr>
      </p:sp>
      <p:sp>
        <p:nvSpPr>
          <p:cNvPr id="15" name="Connector line-1792441376789-520496452"/>
          <p:cNvSpPr/>
          <p:nvPr/>
        </p:nvSpPr>
        <p:spPr>
          <a:xfrm>
            <a:off x="9715500" y="3181350"/>
            <a:ext cx="72771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715500" y="33528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(TEXT)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715500" y="3905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41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</a:t>
            </a:r>
            <a:r>
              <a:rPr lang="en-US" sz="6241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241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6241" dirty="0"/>
          </a:p>
        </p:txBody>
      </p:sp>
      <p:sp>
        <p:nvSpPr>
          <p:cNvPr id="18" name="Shape 16"/>
          <p:cNvSpPr/>
          <p:nvPr/>
        </p:nvSpPr>
        <p:spPr>
          <a:xfrm>
            <a:off x="9715500" y="5048250"/>
            <a:ext cx="7277100" cy="800100"/>
          </a:xfrm>
          <a:prstGeom prst="roundRect">
            <a:avLst>
              <a:gd name="adj" fmla="val 19048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01250" y="5219700"/>
            <a:ext cx="666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Fielddata</a:t>
            </a:r>
            <a:r>
              <a:rPr lang="en-US" sz="255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</a:t>
            </a:r>
            <a:r>
              <a:rPr lang="en-US" sz="255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disabled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809750" y="7191375"/>
            <a:ext cx="1333500" cy="1333500"/>
          </a:xfrm>
          <a:prstGeom prst="ellipse">
            <a:avLst/>
          </a:prstGeom>
          <a:noFill/>
          <a:ln w="38100">
            <a:solidFill>
              <a:srgbClr val="FFB45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90775" y="7772400"/>
            <a:ext cx="171450" cy="1714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3" name="Shape 21"/>
          <p:cNvSpPr/>
          <p:nvPr/>
        </p:nvSpPr>
        <p:spPr>
          <a:xfrm>
            <a:off x="2038350" y="7448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4" name="Shape 22"/>
          <p:cNvSpPr/>
          <p:nvPr/>
        </p:nvSpPr>
        <p:spPr>
          <a:xfrm>
            <a:off x="2781300" y="80200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2286000" y="819150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Text 24"/>
          <p:cNvSpPr/>
          <p:nvPr/>
        </p:nvSpPr>
        <p:spPr>
          <a:xfrm>
            <a:off x="3810000" y="7334250"/>
            <a:ext cx="1314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</a:t>
            </a:r>
            <a:r>
              <a:rPr lang="en-US" sz="34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 km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34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4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4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34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endParaRPr lang="en-US" sz="3450" dirty="0"/>
          </a:p>
        </p:txBody>
      </p:sp>
      <p:sp>
        <p:nvSpPr>
          <p:cNvPr id="27" name="Text 25"/>
          <p:cNvSpPr/>
          <p:nvPr/>
        </p:nvSpPr>
        <p:spPr>
          <a:xfrm>
            <a:off x="3810000" y="8020050"/>
            <a:ext cx="1314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550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hai</a:t>
            </a:r>
            <a:r>
              <a:rPr lang="en-US" sz="2550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3a5fa95b-40f2-496a-9df3-b41655c169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Data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stream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762500" cy="3048000"/>
          </a:xfrm>
          <a:prstGeom prst="roundRect">
            <a:avLst>
              <a:gd name="adj" fmla="val 812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813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73380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5718" rIns="0" bIns="-25718" rtlCol="0" anchor="t"/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40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40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40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1295400" y="5048250"/>
            <a:ext cx="4095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logs-checkout-default</a:t>
            </a:r>
            <a:endParaRPr lang="en-US" sz="2100" dirty="0"/>
          </a:p>
        </p:txBody>
      </p:sp>
      <p:sp>
        <p:nvSpPr>
          <p:cNvPr id="8" name="Connector line-1792441405566-321909995"/>
          <p:cNvSpPr/>
          <p:nvPr/>
        </p:nvSpPr>
        <p:spPr>
          <a:xfrm>
            <a:off x="5810250" y="4381500"/>
            <a:ext cx="857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62750" y="2857500"/>
            <a:ext cx="4762500" cy="3048000"/>
          </a:xfrm>
          <a:prstGeom prst="roundRect">
            <a:avLst>
              <a:gd name="adj" fmla="val 812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1813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16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3733800"/>
            <a:ext cx="4095750" cy="12382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Data</a:t>
            </a:r>
            <a:r>
              <a:rPr lang="en-US" sz="4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stream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143750" y="4476750"/>
            <a:ext cx="40957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Elasticsearch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3" name="Connector line-1792441405571-911495277"/>
          <p:cNvSpPr/>
          <p:nvPr/>
        </p:nvSpPr>
        <p:spPr>
          <a:xfrm>
            <a:off x="11658600" y="4381500"/>
            <a:ext cx="857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611100" y="2857500"/>
            <a:ext cx="4762500" cy="3048000"/>
          </a:xfrm>
          <a:prstGeom prst="roundRect">
            <a:avLst>
              <a:gd name="adj" fmla="val 812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92100" y="31813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992100" y="3905250"/>
            <a:ext cx="4191000" cy="1809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.ds-logs-checkout-</a:t>
            </a:r>
            <a:endParaRPr lang="en-US" sz="2250" dirty="0"/>
          </a:p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default-2026.10.18-</a:t>
            </a:r>
            <a:endParaRPr lang="en-US" sz="2250" dirty="0"/>
          </a:p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000001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7333"/>
            </a:avLst>
          </a:prstGeom>
          <a:solidFill>
            <a:srgbClr val="CFE8E2"/>
          </a:solidFill>
          <a:ln/>
        </p:spPr>
      </p:sp>
      <p:sp>
        <p:nvSpPr>
          <p:cNvPr id="18" name="Shape 16"/>
          <p:cNvSpPr/>
          <p:nvPr/>
        </p:nvSpPr>
        <p:spPr>
          <a:xfrm>
            <a:off x="1428750" y="6810375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1428750" y="6924675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50" dirty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✕</a:t>
            </a:r>
            <a:endParaRPr lang="en-US" sz="3750" dirty="0"/>
          </a:p>
        </p:txBody>
      </p:sp>
      <p:sp>
        <p:nvSpPr>
          <p:cNvPr id="20" name="Text 18"/>
          <p:cNvSpPr/>
          <p:nvPr/>
        </p:nvSpPr>
        <p:spPr>
          <a:xfrm>
            <a:off x="2571750" y="673417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33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mã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2571750" y="733425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Data stream</a:t>
            </a:r>
            <a:r>
              <a:rPr lang="en-US" sz="240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40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4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3b95f1d-3eac-4844-a47f-7a103450b3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950" b="1" spc="25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VÀ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Job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 máy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“current</a:t>
            </a:r>
            <a:r>
              <a:rPr lang="en-US" sz="7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license</a:t>
            </a:r>
            <a:r>
              <a:rPr lang="en-US" sz="7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is</a:t>
            </a:r>
            <a:r>
              <a:rPr lang="en-US" sz="72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non-compliant</a:t>
            </a:r>
            <a:r>
              <a:rPr lang="en-US" sz="72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for</a:t>
            </a:r>
            <a:r>
              <a:rPr lang="en-US" sz="7200" dirty="0" spc="-3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[ml]”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7048500"/>
            <a:ext cx="4381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 phép</a:t>
            </a:r>
            <a:r>
              <a:rPr lang="en-US" sz="24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basic</a:t>
            </a:r>
            <a:endParaRPr lang="en-US" sz="2400" dirty="0"/>
          </a:p>
        </p:txBody>
      </p:sp>
      <p:sp>
        <p:nvSpPr>
          <p:cNvPr id="7" name="Connector line-1792441416774-723604663"/>
          <p:cNvSpPr/>
          <p:nvPr/>
        </p:nvSpPr>
        <p:spPr>
          <a:xfrm>
            <a:off x="5524500" y="7429500"/>
            <a:ext cx="9525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667500" y="7048500"/>
            <a:ext cx="6667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4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4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620750" y="71437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59a11be-8b32-46be-8f30-c309700057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8671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9720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0769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1818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29146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40195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51244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62293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73342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00150" y="30099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200150" y="41148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00150" y="52197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200150" y="63246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200150" y="74295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190750" y="30099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Sai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hỏng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2190750" y="41148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trường: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mới,</a:t>
            </a:r>
            <a:r>
              <a:rPr lang="en-US" sz="28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reindex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2190750" y="52197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2190750" y="63246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Số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shard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 lúc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2190750" y="74295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Học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8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bản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b4ee28f-82f0-468c-b87a-7c4be75f64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000500" y="2762250"/>
            <a:ext cx="6667500" cy="666750"/>
          </a:xfrm>
          <a:prstGeom prst="roundRect">
            <a:avLst>
              <a:gd name="adj" fmla="val 2285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0858500" y="2762250"/>
            <a:ext cx="6515100" cy="666750"/>
          </a:xfrm>
          <a:prstGeom prst="roundRect">
            <a:avLst>
              <a:gd name="adj" fmla="val 2285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4000500" y="3619500"/>
            <a:ext cx="6667500" cy="1619250"/>
          </a:xfrm>
          <a:prstGeom prst="roundRect">
            <a:avLst>
              <a:gd name="adj" fmla="val 1176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86250" y="3857625"/>
            <a:ext cx="6096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“giay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bo”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“Giày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bộ”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858500" y="3619500"/>
            <a:ext cx="6515100" cy="1619250"/>
          </a:xfrm>
          <a:prstGeom prst="roundRect">
            <a:avLst>
              <a:gd name="adj" fmla="val 1176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44250" y="3857625"/>
            <a:ext cx="59436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59055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4000500" y="5429250"/>
            <a:ext cx="66675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4286250" y="5667375"/>
            <a:ext cx="6096000" cy="1333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text,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7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lowercase</a:t>
            </a:r>
            <a:r>
              <a:rPr lang="en-US" sz="27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asciifolding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0858500" y="5429250"/>
            <a:ext cx="6515100" cy="1809750"/>
          </a:xfrm>
          <a:prstGeom prst="roundRect">
            <a:avLst>
              <a:gd name="adj" fmla="val 10526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5857875"/>
            <a:ext cx="5943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4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keyword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8676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hai?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Multi-fields: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keyword.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e3b5359-500b-40ab-bd9d-2b93f493fe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8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477500" cy="1619250"/>
          </a:xfrm>
          <a:prstGeom prst="roundRect">
            <a:avLst>
              <a:gd name="adj" fmla="val 12941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13335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971800"/>
            <a:ext cx="952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3900" dirty="0" spc="-4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371600" y="36576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572000"/>
            <a:ext cx="10477500" cy="1619250"/>
          </a:xfrm>
          <a:prstGeom prst="roundRect">
            <a:avLst>
              <a:gd name="adj" fmla="val 12941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4572000"/>
            <a:ext cx="133350" cy="1619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781550"/>
            <a:ext cx="952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</a:t>
            </a:r>
            <a:r>
              <a:rPr lang="en-US" sz="390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values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371600" y="546735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381750"/>
            <a:ext cx="10477500" cy="1619250"/>
          </a:xfrm>
          <a:prstGeom prst="roundRect">
            <a:avLst>
              <a:gd name="adj" fmla="val 12941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381750"/>
            <a:ext cx="133350" cy="161925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6591300"/>
            <a:ext cx="952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Fielddata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371600" y="72771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811000" y="2762250"/>
            <a:ext cx="5562600" cy="2381250"/>
          </a:xfrm>
          <a:prstGeom prst="roundRect">
            <a:avLst>
              <a:gd name="adj" fmla="val 88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53900" y="30289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4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text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153900" y="3810000"/>
            <a:ext cx="49530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 email,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1811000" y="5619750"/>
            <a:ext cx="5562600" cy="2381250"/>
          </a:xfrm>
          <a:prstGeom prst="roundRect">
            <a:avLst>
              <a:gd name="adj" fmla="val 88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153900" y="58864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keyword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2153900" y="6667500"/>
            <a:ext cx="49530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trúc: email,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 thẻ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8382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</a:t>
            </a:r>
            <a:r>
              <a:rPr lang="en-US" sz="25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chuỗi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564333f-7761-4708-a8e9-1e116e0630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SIEM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000500" y="3181350"/>
            <a:ext cx="1295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an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05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3487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05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296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3487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1247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5105400" y="71247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9296400" y="71247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87400" y="71247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5334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Near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real-time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search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525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3716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Geospatial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analysis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43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Setting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learning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5334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Elastic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525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Clusters,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shards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716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Explicit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mapping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43000" y="72771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5334000" y="72771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doc_values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25000" y="72771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asciifolding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13716000" y="72771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geo_distance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172a9029-754b-446f-82d1-75d99cfa92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2026-10-19T20:25:29Z</dcterms:created>
  <dcterms:modified xsi:type="dcterms:W3CDTF">2026-10-19T20:25:29Z</dcterms:modified>
</cp:coreProperties>
</file>