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phổ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75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đâu,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5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CDN,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Cache-Control:</a:t>
            </a:r>
            <a:r>
              <a:rPr lang="en-US" sz="33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private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no-store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s-maxage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eca9d85-13ae-4155-9c4e-dfb7575f51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9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nhanh hẳn,</a:t>
            </a:r>
            <a:r>
              <a:rPr lang="en-US" sz="9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9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 của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CDN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91add58-ce60-4618-aa96-0963ea8e20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Cache-Control:</a:t>
            </a:r>
            <a:r>
              <a:rPr lang="en-US" sz="78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private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953000"/>
          </a:xfrm>
          <a:prstGeom prst="roundRect">
            <a:avLst>
              <a:gd name="adj" fmla="val 461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385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5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371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95400" y="5334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300" dirty="0" spc="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5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953000"/>
          </a:xfrm>
          <a:prstGeom prst="roundRect">
            <a:avLst>
              <a:gd name="adj" fmla="val 461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2385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753600" y="371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5700" dirty="0"/>
          </a:p>
        </p:txBody>
      </p:sp>
      <p:sp>
        <p:nvSpPr>
          <p:cNvPr id="13" name="Text 11"/>
          <p:cNvSpPr/>
          <p:nvPr/>
        </p:nvSpPr>
        <p:spPr>
          <a:xfrm>
            <a:off x="9753600" y="5334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28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2850" dirty="0" spc="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28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đó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14400" y="809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8172450"/>
            <a:ext cx="15697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private: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 không</a:t>
            </a:r>
            <a:r>
              <a:rPr lang="en-US" sz="33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33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3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f855f5d-37bb-465b-87e9-b0679c99b1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no-store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cấm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Cache-Control:</a:t>
            </a:r>
            <a:r>
              <a:rPr lang="en-US" sz="48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no-store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7434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5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100" spc="149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5219700"/>
            <a:ext cx="857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1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12039600" y="4953000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000" dirty="0" spc="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9342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49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7410450"/>
            <a:ext cx="857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5100" dirty="0"/>
          </a:p>
        </p:txBody>
      </p:sp>
      <p:sp>
        <p:nvSpPr>
          <p:cNvPr id="12" name="Text 10"/>
          <p:cNvSpPr/>
          <p:nvPr/>
        </p:nvSpPr>
        <p:spPr>
          <a:xfrm>
            <a:off x="12039600" y="7143750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000" dirty="0" spc="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1ea7b2b-4e4f-4d66-ad15-a3940163b0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s-maxage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thắng</a:t>
            </a:r>
            <a:r>
              <a:rPr lang="en-US" sz="78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max-age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 nhớ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chung: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max-age=60,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s-maxage=2</a:t>
            </a:r>
            <a:endParaRPr lang="en-US" sz="3000" dirty="0"/>
          </a:p>
        </p:txBody>
      </p:sp>
      <p:sp>
        <p:nvSpPr>
          <p:cNvPr id="6" name="Connector line-1792370837241-998544669"/>
          <p:cNvSpPr/>
          <p:nvPr/>
        </p:nvSpPr>
        <p:spPr>
          <a:xfrm>
            <a:off x="2571750" y="5334000"/>
            <a:ext cx="131445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2190750" y="4953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6381750" y="4953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Shape 7"/>
          <p:cNvSpPr/>
          <p:nvPr/>
        </p:nvSpPr>
        <p:spPr>
          <a:xfrm>
            <a:off x="10572750" y="4953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Shape 8"/>
          <p:cNvSpPr/>
          <p:nvPr/>
        </p:nvSpPr>
        <p:spPr>
          <a:xfrm>
            <a:off x="14763750" y="4953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00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MISS</a:t>
            </a:r>
            <a:endParaRPr lang="en-US" sz="3740" dirty="0"/>
          </a:p>
        </p:txBody>
      </p:sp>
      <p:sp>
        <p:nvSpPr>
          <p:cNvPr id="13" name="Text 11"/>
          <p:cNvSpPr/>
          <p:nvPr/>
        </p:nvSpPr>
        <p:spPr>
          <a:xfrm>
            <a:off x="1200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105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5391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HIT</a:t>
            </a:r>
            <a:endParaRPr lang="en-US" sz="3740" dirty="0"/>
          </a:p>
        </p:txBody>
      </p:sp>
      <p:sp>
        <p:nvSpPr>
          <p:cNvPr id="16" name="Text 14"/>
          <p:cNvSpPr/>
          <p:nvPr/>
        </p:nvSpPr>
        <p:spPr>
          <a:xfrm>
            <a:off x="5391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296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HIT</a:t>
            </a:r>
            <a:endParaRPr lang="en-US" sz="3740" dirty="0"/>
          </a:p>
        </p:txBody>
      </p:sp>
      <p:sp>
        <p:nvSpPr>
          <p:cNvPr id="19" name="Text 17"/>
          <p:cNvSpPr/>
          <p:nvPr/>
        </p:nvSpPr>
        <p:spPr>
          <a:xfrm>
            <a:off x="9582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487400" y="6191250"/>
            <a:ext cx="3886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3773150" y="6438900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EXPIRED</a:t>
            </a:r>
            <a:endParaRPr lang="en-US" sz="3740" dirty="0"/>
          </a:p>
        </p:txBody>
      </p:sp>
      <p:sp>
        <p:nvSpPr>
          <p:cNvPr id="22" name="Text 20"/>
          <p:cNvSpPr/>
          <p:nvPr/>
        </p:nvSpPr>
        <p:spPr>
          <a:xfrm>
            <a:off x="13773150" y="7200900"/>
            <a:ext cx="33147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0" name="Shape 2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1" name="Shape 2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2" name="Text 3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752c194-1210-4ca6-aec2-21ce4239ad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CDN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 nội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4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34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trông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cookie</a:t>
            </a:r>
            <a:r>
              <a:rPr lang="en-US" sz="34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private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no-store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aa2acd8-88ca-4fd2-b18d-cd9cc3c196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78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sơ,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609850"/>
            <a:ext cx="156972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private,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max-age=300: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r>
              <a:rPr lang="en-US" sz="33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3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3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14400" y="39052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905250"/>
            <a:ext cx="95250" cy="18097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0957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87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spc="149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5910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cấm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72600" y="39052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3905250"/>
            <a:ext cx="95250" cy="1809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9753600" y="40957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87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spc="15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753600" y="45910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 mọi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000750"/>
            <a:ext cx="95250" cy="180975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191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0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TRÌNH</a:t>
            </a:r>
            <a:r>
              <a:rPr lang="en-US" sz="2100" spc="15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5400" y="66865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bản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372600" y="60007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9372600" y="6000750"/>
            <a:ext cx="952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191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TRONG</a:t>
            </a:r>
            <a:r>
              <a:rPr lang="en-US" sz="2100" spc="14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300</a:t>
            </a:r>
            <a:r>
              <a:rPr lang="en-US" sz="2100" spc="112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753600" y="66865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14400" y="809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8153400"/>
            <a:ext cx="15697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3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duyệt,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CDN.</a:t>
            </a:r>
            <a:endParaRPr lang="en-US" sz="33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83bc03-bdbe-4128-9e04-eefa0042f0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Giữ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Luồng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r>
                        <a:rPr lang="en-US" sz="30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3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Lời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dặn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Cache-Control</a:t>
                      </a:r>
                      <a:r>
                        <a:rPr lang="en-US" sz="30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RFC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9111,</a:t>
                      </a:r>
                      <a:r>
                        <a:rPr lang="en-US" sz="30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kèm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nghiệm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3000" dirty="0" spc="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tuyến:</a:t>
                      </a:r>
                      <a:r>
                        <a:rPr lang="en-US" sz="30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30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30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chuẩn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</a:t>
                      </a:r>
                      <a:r>
                        <a:rPr lang="en-US" sz="30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thị</a:t>
                      </a:r>
                      <a:r>
                        <a:rPr lang="en-US" sz="30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CDN: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c69dac10-b4f1-4468-876f-dcf43c91fc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95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8763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001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Content</a:t>
            </a: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Delivery</a:t>
            </a:r>
            <a:r>
              <a:rPr lang="en-US" sz="1800" dirty="0" spc="-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01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 phối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4770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627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7627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</a:t>
            </a: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Name</a:t>
            </a:r>
            <a:r>
              <a:rPr lang="en-US" sz="1800" dirty="0" spc="-1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27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Hệ</a:t>
            </a:r>
            <a:r>
              <a:rPr lang="en-US" sz="22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22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miền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0396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253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253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253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250" dirty="0" spc="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Internet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001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001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HyperText</a:t>
            </a:r>
            <a:r>
              <a:rPr lang="en-US" sz="1800" dirty="0" spc="-2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Transfer</a:t>
            </a:r>
            <a:r>
              <a:rPr lang="en-US" sz="180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1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250" dirty="0" spc="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siêu</a:t>
            </a:r>
            <a:r>
              <a:rPr lang="en-US" sz="22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văn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4770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27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67627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Mozilla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Developer</a:t>
            </a:r>
            <a:r>
              <a:rPr lang="en-US" sz="1800" dirty="0" spc="-9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627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2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2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Mozilla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20396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253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3253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Request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for</a:t>
            </a: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Comments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253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kỹ</a:t>
            </a:r>
            <a:r>
              <a:rPr lang="en-US" sz="22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25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2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14400" y="6362700"/>
            <a:ext cx="16459200" cy="2667000"/>
          </a:xfrm>
          <a:prstGeom prst="roundRect">
            <a:avLst>
              <a:gd name="adj" fmla="val 7143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65722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1658600" y="65722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31" name="Text richtext-1792370899684-301331107"/>
          <p:cNvSpPr/>
          <p:nvPr/>
        </p:nvSpPr>
        <p:spPr>
          <a:xfrm>
            <a:off x="1295400" y="7067550"/>
            <a:ext cx="156972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IETF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Working Group: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3" name="Shape 3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4" name="Shape 3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5" name="Shape 3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6" name="Shape 3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8" name="Shape 3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9" name="Shape 3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Text 3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4e89fb12-74b1-4cd8-a87c-c5f5a5a98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2026-10-19T00:48:28Z</dcterms:created>
  <dcterms:modified xsi:type="dcterms:W3CDTF">2026-10-19T00:48:28Z</dcterms:modified>
</cp:coreProperties>
</file>