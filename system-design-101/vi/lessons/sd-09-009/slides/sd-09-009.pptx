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embeddedFontLst>
    <p:embeddedFont>
      <p:font typeface="Be Vietnam Pro"/>
      <p:regular r:id="rId19"/>
      <p:bold r:id="rId17"/>
    </p:embeddedFont>
    <p:embeddedFont>
      <p:font typeface="Bricolage Grotesque ExtraBold"/>
      <p:regular r:id="rId18"/>
    </p:embeddedFont>
    <p:embeddedFont>
      <p:font typeface="Be Vietnam Pro ExtraBold"/>
      <p:regular r:id="rId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143000"/>
            <a:ext cx="9525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619250"/>
            <a:ext cx="8953500" cy="3810000"/>
          </a:xfrm>
          <a:prstGeom prst="rect">
            <a:avLst/>
          </a:prstGeom>
          <a:noFill/>
          <a:ln/>
        </p:spPr>
        <p:txBody>
          <a:bodyPr wrap="square" lIns="0" tIns="69437" rIns="0" bIns="-69437" rtlCol="0" anchor="t"/>
          <a:lstStyle/>
          <a:p>
            <a:pPr algn="l" indent="0" marL="0">
              <a:lnSpc>
                <a:spcPts val="8505"/>
              </a:lnSpc>
              <a:buNone/>
            </a:pPr>
            <a:r>
              <a:rPr lang="en-US" sz="81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Sáu</a:t>
            </a:r>
            <a:r>
              <a:rPr lang="en-US" sz="8100" dirty="0" spc="-7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lựa</a:t>
            </a:r>
            <a:r>
              <a:rPr lang="en-US" sz="81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chọn</a:t>
            </a:r>
            <a:r>
              <a:rPr lang="en-US" sz="8100" dirty="0" spc="2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để</a:t>
            </a:r>
            <a:r>
              <a:rPr lang="en-US" sz="8100" dirty="0" spc="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dựng</a:t>
            </a:r>
            <a:r>
              <a:rPr lang="en-US" sz="81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sơ</a:t>
            </a:r>
            <a:r>
              <a:rPr lang="en-US" sz="8100" dirty="0" spc="2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đồ</a:t>
            </a:r>
            <a:r>
              <a:rPr lang="en-US" sz="81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</a:t>
            </a:r>
            <a:r>
              <a:rPr lang="en-US" sz="8100" dirty="0" spc="-6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văn</a:t>
            </a:r>
            <a:r>
              <a:rPr lang="en-US" sz="81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bản</a:t>
            </a:r>
            <a:endParaRPr lang="en-US" sz="8100" dirty="0"/>
          </a:p>
        </p:txBody>
      </p:sp>
      <p:sp>
        <p:nvSpPr>
          <p:cNvPr id="4" name="Text 2"/>
          <p:cNvSpPr/>
          <p:nvPr/>
        </p:nvSpPr>
        <p:spPr>
          <a:xfrm>
            <a:off x="914400" y="5715000"/>
            <a:ext cx="8572500" cy="1047750"/>
          </a:xfrm>
          <a:prstGeom prst="rect">
            <a:avLst/>
          </a:prstGeom>
          <a:noFill/>
          <a:ln/>
        </p:spPr>
        <p:txBody>
          <a:bodyPr wrap="square" lIns="0" tIns="20955" rIns="0" bIns="-20955" rtlCol="0" anchor="t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300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Bạn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muốn</a:t>
            </a:r>
            <a:r>
              <a:rPr lang="en-US" sz="30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diễn</a:t>
            </a:r>
            <a:r>
              <a:rPr lang="en-US" sz="30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đạt</a:t>
            </a:r>
            <a:r>
              <a:rPr lang="en-US" sz="3000" dirty="0" spc="2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30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gì,</a:t>
            </a:r>
            <a:r>
              <a:rPr lang="en-US" sz="3000" dirty="0" spc="-2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300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3000" dirty="0" spc="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3000" dirty="0" spc="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3000" dirty="0" spc="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đâu?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0858500" y="1905000"/>
            <a:ext cx="3048000" cy="1047750"/>
          </a:xfrm>
          <a:prstGeom prst="roundRect">
            <a:avLst>
              <a:gd name="adj" fmla="val 21818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3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Diagrams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4287500" y="1905000"/>
            <a:ext cx="3048000" cy="1047750"/>
          </a:xfrm>
          <a:prstGeom prst="roundRect">
            <a:avLst>
              <a:gd name="adj" fmla="val 21818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0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Go</a:t>
            </a:r>
            <a:r>
              <a:rPr lang="en-US" sz="2400" b="1" dirty="0" spc="-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Diagrams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0858500" y="3333750"/>
            <a:ext cx="3048000" cy="1047750"/>
          </a:xfrm>
          <a:prstGeom prst="roundRect">
            <a:avLst>
              <a:gd name="adj" fmla="val 21818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1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Mermaid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4287500" y="3333750"/>
            <a:ext cx="3048000" cy="1047750"/>
          </a:xfrm>
          <a:prstGeom prst="roundRect">
            <a:avLst>
              <a:gd name="adj" fmla="val 21818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1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PlantUML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0858500" y="4762500"/>
            <a:ext cx="3048000" cy="1047750"/>
          </a:xfrm>
          <a:prstGeom prst="roundRect">
            <a:avLst>
              <a:gd name="adj" fmla="val 21818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Markmap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4287500" y="4762500"/>
            <a:ext cx="3048000" cy="1047750"/>
          </a:xfrm>
          <a:prstGeom prst="roundRect">
            <a:avLst>
              <a:gd name="adj" fmla="val 21818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9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ASCII</a:t>
            </a:r>
            <a:r>
              <a:rPr lang="en-US" sz="2400" b="1" dirty="0" spc="-2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diagrams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0858500" y="6191250"/>
            <a:ext cx="6477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Kiến</a:t>
            </a:r>
            <a:r>
              <a:rPr lang="en-US" sz="19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trúc</a:t>
            </a:r>
            <a:r>
              <a:rPr lang="en-US" sz="19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luồng,</a:t>
            </a:r>
            <a:r>
              <a:rPr lang="en-US" sz="19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UML</a:t>
            </a:r>
            <a:r>
              <a:rPr lang="en-US" sz="19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19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chú</a:t>
            </a:r>
            <a:r>
              <a:rPr lang="en-US" sz="19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dirty="0" spc="-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văn</a:t>
            </a:r>
            <a:r>
              <a:rPr lang="en-US" sz="19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914400" y="9334500"/>
            <a:ext cx="9525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UML:</a:t>
            </a:r>
            <a:r>
              <a:rPr lang="en-US" sz="165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ngôn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6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r>
              <a:rPr lang="en-US" sz="165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4" name="Moda image moda-export-watermark-d3f72d2f-f385-441d-bae7-8bbabbffd32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57250"/>
            <a:ext cx="1333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“CODE</a:t>
            </a: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1800" b="1" spc="30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SƠ</a:t>
            </a: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ĐỒ”</a:t>
            </a:r>
            <a:r>
              <a:rPr lang="en-US" sz="1800" b="1" spc="30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1800" b="1" spc="30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NGHĨA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285875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</a:t>
            </a:r>
            <a:r>
              <a:rPr lang="en-US" sz="72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cách</a:t>
            </a:r>
            <a:r>
              <a:rPr lang="en-US" sz="72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hiểu</a:t>
            </a:r>
            <a:r>
              <a:rPr lang="en-US" sz="72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khác</a:t>
            </a:r>
            <a:r>
              <a:rPr lang="en-US" sz="72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nhau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3048000"/>
            <a:ext cx="914400" cy="9144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1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2190750" y="3190875"/>
            <a:ext cx="1514475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Mô</a:t>
            </a:r>
            <a:r>
              <a:rPr lang="en-US" sz="3000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</a:t>
            </a:r>
            <a:r>
              <a:rPr lang="en-US" sz="30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node bằng</a:t>
            </a:r>
            <a:r>
              <a:rPr lang="en-US" sz="300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chương</a:t>
            </a:r>
            <a:r>
              <a:rPr lang="en-US" sz="300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14400" y="4381500"/>
            <a:ext cx="914400" cy="9144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 spc="-5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2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2190750" y="4524375"/>
            <a:ext cx="1514475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Viết</a:t>
            </a:r>
            <a:r>
              <a:rPr lang="en-US" sz="30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cú</a:t>
            </a:r>
            <a:r>
              <a:rPr lang="en-US" sz="30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pháp</a:t>
            </a:r>
            <a:r>
              <a:rPr lang="en-US" sz="300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sơ</a:t>
            </a:r>
            <a:r>
              <a:rPr lang="en-US" sz="3000" dirty="0" spc="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914400" y="5715000"/>
            <a:ext cx="914400" cy="9144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 spc="-2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3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2190750" y="5857875"/>
            <a:ext cx="1514475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Chuyển</a:t>
            </a:r>
            <a:r>
              <a:rPr lang="en-US" sz="30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30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chú</a:t>
            </a:r>
            <a:r>
              <a:rPr lang="en-US" sz="30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30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3000" dirty="0" spc="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</a:t>
            </a:r>
            <a:r>
              <a:rPr lang="en-US" sz="30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 duy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914400" y="7239000"/>
            <a:ext cx="12382500" cy="952500"/>
          </a:xfrm>
          <a:prstGeom prst="roundRect">
            <a:avLst>
              <a:gd name="adj" fmla="val 50000"/>
            </a:avLst>
          </a:prstGeom>
          <a:solidFill>
            <a:srgbClr val="E8E0C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Chọn</a:t>
            </a:r>
            <a:r>
              <a:rPr lang="en-US" sz="22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250" b="1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2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2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diễn</a:t>
            </a:r>
            <a:r>
              <a:rPr lang="en-US" sz="22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đạt</a:t>
            </a:r>
            <a:r>
              <a:rPr lang="en-US" sz="2250" b="1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2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nơi</a:t>
            </a:r>
            <a:r>
              <a:rPr lang="en-US" sz="2250" b="1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250" b="1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250" b="1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xem</a:t>
            </a:r>
            <a:r>
              <a:rPr lang="en-US" sz="22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endParaRPr lang="en-US" sz="2250" dirty="0"/>
          </a:p>
        </p:txBody>
      </p:sp>
      <p:sp>
        <p:nvSpPr>
          <p:cNvPr id="11" name="Connector line-1792370608851-932089201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1920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9715500"/>
            <a:ext cx="666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02/10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85992089-c95a-4d0b-9a56-080dfdf1d3e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DFB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57250"/>
            <a:ext cx="1333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r>
              <a:rPr lang="en-US" sz="1800" b="1" spc="3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KIẾN</a:t>
            </a:r>
            <a:r>
              <a:rPr lang="en-US" sz="1800" b="1" spc="292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TRÚC</a:t>
            </a:r>
            <a:r>
              <a:rPr lang="en-US" sz="1800" b="1" spc="295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1800" b="1" spc="302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CHƯƠNG</a:t>
            </a:r>
            <a:r>
              <a:rPr lang="en-US" sz="1800" b="1" spc="299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914400" y="2286000"/>
            <a:ext cx="152400" cy="238125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4" name="Text 2"/>
          <p:cNvSpPr/>
          <p:nvPr/>
        </p:nvSpPr>
        <p:spPr>
          <a:xfrm>
            <a:off x="1524000" y="2190750"/>
            <a:ext cx="15240000" cy="2667000"/>
          </a:xfrm>
          <a:prstGeom prst="rect">
            <a:avLst/>
          </a:prstGeom>
          <a:noFill/>
          <a:ln/>
        </p:spPr>
        <p:txBody>
          <a:bodyPr wrap="square" lIns="0" tIns="61722" rIns="0" bIns="-61722" rtlCol="0" anchor="t"/>
          <a:lstStyle/>
          <a:p>
            <a:pPr algn="l" indent="0" marL="0">
              <a:lnSpc>
                <a:spcPts val="8748"/>
              </a:lnSpc>
              <a:buNone/>
            </a:pPr>
            <a:r>
              <a:rPr lang="en-US" sz="81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Khai</a:t>
            </a:r>
            <a:r>
              <a:rPr lang="en-US" sz="81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báo</a:t>
            </a:r>
            <a:r>
              <a:rPr lang="en-US" sz="81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kiến</a:t>
            </a:r>
            <a:r>
              <a:rPr lang="en-US" sz="8100" dirty="0" spc="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trúc</a:t>
            </a:r>
            <a:r>
              <a:rPr lang="en-US" sz="81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bằng</a:t>
            </a:r>
            <a:r>
              <a:rPr lang="en-US" sz="81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chính</a:t>
            </a:r>
            <a:r>
              <a:rPr lang="en-US" sz="8100" dirty="0" spc="-3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ngôn</a:t>
            </a:r>
            <a:r>
              <a:rPr lang="en-US" sz="81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ngữ</a:t>
            </a:r>
            <a:r>
              <a:rPr lang="en-US" sz="81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lập</a:t>
            </a:r>
            <a:r>
              <a:rPr lang="en-US" sz="8100" dirty="0" spc="-1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trình.</a:t>
            </a:r>
            <a:endParaRPr lang="en-US" sz="8100" dirty="0"/>
          </a:p>
        </p:txBody>
      </p:sp>
      <p:sp>
        <p:nvSpPr>
          <p:cNvPr id="5" name="Shape 3"/>
          <p:cNvSpPr/>
          <p:nvPr/>
        </p:nvSpPr>
        <p:spPr>
          <a:xfrm>
            <a:off x="1524000" y="5715000"/>
            <a:ext cx="7239000" cy="1809750"/>
          </a:xfrm>
          <a:prstGeom prst="roundRect">
            <a:avLst>
              <a:gd name="adj" fmla="val 14737"/>
            </a:avLst>
          </a:prstGeom>
          <a:solidFill>
            <a:srgbClr val="FBF8F2"/>
          </a:solidFill>
          <a:ln w="28575">
            <a:solidFill>
              <a:srgbClr val="B4530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05000" y="5953125"/>
            <a:ext cx="6477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-2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Diagrams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1905000" y="6667500"/>
            <a:ext cx="6477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dùng</a:t>
            </a:r>
            <a:r>
              <a:rPr lang="en-US" sz="255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Python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9334500" y="5715000"/>
            <a:ext cx="7239000" cy="1809750"/>
          </a:xfrm>
          <a:prstGeom prst="roundRect">
            <a:avLst>
              <a:gd name="adj" fmla="val 14737"/>
            </a:avLst>
          </a:prstGeom>
          <a:solidFill>
            <a:srgbClr val="B45309"/>
          </a:solidFill>
          <a:ln/>
        </p:spPr>
      </p:sp>
      <p:sp>
        <p:nvSpPr>
          <p:cNvPr id="9" name="Text 7"/>
          <p:cNvSpPr/>
          <p:nvPr/>
        </p:nvSpPr>
        <p:spPr>
          <a:xfrm>
            <a:off x="9715500" y="5953125"/>
            <a:ext cx="6477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2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Go</a:t>
            </a:r>
            <a:r>
              <a:rPr lang="en-US" sz="3300" dirty="0" spc="-2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Diagrams</a:t>
            </a:r>
            <a:endParaRPr lang="en-US" sz="3300" dirty="0"/>
          </a:p>
        </p:txBody>
      </p:sp>
      <p:sp>
        <p:nvSpPr>
          <p:cNvPr id="10" name="Text 8"/>
          <p:cNvSpPr/>
          <p:nvPr/>
        </p:nvSpPr>
        <p:spPr>
          <a:xfrm>
            <a:off x="9715500" y="6667500"/>
            <a:ext cx="6477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dùng</a:t>
            </a:r>
            <a:r>
              <a:rPr lang="en-US" sz="2550" dirty="0" spc="-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Go</a:t>
            </a:r>
            <a:endParaRPr lang="en-US" sz="2550" dirty="0"/>
          </a:p>
        </p:txBody>
      </p:sp>
      <p:sp>
        <p:nvSpPr>
          <p:cNvPr id="11" name="Connector line-1792370609828-747438205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B45309"/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430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DFB8"/>
          </a:solidFill>
          <a:ln w="19050">
            <a:solidFill>
              <a:srgbClr val="B4530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DFB8"/>
          </a:solidFill>
          <a:ln w="19050">
            <a:solidFill>
              <a:srgbClr val="B4530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DFB8"/>
          </a:solidFill>
          <a:ln w="19050">
            <a:solidFill>
              <a:srgbClr val="B4530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DFB8"/>
          </a:solidFill>
          <a:ln w="19050">
            <a:solidFill>
              <a:srgbClr val="B4530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DFB8"/>
          </a:solidFill>
          <a:ln w="19050">
            <a:solidFill>
              <a:srgbClr val="B4530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DFB8"/>
          </a:solidFill>
          <a:ln w="19050">
            <a:solidFill>
              <a:srgbClr val="B4530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DFB8"/>
          </a:solidFill>
          <a:ln w="19050">
            <a:solidFill>
              <a:srgbClr val="B4530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9715500"/>
            <a:ext cx="666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</a:t>
            </a:r>
            <a:r>
              <a:rPr lang="en-US" sz="16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03/10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70534456-d32b-4328-9773-f273046d2c9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57250"/>
            <a:ext cx="1333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5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r>
              <a:rPr lang="en-US" sz="1800" b="1" spc="300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LUỒNG</a:t>
            </a:r>
            <a:r>
              <a:rPr lang="en-US" sz="1800" b="1" spc="253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0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UML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285875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Viết</a:t>
            </a:r>
            <a:r>
              <a:rPr lang="en-US" sz="72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cú</a:t>
            </a:r>
            <a:r>
              <a:rPr lang="en-US" sz="7200" dirty="0" spc="-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pháp,</a:t>
            </a:r>
            <a:r>
              <a:rPr lang="en-US" sz="7200" dirty="0" spc="-4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ra</a:t>
            </a:r>
            <a:r>
              <a:rPr lang="en-US" sz="72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sơ</a:t>
            </a:r>
            <a:r>
              <a:rPr lang="en-US" sz="7200" dirty="0" spc="1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đồ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8001000" cy="4762500"/>
          </a:xfrm>
          <a:prstGeom prst="roundRect">
            <a:avLst>
              <a:gd name="adj" fmla="val 5600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90650" y="3429000"/>
            <a:ext cx="70485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spc="1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Mermaid</a:t>
            </a:r>
            <a:endParaRPr lang="en-US" sz="4800" dirty="0"/>
          </a:p>
        </p:txBody>
      </p:sp>
      <p:sp>
        <p:nvSpPr>
          <p:cNvPr id="6" name="Text richtext-1792370640038-698268056"/>
          <p:cNvSpPr/>
          <p:nvPr/>
        </p:nvSpPr>
        <p:spPr>
          <a:xfrm>
            <a:off x="1390650" y="4667250"/>
            <a:ext cx="7048500" cy="2857500"/>
          </a:xfrm>
          <a:prstGeom prst="rect">
            <a:avLst/>
          </a:prstGeom>
          <a:noFill/>
          <a:ln/>
        </p:spPr>
        <p:txBody>
          <a:bodyPr wrap="square" lIns="0" tIns="10287" rIns="0" bIns="-10287" rtlCol="0" anchor="t"/>
          <a:lstStyle/>
          <a:p>
            <a:pPr algn="l" marL="342900" indent="-244981">
              <a:lnSpc>
                <a:spcPts val="3645"/>
              </a:lnSpc>
              <a:spcAft>
                <a:spcPts val="1200"/>
              </a:spcAft>
              <a:buSzPct val="100000"/>
              <a:buFont typeface="Arial"/>
              <a:buChar char="•"/>
            </a:pP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Nhiều</a:t>
            </a:r>
            <a:r>
              <a:rPr lang="en-US" sz="27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loại</a:t>
            </a:r>
            <a:r>
              <a:rPr lang="en-US" sz="270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sơ</a:t>
            </a:r>
            <a:r>
              <a:rPr lang="en-US" sz="2700" dirty="0" spc="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đồ,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cú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pháp</a:t>
            </a:r>
            <a:r>
              <a:rPr lang="en-US" sz="270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văn</a:t>
            </a:r>
            <a:r>
              <a:rPr lang="en-US" sz="270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endParaRPr lang="en-US" sz="2700" dirty="0"/>
          </a:p>
          <a:p>
            <a:pPr algn="l" marL="342900" indent="-244981">
              <a:lnSpc>
                <a:spcPts val="3645"/>
              </a:lnSpc>
              <a:buSzPct val="100000"/>
              <a:buFont typeface="Arial"/>
              <a:buChar char="•"/>
            </a:pPr>
            <a:r>
              <a:rPr lang="en-US" sz="27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GitHub</a:t>
            </a:r>
            <a:r>
              <a:rPr lang="en-US" sz="27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hỗ</a:t>
            </a:r>
            <a:r>
              <a:rPr lang="en-US" sz="2700" dirty="0" spc="-2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trợ</a:t>
            </a:r>
            <a:r>
              <a:rPr lang="en-US" sz="2700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7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cảnh</a:t>
            </a:r>
            <a:r>
              <a:rPr lang="en-US" sz="2700" dirty="0" spc="-2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Markdown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372600" y="3048000"/>
            <a:ext cx="8001000" cy="4762500"/>
          </a:xfrm>
          <a:prstGeom prst="roundRect">
            <a:avLst>
              <a:gd name="adj" fmla="val 5600"/>
            </a:avLst>
          </a:prstGeom>
          <a:solidFill>
            <a:srgbClr val="3DD6A0"/>
          </a:solidFill>
          <a:ln/>
        </p:spPr>
      </p:sp>
      <p:sp>
        <p:nvSpPr>
          <p:cNvPr id="8" name="Text 6"/>
          <p:cNvSpPr/>
          <p:nvPr/>
        </p:nvSpPr>
        <p:spPr>
          <a:xfrm>
            <a:off x="9848850" y="3429000"/>
            <a:ext cx="70485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PlantUML</a:t>
            </a:r>
            <a:endParaRPr lang="en-US" sz="4800" dirty="0"/>
          </a:p>
        </p:txBody>
      </p:sp>
      <p:sp>
        <p:nvSpPr>
          <p:cNvPr id="9" name="Text richtext-1792370640065-896005829"/>
          <p:cNvSpPr/>
          <p:nvPr/>
        </p:nvSpPr>
        <p:spPr>
          <a:xfrm>
            <a:off x="9848850" y="4667250"/>
            <a:ext cx="7048500" cy="2857500"/>
          </a:xfrm>
          <a:prstGeom prst="rect">
            <a:avLst/>
          </a:prstGeom>
          <a:noFill/>
          <a:ln/>
        </p:spPr>
        <p:txBody>
          <a:bodyPr wrap="square" lIns="0" tIns="10287" rIns="0" bIns="-10287" rtlCol="0" anchor="t"/>
          <a:lstStyle/>
          <a:p>
            <a:pPr algn="l" marL="342900" indent="-244981">
              <a:lnSpc>
                <a:spcPts val="3645"/>
              </a:lnSpc>
              <a:spcAft>
                <a:spcPts val="1200"/>
              </a:spcAft>
              <a:buSzPct val="100000"/>
              <a:buFont typeface="Arial"/>
              <a:buChar char="•"/>
            </a:pP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Hợp khi cần</a:t>
            </a:r>
            <a:r>
              <a:rPr lang="en-US" sz="270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sơ</a:t>
            </a:r>
            <a:r>
              <a:rPr lang="en-US" sz="2700" dirty="0" spc="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UML</a:t>
            </a:r>
            <a:endParaRPr lang="en-US" sz="2700" dirty="0"/>
          </a:p>
          <a:p>
            <a:pPr algn="l" marL="342900" indent="-244981">
              <a:lnSpc>
                <a:spcPts val="3645"/>
              </a:lnSpc>
              <a:buSzPct val="100000"/>
              <a:buFont typeface="Arial"/>
              <a:buChar char="•"/>
            </a:pP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Hoặc</a:t>
            </a:r>
            <a:r>
              <a:rPr lang="en-US" sz="270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sơ</a:t>
            </a:r>
            <a:r>
              <a:rPr lang="en-US" sz="2700" dirty="0" spc="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sequence</a:t>
            </a:r>
            <a:endParaRPr lang="en-US" sz="2700" dirty="0"/>
          </a:p>
        </p:txBody>
      </p:sp>
      <p:sp>
        <p:nvSpPr>
          <p:cNvPr id="10" name="Connector line-1792370640072-314459132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3A3F4E"/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9AA0B5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9AA0B5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9AA0B5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8669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9715500"/>
            <a:ext cx="666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04/10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3" name="Moda image moda-export-watermark-e7ad5b89-48cf-4efc-8eaf-2da26683d33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57250"/>
            <a:ext cx="1333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r>
              <a:rPr lang="en-US" sz="180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GHI</a:t>
            </a:r>
            <a:r>
              <a:rPr lang="en-US" sz="1800" b="1" spc="304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CHÚ</a:t>
            </a:r>
            <a:r>
              <a:rPr lang="en-US" sz="180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1800" b="1" spc="28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CẤP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285875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Markmap:</a:t>
            </a:r>
            <a:r>
              <a:rPr lang="en-US" sz="72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</a:t>
            </a:r>
            <a:r>
              <a:rPr lang="en-US" sz="7200" dirty="0" spc="2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đề</a:t>
            </a:r>
            <a:r>
              <a:rPr lang="en-US" sz="72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mục</a:t>
            </a:r>
            <a:r>
              <a:rPr lang="en-US" sz="7200" dirty="0" spc="-4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ra</a:t>
            </a:r>
            <a:r>
              <a:rPr lang="en-US" sz="7200" dirty="0" spc="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mind</a:t>
            </a:r>
            <a:r>
              <a:rPr lang="en-US" sz="72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map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914400" y="3429000"/>
            <a:ext cx="4572000" cy="3238500"/>
          </a:xfrm>
          <a:prstGeom prst="roundRect">
            <a:avLst>
              <a:gd name="adj" fmla="val 8235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714750"/>
            <a:ext cx="381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0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ĐẦU</a:t>
            </a:r>
            <a:r>
              <a:rPr lang="en-US" sz="1950" b="1" spc="17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295400" y="4286250"/>
            <a:ext cx="3810000" cy="2095500"/>
          </a:xfrm>
          <a:prstGeom prst="rect">
            <a:avLst/>
          </a:prstGeom>
          <a:noFill/>
          <a:ln/>
        </p:spPr>
        <p:txBody>
          <a:bodyPr wrap="square" lIns="0" tIns="15383" rIns="0" bIns="-15383" rtlCol="0" anchor="t"/>
          <a:lstStyle/>
          <a:p>
            <a:pPr algn="l" indent="0" marL="0">
              <a:lnSpc>
                <a:spcPts val="3705"/>
              </a:lnSpc>
              <a:buNone/>
            </a:pPr>
            <a:r>
              <a:rPr lang="en-US" sz="2850" b="1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Cấu</a:t>
            </a:r>
            <a:r>
              <a:rPr lang="en-US" sz="28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trúc</a:t>
            </a:r>
            <a:r>
              <a:rPr lang="en-US" sz="2850" b="1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Markdown</a:t>
            </a:r>
            <a:endParaRPr lang="en-US" sz="2850" dirty="0"/>
          </a:p>
        </p:txBody>
      </p:sp>
      <p:sp>
        <p:nvSpPr>
          <p:cNvPr id="7" name="Text 5"/>
          <p:cNvSpPr/>
          <p:nvPr/>
        </p:nvSpPr>
        <p:spPr>
          <a:xfrm>
            <a:off x="6858000" y="4000500"/>
            <a:ext cx="4572000" cy="20955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dirty="0" spc="-6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Markmap</a:t>
            </a:r>
            <a:endParaRPr lang="en-US" sz="4200" dirty="0"/>
          </a:p>
        </p:txBody>
      </p:sp>
      <p:sp>
        <p:nvSpPr>
          <p:cNvPr id="8" name="Shape 6"/>
          <p:cNvSpPr/>
          <p:nvPr/>
        </p:nvSpPr>
        <p:spPr>
          <a:xfrm>
            <a:off x="12801600" y="3429000"/>
            <a:ext cx="4572000" cy="3238500"/>
          </a:xfrm>
          <a:prstGeom prst="roundRect">
            <a:avLst>
              <a:gd name="adj" fmla="val 8235"/>
            </a:avLst>
          </a:prstGeom>
          <a:solidFill>
            <a:srgbClr val="F8D9D0"/>
          </a:solidFill>
          <a:ln w="28575">
            <a:solidFill>
              <a:srgbClr val="E847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182600" y="3714750"/>
            <a:ext cx="381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0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ĐẦU</a:t>
            </a:r>
            <a:r>
              <a:rPr lang="en-US" sz="1950" b="1" spc="224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3182600" y="4286250"/>
            <a:ext cx="3810000" cy="2095500"/>
          </a:xfrm>
          <a:prstGeom prst="rect">
            <a:avLst/>
          </a:prstGeom>
          <a:noFill/>
          <a:ln/>
        </p:spPr>
        <p:txBody>
          <a:bodyPr wrap="square" lIns="0" tIns="15383" rIns="0" bIns="-15383" rtlCol="0" anchor="t"/>
          <a:lstStyle/>
          <a:p>
            <a:pPr algn="l" indent="0" marL="0">
              <a:lnSpc>
                <a:spcPts val="3705"/>
              </a:lnSpc>
              <a:buNone/>
            </a:pPr>
            <a:r>
              <a:rPr lang="en-US" sz="28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Mind map</a:t>
            </a:r>
            <a:endParaRPr lang="en-US" sz="2850" dirty="0"/>
          </a:p>
        </p:txBody>
      </p:sp>
      <p:sp>
        <p:nvSpPr>
          <p:cNvPr id="11" name="Connector line-1792370640875-927497396"/>
          <p:cNvSpPr/>
          <p:nvPr/>
        </p:nvSpPr>
        <p:spPr>
          <a:xfrm>
            <a:off x="5543550" y="5048250"/>
            <a:ext cx="1238250" cy="0"/>
          </a:xfrm>
          <a:prstGeom prst="line">
            <a:avLst/>
          </a:prstGeom>
          <a:noFill/>
          <a:ln w="57150">
            <a:solidFill>
              <a:srgbClr val="E8472B"/>
            </a:solidFill>
            <a:prstDash val="solid"/>
            <a:headEnd type="none"/>
            <a:tailEnd type="triangle"/>
          </a:ln>
        </p:spPr>
      </p:sp>
      <p:sp>
        <p:nvSpPr>
          <p:cNvPr id="12" name="Connector line-1792370640876-195524553"/>
          <p:cNvSpPr/>
          <p:nvPr/>
        </p:nvSpPr>
        <p:spPr>
          <a:xfrm>
            <a:off x="11487150" y="5048250"/>
            <a:ext cx="1238250" cy="0"/>
          </a:xfrm>
          <a:prstGeom prst="line">
            <a:avLst/>
          </a:prstGeom>
          <a:noFill/>
          <a:ln w="57150">
            <a:solidFill>
              <a:srgbClr val="E8472B"/>
            </a:solidFill>
            <a:prstDash val="solid"/>
            <a:headEnd type="none"/>
            <a:tailEnd type="triangle"/>
          </a:ln>
        </p:spPr>
      </p:sp>
      <p:sp>
        <p:nvSpPr>
          <p:cNvPr id="13" name="Connector line-1792370640876-789393434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1907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9715500"/>
            <a:ext cx="666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05/10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6" name="Moda image moda-export-watermark-aaaa8312-fca8-42ee-8cd4-ebb19784cd0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8E0C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57250"/>
            <a:ext cx="1333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6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</a:t>
            </a:r>
            <a:r>
              <a:rPr lang="en-US" sz="180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65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VĂN</a:t>
            </a:r>
            <a:r>
              <a:rPr lang="en-US" sz="1800" b="1" spc="295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1800" b="1" spc="293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THUẦN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285875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-3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ASCII</a:t>
            </a:r>
            <a:r>
              <a:rPr lang="en-US" sz="7200" dirty="0" spc="-1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diagrams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914400" y="3143250"/>
            <a:ext cx="8001000" cy="4381500"/>
          </a:xfrm>
          <a:prstGeom prst="roundRect">
            <a:avLst>
              <a:gd name="adj" fmla="val 6087"/>
            </a:avLst>
          </a:prstGeom>
          <a:solidFill>
            <a:srgbClr val="1F3FD1"/>
          </a:solidFill>
          <a:ln/>
        </p:spPr>
      </p:sp>
      <p:sp>
        <p:nvSpPr>
          <p:cNvPr id="5" name="Text 3"/>
          <p:cNvSpPr/>
          <p:nvPr/>
        </p:nvSpPr>
        <p:spPr>
          <a:xfrm>
            <a:off x="1390650" y="3619500"/>
            <a:ext cx="7048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1" kern="0">
                <a:solidFill>
                  <a:srgbClr val="FFFF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Chỉ</a:t>
            </a:r>
            <a:r>
              <a:rPr lang="en-US" sz="4200" dirty="0" spc="-1" kern="0">
                <a:solidFill>
                  <a:srgbClr val="FFFF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bằng</a:t>
            </a:r>
            <a:r>
              <a:rPr lang="en-US" sz="4200" dirty="0" spc="1" kern="0">
                <a:solidFill>
                  <a:srgbClr val="FFFF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ký</a:t>
            </a:r>
            <a:r>
              <a:rPr lang="en-US" sz="4200" dirty="0" spc="0" kern="0">
                <a:solidFill>
                  <a:srgbClr val="FFFF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tự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390650" y="4762500"/>
            <a:ext cx="7048500" cy="2381250"/>
          </a:xfrm>
          <a:prstGeom prst="rect">
            <a:avLst/>
          </a:prstGeom>
          <a:noFill/>
          <a:ln/>
        </p:spPr>
        <p:txBody>
          <a:bodyPr wrap="square" lIns="0" tIns="10843" rIns="0" bIns="-10843" rtlCol="0" anchor="t"/>
          <a:lstStyle/>
          <a:p>
            <a:pPr algn="l" indent="0" marL="0">
              <a:lnSpc>
                <a:spcPts val="3848"/>
              </a:lnSpc>
              <a:buNone/>
            </a:pPr>
            <a:r>
              <a:rPr lang="en-US" sz="2850" dirty="0" spc="1" kern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Sơ</a:t>
            </a:r>
            <a:r>
              <a:rPr lang="en-US" sz="2850" dirty="0" spc="19" kern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</a:t>
            </a:r>
            <a:r>
              <a:rPr lang="en-US" sz="2850" dirty="0" spc="9" kern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850" dirty="0" spc="0" kern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biểu diễn</a:t>
            </a:r>
            <a:r>
              <a:rPr lang="en-US" sz="2850" dirty="0" spc="-5" kern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850" dirty="0" spc="0" kern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850" dirty="0" spc="-1" kern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 tự</a:t>
            </a:r>
            <a:r>
              <a:rPr lang="en-US" sz="2850" dirty="0" spc="-3" kern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ASCII.</a:t>
            </a:r>
            <a:endParaRPr lang="en-US" sz="2850" dirty="0"/>
          </a:p>
        </p:txBody>
      </p:sp>
      <p:sp>
        <p:nvSpPr>
          <p:cNvPr id="7" name="Shape 5"/>
          <p:cNvSpPr/>
          <p:nvPr/>
        </p:nvSpPr>
        <p:spPr>
          <a:xfrm>
            <a:off x="9372600" y="3143250"/>
            <a:ext cx="8001000" cy="4381500"/>
          </a:xfrm>
          <a:prstGeom prst="roundRect">
            <a:avLst>
              <a:gd name="adj" fmla="val 6087"/>
            </a:avLst>
          </a:prstGeom>
          <a:solidFill>
            <a:srgbClr val="FBF8F2"/>
          </a:solidFill>
          <a:ln w="28575">
            <a:solidFill>
              <a:srgbClr val="1F3FD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48850" y="3619500"/>
            <a:ext cx="7048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0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Không</a:t>
            </a:r>
            <a:r>
              <a:rPr lang="en-US" sz="4200" dirty="0" spc="2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phải</a:t>
            </a:r>
            <a:r>
              <a:rPr lang="en-US" sz="4200" dirty="0" spc="-8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4200" dirty="0" spc="1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sản</a:t>
            </a:r>
            <a:r>
              <a:rPr lang="en-US" sz="4200" dirty="0" spc="2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phẩm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9848850" y="4762500"/>
            <a:ext cx="7048500" cy="1905000"/>
          </a:xfrm>
          <a:prstGeom prst="rect">
            <a:avLst/>
          </a:prstGeom>
          <a:noFill/>
          <a:ln/>
        </p:spPr>
        <p:txBody>
          <a:bodyPr wrap="square" lIns="0" tIns="10843" rIns="0" bIns="-10843" rtlCol="0" anchor="t"/>
          <a:lstStyle/>
          <a:p>
            <a:pPr algn="l" indent="0" marL="0">
              <a:lnSpc>
                <a:spcPts val="3848"/>
              </a:lnSpc>
              <a:buNone/>
            </a:pPr>
            <a:r>
              <a:rPr lang="en-US" sz="28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Đây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8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8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vẽ,</a:t>
            </a: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8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 duy</a:t>
            </a:r>
            <a:r>
              <a:rPr lang="en-US" sz="28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nhất.</a:t>
            </a:r>
            <a:endParaRPr lang="en-US" sz="2850" dirty="0"/>
          </a:p>
        </p:txBody>
      </p:sp>
      <p:sp>
        <p:nvSpPr>
          <p:cNvPr id="10" name="Connector line-1792370641804-312054541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1460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E8E0CF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E8E0CF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E8E0CF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E8E0CF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9715500"/>
            <a:ext cx="666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06/10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3" name="Moda image moda-export-watermark-500194c7-b3b9-460c-962c-144d72ada17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57250"/>
            <a:ext cx="1333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8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800" b="1" spc="301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800" b="1" spc="282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800" b="1" spc="302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285875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1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Đừng</a:t>
            </a:r>
            <a:r>
              <a:rPr lang="en-US" sz="72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giả</a:t>
            </a:r>
            <a:r>
              <a:rPr lang="en-US" sz="7200" dirty="0" spc="2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định</a:t>
            </a:r>
            <a:r>
              <a:rPr lang="en-US" sz="72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quá</a:t>
            </a:r>
            <a:r>
              <a:rPr lang="en-US" sz="72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nhiều</a:t>
            </a:r>
            <a:endParaRPr lang="en-US" sz="7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3048000"/>
          <a:ext cx="13716000" cy="914400"/>
        </p:xfrm>
        <a:graphic>
          <a:graphicData uri="http://schemas.openxmlformats.org/drawingml/2006/table">
            <a:tbl>
              <a:tblPr/>
              <a:tblGrid>
                <a:gridCol w="6583680"/>
                <a:gridCol w="9875520"/>
              </a:tblGrid>
              <a:tr h="9525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b="1" dirty="0" spc="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Dễ</a:t>
                      </a:r>
                      <a:r>
                        <a:rPr lang="en-US" sz="2550" b="1" dirty="0" spc="-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nghĩ</a:t>
                      </a:r>
                      <a:r>
                        <a:rPr lang="en-US" sz="2550" b="1" dirty="0" spc="-6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là</a:t>
                      </a:r>
                      <a:endParaRPr lang="en-US" sz="1200" dirty="0"/>
                    </a:p>
                  </a:txBody>
                  <a:tcPr marL="304800" marR="304800" marT="281940" marB="2819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3A3F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2A2E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b="1" dirty="0" spc="1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Thực</a:t>
                      </a:r>
                      <a:r>
                        <a:rPr lang="en-US" sz="2550" b="1" dirty="0" spc="-5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tế</a:t>
                      </a:r>
                      <a:endParaRPr lang="en-US" sz="1200" dirty="0"/>
                    </a:p>
                  </a:txBody>
                  <a:tcPr marL="304800" marR="304800" marT="281940" marB="2819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3A3F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2A2E3A"/>
                    </a:solidFill>
                  </a:tcPr>
                </a:tc>
              </a:tr>
              <a:tr h="15240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dirty="0" spc="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Công</a:t>
                      </a:r>
                      <a:r>
                        <a:rPr lang="en-US" sz="2550" dirty="0" spc="-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cụ</a:t>
                      </a:r>
                      <a:r>
                        <a:rPr lang="en-US" sz="2550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tự</a:t>
                      </a:r>
                      <a:r>
                        <a:rPr lang="en-US" sz="2550" dirty="0" spc="9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đọc</a:t>
                      </a:r>
                      <a:r>
                        <a:rPr lang="en-US" sz="2550" dirty="0" spc="-18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source</a:t>
                      </a:r>
                      <a:r>
                        <a:rPr lang="en-US" sz="2550" dirty="0" spc="-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code</a:t>
                      </a:r>
                      <a:endParaRPr lang="en-US" sz="1200" dirty="0"/>
                    </a:p>
                  </a:txBody>
                  <a:tcPr marL="304800" marR="304800" marT="304800" marB="304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3A3F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dirty="0" spc="-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Không</a:t>
                      </a:r>
                      <a:r>
                        <a:rPr lang="en-US" sz="2550" dirty="0" spc="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mặc</a:t>
                      </a:r>
                      <a:r>
                        <a:rPr lang="en-US" sz="2550" dirty="0" spc="-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nhiên</a:t>
                      </a:r>
                      <a:r>
                        <a:rPr lang="en-US" sz="2550" dirty="0" spc="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tìm</a:t>
                      </a:r>
                      <a:r>
                        <a:rPr lang="en-US" sz="2550" dirty="0" spc="-35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ra</a:t>
                      </a:r>
                      <a:r>
                        <a:rPr lang="en-US" sz="2550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kiến trúc</a:t>
                      </a:r>
                      <a:r>
                        <a:rPr lang="en-US" sz="2550" dirty="0" spc="-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từ</a:t>
                      </a:r>
                      <a:r>
                        <a:rPr lang="en-US" sz="2550" dirty="0" spc="-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code</a:t>
                      </a:r>
                      <a:endParaRPr lang="en-US" sz="1200" dirty="0"/>
                    </a:p>
                  </a:txBody>
                  <a:tcPr marL="304800" marR="304800" marT="304800" marB="304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3A3F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</a:tr>
              <a:tr h="15240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dirty="0" spc="-29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Xuất</a:t>
                      </a:r>
                      <a:r>
                        <a:rPr lang="en-US" sz="2550" dirty="0" spc="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file,</a:t>
                      </a:r>
                      <a:r>
                        <a:rPr lang="en-US" sz="2550" dirty="0" spc="-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cú</a:t>
                      </a:r>
                      <a:r>
                        <a:rPr lang="en-US" sz="2550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pháp</a:t>
                      </a:r>
                      <a:r>
                        <a:rPr lang="en-US" sz="2550" dirty="0" spc="-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như</a:t>
                      </a:r>
                      <a:r>
                        <a:rPr lang="en-US" sz="2550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nhau</a:t>
                      </a:r>
                      <a:endParaRPr lang="en-US" sz="1200" dirty="0"/>
                    </a:p>
                  </a:txBody>
                  <a:tcPr marL="304800" marR="304800" marT="304800" marB="304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3A3F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3A3F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dirty="0" spc="-89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Tùy</a:t>
                      </a:r>
                      <a:r>
                        <a:rPr lang="en-US" sz="2550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công</a:t>
                      </a:r>
                      <a:r>
                        <a:rPr lang="en-US" sz="2550" dirty="0" spc="-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cụ,</a:t>
                      </a:r>
                      <a:r>
                        <a:rPr lang="en-US" sz="2550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phiên</a:t>
                      </a:r>
                      <a:r>
                        <a:rPr lang="en-US" sz="2550" dirty="0" spc="-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bản</a:t>
                      </a:r>
                      <a:r>
                        <a:rPr lang="en-US" sz="2550" dirty="0" spc="-19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và</a:t>
                      </a:r>
                      <a:r>
                        <a:rPr lang="en-US" sz="2550" dirty="0" spc="-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nơi</a:t>
                      </a:r>
                      <a:r>
                        <a:rPr lang="en-US" sz="2550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hiển</a:t>
                      </a:r>
                      <a:r>
                        <a:rPr lang="en-US" sz="2550" dirty="0" spc="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thị</a:t>
                      </a:r>
                      <a:endParaRPr lang="en-US" sz="1200" dirty="0"/>
                    </a:p>
                  </a:txBody>
                  <a:tcPr marL="304800" marR="304800" marT="304800" marB="304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3A3F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3A3F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12B"/>
                    </a:solidFill>
                  </a:tcPr>
                </a:tc>
              </a:tr>
            </a:tbl>
          </a:graphicData>
        </a:graphic>
      </p:graphicFrame>
      <p:sp>
        <p:nvSpPr>
          <p:cNvPr id="5" name="Connector line-1792370676350-75065471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3A3F4E"/>
            </a:solidFill>
            <a:prstDash val="solid"/>
            <a:headEnd type="none"/>
            <a:tailEnd type="none"/>
          </a:ln>
        </p:spPr>
      </p:sp>
      <p:sp>
        <p:nvSpPr>
          <p:cNvPr id="6" name="Shape 3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9AA0B5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9AA0B5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9AA0B5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9AA0B5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9AA0B5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9AA0B5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83845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14400" y="9715500"/>
            <a:ext cx="666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07/10</a:t>
            </a:r>
            <a:endParaRPr lang="en-US" sz="1650" dirty="0"/>
          </a:p>
        </p:txBody>
      </p:sp>
      <p:sp>
        <p:nvSpPr>
          <p:cNvPr id="17" name="Shape 1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8" name="Moda image moda-export-watermark-024d46c4-9e2b-44f4-8d22-4e57a7d6b15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57250"/>
            <a:ext cx="1333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800" b="1" spc="30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 THỬ</a:t>
            </a:r>
            <a:r>
              <a:rPr lang="en-US" sz="1800" b="1" spc="29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800" b="1" spc="27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285875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3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Cây</a:t>
            </a:r>
            <a:r>
              <a:rPr lang="en-US" sz="63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ý</a:t>
            </a:r>
            <a:r>
              <a:rPr lang="en-US" sz="63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</a:t>
            </a:r>
            <a:r>
              <a:rPr lang="en-US" sz="63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tiêu</a:t>
            </a:r>
            <a:r>
              <a:rPr lang="en-US" sz="6300" dirty="0" spc="1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đề</a:t>
            </a:r>
            <a:r>
              <a:rPr lang="en-US" sz="6300" dirty="0" spc="-3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Markdown?</a:t>
            </a:r>
            <a:endParaRPr lang="en-US" sz="6300" dirty="0"/>
          </a:p>
        </p:txBody>
      </p:sp>
      <p:sp>
        <p:nvSpPr>
          <p:cNvPr id="4" name="Text 2"/>
          <p:cNvSpPr/>
          <p:nvPr/>
        </p:nvSpPr>
        <p:spPr>
          <a:xfrm>
            <a:off x="6858000" y="4381500"/>
            <a:ext cx="4572000" cy="15240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Tiêu</a:t>
            </a:r>
            <a:r>
              <a:rPr lang="en-US" sz="2700" b="1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</a:t>
            </a:r>
            <a:r>
              <a:rPr lang="en-US" sz="2700" b="1" dirty="0" spc="-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Markdown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143000" y="3048000"/>
            <a:ext cx="4000500" cy="914400"/>
          </a:xfrm>
          <a:prstGeom prst="roundRect">
            <a:avLst>
              <a:gd name="adj" fmla="val 50000"/>
            </a:avLst>
          </a:prstGeom>
          <a:solidFill>
            <a:srgbClr val="FBF8F2"/>
          </a:solidFill>
          <a:ln w="28575">
            <a:solidFill>
              <a:srgbClr val="B4AE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6" kern="0">
                <a:solidFill>
                  <a:srgbClr val="8A867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Diagrams</a:t>
            </a:r>
            <a:r>
              <a:rPr lang="en-US" sz="2100" b="1" dirty="0" spc="0" kern="0">
                <a:solidFill>
                  <a:srgbClr val="8A867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100" b="1" dirty="0" spc="-4" kern="0">
                <a:solidFill>
                  <a:srgbClr val="8A867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Go</a:t>
            </a:r>
            <a:r>
              <a:rPr lang="en-US" sz="2100" b="1" dirty="0" spc="-6" kern="0">
                <a:solidFill>
                  <a:srgbClr val="8A867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Diagrams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3144500" y="3048000"/>
            <a:ext cx="4000500" cy="914400"/>
          </a:xfrm>
          <a:prstGeom prst="roundRect">
            <a:avLst>
              <a:gd name="adj" fmla="val 50000"/>
            </a:avLst>
          </a:prstGeom>
          <a:solidFill>
            <a:srgbClr val="FBF8F2"/>
          </a:solidFill>
          <a:ln w="28575">
            <a:solidFill>
              <a:srgbClr val="B4AE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4" kern="0">
                <a:solidFill>
                  <a:srgbClr val="8A867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Mermaid</a:t>
            </a:r>
            <a:r>
              <a:rPr lang="en-US" sz="2100" b="1" dirty="0" spc="-2" kern="0">
                <a:solidFill>
                  <a:srgbClr val="8A867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100" b="1" dirty="0" spc="-3" kern="0">
                <a:solidFill>
                  <a:srgbClr val="8A867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PlantUML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143000" y="6477000"/>
            <a:ext cx="4000500" cy="914400"/>
          </a:xfrm>
          <a:prstGeom prst="roundRect">
            <a:avLst>
              <a:gd name="adj" fmla="val 50000"/>
            </a:avLst>
          </a:prstGeom>
          <a:solidFill>
            <a:srgbClr val="FBF8F2"/>
          </a:solidFill>
          <a:ln w="28575">
            <a:solidFill>
              <a:srgbClr val="B4AE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6" kern="0">
                <a:solidFill>
                  <a:srgbClr val="8A867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ASCII</a:t>
            </a:r>
            <a:r>
              <a:rPr lang="en-US" sz="2100" b="1" dirty="0" spc="-5" kern="0">
                <a:solidFill>
                  <a:srgbClr val="8A867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diagrams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2763500" y="6191250"/>
            <a:ext cx="4762500" cy="142875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 spc="-7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Markmap</a:t>
            </a:r>
            <a:endParaRPr lang="en-US" sz="3600" dirty="0"/>
          </a:p>
        </p:txBody>
      </p:sp>
      <p:sp>
        <p:nvSpPr>
          <p:cNvPr id="9" name="Connector line-1792370677168-615950752"/>
          <p:cNvSpPr/>
          <p:nvPr/>
        </p:nvSpPr>
        <p:spPr>
          <a:xfrm>
            <a:off x="5143500" y="3619500"/>
            <a:ext cx="1905000" cy="952500"/>
          </a:xfrm>
          <a:prstGeom prst="line">
            <a:avLst/>
          </a:prstGeom>
          <a:noFill/>
          <a:ln w="28575">
            <a:solidFill>
              <a:srgbClr val="CFC7B4"/>
            </a:solidFill>
            <a:prstDash val="dash"/>
            <a:headEnd type="none"/>
            <a:tailEnd type="none"/>
          </a:ln>
        </p:spPr>
      </p:sp>
      <p:sp>
        <p:nvSpPr>
          <p:cNvPr id="10" name="Connector line-1792370677169-937315650"/>
          <p:cNvSpPr/>
          <p:nvPr/>
        </p:nvSpPr>
        <p:spPr>
          <a:xfrm flipH="1">
            <a:off x="11239500" y="3619500"/>
            <a:ext cx="1905000" cy="952500"/>
          </a:xfrm>
          <a:prstGeom prst="line">
            <a:avLst/>
          </a:prstGeom>
          <a:noFill/>
          <a:ln w="28575">
            <a:solidFill>
              <a:srgbClr val="CFC7B4"/>
            </a:solidFill>
            <a:prstDash val="dash"/>
            <a:headEnd type="none"/>
            <a:tailEnd type="none"/>
          </a:ln>
        </p:spPr>
      </p:sp>
      <p:sp>
        <p:nvSpPr>
          <p:cNvPr id="11" name="Connector line-1792370677169-111471108"/>
          <p:cNvSpPr/>
          <p:nvPr/>
        </p:nvSpPr>
        <p:spPr>
          <a:xfrm flipV="1">
            <a:off x="5143500" y="5715000"/>
            <a:ext cx="1905000" cy="1143000"/>
          </a:xfrm>
          <a:prstGeom prst="line">
            <a:avLst/>
          </a:prstGeom>
          <a:noFill/>
          <a:ln w="28575">
            <a:solidFill>
              <a:srgbClr val="CFC7B4"/>
            </a:solidFill>
            <a:prstDash val="dash"/>
            <a:headEnd type="none"/>
            <a:tailEnd type="none"/>
          </a:ln>
        </p:spPr>
      </p:sp>
      <p:sp>
        <p:nvSpPr>
          <p:cNvPr id="12" name="Connector line-1792370677169-799672156"/>
          <p:cNvSpPr/>
          <p:nvPr/>
        </p:nvSpPr>
        <p:spPr>
          <a:xfrm>
            <a:off x="11239500" y="5715000"/>
            <a:ext cx="1619250" cy="762000"/>
          </a:xfrm>
          <a:prstGeom prst="line">
            <a:avLst/>
          </a:prstGeom>
          <a:noFill/>
          <a:ln w="57150">
            <a:solidFill>
              <a:srgbClr val="E8472B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914400" y="8096250"/>
            <a:ext cx="164592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Đáp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án: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Markmap,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vì nó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biến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cấu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trúc</a:t>
            </a:r>
            <a:r>
              <a:rPr lang="en-US" sz="255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Markdown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 mind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map.</a:t>
            </a:r>
            <a:endParaRPr lang="en-US" sz="2550" dirty="0"/>
          </a:p>
        </p:txBody>
      </p:sp>
      <p:sp>
        <p:nvSpPr>
          <p:cNvPr id="14" name="Connector line-1792370677172-207796058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16230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9715500"/>
            <a:ext cx="666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08/10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7" name="Moda image moda-export-watermark-a1d8f276-95c2-45a8-bec2-6ecfcbb9431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8E0C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57250"/>
            <a:ext cx="1333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THỬ</a:t>
            </a:r>
            <a:r>
              <a:rPr lang="en-US" sz="1800" b="1" spc="29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TRƯỚC,</a:t>
            </a:r>
            <a:r>
              <a:rPr lang="en-US" sz="1800" b="1" spc="30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XEM</a:t>
            </a:r>
            <a:r>
              <a:rPr lang="en-US" sz="1800" b="1" spc="28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</a:t>
            </a:r>
            <a:r>
              <a:rPr lang="en-US" sz="1800" b="1" spc="30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285875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Thử</a:t>
            </a:r>
            <a:r>
              <a:rPr lang="en-US" sz="7200" dirty="0" spc="-1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7200" dirty="0" spc="-1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hình</a:t>
            </a:r>
            <a:r>
              <a:rPr lang="en-US" sz="72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nhỏ</a:t>
            </a:r>
            <a:r>
              <a:rPr lang="en-US" sz="7200" dirty="0" spc="-7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trước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2952750"/>
            <a:ext cx="914400" cy="9144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1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2190750" y="3095625"/>
            <a:ext cx="1514475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Ba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 phần,</a:t>
            </a: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liên</a:t>
            </a:r>
            <a:r>
              <a:rPr lang="en-US" sz="2850" dirty="0" spc="-3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kết,</a:t>
            </a:r>
            <a:r>
              <a:rPr lang="en-US" sz="28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chú thích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914400" y="4191000"/>
            <a:ext cx="914400" cy="9144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 spc="-5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2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2190750" y="4333875"/>
            <a:ext cx="1514475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Kiểm</a:t>
            </a:r>
            <a:r>
              <a:rPr lang="en-US" sz="2850" dirty="0" spc="-2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r>
              <a:rPr lang="en-US" sz="2850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renderer,</a:t>
            </a:r>
            <a:r>
              <a:rPr lang="en-US" sz="2850" dirty="0" spc="-2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font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tiếng</a:t>
            </a:r>
            <a:r>
              <a:rPr lang="en-US" sz="28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Việt,</a:t>
            </a:r>
            <a:r>
              <a:rPr lang="en-US" sz="2850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xem</a:t>
            </a:r>
            <a:r>
              <a:rPr lang="en-US" sz="2850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850" dirty="0" spc="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điện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thoại</a:t>
            </a:r>
            <a:endParaRPr lang="en-US" sz="2850" dirty="0"/>
          </a:p>
        </p:txBody>
      </p:sp>
      <p:sp>
        <p:nvSpPr>
          <p:cNvPr id="8" name="Text 6"/>
          <p:cNvSpPr/>
          <p:nvPr/>
        </p:nvSpPr>
        <p:spPr>
          <a:xfrm>
            <a:off x="914400" y="5429250"/>
            <a:ext cx="914400" cy="9144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 spc="-2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3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2190750" y="5572125"/>
            <a:ext cx="1514475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Lưu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85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</a:t>
            </a:r>
            <a:r>
              <a:rPr lang="en-US" sz="28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8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xuất;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ghim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phiên</a:t>
            </a:r>
            <a:r>
              <a:rPr lang="en-US" sz="28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endParaRPr lang="en-US" sz="2850" dirty="0"/>
          </a:p>
        </p:txBody>
      </p:sp>
      <p:sp>
        <p:nvSpPr>
          <p:cNvPr id="10" name="Text 8"/>
          <p:cNvSpPr/>
          <p:nvPr/>
        </p:nvSpPr>
        <p:spPr>
          <a:xfrm>
            <a:off x="914400" y="6667500"/>
            <a:ext cx="914400" cy="9144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 spc="-6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4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2190750" y="6810375"/>
            <a:ext cx="1514475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4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Review</a:t>
            </a:r>
            <a:r>
              <a:rPr lang="en-US" sz="28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hướng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mũi</a:t>
            </a:r>
            <a:r>
              <a:rPr lang="en-US" sz="28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28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nội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dung,</a:t>
            </a: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endParaRPr lang="en-US" sz="2850" dirty="0"/>
          </a:p>
        </p:txBody>
      </p:sp>
      <p:sp>
        <p:nvSpPr>
          <p:cNvPr id="12" name="Connector line-1792370678007-504131583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861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E8E0CF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9715500"/>
            <a:ext cx="666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09/10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5" name="Moda image moda-export-watermark-dda02d3c-7fc4-4693-8495-5ddc82e4280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57250"/>
            <a:ext cx="1333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1800" b="1" spc="20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r>
              <a:rPr lang="en-US" sz="1800" b="1" spc="25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285875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Hai chữ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viết</a:t>
            </a:r>
            <a:r>
              <a:rPr lang="en-US" sz="69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tắt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952750"/>
            <a:ext cx="9525000" cy="5524500"/>
          </a:xfrm>
          <a:prstGeom prst="roundRect">
            <a:avLst>
              <a:gd name="adj" fmla="val 4828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1333500" y="3286125"/>
            <a:ext cx="8763000" cy="2095500"/>
          </a:xfrm>
          <a:prstGeom prst="rect">
            <a:avLst/>
          </a:prstGeom>
          <a:noFill/>
          <a:ln/>
        </p:spPr>
        <p:txBody>
          <a:bodyPr wrap="square" lIns="0" tIns="9144" rIns="0" bIns="-9144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400" b="1" dirty="0" spc="3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UML</a:t>
            </a:r>
            <a:pPr algn="l" indent="0" marL="0">
              <a:lnSpc>
                <a:spcPts val="3240"/>
              </a:lnSpc>
              <a:buNone/>
            </a:pPr>
            <a:r>
              <a:rPr lang="en-US" sz="24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(Unified</a:t>
            </a:r>
            <a:r>
              <a:rPr lang="en-US" sz="24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Modeling</a:t>
            </a:r>
            <a:r>
              <a:rPr lang="en-US" sz="240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Language):</a:t>
            </a:r>
            <a:r>
              <a:rPr lang="en-US" sz="2400" dirty="0" spc="-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ngôn</a:t>
            </a:r>
            <a:r>
              <a:rPr lang="en-US" sz="240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 mô</a:t>
            </a:r>
            <a:r>
              <a:rPr lang="en-US" sz="24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4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</a:t>
            </a:r>
            <a:r>
              <a:rPr lang="en-US" sz="24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r>
              <a:rPr lang="en-US" sz="2400" dirty="0" spc="-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333500" y="5524500"/>
            <a:ext cx="8763000" cy="2476500"/>
          </a:xfrm>
          <a:prstGeom prst="rect">
            <a:avLst/>
          </a:prstGeom>
          <a:noFill/>
          <a:ln/>
        </p:spPr>
        <p:txBody>
          <a:bodyPr wrap="square" lIns="0" tIns="9144" rIns="0" bIns="-9144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400" b="1" dirty="0" spc="-9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ASCII</a:t>
            </a:r>
            <a:pPr algn="l" indent="0" marL="0">
              <a:lnSpc>
                <a:spcPts val="3240"/>
              </a:lnSpc>
              <a:buNone/>
            </a:pPr>
            <a:r>
              <a:rPr lang="en-US" sz="2400" dirty="0" spc="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(American</a:t>
            </a:r>
            <a:r>
              <a:rPr lang="en-US" sz="2400" dirty="0" spc="-1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Standard</a:t>
            </a:r>
            <a:r>
              <a:rPr lang="en-US" sz="24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Code</a:t>
            </a:r>
            <a:r>
              <a:rPr lang="en-US" sz="2400" dirty="0" spc="-1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for</a:t>
            </a:r>
            <a:r>
              <a:rPr lang="en-US" sz="2400" dirty="0" spc="-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Information</a:t>
            </a:r>
            <a:r>
              <a:rPr lang="en-US" sz="2400" dirty="0" spc="-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Interchange):</a:t>
            </a:r>
            <a:r>
              <a:rPr lang="en-US" sz="24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40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4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chuẩn</a:t>
            </a:r>
            <a:r>
              <a:rPr lang="en-US" sz="24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 ký</a:t>
            </a:r>
            <a:r>
              <a:rPr lang="en-US" sz="240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4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24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1201400" y="3048000"/>
            <a:ext cx="6172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6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 ĐỐI</a:t>
            </a:r>
            <a:r>
              <a:rPr lang="en-US" sz="1950" b="1" spc="225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950" dirty="0"/>
          </a:p>
        </p:txBody>
      </p:sp>
      <p:sp>
        <p:nvSpPr>
          <p:cNvPr id="8" name="Text richtext-1792370678864-609698157"/>
          <p:cNvSpPr/>
          <p:nvPr/>
        </p:nvSpPr>
        <p:spPr>
          <a:xfrm>
            <a:off x="11201400" y="3619500"/>
            <a:ext cx="6172200" cy="476250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l" marL="266700" indent="-190541">
              <a:lnSpc>
                <a:spcPts val="2730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1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Chủ</a:t>
            </a:r>
            <a:r>
              <a:rPr lang="en-US" sz="2100" dirty="0" spc="1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</a:t>
            </a:r>
            <a:r>
              <a:rPr lang="en-US" sz="2100" dirty="0" spc="-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ByteByteGo</a:t>
            </a:r>
            <a:r>
              <a:rPr lang="en-US" sz="210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tại</a:t>
            </a:r>
            <a:r>
              <a:rPr lang="en-US" sz="21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snapshot cố</a:t>
            </a:r>
            <a:r>
              <a:rPr lang="en-US" sz="2100" dirty="0" spc="1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2100" dirty="0"/>
          </a:p>
          <a:p>
            <a:pPr algn="l" marL="266700" indent="-190541">
              <a:lnSpc>
                <a:spcPts val="2730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1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Mermaid</a:t>
            </a:r>
            <a:endParaRPr lang="en-US" sz="2100" dirty="0"/>
          </a:p>
          <a:p>
            <a:pPr algn="l" marL="266700" indent="-190541">
              <a:lnSpc>
                <a:spcPts val="2730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10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PlantUML</a:t>
            </a:r>
            <a:endParaRPr lang="en-US" sz="2100" dirty="0"/>
          </a:p>
          <a:p>
            <a:pPr algn="l" marL="266700" indent="-190541">
              <a:lnSpc>
                <a:spcPts val="2730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1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Markmap</a:t>
            </a:r>
            <a:endParaRPr lang="en-US" sz="2100" dirty="0"/>
          </a:p>
          <a:p>
            <a:pPr algn="l" marL="266700" indent="-190541">
              <a:lnSpc>
                <a:spcPts val="2730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10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Diagrams</a:t>
            </a:r>
            <a:endParaRPr lang="en-US" sz="2100" dirty="0"/>
          </a:p>
          <a:p>
            <a:pPr algn="l" marL="266700" indent="-190541">
              <a:lnSpc>
                <a:spcPts val="2730"/>
              </a:lnSpc>
              <a:buSzPct val="100000"/>
              <a:buFont typeface="Arial"/>
              <a:buChar char="•"/>
            </a:pPr>
            <a:r>
              <a:rPr lang="en-US" sz="210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Go</a:t>
            </a:r>
            <a:r>
              <a:rPr lang="en-US" sz="2100" dirty="0" spc="-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Diagrams</a:t>
            </a:r>
            <a:endParaRPr lang="en-US" sz="2100" dirty="0"/>
          </a:p>
        </p:txBody>
      </p:sp>
      <p:sp>
        <p:nvSpPr>
          <p:cNvPr id="9" name="Connector line-1792370678872-914585378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3A3F4E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9AA0B5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9AA0B5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9AA0B5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9AA0B5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9AA0B5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9AA0B5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9AA0B5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9AA0B5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9AA0B5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8100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9715500"/>
            <a:ext cx="666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10/10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2" name="Moda image moda-export-watermark-b883de43-914e-4a69-a437-e237103fd00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2026-10-19T00:45:07Z</dcterms:created>
  <dcterms:modified xsi:type="dcterms:W3CDTF">2026-10-19T00:45:07Z</dcterms:modified>
</cp:coreProperties>
</file>