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Quẹt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dụng: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Visa</a:t>
            </a:r>
            <a:r>
              <a:rPr lang="en-US" sz="81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81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Quẹt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xong,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30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3000" dirty="0"/>
          </a:p>
        </p:txBody>
      </p:sp>
      <p:sp>
        <p:nvSpPr>
          <p:cNvPr id="5" name="Connector line-1792382426212-803681614"/>
          <p:cNvSpPr/>
          <p:nvPr/>
        </p:nvSpPr>
        <p:spPr>
          <a:xfrm>
            <a:off x="914400" y="8286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572500"/>
            <a:ext cx="9144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Xin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quẹt,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1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thanh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2192000" y="3143250"/>
            <a:ext cx="1181100" cy="2000250"/>
          </a:xfrm>
          <a:custGeom>
            <a:avLst/>
            <a:gdLst/>
            <a:ahLst/>
            <a:cxnLst/>
            <a:rect l="l" t="t" r="r" b="b"/>
            <a:pathLst>
              <a:path w="1181100" h="2000250">
                <a:moveTo>
                  <a:pt x="0" y="2000250"/>
                </a:moveTo>
                <a:cubicBezTo>
                  <a:pt x="590550" y="2000250"/>
                  <a:pt x="590550" y="0"/>
                  <a:pt x="11811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Connector line-1792382426229-43225064"/>
          <p:cNvSpPr/>
          <p:nvPr/>
        </p:nvSpPr>
        <p:spPr>
          <a:xfrm>
            <a:off x="12192000" y="5143500"/>
            <a:ext cx="11811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2192000" y="5143500"/>
            <a:ext cx="1181100" cy="2000250"/>
          </a:xfrm>
          <a:custGeom>
            <a:avLst/>
            <a:gdLst/>
            <a:ahLst/>
            <a:cxnLst/>
            <a:rect l="l" t="t" r="r" b="b"/>
            <a:pathLst>
              <a:path w="1181100" h="2000250">
                <a:moveTo>
                  <a:pt x="0" y="0"/>
                </a:moveTo>
                <a:cubicBezTo>
                  <a:pt x="590550" y="0"/>
                  <a:pt x="590550" y="2000250"/>
                  <a:pt x="1181100" y="20002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68000" y="4381500"/>
            <a:ext cx="1524000" cy="1524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2" name="Text 10"/>
          <p:cNvSpPr/>
          <p:nvPr/>
        </p:nvSpPr>
        <p:spPr>
          <a:xfrm>
            <a:off x="10668000" y="4972050"/>
            <a:ext cx="152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 thẻ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3373100" y="27813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373100" y="47815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373100" y="67818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bf661366-ceb8-46ab-b4b7-d5e61666cdd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6900" dirty="0" spc="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8572500" cy="3810000"/>
          </a:xfrm>
          <a:prstGeom prst="rect">
            <a:avLst/>
          </a:prstGeom>
          <a:noFill/>
          <a:ln/>
        </p:spPr>
        <p:txBody>
          <a:bodyPr wrap="square" lIns="0" tIns="259080" rIns="0" bIns="-259080" rtlCol="0" anchor="ctr"/>
          <a:lstStyle/>
          <a:p>
            <a:pPr algn="l" indent="0" marL="0">
              <a:lnSpc>
                <a:spcPts val="25500"/>
              </a:lnSpc>
              <a:buNone/>
            </a:pPr>
            <a:r>
              <a:rPr lang="en-US" sz="2550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55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quẹt thẻ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525000" y="2762250"/>
            <a:ext cx="78486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06000" y="2762250"/>
            <a:ext cx="70866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Xin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phép: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quẹt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525000" y="4191000"/>
            <a:ext cx="78486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06000" y="4191000"/>
            <a:ext cx="70866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Chốt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toán: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525000" y="5619750"/>
            <a:ext cx="78486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06000" y="5619750"/>
            <a:ext cx="70866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2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7524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752475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nó,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2eb29c5d-4438-4651-a0e1-ef793a41e4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LUỒNG</a:t>
            </a: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800" b="1" spc="28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(AUTHORIZATION)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9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quẹt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9908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190750" y="2762250"/>
            <a:ext cx="1485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quẹt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</a:t>
            </a: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14400" y="396240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419100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2190750" y="3962400"/>
            <a:ext cx="1485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</a:t>
            </a:r>
            <a:r>
              <a:rPr lang="en-US" sz="2400" b="1" dirty="0" spc="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516255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53911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2190750" y="5162550"/>
            <a:ext cx="1485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400" b="1" dirty="0" spc="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636270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38250" y="659130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2190750" y="6362700"/>
            <a:ext cx="1485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 thẻ</a:t>
            </a:r>
            <a:r>
              <a:rPr lang="en-US" sz="2400" b="1" dirty="0" spc="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756285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3DD6A0"/>
          </a:solidFill>
          <a:ln/>
        </p:spPr>
      </p:sp>
      <p:sp>
        <p:nvSpPr>
          <p:cNvPr id="17" name="Text 15"/>
          <p:cNvSpPr/>
          <p:nvPr/>
        </p:nvSpPr>
        <p:spPr>
          <a:xfrm>
            <a:off x="1238250" y="77914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2190750" y="7562850"/>
            <a:ext cx="1485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Duyệt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đóng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băng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tiền;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4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về.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420987ec-e5ef-4e42-b452-33bc9b3889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</a:t>
            </a:r>
            <a:r>
              <a:rPr lang="en-US" sz="1800" b="1" spc="25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800" b="1" spc="26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b="1" spc="29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(CAPTURE)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Cuối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ngày,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69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34290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4900" y="3048000"/>
            <a:ext cx="3048000" cy="3048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Cửa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chốt;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lô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dịch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 mạng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100" dirty="0"/>
          </a:p>
        </p:txBody>
      </p:sp>
      <p:sp>
        <p:nvSpPr>
          <p:cNvPr id="6" name="Connector line-1792382429084-588284717"/>
          <p:cNvSpPr/>
          <p:nvPr/>
        </p:nvSpPr>
        <p:spPr>
          <a:xfrm>
            <a:off x="4438650" y="4572000"/>
            <a:ext cx="5905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5010150" y="4448175"/>
            <a:ext cx="209550" cy="247650"/>
          </a:xfrm>
          <a:custGeom>
            <a:avLst/>
            <a:gdLst/>
            <a:ahLst/>
            <a:cxnLst/>
            <a:rect l="l" t="t" r="r" b="b"/>
            <a:pathLst>
              <a:path w="209550" h="247650">
                <a:moveTo>
                  <a:pt x="209550" y="123825"/>
                </a:moveTo>
                <a:lnTo>
                  <a:pt x="0" y="0"/>
                </a:lnTo>
                <a:lnTo>
                  <a:pt x="0" y="24765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8" name="Shape 6"/>
          <p:cNvSpPr/>
          <p:nvPr/>
        </p:nvSpPr>
        <p:spPr>
          <a:xfrm>
            <a:off x="5257800" y="3048000"/>
            <a:ext cx="34290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48300" y="3048000"/>
            <a:ext cx="3048000" cy="3048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 trừ,</a:t>
            </a:r>
            <a:r>
              <a:rPr lang="en-US" sz="2100" b="1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10" name="Connector line-1792382429088-734412418"/>
          <p:cNvSpPr/>
          <p:nvPr/>
        </p:nvSpPr>
        <p:spPr>
          <a:xfrm>
            <a:off x="8782050" y="4572000"/>
            <a:ext cx="5905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53550" y="4448175"/>
            <a:ext cx="209550" cy="247650"/>
          </a:xfrm>
          <a:custGeom>
            <a:avLst/>
            <a:gdLst/>
            <a:ahLst/>
            <a:cxnLst/>
            <a:rect l="l" t="t" r="r" b="b"/>
            <a:pathLst>
              <a:path w="209550" h="247650">
                <a:moveTo>
                  <a:pt x="209550" y="123825"/>
                </a:moveTo>
                <a:lnTo>
                  <a:pt x="0" y="0"/>
                </a:lnTo>
                <a:lnTo>
                  <a:pt x="0" y="24765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9601200" y="3048000"/>
            <a:ext cx="34290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91700" y="3048000"/>
            <a:ext cx="3048000" cy="3048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1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nhận,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endParaRPr lang="en-US" sz="2100" dirty="0"/>
          </a:p>
        </p:txBody>
      </p:sp>
      <p:sp>
        <p:nvSpPr>
          <p:cNvPr id="14" name="Connector line-1792382429092-619329634"/>
          <p:cNvSpPr/>
          <p:nvPr/>
        </p:nvSpPr>
        <p:spPr>
          <a:xfrm>
            <a:off x="13125450" y="4572000"/>
            <a:ext cx="5905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3696950" y="4448175"/>
            <a:ext cx="209550" cy="247650"/>
          </a:xfrm>
          <a:custGeom>
            <a:avLst/>
            <a:gdLst/>
            <a:ahLst/>
            <a:cxnLst/>
            <a:rect l="l" t="t" r="r" b="b"/>
            <a:pathLst>
              <a:path w="209550" h="247650">
                <a:moveTo>
                  <a:pt x="209550" y="123825"/>
                </a:moveTo>
                <a:lnTo>
                  <a:pt x="0" y="0"/>
                </a:lnTo>
                <a:lnTo>
                  <a:pt x="0" y="24765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16" name="Shape 14"/>
          <p:cNvSpPr/>
          <p:nvPr/>
        </p:nvSpPr>
        <p:spPr>
          <a:xfrm>
            <a:off x="13944600" y="3048000"/>
            <a:ext cx="3429000" cy="3048000"/>
          </a:xfrm>
          <a:prstGeom prst="roundRect">
            <a:avLst>
              <a:gd name="adj" fmla="val 10000"/>
            </a:avLst>
          </a:prstGeom>
          <a:solidFill>
            <a:srgbClr val="F9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35100" y="3048000"/>
            <a:ext cx="3048000" cy="3048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 của</a:t>
            </a:r>
            <a:r>
              <a:rPr lang="en-US" sz="21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14400" y="685800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1295400" y="6858000"/>
            <a:ext cx="15697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lô, không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4b21afd-bfbe-4598-beaa-ece6303335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</a:t>
            </a:r>
            <a:r>
              <a:rPr lang="en-US" sz="1800" b="1" spc="28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180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Cộng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bớt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3048000"/>
          </a:xfrm>
          <a:prstGeom prst="roundRect">
            <a:avLst>
              <a:gd name="adj" fmla="val 12500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15697200" cy="30480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ctr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45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bù</a:t>
            </a:r>
            <a:r>
              <a:rPr lang="en-US" sz="4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45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cộng</a:t>
            </a:r>
            <a:r>
              <a:rPr lang="en-US" sz="45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trừ,</a:t>
            </a:r>
            <a:r>
              <a:rPr lang="en-US" sz="4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 giao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45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đi.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914400" y="6667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gánh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 với</a:t>
            </a:r>
            <a:r>
              <a:rPr lang="en-US" sz="22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7239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 nhận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 dịch vụ.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50be451e-2d77-4134-8829-497d57944a5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ngắn,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trống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phí;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 băng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770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580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bị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chối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 khi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396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206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"Bước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4"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lần;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8faffd6-459c-418b-a83d-8a152447917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Quẹt</a:t>
            </a:r>
            <a:r>
              <a:rPr lang="en-US" sz="69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xong,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sang</a:t>
            </a:r>
            <a:r>
              <a:rPr lang="en-US" sz="69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5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3429000"/>
            <a:ext cx="8001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7528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LÚC</a:t>
            </a:r>
            <a:r>
              <a:rPr lang="en-US" sz="21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QUẸT:</a:t>
            </a:r>
            <a:r>
              <a:rPr lang="en-US" sz="21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endParaRPr lang="en-US" sz="2100" dirty="0"/>
          </a:p>
        </p:txBody>
      </p:sp>
      <p:sp>
        <p:nvSpPr>
          <p:cNvPr id="7" name="Text richtext-1792382431574-663025738"/>
          <p:cNvSpPr/>
          <p:nvPr/>
        </p:nvSpPr>
        <p:spPr>
          <a:xfrm>
            <a:off x="1295400" y="432435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429000"/>
            <a:ext cx="8001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53600" y="37528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CUỐI</a:t>
            </a:r>
            <a:r>
              <a:rPr lang="en-US" sz="2100" b="1" spc="18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NGÀY:</a:t>
            </a:r>
            <a:r>
              <a:rPr lang="en-US" sz="21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2100" dirty="0"/>
          </a:p>
        </p:txBody>
      </p:sp>
      <p:sp>
        <p:nvSpPr>
          <p:cNvPr id="10" name="Text richtext-1792382431593-688153842"/>
          <p:cNvSpPr/>
          <p:nvPr/>
        </p:nvSpPr>
        <p:spPr>
          <a:xfrm>
            <a:off x="9753600" y="432435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14400" y="80010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ae96638-c562-4991-ad93-6a7694f790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953000" y="2857500"/>
            <a:ext cx="1143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650" dirty="0"/>
          </a:p>
        </p:txBody>
      </p:sp>
      <p:sp>
        <p:nvSpPr>
          <p:cNvPr id="6" name="Connector line-1792382432442-114949450"/>
          <p:cNvSpPr/>
          <p:nvPr/>
        </p:nvSpPr>
        <p:spPr>
          <a:xfrm>
            <a:off x="914400" y="3238500"/>
            <a:ext cx="16459200" cy="0"/>
          </a:xfrm>
          <a:prstGeom prst="line">
            <a:avLst/>
          </a:prstGeom>
          <a:noFill/>
          <a:ln w="190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34671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46710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4953000" y="34671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47053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70535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953000" y="470535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Xin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phép: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đồ;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ngày: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9436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5943600"/>
            <a:ext cx="361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4953000" y="59436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"Visa"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hoa;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0f70f7a8-b9dd-4b6e-af35-b372f34fc4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095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572000" y="2762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hàng: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quẹt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4095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4429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572000" y="4095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5762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572000" y="5429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400" y="6762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81100" y="7096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4572000" y="6762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 trung gian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 quyết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1950" dirty="0"/>
          </a:p>
        </p:txBody>
      </p:sp>
      <p:sp>
        <p:nvSpPr>
          <p:cNvPr id="16" name="Connector line-1792382433300-30654141"/>
          <p:cNvSpPr/>
          <p:nvPr/>
        </p:nvSpPr>
        <p:spPr>
          <a:xfrm>
            <a:off x="11772900" y="2762250"/>
            <a:ext cx="0" cy="581025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382500" y="2762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8" name="Text richtext-1792382433302-830977095"/>
          <p:cNvSpPr/>
          <p:nvPr/>
        </p:nvSpPr>
        <p:spPr>
          <a:xfrm>
            <a:off x="12382500" y="333375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382500" y="6858000"/>
            <a:ext cx="4953000" cy="1809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1291fce5-6e88-4e4a-8000-32a32f0a0d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2026-10-19T04:00:57Z</dcterms:created>
  <dcterms:modified xsi:type="dcterms:W3CDTF">2026-10-19T04:00:57Z</dcterms:modified>
</cp:coreProperties>
</file>