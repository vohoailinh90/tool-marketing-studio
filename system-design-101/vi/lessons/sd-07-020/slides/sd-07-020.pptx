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525000" cy="49720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Visa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nào: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khoản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quẹt thẻ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6858000"/>
            <a:ext cx="91440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300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la?</a:t>
            </a:r>
            <a:endParaRPr lang="en-US" sz="3000" dirty="0"/>
          </a:p>
        </p:txBody>
      </p:sp>
      <p:sp>
        <p:nvSpPr>
          <p:cNvPr id="5" name="Connector line-1792382690193-155070547"/>
          <p:cNvSpPr/>
          <p:nvPr/>
        </p:nvSpPr>
        <p:spPr>
          <a:xfrm>
            <a:off x="914400" y="8286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572500"/>
            <a:ext cx="91440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phí,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thanh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nghệ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2192000" y="314325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2000250"/>
                </a:moveTo>
                <a:cubicBezTo>
                  <a:pt x="590550" y="2000250"/>
                  <a:pt x="590550" y="0"/>
                  <a:pt x="118110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Connector line-1792382690213-866930100"/>
          <p:cNvSpPr/>
          <p:nvPr/>
        </p:nvSpPr>
        <p:spPr>
          <a:xfrm>
            <a:off x="12192000" y="5143500"/>
            <a:ext cx="118110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2192000" y="5143500"/>
            <a:ext cx="1181100" cy="2000250"/>
          </a:xfrm>
          <a:custGeom>
            <a:avLst/>
            <a:gdLst/>
            <a:ahLst/>
            <a:cxnLst/>
            <a:rect l="l" t="t" r="r" b="b"/>
            <a:pathLst>
              <a:path w="1181100" h="2000250">
                <a:moveTo>
                  <a:pt x="0" y="0"/>
                </a:moveTo>
                <a:cubicBezTo>
                  <a:pt x="590550" y="0"/>
                  <a:pt x="590550" y="2000250"/>
                  <a:pt x="1181100" y="20002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477500" y="4191000"/>
            <a:ext cx="1714500" cy="19050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2" name="Text 10"/>
          <p:cNvSpPr/>
          <p:nvPr/>
        </p:nvSpPr>
        <p:spPr>
          <a:xfrm>
            <a:off x="10525125" y="4810125"/>
            <a:ext cx="1619250" cy="66675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</a:t>
            </a:r>
            <a:r>
              <a:rPr lang="en-US" sz="225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</a:t>
            </a:r>
            <a:r>
              <a:rPr lang="en-US" sz="22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la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3373100" y="27813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19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thu: 0,25</a:t>
            </a: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19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3373100" y="478155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Phát</a:t>
            </a:r>
            <a:r>
              <a:rPr lang="en-US" sz="195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hành:</a:t>
            </a:r>
            <a:r>
              <a:rPr lang="en-US" sz="195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 đô</a:t>
            </a:r>
            <a:r>
              <a:rPr lang="en-US" sz="195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3373100" y="6781800"/>
            <a:ext cx="4000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thẻ: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cfbe1029-af7f-40d3-9ba8-19379836fa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800" b="1" spc="25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Sản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phẩm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sinh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Visa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Mastercard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quẹt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55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1c9e748-b294-4673-aae7-d3f5641a953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6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</a:t>
            </a:r>
            <a:r>
              <a:rPr lang="en-US" sz="69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chồng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02895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950" b="1" spc="21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THẺ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505200"/>
            <a:ext cx="15697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 tháng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14400" y="4572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4345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95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1295400" y="5219700"/>
            <a:ext cx="15697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hành;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6286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457950"/>
            <a:ext cx="156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1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934200"/>
            <a:ext cx="15697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4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thu;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4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ad1de053-3399-47a1-b73d-4c25ff4f3c2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800" b="1" spc="30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b="1" spc="29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180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Tiền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049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2100" dirty="0"/>
          </a:p>
        </p:txBody>
      </p:sp>
      <p:sp>
        <p:nvSpPr>
          <p:cNvPr id="6" name="Connector line-1792382692801-133331446"/>
          <p:cNvSpPr/>
          <p:nvPr/>
        </p:nvSpPr>
        <p:spPr>
          <a:xfrm>
            <a:off x="44386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50101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8" name="Shape 6"/>
          <p:cNvSpPr/>
          <p:nvPr/>
        </p:nvSpPr>
        <p:spPr>
          <a:xfrm>
            <a:off x="52578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483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đặt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endParaRPr lang="en-US" sz="2100" dirty="0"/>
          </a:p>
        </p:txBody>
      </p:sp>
      <p:sp>
        <p:nvSpPr>
          <p:cNvPr id="10" name="Connector line-1792382692805-103886867"/>
          <p:cNvSpPr/>
          <p:nvPr/>
        </p:nvSpPr>
        <p:spPr>
          <a:xfrm>
            <a:off x="87820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535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917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0,25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la;</a:t>
            </a:r>
            <a:r>
              <a:rPr lang="en-US" sz="21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 đô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 cho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100" dirty="0"/>
          </a:p>
        </p:txBody>
      </p:sp>
      <p:sp>
        <p:nvSpPr>
          <p:cNvPr id="14" name="Connector line-1792382692811-650251854"/>
          <p:cNvSpPr/>
          <p:nvPr/>
        </p:nvSpPr>
        <p:spPr>
          <a:xfrm>
            <a:off x="13125450" y="4572000"/>
            <a:ext cx="5905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3696950" y="4448175"/>
            <a:ext cx="209550" cy="247650"/>
          </a:xfrm>
          <a:custGeom>
            <a:avLst/>
            <a:gdLst/>
            <a:ahLst/>
            <a:cxnLst/>
            <a:rect l="l" t="t" r="r" b="b"/>
            <a:pathLst>
              <a:path w="209550" h="247650">
                <a:moveTo>
                  <a:pt x="209550" y="123825"/>
                </a:moveTo>
                <a:lnTo>
                  <a:pt x="0" y="0"/>
                </a:lnTo>
                <a:lnTo>
                  <a:pt x="0" y="247650"/>
                </a:lnTo>
                <a:close/>
              </a:path>
            </a:pathLst>
          </a:custGeom>
          <a:solidFill>
            <a:srgbClr val="6B6A66"/>
          </a:solidFill>
          <a:ln/>
        </p:spPr>
      </p:sp>
      <p:sp>
        <p:nvSpPr>
          <p:cNvPr id="16" name="Shape 14"/>
          <p:cNvSpPr/>
          <p:nvPr/>
        </p:nvSpPr>
        <p:spPr>
          <a:xfrm>
            <a:off x="13944600" y="3048000"/>
            <a:ext cx="3429000" cy="3048000"/>
          </a:xfrm>
          <a:prstGeom prst="roundRect">
            <a:avLst>
              <a:gd name="adj" fmla="val 10000"/>
            </a:avLst>
          </a:prstGeom>
          <a:solidFill>
            <a:srgbClr val="F6E3C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135100" y="3048000"/>
            <a:ext cx="3048000" cy="3048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ctr"/>
          <a:lstStyle/>
          <a:p>
            <a:pPr algn="ctr" indent="0" marL="0">
              <a:lnSpc>
                <a:spcPts val="2625"/>
              </a:lnSpc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phí: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Visa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0,11%</a:t>
            </a:r>
            <a:r>
              <a:rPr lang="en-US" sz="21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0,0195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6858000"/>
            <a:ext cx="16459200" cy="1047750"/>
          </a:xfrm>
          <a:prstGeom prst="roundRect">
            <a:avLst>
              <a:gd name="adj" fmla="val 25455"/>
            </a:avLst>
          </a:prstGeom>
          <a:solidFill>
            <a:srgbClr val="14161C"/>
          </a:solidFill>
          <a:ln/>
        </p:spPr>
      </p:sp>
      <p:sp>
        <p:nvSpPr>
          <p:cNvPr id="19" name="Text 17"/>
          <p:cNvSpPr/>
          <p:nvPr/>
        </p:nvSpPr>
        <p:spPr>
          <a:xfrm>
            <a:off x="1295400" y="6858000"/>
            <a:ext cx="156972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93a9f4f2-32a3-4ada-ae5f-f1c9c096a51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180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Phần</a:t>
            </a:r>
            <a:r>
              <a:rPr lang="en-US" sz="69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69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ngân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8572500" cy="3810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28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1,75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572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đô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525000" y="30480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9906000" y="30480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Ngân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thu giữ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0,25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525000" y="43815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43815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đặt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2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525000" y="5715000"/>
            <a:ext cx="7848600" cy="1143000"/>
          </a:xfrm>
          <a:prstGeom prst="roundRect">
            <a:avLst>
              <a:gd name="adj" fmla="val 2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0" y="5715000"/>
            <a:ext cx="7086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bù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1aeb0df3-d606-481d-a5c3-cb9b64048c3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1800" b="1" spc="27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b="1" spc="26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718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190750" y="30480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 chủ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57300" y="480060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2190750" y="447675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6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90550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6229350"/>
            <a:ext cx="590550" cy="59055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2190750" y="5905500"/>
            <a:ext cx="14859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chi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hành: tài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khoản,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kê,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5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76c2ee9a-6d6d-4948-9192-0843c7a23bb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Số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ví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7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khấu;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nhiêu.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4770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950" b="1" spc="2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8580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0,25;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1,75;</a:t>
            </a: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0,11%;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0,0195.</a:t>
            </a: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039600" y="2857500"/>
            <a:ext cx="5334000" cy="4191000"/>
          </a:xfrm>
          <a:prstGeom prst="roundRect">
            <a:avLst>
              <a:gd name="adj" fmla="val 7273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420600" y="3200400"/>
            <a:ext cx="4572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1950" b="1" spc="2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420600" y="38100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cộng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322eafd1-89ef-40c4-830a-0e6cc7ad692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đặt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69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69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571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4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chịu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10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100" b="1" spc="15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endParaRPr lang="en-US" sz="2100" dirty="0"/>
          </a:p>
        </p:txBody>
      </p:sp>
      <p:sp>
        <p:nvSpPr>
          <p:cNvPr id="7" name="Text richtext-1792382696131-634616337"/>
          <p:cNvSpPr/>
          <p:nvPr/>
        </p:nvSpPr>
        <p:spPr>
          <a:xfrm>
            <a:off x="12954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4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thẻ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72600" y="3429000"/>
            <a:ext cx="8001000" cy="4191000"/>
          </a:xfrm>
          <a:prstGeom prst="roundRect">
            <a:avLst>
              <a:gd name="adj" fmla="val 7273"/>
            </a:avLst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9753600" y="37528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spc="1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1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100" dirty="0"/>
          </a:p>
        </p:txBody>
      </p:sp>
      <p:sp>
        <p:nvSpPr>
          <p:cNvPr id="10" name="Text richtext-1792382696153-203592829"/>
          <p:cNvSpPr/>
          <p:nvPr/>
        </p:nvSpPr>
        <p:spPr>
          <a:xfrm>
            <a:off x="9753600" y="4324350"/>
            <a:ext cx="7239000" cy="3048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550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 dù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9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Trả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trước;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14400" y="80010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 câu hỏi mở</a:t>
            </a:r>
            <a:r>
              <a:rPr lang="en-US" sz="19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62514413-3b28-48c2-8f45-398f86c214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r>
              <a:rPr lang="en-US" sz="69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3429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4953000" y="2857500"/>
            <a:ext cx="1143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650" dirty="0"/>
          </a:p>
        </p:txBody>
      </p:sp>
      <p:sp>
        <p:nvSpPr>
          <p:cNvPr id="6" name="Connector line-1792382696999-813483686"/>
          <p:cNvSpPr/>
          <p:nvPr/>
        </p:nvSpPr>
        <p:spPr>
          <a:xfrm>
            <a:off x="914400" y="323850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4671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346710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4953000" y="34671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Hình,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do.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7053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DDE3FA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4705350"/>
            <a:ext cx="342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b="1" dirty="0" spc="-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4953000" y="470535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 lên</a:t>
            </a:r>
            <a:r>
              <a:rPr lang="en-US" sz="22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đầu;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2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4400" y="59436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5943600"/>
            <a:ext cx="3619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1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2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4953000" y="5943600"/>
            <a:ext cx="12192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0,25</a:t>
            </a:r>
            <a:r>
              <a:rPr lang="en-US" sz="22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1,75;</a:t>
            </a:r>
            <a:r>
              <a:rPr lang="en-US" sz="22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"Visa".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c70af20-4347-4551-8b58-f31434d24f3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3095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chiết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khấu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0" y="2762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bán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095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4429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Phụ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4572000" y="4095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54292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57626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 hàng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4572000" y="54292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ngân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9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914400" y="6762750"/>
            <a:ext cx="100965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181100" y="7096125"/>
            <a:ext cx="3143250" cy="4762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4572000" y="6762750"/>
            <a:ext cx="6191250" cy="11430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ctr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</a:t>
            </a:r>
            <a:r>
              <a:rPr lang="en-US" sz="19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giá,</a:t>
            </a:r>
            <a:r>
              <a:rPr lang="en-US" sz="195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hằng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tháng.</a:t>
            </a:r>
            <a:endParaRPr lang="en-US" sz="1950" dirty="0"/>
          </a:p>
        </p:txBody>
      </p:sp>
      <p:sp>
        <p:nvSpPr>
          <p:cNvPr id="16" name="Connector line-1792382697888-942614498"/>
          <p:cNvSpPr/>
          <p:nvPr/>
        </p:nvSpPr>
        <p:spPr>
          <a:xfrm>
            <a:off x="11772900" y="2762250"/>
            <a:ext cx="0" cy="581025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382500" y="276225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8" name="Text richtext-1792382697890-147089060"/>
          <p:cNvSpPr/>
          <p:nvPr/>
        </p:nvSpPr>
        <p:spPr>
          <a:xfrm>
            <a:off x="12382500" y="3333750"/>
            <a:ext cx="4953000" cy="1333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marL="285750" indent="-204151">
              <a:lnSpc>
                <a:spcPts val="2925"/>
              </a:lnSpc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2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382500" y="6858000"/>
            <a:ext cx="4953000" cy="18097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f6fb7c6-e28a-42eb-9e0d-29f1d0241a8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2026-10-19T04:06:31Z</dcterms:created>
  <dcterms:modified xsi:type="dcterms:W3CDTF">2026-10-19T04:06:31Z</dcterms:modified>
</cp:coreProperties>
</file>