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42875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r>
              <a:rPr lang="en-US" sz="81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r>
              <a:rPr lang="en-US" sz="81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production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chạy?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0065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8690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triển</a:t>
            </a: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73150" y="6096000"/>
            <a:ext cx="36195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</p:txBody>
      </p:sp>
      <p:sp>
        <p:nvSpPr>
          <p:cNvPr id="9" name="Connector line-1792370763612-829025922"/>
          <p:cNvSpPr/>
          <p:nvPr/>
        </p:nvSpPr>
        <p:spPr>
          <a:xfrm>
            <a:off x="4572000" y="6619875"/>
            <a:ext cx="5715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0" name="Connector line-1792370763613-589393008"/>
          <p:cNvSpPr/>
          <p:nvPr/>
        </p:nvSpPr>
        <p:spPr>
          <a:xfrm>
            <a:off x="8858250" y="6619875"/>
            <a:ext cx="5715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1" name="Connector line-1792370763613-866738989"/>
          <p:cNvSpPr/>
          <p:nvPr/>
        </p:nvSpPr>
        <p:spPr>
          <a:xfrm>
            <a:off x="13144500" y="6619875"/>
            <a:ext cx="57150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CI: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352f1f5e-6411-48b1-8ad9-59767b2c2e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 cần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2385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950" dirty="0"/>
          </a:p>
        </p:txBody>
      </p:sp>
      <p:sp>
        <p:nvSpPr>
          <p:cNvPr id="6" name="Text richtext-1792370764714-821491572"/>
          <p:cNvSpPr/>
          <p:nvPr/>
        </p:nvSpPr>
        <p:spPr>
          <a:xfrm>
            <a:off x="1390650" y="3810000"/>
            <a:ext cx="7048500" cy="3143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48850" y="32385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9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9" name="Text richtext-1792370764734-461518011"/>
          <p:cNvSpPr/>
          <p:nvPr/>
        </p:nvSpPr>
        <p:spPr>
          <a:xfrm>
            <a:off x="9848850" y="3810000"/>
            <a:ext cx="7048500" cy="3143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hợp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dõi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715250"/>
            <a:ext cx="16459200" cy="857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2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2250" dirty="0"/>
          </a:p>
        </p:txBody>
      </p:sp>
      <p:sp>
        <p:nvSpPr>
          <p:cNvPr id="11" name="Connector line-1792370764749-49862549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5822cab-8548-4c23-a466-edf4335152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FE8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CODE: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REVIEW</a:t>
            </a:r>
            <a:r>
              <a:rPr lang="en-US" sz="1800" b="1" spc="26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Bắt</a:t>
            </a:r>
            <a:r>
              <a:rPr lang="en-US" sz="81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8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kho</a:t>
            </a:r>
            <a:r>
              <a:rPr lang="en-US" sz="8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r>
              <a:rPr lang="en-US" sz="81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review</a:t>
            </a:r>
            <a:r>
              <a:rPr lang="en-US" sz="81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8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1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đổi.</a:t>
            </a:r>
            <a:endParaRPr lang="en-US" sz="8100" dirty="0"/>
          </a:p>
        </p:txBody>
      </p:sp>
      <p:sp>
        <p:nvSpPr>
          <p:cNvPr id="5" name="Shape 3"/>
          <p:cNvSpPr/>
          <p:nvPr/>
        </p:nvSpPr>
        <p:spPr>
          <a:xfrm>
            <a:off x="1524000" y="5715000"/>
            <a:ext cx="7239000" cy="1809750"/>
          </a:xfrm>
          <a:prstGeom prst="roundRect">
            <a:avLst>
              <a:gd name="adj" fmla="val 14737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5953125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05000" y="66675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 ví dụ</a:t>
            </a:r>
            <a:r>
              <a:rPr lang="en-US" sz="25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0" y="5715000"/>
            <a:ext cx="72390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0" y="5953125"/>
            <a:ext cx="647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Review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715500" y="6667500"/>
            <a:ext cx="647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xét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1" name="Connector line-1792370765558-66364352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6317e38-2386-4f4e-86f8-62221c0ed5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pipeline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6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Tests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6934200" y="4476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1816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 tích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2573000" y="4476750"/>
            <a:ext cx="4419600" cy="2095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429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Jenkins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pipeline.</a:t>
            </a:r>
            <a:endParaRPr lang="en-US" sz="2550" dirty="0"/>
          </a:p>
        </p:txBody>
      </p:sp>
      <p:sp>
        <p:nvSpPr>
          <p:cNvPr id="14" name="Connector line-1792370799360-91402129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aa322a3-a5c7-4032-8889-efdd490b96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1800" b="1" spc="25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90875"/>
            <a:ext cx="533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667500" y="3286125"/>
            <a:ext cx="1028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Jenkins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905375"/>
            <a:ext cx="533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Registry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67500" y="5000625"/>
            <a:ext cx="1028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build:</a:t>
            </a:r>
            <a:r>
              <a:rPr lang="en-US" sz="25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381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619875"/>
            <a:ext cx="533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Công</a:t>
            </a:r>
            <a:r>
              <a:rPr lang="en-US" sz="30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</a:t>
            </a:r>
            <a:r>
              <a:rPr lang="en-US" sz="30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triển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khai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67500" y="6715125"/>
            <a:ext cx="1028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191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trò.</a:t>
            </a:r>
            <a:endParaRPr lang="en-US" sz="2250" dirty="0"/>
          </a:p>
        </p:txBody>
      </p:sp>
      <p:sp>
        <p:nvSpPr>
          <p:cNvPr id="14" name="Connector line-1792370800227-40807656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a74b820-64d2-47a9-8ce1-39efe4c653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</a:t>
            </a:r>
            <a:r>
              <a:rPr lang="en-US" sz="1800" b="1" spc="27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DEPLOY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800" b="1" spc="24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ROLLBACK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production</a:t>
            </a:r>
            <a:endParaRPr lang="en-US" sz="7200" dirty="0"/>
          </a:p>
        </p:txBody>
      </p:sp>
      <p:sp>
        <p:nvSpPr>
          <p:cNvPr id="4" name="Connector line-1792370801102-799616105"/>
          <p:cNvSpPr/>
          <p:nvPr/>
        </p:nvSpPr>
        <p:spPr>
          <a:xfrm>
            <a:off x="2476500" y="4476750"/>
            <a:ext cx="13335000" cy="0"/>
          </a:xfrm>
          <a:prstGeom prst="line">
            <a:avLst/>
          </a:prstGeom>
          <a:noFill/>
          <a:ln w="571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724150" y="41529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820150" y="41529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4916150" y="4152900"/>
            <a:ext cx="647700" cy="647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5143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2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Deploy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581025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39000" y="5143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Quan</a:t>
            </a:r>
            <a:r>
              <a:rPr lang="en-US" sz="30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39000" y="581025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metrics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335000" y="5143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2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Rollback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335000" y="581025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75247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xử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lỗi?</a:t>
            </a:r>
            <a:r>
              <a:rPr lang="en-US" sz="22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b="1" dirty="0" spc="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tục?</a:t>
            </a:r>
            <a:endParaRPr lang="en-US" sz="2250" dirty="0"/>
          </a:p>
        </p:txBody>
      </p:sp>
      <p:sp>
        <p:nvSpPr>
          <p:cNvPr id="15" name="Connector line-1792370801118-79977101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9781d56-960b-4a40-9645-5017ca29b2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8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 chất</a:t>
            </a:r>
            <a:r>
              <a:rPr lang="en-US" sz="78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524000" y="5715000"/>
            <a:ext cx="13335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4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000" y="72390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nghẽn.</a:t>
            </a:r>
            <a:endParaRPr lang="en-US" sz="2400" dirty="0"/>
          </a:p>
        </p:txBody>
      </p:sp>
      <p:sp>
        <p:nvSpPr>
          <p:cNvPr id="7" name="Connector line-1792370835798-11450315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3b02f7f-337b-4e56-a3bd-a120beeb6d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r>
              <a:rPr lang="en-US" sz="6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xanh,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chạy?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4191000" cy="1524000"/>
          </a:xfrm>
          <a:prstGeom prst="roundRect">
            <a:avLst>
              <a:gd name="adj" fmla="val 175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Commit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048500" y="3619500"/>
            <a:ext cx="4191000" cy="1524000"/>
          </a:xfrm>
          <a:prstGeom prst="roundRect">
            <a:avLst>
              <a:gd name="adj" fmla="val 175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Artifact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182600" y="3619500"/>
            <a:ext cx="4191000" cy="1524000"/>
          </a:xfrm>
          <a:prstGeom prst="roundRect">
            <a:avLst>
              <a:gd name="adj" fmla="val 175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Bản</a:t>
            </a: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đang</a:t>
            </a:r>
            <a:r>
              <a:rPr lang="en-US" sz="3000" dirty="0" spc="-9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endParaRPr lang="en-US" sz="3000" dirty="0"/>
          </a:p>
        </p:txBody>
      </p:sp>
      <p:sp>
        <p:nvSpPr>
          <p:cNvPr id="7" name="Connector line-1792370836733-616168397"/>
          <p:cNvSpPr/>
          <p:nvPr/>
        </p:nvSpPr>
        <p:spPr>
          <a:xfrm>
            <a:off x="5143500" y="4381500"/>
            <a:ext cx="18669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lgDash"/>
            <a:headEnd type="none"/>
            <a:tailEnd type="none"/>
          </a:ln>
        </p:spPr>
      </p:sp>
      <p:sp>
        <p:nvSpPr>
          <p:cNvPr id="8" name="Connector line-1792370836733-527103623"/>
          <p:cNvSpPr/>
          <p:nvPr/>
        </p:nvSpPr>
        <p:spPr>
          <a:xfrm>
            <a:off x="11277600" y="4381500"/>
            <a:ext cx="18669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143500" y="3810000"/>
            <a:ext cx="1866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277600" y="3810000"/>
            <a:ext cx="1866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6096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390650" y="6381750"/>
            <a:ext cx="15506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90650" y="6905625"/>
            <a:ext cx="155067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commit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850" dirty="0"/>
          </a:p>
        </p:txBody>
      </p:sp>
      <p:sp>
        <p:nvSpPr>
          <p:cNvPr id="14" name="Connector line-1792370836740-54353700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8a48c221-4b6d-4355-9b64-7a5b07c154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28612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 khỏi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deploy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đúng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714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digest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60007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614362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7429500"/>
            <a:ext cx="142875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Rollback</a:t>
            </a: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2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 được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1" name="Connector line-1792370837605-10884907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896020a-8eca-45d3-8c50-6052176726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(Continuous</a:t>
            </a:r>
            <a:r>
              <a:rPr lang="en-US" sz="24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Integration):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4572000"/>
            <a:ext cx="87630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artifact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 bản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5857875"/>
            <a:ext cx="87630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rollback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370838411-581745981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Jenkins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DORA: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continuous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endParaRPr lang="en-US" sz="2250" dirty="0"/>
          </a:p>
        </p:txBody>
      </p:sp>
      <p:sp>
        <p:nvSpPr>
          <p:cNvPr id="10" name="Connector line-1792370838419-87137658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6c46abd-7e8d-4ad9-85a5-e8e7685b89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2026-10-19T01:26:25Z</dcterms:created>
  <dcterms:modified xsi:type="dcterms:W3CDTF">2026-10-19T01:26:25Z</dcterms:modified>
</cp:coreProperties>
</file>