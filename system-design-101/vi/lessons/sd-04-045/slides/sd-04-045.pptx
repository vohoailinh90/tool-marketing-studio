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fals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8288000" cy="10287000"/>
  <p:notesSz cx="10287000" cy="18288000"/>
  <p:embeddedFontLst>
    <p:embeddedFont>
      <p:font typeface="Be Vietnam Pro"/>
      <p:regular r:id="rId18"/>
      <p:bold r:id="rId16"/>
    </p:embeddedFont>
    <p:embeddedFont>
      <p:font typeface="Bricolage Grotesque ExtraBold"/>
      <p:regular r:id="rId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6" Type="http://schemas.openxmlformats.org/officeDocument/2006/relationships/font" Target="fonts/font1.fntdata"/><Relationship Id="rId17" Type="http://schemas.openxmlformats.org/officeDocument/2006/relationships/font" Target="fonts/font2.fntdata"/><Relationship Id="rId18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85725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7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9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45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428750"/>
            <a:ext cx="9144000" cy="2505075"/>
          </a:xfrm>
          <a:prstGeom prst="rect">
            <a:avLst/>
          </a:prstGeom>
          <a:noFill/>
          <a:ln/>
        </p:spPr>
        <p:txBody>
          <a:bodyPr wrap="square" lIns="0" tIns="69437" rIns="0" bIns="-69437" rtlCol="0" anchor="t"/>
          <a:lstStyle/>
          <a:p>
            <a:pPr algn="l" indent="0" marL="0">
              <a:lnSpc>
                <a:spcPts val="8505"/>
              </a:lnSpc>
              <a:buNone/>
            </a:pPr>
            <a:r>
              <a:rPr lang="en-US" sz="8100" dirty="0" spc="-3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Kafka</a:t>
            </a:r>
            <a:r>
              <a:rPr lang="en-US" sz="81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dùng</a:t>
            </a:r>
            <a:r>
              <a:rPr lang="en-US" sz="8100" dirty="0" spc="-6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vào</a:t>
            </a:r>
            <a:r>
              <a:rPr lang="en-US" sz="81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việc</a:t>
            </a:r>
            <a:r>
              <a:rPr lang="en-US" sz="8100" dirty="0" spc="-2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gì?</a:t>
            </a:r>
            <a:endParaRPr lang="en-US" sz="8100" dirty="0"/>
          </a:p>
        </p:txBody>
      </p:sp>
      <p:sp>
        <p:nvSpPr>
          <p:cNvPr id="4" name="Text 2"/>
          <p:cNvSpPr/>
          <p:nvPr/>
        </p:nvSpPr>
        <p:spPr>
          <a:xfrm>
            <a:off x="914400" y="4191000"/>
            <a:ext cx="8572500" cy="1143000"/>
          </a:xfrm>
          <a:prstGeom prst="rect">
            <a:avLst/>
          </a:prstGeom>
          <a:noFill/>
          <a:ln/>
        </p:spPr>
        <p:txBody>
          <a:bodyPr wrap="square" lIns="0" tIns="17002" rIns="0" bIns="-17002" rtlCol="0" anchor="t"/>
          <a:lstStyle/>
          <a:p>
            <a:pPr algn="l" indent="0" marL="0">
              <a:lnSpc>
                <a:spcPts val="4095"/>
              </a:lnSpc>
              <a:buNone/>
            </a:pPr>
            <a:r>
              <a:rPr lang="en-US" sz="31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Năm</a:t>
            </a:r>
            <a:r>
              <a:rPr lang="en-US" sz="31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việc,</a:t>
            </a:r>
            <a:r>
              <a:rPr lang="en-US" sz="31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danh</a:t>
            </a:r>
            <a:r>
              <a:rPr lang="en-US" sz="3150" dirty="0" spc="-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sách</a:t>
            </a:r>
            <a:r>
              <a:rPr lang="en-US" sz="31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3150" dirty="0" spc="-4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Kafka,</a:t>
            </a:r>
            <a:r>
              <a:rPr lang="en-US" sz="3150" dirty="0" spc="-2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31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thử</a:t>
            </a:r>
            <a:r>
              <a:rPr lang="en-US" sz="3150" dirty="0" spc="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CDC</a:t>
            </a:r>
            <a:endParaRPr lang="en-US" sz="3150" dirty="0"/>
          </a:p>
        </p:txBody>
      </p:sp>
      <p:sp>
        <p:nvSpPr>
          <p:cNvPr id="5" name="Text 3"/>
          <p:cNvSpPr/>
          <p:nvPr/>
        </p:nvSpPr>
        <p:spPr>
          <a:xfrm>
            <a:off x="914400" y="5715000"/>
            <a:ext cx="8382000" cy="952500"/>
          </a:xfrm>
          <a:prstGeom prst="rect">
            <a:avLst/>
          </a:prstGeom>
          <a:noFill/>
          <a:ln/>
        </p:spPr>
        <p:txBody>
          <a:bodyPr wrap="square" lIns="0" tIns="5001" rIns="0" bIns="-5001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250" dirty="0" spc="-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Nhiều</a:t>
            </a:r>
            <a:r>
              <a:rPr lang="en-US" sz="22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bên</a:t>
            </a:r>
            <a:r>
              <a:rPr lang="en-US" sz="2250" dirty="0" spc="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2250" dirty="0" spc="-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22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nhịp</a:t>
            </a:r>
            <a:r>
              <a:rPr lang="en-US" sz="2250" dirty="0" spc="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riêng</a:t>
            </a:r>
            <a:r>
              <a:rPr lang="en-US" sz="22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2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mình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914400" y="9525000"/>
            <a:ext cx="85725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system-design-101</a:t>
            </a:r>
            <a:r>
              <a:rPr lang="en-US" sz="165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sd-04-045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10477500" y="914400"/>
            <a:ext cx="6896100" cy="2476500"/>
          </a:xfrm>
          <a:prstGeom prst="roundRect">
            <a:avLst>
              <a:gd name="adj" fmla="val 10769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896600" y="1295400"/>
            <a:ext cx="60960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197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MỘT</a:t>
            </a:r>
            <a:r>
              <a:rPr lang="en-US" sz="1800" b="1" spc="227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CHUỖI SỰ</a:t>
            </a:r>
            <a:r>
              <a:rPr lang="en-US" sz="1800" b="1" spc="225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KIỆN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896600" y="1809750"/>
            <a:ext cx="6096000" cy="1238250"/>
          </a:xfrm>
          <a:prstGeom prst="rect">
            <a:avLst/>
          </a:prstGeom>
          <a:noFill/>
          <a:ln/>
        </p:spPr>
        <p:txBody>
          <a:bodyPr wrap="square" lIns="0" tIns="16192" rIns="0" bIns="-16192" rtlCol="0" anchor="t"/>
          <a:lstStyle/>
          <a:p>
            <a:pPr algn="l" indent="0" marL="0">
              <a:lnSpc>
                <a:spcPts val="3900"/>
              </a:lnSpc>
              <a:buNone/>
            </a:pPr>
            <a:r>
              <a:rPr lang="en-US" sz="300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Có thứ</a:t>
            </a:r>
            <a:r>
              <a:rPr lang="en-US" sz="300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tự,</a:t>
            </a:r>
            <a:r>
              <a:rPr lang="en-US" sz="3000" b="1" dirty="0" spc="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300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</a:t>
            </a:r>
            <a:r>
              <a:rPr lang="en-US" sz="300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11620500" y="3390900"/>
            <a:ext cx="38100" cy="1905000"/>
          </a:xfrm>
          <a:prstGeom prst="rect">
            <a:avLst/>
          </a:prstGeom>
          <a:solidFill>
            <a:srgbClr val="3A3F4D"/>
          </a:solidFill>
          <a:ln/>
        </p:spPr>
      </p:sp>
      <p:sp>
        <p:nvSpPr>
          <p:cNvPr id="11" name="Shape 9"/>
          <p:cNvSpPr/>
          <p:nvPr/>
        </p:nvSpPr>
        <p:spPr>
          <a:xfrm>
            <a:off x="13906500" y="3390900"/>
            <a:ext cx="38100" cy="1905000"/>
          </a:xfrm>
          <a:prstGeom prst="rect">
            <a:avLst/>
          </a:prstGeom>
          <a:solidFill>
            <a:srgbClr val="3A3F4D"/>
          </a:solidFill>
          <a:ln/>
        </p:spPr>
      </p:sp>
      <p:sp>
        <p:nvSpPr>
          <p:cNvPr id="12" name="Shape 10"/>
          <p:cNvSpPr/>
          <p:nvPr/>
        </p:nvSpPr>
        <p:spPr>
          <a:xfrm>
            <a:off x="16192500" y="3390900"/>
            <a:ext cx="38100" cy="1905000"/>
          </a:xfrm>
          <a:prstGeom prst="rect">
            <a:avLst/>
          </a:prstGeom>
          <a:solidFill>
            <a:srgbClr val="3A3F4D"/>
          </a:solidFill>
          <a:ln/>
        </p:spPr>
      </p:sp>
      <p:sp>
        <p:nvSpPr>
          <p:cNvPr id="13" name="Shape 11"/>
          <p:cNvSpPr/>
          <p:nvPr/>
        </p:nvSpPr>
        <p:spPr>
          <a:xfrm>
            <a:off x="10477500" y="5295900"/>
            <a:ext cx="2171700" cy="3467100"/>
          </a:xfrm>
          <a:prstGeom prst="roundRect">
            <a:avLst>
              <a:gd name="adj" fmla="val 10526"/>
            </a:avLst>
          </a:prstGeom>
          <a:solidFill>
            <a:srgbClr val="1E212B"/>
          </a:solidFill>
          <a:ln/>
        </p:spPr>
      </p:sp>
      <p:sp>
        <p:nvSpPr>
          <p:cNvPr id="14" name="Text 12"/>
          <p:cNvSpPr/>
          <p:nvPr/>
        </p:nvSpPr>
        <p:spPr>
          <a:xfrm>
            <a:off x="10763250" y="5619750"/>
            <a:ext cx="161925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5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BÊN</a:t>
            </a:r>
            <a:r>
              <a:rPr lang="en-US" sz="1800" b="1" spc="227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1800" b="1" spc="226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12839700" y="5295900"/>
            <a:ext cx="2171700" cy="3467100"/>
          </a:xfrm>
          <a:prstGeom prst="roundRect">
            <a:avLst>
              <a:gd name="adj" fmla="val 10526"/>
            </a:avLst>
          </a:prstGeom>
          <a:solidFill>
            <a:srgbClr val="1E212B"/>
          </a:solidFill>
          <a:ln/>
        </p:spPr>
      </p:sp>
      <p:sp>
        <p:nvSpPr>
          <p:cNvPr id="16" name="Text 14"/>
          <p:cNvSpPr/>
          <p:nvPr/>
        </p:nvSpPr>
        <p:spPr>
          <a:xfrm>
            <a:off x="13125450" y="5619750"/>
            <a:ext cx="161925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5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BÊN</a:t>
            </a:r>
            <a:r>
              <a:rPr lang="en-US" sz="1800" b="1" spc="227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1800" b="1" spc="223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15201900" y="5295900"/>
            <a:ext cx="2171700" cy="3467100"/>
          </a:xfrm>
          <a:prstGeom prst="roundRect">
            <a:avLst>
              <a:gd name="adj" fmla="val 10526"/>
            </a:avLst>
          </a:prstGeom>
          <a:solidFill>
            <a:srgbClr val="1E212B"/>
          </a:solidFill>
          <a:ln/>
        </p:spPr>
      </p:sp>
      <p:sp>
        <p:nvSpPr>
          <p:cNvPr id="18" name="Text 16"/>
          <p:cNvSpPr/>
          <p:nvPr/>
        </p:nvSpPr>
        <p:spPr>
          <a:xfrm>
            <a:off x="15487650" y="5619750"/>
            <a:ext cx="161925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5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BÊN</a:t>
            </a:r>
            <a:r>
              <a:rPr lang="en-US" sz="1800" b="1" spc="227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1800" b="1" spc="225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763250" y="6191250"/>
            <a:ext cx="1619250" cy="2286000"/>
          </a:xfrm>
          <a:prstGeom prst="rect">
            <a:avLst/>
          </a:prstGeom>
          <a:noFill/>
          <a:ln/>
        </p:spPr>
        <p:txBody>
          <a:bodyPr wrap="square" lIns="0" tIns="8557" rIns="0" bIns="-8557" rtlCol="0" anchor="t"/>
          <a:lstStyle/>
          <a:p>
            <a:pPr algn="l" indent="0" marL="0">
              <a:lnSpc>
                <a:spcPts val="3038"/>
              </a:lnSpc>
              <a:buNone/>
            </a:pPr>
            <a:r>
              <a:rPr lang="en-US" sz="225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Đọc</a:t>
            </a:r>
            <a:r>
              <a:rPr lang="en-US" sz="225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225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nhịp</a:t>
            </a:r>
            <a:r>
              <a:rPr lang="en-US" sz="2250" dirty="0" spc="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riêng</a:t>
            </a:r>
            <a:endParaRPr lang="en-US" sz="2250" dirty="0"/>
          </a:p>
        </p:txBody>
      </p:sp>
      <p:sp>
        <p:nvSpPr>
          <p:cNvPr id="20" name="Text 18"/>
          <p:cNvSpPr/>
          <p:nvPr/>
        </p:nvSpPr>
        <p:spPr>
          <a:xfrm>
            <a:off x="13125450" y="6191250"/>
            <a:ext cx="1619250" cy="2286000"/>
          </a:xfrm>
          <a:prstGeom prst="rect">
            <a:avLst/>
          </a:prstGeom>
          <a:noFill/>
          <a:ln/>
        </p:spPr>
        <p:txBody>
          <a:bodyPr wrap="square" lIns="0" tIns="8557" rIns="0" bIns="-8557" rtlCol="0" anchor="t"/>
          <a:lstStyle/>
          <a:p>
            <a:pPr algn="l" indent="0" marL="0">
              <a:lnSpc>
                <a:spcPts val="3038"/>
              </a:lnSpc>
              <a:buNone/>
            </a:pPr>
            <a:r>
              <a:rPr lang="en-US" sz="2250" dirty="0" spc="-11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Tự</a:t>
            </a:r>
            <a:r>
              <a:rPr lang="en-US" sz="2250" dirty="0" spc="-3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kéo</a:t>
            </a:r>
            <a:r>
              <a:rPr lang="en-US" sz="22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tin</a:t>
            </a:r>
            <a:r>
              <a:rPr lang="en-US" sz="2250" dirty="0" spc="-1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về</a:t>
            </a:r>
            <a:endParaRPr lang="en-US" sz="2250" dirty="0"/>
          </a:p>
        </p:txBody>
      </p:sp>
      <p:sp>
        <p:nvSpPr>
          <p:cNvPr id="21" name="Text 19"/>
          <p:cNvSpPr/>
          <p:nvPr/>
        </p:nvSpPr>
        <p:spPr>
          <a:xfrm>
            <a:off x="15487650" y="6191250"/>
            <a:ext cx="1619250" cy="2286000"/>
          </a:xfrm>
          <a:prstGeom prst="rect">
            <a:avLst/>
          </a:prstGeom>
          <a:noFill/>
          <a:ln/>
        </p:spPr>
        <p:txBody>
          <a:bodyPr wrap="square" lIns="0" tIns="8557" rIns="0" bIns="-8557" rtlCol="0" anchor="t"/>
          <a:lstStyle/>
          <a:p>
            <a:pPr algn="l" indent="0" marL="0">
              <a:lnSpc>
                <a:spcPts val="3038"/>
              </a:lnSpc>
              <a:buNone/>
            </a:pPr>
            <a:r>
              <a:rPr lang="en-US" sz="22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Tin</a:t>
            </a:r>
            <a:r>
              <a:rPr lang="en-US" sz="22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</a:t>
            </a:r>
            <a:r>
              <a:rPr lang="en-US" sz="2250" dirty="0" spc="-1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tới</a:t>
            </a:r>
            <a:r>
              <a:rPr lang="en-US" sz="22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2250" dirty="0" spc="-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hết</a:t>
            </a:r>
            <a:r>
              <a:rPr lang="en-US" sz="22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endParaRPr lang="en-US" sz="2250" dirty="0"/>
          </a:p>
        </p:txBody>
      </p:sp>
      <p:sp>
        <p:nvSpPr>
          <p:cNvPr id="22" name="Shape 20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3" name="Moda image moda-export-watermark-76ac82a6-b4e4-4813-b0ff-16f4cf630be0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11430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7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TÌNH</a:t>
            </a:r>
            <a:r>
              <a:rPr lang="en-US" sz="1950" b="1" spc="226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HUỐNG</a:t>
            </a:r>
            <a:r>
              <a:rPr lang="en-US" sz="1950" b="1" spc="174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950" b="1" spc="223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</a:t>
            </a:r>
            <a:r>
              <a:rPr lang="en-US" sz="1950" b="1" spc="225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TIÊU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Nguồn</a:t>
            </a:r>
            <a:r>
              <a:rPr lang="en-US" sz="6900" dirty="0" spc="-5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kể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năm</a:t>
            </a: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việc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hay</a:t>
            </a:r>
            <a:r>
              <a:rPr lang="en-US" sz="6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dùng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114300" cy="1238250"/>
          </a:xfrm>
          <a:prstGeom prst="rect">
            <a:avLst/>
          </a:prstGeom>
          <a:solidFill>
            <a:srgbClr val="E8472B"/>
          </a:solidFill>
          <a:ln/>
        </p:spPr>
      </p:sp>
      <p:sp>
        <p:nvSpPr>
          <p:cNvPr id="5" name="Text 3"/>
          <p:cNvSpPr/>
          <p:nvPr/>
        </p:nvSpPr>
        <p:spPr>
          <a:xfrm>
            <a:off x="1428750" y="2857500"/>
            <a:ext cx="15621000" cy="1333500"/>
          </a:xfrm>
          <a:prstGeom prst="rect">
            <a:avLst/>
          </a:prstGeom>
          <a:noFill/>
          <a:ln/>
        </p:spPr>
        <p:txBody>
          <a:bodyPr wrap="square" lIns="0" tIns="45720" rIns="0" bIns="-45720" rtlCol="0" anchor="ctr"/>
          <a:lstStyle/>
          <a:p>
            <a:pPr algn="l" indent="0" marL="0">
              <a:lnSpc>
                <a:spcPts val="7920"/>
              </a:lnSpc>
              <a:buNone/>
            </a:pPr>
            <a:r>
              <a:rPr lang="en-US" sz="72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Giữ tin,</a:t>
            </a:r>
            <a:r>
              <a:rPr lang="en-US" sz="7200" dirty="0" spc="2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để</a:t>
            </a:r>
            <a:r>
              <a:rPr lang="en-US" sz="7200" dirty="0" spc="-6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người</a:t>
            </a:r>
            <a:r>
              <a:rPr lang="en-US" sz="7200" dirty="0" spc="1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đọc</a:t>
            </a:r>
            <a:r>
              <a:rPr lang="en-US" sz="72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tự</a:t>
            </a:r>
            <a:r>
              <a:rPr lang="en-US" sz="7200" dirty="0" spc="-4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kéo</a:t>
            </a:r>
            <a:r>
              <a:rPr lang="en-US" sz="7200" dirty="0" spc="-7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về</a:t>
            </a:r>
            <a:endParaRPr lang="en-US" sz="7200" dirty="0"/>
          </a:p>
        </p:txBody>
      </p:sp>
      <p:sp>
        <p:nvSpPr>
          <p:cNvPr id="6" name="Shape 4"/>
          <p:cNvSpPr/>
          <p:nvPr/>
        </p:nvSpPr>
        <p:spPr>
          <a:xfrm>
            <a:off x="914400" y="4762500"/>
            <a:ext cx="8001000" cy="4000500"/>
          </a:xfrm>
          <a:prstGeom prst="roundRect">
            <a:avLst>
              <a:gd name="adj" fmla="val 6667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95400" y="5143500"/>
            <a:ext cx="72390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5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ĐỐI</a:t>
            </a:r>
            <a:r>
              <a:rPr lang="en-US" sz="1800" b="1" spc="227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295400" y="5715000"/>
            <a:ext cx="7239000" cy="1333500"/>
          </a:xfrm>
          <a:prstGeom prst="rect">
            <a:avLst/>
          </a:prstGeom>
          <a:noFill/>
          <a:ln/>
        </p:spPr>
        <p:txBody>
          <a:bodyPr wrap="square" lIns="0" tIns="15383" rIns="0" bIns="-15383" rtlCol="0" anchor="t"/>
          <a:lstStyle/>
          <a:p>
            <a:pPr algn="l" indent="0" marL="0">
              <a:lnSpc>
                <a:spcPts val="3705"/>
              </a:lnSpc>
              <a:buNone/>
            </a:pPr>
            <a:r>
              <a:rPr lang="en-US" sz="28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Năm</a:t>
            </a:r>
            <a:r>
              <a:rPr lang="en-US" sz="28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việc, cạnh</a:t>
            </a:r>
            <a:r>
              <a:rPr lang="en-US" sz="2850" b="1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trang</a:t>
            </a:r>
            <a:r>
              <a:rPr lang="en-US" sz="28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"Use</a:t>
            </a:r>
            <a:r>
              <a:rPr lang="en-US" sz="28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cases"</a:t>
            </a:r>
            <a:r>
              <a:rPr lang="en-US" sz="285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850" b="1" dirty="0" spc="-4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Kafka</a:t>
            </a:r>
            <a:endParaRPr lang="en-US" sz="2850" dirty="0"/>
          </a:p>
        </p:txBody>
      </p:sp>
      <p:sp>
        <p:nvSpPr>
          <p:cNvPr id="9" name="Text 7"/>
          <p:cNvSpPr/>
          <p:nvPr/>
        </p:nvSpPr>
        <p:spPr>
          <a:xfrm>
            <a:off x="1295400" y="7429500"/>
            <a:ext cx="7239000" cy="952500"/>
          </a:xfrm>
          <a:prstGeom prst="rect">
            <a:avLst/>
          </a:prstGeom>
          <a:noFill/>
          <a:ln/>
        </p:spPr>
        <p:txBody>
          <a:bodyPr wrap="square" lIns="0" tIns="8557" rIns="0" bIns="-8557" rtlCol="0" anchor="t"/>
          <a:lstStyle/>
          <a:p>
            <a:pPr algn="l" indent="0" marL="0">
              <a:lnSpc>
                <a:spcPts val="3038"/>
              </a:lnSpc>
              <a:buNone/>
            </a:pPr>
            <a:r>
              <a:rPr lang="en-US" sz="2250" dirty="0" spc="-1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Nhật</a:t>
            </a:r>
            <a:r>
              <a:rPr lang="en-US" sz="22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ký,</a:t>
            </a:r>
            <a:r>
              <a:rPr lang="en-US" sz="2250" dirty="0" spc="-1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gợi</a:t>
            </a:r>
            <a:r>
              <a:rPr lang="en-US" sz="22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ý,</a:t>
            </a:r>
            <a:r>
              <a:rPr lang="en-US" sz="22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cảnh</a:t>
            </a:r>
            <a:r>
              <a:rPr lang="en-US" sz="2250" dirty="0" spc="-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báo,</a:t>
            </a:r>
            <a:r>
              <a:rPr lang="en-US" sz="225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CDC,</a:t>
            </a:r>
            <a:r>
              <a:rPr lang="en-US" sz="2250" dirty="0" spc="-1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chuyển</a:t>
            </a:r>
            <a:r>
              <a:rPr lang="en-US" sz="22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hệ</a:t>
            </a:r>
            <a:r>
              <a:rPr lang="en-US" sz="22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thống</a:t>
            </a:r>
            <a:endParaRPr lang="en-US" sz="2250" dirty="0"/>
          </a:p>
        </p:txBody>
      </p:sp>
      <p:sp>
        <p:nvSpPr>
          <p:cNvPr id="10" name="Shape 8"/>
          <p:cNvSpPr/>
          <p:nvPr/>
        </p:nvSpPr>
        <p:spPr>
          <a:xfrm>
            <a:off x="9372600" y="4762500"/>
            <a:ext cx="8001000" cy="4000500"/>
          </a:xfrm>
          <a:prstGeom prst="roundRect">
            <a:avLst>
              <a:gd name="adj" fmla="val 6667"/>
            </a:avLst>
          </a:prstGeom>
          <a:solidFill>
            <a:srgbClr val="14161C"/>
          </a:solidFill>
          <a:ln/>
        </p:spPr>
      </p:sp>
      <p:sp>
        <p:nvSpPr>
          <p:cNvPr id="11" name="Text 9"/>
          <p:cNvSpPr/>
          <p:nvPr/>
        </p:nvSpPr>
        <p:spPr>
          <a:xfrm>
            <a:off x="9753600" y="5143500"/>
            <a:ext cx="72390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8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THỬ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753600" y="5715000"/>
            <a:ext cx="7239000" cy="1333500"/>
          </a:xfrm>
          <a:prstGeom prst="rect">
            <a:avLst/>
          </a:prstGeom>
          <a:noFill/>
          <a:ln/>
        </p:spPr>
        <p:txBody>
          <a:bodyPr wrap="square" lIns="0" tIns="15383" rIns="0" bIns="-15383" rtlCol="0" anchor="t"/>
          <a:lstStyle/>
          <a:p>
            <a:pPr algn="l" indent="0" marL="0">
              <a:lnSpc>
                <a:spcPts val="3705"/>
              </a:lnSpc>
              <a:buNone/>
            </a:pPr>
            <a:r>
              <a:rPr lang="en-US" sz="28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Việc</a:t>
            </a:r>
            <a:r>
              <a:rPr lang="en-US" sz="285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</a:t>
            </a:r>
            <a:r>
              <a:rPr lang="en-US" sz="28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 dung</a:t>
            </a:r>
            <a:r>
              <a:rPr lang="en-US" sz="285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nhất:</a:t>
            </a:r>
            <a:r>
              <a:rPr lang="en-US" sz="28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CDC,</a:t>
            </a:r>
            <a:r>
              <a:rPr lang="en-US" sz="28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</a:t>
            </a:r>
            <a:r>
              <a:rPr lang="en-US" sz="2850" b="1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PostgreSQL</a:t>
            </a:r>
            <a:endParaRPr lang="en-US" sz="2850" dirty="0"/>
          </a:p>
        </p:txBody>
      </p:sp>
      <p:sp>
        <p:nvSpPr>
          <p:cNvPr id="13" name="Text 11"/>
          <p:cNvSpPr/>
          <p:nvPr/>
        </p:nvSpPr>
        <p:spPr>
          <a:xfrm>
            <a:off x="9753600" y="7429500"/>
            <a:ext cx="7239000" cy="952500"/>
          </a:xfrm>
          <a:prstGeom prst="rect">
            <a:avLst/>
          </a:prstGeom>
          <a:noFill/>
          <a:ln/>
        </p:spPr>
        <p:txBody>
          <a:bodyPr wrap="square" lIns="0" tIns="8557" rIns="0" bIns="-8557" rtlCol="0" anchor="t"/>
          <a:lstStyle/>
          <a:p>
            <a:pPr algn="l" indent="0" marL="0">
              <a:lnSpc>
                <a:spcPts val="3038"/>
              </a:lnSpc>
              <a:buNone/>
            </a:pPr>
            <a:r>
              <a:rPr lang="en-US" sz="2250" dirty="0" spc="-1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Bắt</a:t>
            </a:r>
            <a:r>
              <a:rPr lang="en-US" sz="2250" dirty="0" spc="-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thay</a:t>
            </a:r>
            <a:r>
              <a:rPr lang="en-US" sz="2250" dirty="0" spc="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</a:t>
            </a:r>
            <a:r>
              <a:rPr lang="en-US" sz="2250" dirty="0" spc="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25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endParaRPr lang="en-US" sz="2250" dirty="0"/>
          </a:p>
        </p:txBody>
      </p:sp>
      <p:sp>
        <p:nvSpPr>
          <p:cNvPr id="14" name="Shape 12"/>
          <p:cNvSpPr/>
          <p:nvPr/>
        </p:nvSpPr>
        <p:spPr>
          <a:xfrm>
            <a:off x="9810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323975" y="9439275"/>
            <a:ext cx="133350" cy="13335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6668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0097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3526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6955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0384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3813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7242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400" y="9696450"/>
            <a:ext cx="7620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45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02/09</a:t>
            </a:r>
            <a:endParaRPr lang="en-US" sz="1650" dirty="0"/>
          </a:p>
        </p:txBody>
      </p:sp>
      <p:sp>
        <p:nvSpPr>
          <p:cNvPr id="24" name="Shape 2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5" name="Moda image moda-export-watermark-ba913f02-89a6-494a-b5b8-4e9d7e2272b9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142875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5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KHÁI</a:t>
            </a:r>
            <a:r>
              <a:rPr lang="en-US" sz="1950" b="1" spc="223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NIỆM</a:t>
            </a:r>
            <a:r>
              <a:rPr lang="en-US" sz="1950" b="1" spc="227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</a:t>
            </a:r>
            <a:r>
              <a:rPr lang="en-US" sz="1950" b="1" spc="221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156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ĐẶT</a:t>
            </a:r>
            <a:r>
              <a:rPr lang="en-US" sz="1950" b="1" spc="209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CẠNH DANH</a:t>
            </a:r>
            <a:r>
              <a:rPr lang="en-US" sz="1950" b="1" spc="201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SÁCH</a:t>
            </a:r>
            <a:r>
              <a:rPr lang="en-US" sz="1950" b="1" spc="213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1950" b="1" spc="224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KAFKA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9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Ba</a:t>
            </a:r>
            <a:r>
              <a:rPr lang="en-US" sz="69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việc</a:t>
            </a:r>
            <a:r>
              <a:rPr lang="en-US" sz="6900" dirty="0" spc="-3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khớp,</a:t>
            </a:r>
            <a:r>
              <a:rPr lang="en-US" sz="69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hai</a:t>
            </a:r>
            <a:r>
              <a:rPr lang="en-US" sz="69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việc</a:t>
            </a: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không</a:t>
            </a:r>
            <a:endParaRPr lang="en-US" sz="6900" dirty="0"/>
          </a:p>
        </p:txBody>
      </p:sp>
      <p:sp>
        <p:nvSpPr>
          <p:cNvPr id="4" name="Text 2"/>
          <p:cNvSpPr/>
          <p:nvPr/>
        </p:nvSpPr>
        <p:spPr>
          <a:xfrm>
            <a:off x="914400" y="2857500"/>
            <a:ext cx="85725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2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TRANG</a:t>
            </a:r>
            <a:r>
              <a:rPr lang="en-US" sz="1800" b="1" spc="227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"USE</a:t>
            </a:r>
            <a:r>
              <a:rPr lang="en-US" sz="1800" b="1" spc="209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CASES"</a:t>
            </a:r>
            <a:r>
              <a:rPr lang="en-US" sz="1800" b="1" spc="217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1800" b="1" spc="224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KAFKA</a:t>
            </a:r>
            <a:r>
              <a:rPr lang="en-US" sz="1800" b="1" spc="226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KỂ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3143250"/>
            <a:ext cx="5715000" cy="304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0" dirty="0" spc="-2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7</a:t>
            </a:r>
            <a:endParaRPr lang="en-US" sz="19500" dirty="0"/>
          </a:p>
        </p:txBody>
      </p:sp>
      <p:sp>
        <p:nvSpPr>
          <p:cNvPr id="6" name="Text 4"/>
          <p:cNvSpPr/>
          <p:nvPr/>
        </p:nvSpPr>
        <p:spPr>
          <a:xfrm>
            <a:off x="914400" y="6286500"/>
            <a:ext cx="85725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việc,</a:t>
            </a:r>
            <a:r>
              <a:rPr lang="en-US" sz="300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300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</a:t>
            </a:r>
            <a:r>
              <a:rPr lang="en-US" sz="300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nhắn</a:t>
            </a:r>
            <a:r>
              <a:rPr lang="en-US" sz="300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tin,</a:t>
            </a:r>
            <a:r>
              <a:rPr lang="en-US" sz="3000" b="1" dirty="0" spc="-3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event</a:t>
            </a:r>
            <a:r>
              <a:rPr lang="en-US" sz="3000" b="1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sourcing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914400" y="7048500"/>
            <a:ext cx="8572500" cy="1047750"/>
          </a:xfrm>
          <a:prstGeom prst="rect">
            <a:avLst/>
          </a:prstGeom>
          <a:noFill/>
          <a:ln/>
        </p:spPr>
        <p:txBody>
          <a:bodyPr wrap="square" lIns="0" tIns="9144" rIns="0" bIns="-9144" rtlCol="0" anchor="t"/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2400" dirty="0" spc="-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Việc</a:t>
            </a:r>
            <a:r>
              <a:rPr lang="en-US" sz="2400" dirty="0" spc="1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đầu</a:t>
            </a:r>
            <a:r>
              <a:rPr lang="en-US" sz="24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tiên:</a:t>
            </a:r>
            <a:r>
              <a:rPr lang="en-US" sz="24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24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dõi</a:t>
            </a:r>
            <a:r>
              <a:rPr lang="en-US" sz="2400" dirty="0" spc="-1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hoạt</a:t>
            </a:r>
            <a:r>
              <a:rPr lang="en-US" sz="2400" dirty="0" spc="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động</a:t>
            </a:r>
            <a:r>
              <a:rPr lang="en-US" sz="2400" dirty="0" spc="-1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2400" dirty="0" spc="-1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trang</a:t>
            </a:r>
            <a:r>
              <a:rPr lang="en-US" sz="2400" dirty="0" spc="-1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web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10001250" y="2857500"/>
            <a:ext cx="7372350" cy="3619500"/>
          </a:xfrm>
          <a:prstGeom prst="roundRect">
            <a:avLst>
              <a:gd name="adj" fmla="val 7368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382250" y="3181350"/>
            <a:ext cx="66675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7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KHỚP</a:t>
            </a:r>
            <a:r>
              <a:rPr lang="en-US" sz="1800" b="1" spc="224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25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1800" b="1" spc="229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=</a:t>
            </a:r>
            <a:r>
              <a:rPr lang="en-US" sz="1800" b="1" spc="224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KAFKA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382250" y="3752850"/>
            <a:ext cx="6667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-4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Xử</a:t>
            </a:r>
            <a:r>
              <a:rPr lang="en-US" sz="25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lý</a:t>
            </a:r>
            <a:r>
              <a:rPr lang="en-US" sz="255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nhật</a:t>
            </a:r>
            <a:r>
              <a:rPr lang="en-US" sz="25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ký</a:t>
            </a:r>
            <a:r>
              <a:rPr lang="en-US" sz="25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=</a:t>
            </a:r>
            <a:r>
              <a:rPr lang="en-US" sz="2550" b="1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gom</a:t>
            </a:r>
            <a:r>
              <a:rPr lang="en-US" sz="255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nhật</a:t>
            </a:r>
            <a:r>
              <a:rPr lang="en-US" sz="25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ký</a:t>
            </a:r>
            <a:endParaRPr lang="en-US" sz="2550" dirty="0"/>
          </a:p>
        </p:txBody>
      </p:sp>
      <p:sp>
        <p:nvSpPr>
          <p:cNvPr id="11" name="Text 9"/>
          <p:cNvSpPr/>
          <p:nvPr/>
        </p:nvSpPr>
        <p:spPr>
          <a:xfrm>
            <a:off x="10382250" y="4514850"/>
            <a:ext cx="6667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Luồng</a:t>
            </a:r>
            <a:r>
              <a:rPr lang="en-US" sz="25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550" b="1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gợi</a:t>
            </a:r>
            <a:r>
              <a:rPr lang="en-US" sz="25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ý</a:t>
            </a:r>
            <a:r>
              <a:rPr lang="en-US" sz="255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=</a:t>
            </a:r>
            <a:r>
              <a:rPr lang="en-US" sz="25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xử lý</a:t>
            </a:r>
            <a:r>
              <a:rPr lang="en-US" sz="255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luồng</a:t>
            </a:r>
            <a:endParaRPr lang="en-US" sz="2550" dirty="0"/>
          </a:p>
        </p:txBody>
      </p:sp>
      <p:sp>
        <p:nvSpPr>
          <p:cNvPr id="12" name="Text 10"/>
          <p:cNvSpPr/>
          <p:nvPr/>
        </p:nvSpPr>
        <p:spPr>
          <a:xfrm>
            <a:off x="10382250" y="5276850"/>
            <a:ext cx="66675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Theo</a:t>
            </a:r>
            <a:r>
              <a:rPr lang="en-US" sz="25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dõi,</a:t>
            </a:r>
            <a:r>
              <a:rPr lang="en-US" sz="25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cảnh</a:t>
            </a:r>
            <a:r>
              <a:rPr lang="en-US" sz="255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báo =</a:t>
            </a:r>
            <a:r>
              <a:rPr lang="en-US" sz="255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r>
              <a:rPr lang="en-US" sz="2550" b="1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</a:t>
            </a:r>
            <a:r>
              <a:rPr lang="en-US" sz="2550" b="1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vận</a:t>
            </a:r>
            <a:r>
              <a:rPr lang="en-US" sz="25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hành</a:t>
            </a:r>
            <a:endParaRPr lang="en-US" sz="2550" dirty="0"/>
          </a:p>
        </p:txBody>
      </p:sp>
      <p:sp>
        <p:nvSpPr>
          <p:cNvPr id="13" name="Shape 11"/>
          <p:cNvSpPr/>
          <p:nvPr/>
        </p:nvSpPr>
        <p:spPr>
          <a:xfrm>
            <a:off x="10001250" y="6705600"/>
            <a:ext cx="7372350" cy="2057400"/>
          </a:xfrm>
          <a:prstGeom prst="roundRect">
            <a:avLst>
              <a:gd name="adj" fmla="val 12963"/>
            </a:avLst>
          </a:prstGeom>
          <a:solidFill>
            <a:srgbClr val="1E212B"/>
          </a:solidFill>
          <a:ln/>
        </p:spPr>
      </p:sp>
      <p:sp>
        <p:nvSpPr>
          <p:cNvPr id="14" name="Text 12"/>
          <p:cNvSpPr/>
          <p:nvPr/>
        </p:nvSpPr>
        <p:spPr>
          <a:xfrm>
            <a:off x="10382250" y="7029450"/>
            <a:ext cx="66675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6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1800" b="1" spc="228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1800" b="1" spc="214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1800" b="1" spc="211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DANH</a:t>
            </a:r>
            <a:r>
              <a:rPr lang="en-US" sz="1800" b="1" spc="205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SÁCH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0382250" y="7524750"/>
            <a:ext cx="6667500" cy="9525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CDC</a:t>
            </a:r>
            <a:r>
              <a:rPr lang="en-US" sz="2550" b="1" dirty="0" spc="-2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b="1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chuyển</a:t>
            </a:r>
            <a:r>
              <a:rPr lang="en-US" sz="255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hệ thống:</a:t>
            </a:r>
            <a:r>
              <a:rPr lang="en-US" sz="255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chép</a:t>
            </a:r>
            <a:r>
              <a:rPr lang="en-US" sz="25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5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endParaRPr lang="en-US" sz="2550" dirty="0"/>
          </a:p>
        </p:txBody>
      </p:sp>
      <p:sp>
        <p:nvSpPr>
          <p:cNvPr id="16" name="Shape 14"/>
          <p:cNvSpPr/>
          <p:nvPr/>
        </p:nvSpPr>
        <p:spPr>
          <a:xfrm>
            <a:off x="9810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3239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666875" y="9439275"/>
            <a:ext cx="133350" cy="13335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0097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3526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6955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0384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3813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7242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4400" y="9696450"/>
            <a:ext cx="7620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45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 03/09</a:t>
            </a:r>
            <a:endParaRPr lang="en-US" sz="1650" dirty="0"/>
          </a:p>
        </p:txBody>
      </p:sp>
      <p:sp>
        <p:nvSpPr>
          <p:cNvPr id="26" name="Shape 2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7" name="Moda image moda-export-watermark-8a67276e-92da-4c99-bd52-ea73d072d0b0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142875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5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KHÁI</a:t>
            </a:r>
            <a:r>
              <a:rPr lang="en-US" sz="1950" b="1" spc="223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NIỆM 2</a:t>
            </a:r>
            <a:r>
              <a:rPr lang="en-US" sz="1950" b="1" spc="221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227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THỬ</a:t>
            </a:r>
            <a:r>
              <a:rPr lang="en-US" sz="1950" b="1" spc="223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CDC</a:t>
            </a:r>
            <a:r>
              <a:rPr lang="en-US" sz="1950" b="1" spc="224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1950" b="1" spc="215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POSTGRESQL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Khe</a:t>
            </a:r>
            <a:r>
              <a:rPr lang="en-US" sz="6900" dirty="0" spc="1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đọc</a:t>
            </a:r>
            <a:r>
              <a:rPr lang="en-US" sz="6900" dirty="0" spc="-3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trả</a:t>
            </a:r>
            <a:r>
              <a:rPr lang="en-US" sz="6900" dirty="0" spc="1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đúng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thứ</a:t>
            </a: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tự</a:t>
            </a:r>
            <a:r>
              <a:rPr lang="en-US" sz="6900" dirty="0" spc="-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chốt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819400"/>
            <a:ext cx="5334000" cy="666750"/>
          </a:xfrm>
          <a:prstGeom prst="roundRect">
            <a:avLst>
              <a:gd name="adj" fmla="val 22857"/>
            </a:avLst>
          </a:prstGeom>
          <a:solidFill>
            <a:srgbClr val="14161C"/>
          </a:solidFill>
          <a:ln/>
        </p:spPr>
      </p:sp>
      <p:sp>
        <p:nvSpPr>
          <p:cNvPr id="5" name="Text 3"/>
          <p:cNvSpPr/>
          <p:nvPr/>
        </p:nvSpPr>
        <p:spPr>
          <a:xfrm>
            <a:off x="1200150" y="2971800"/>
            <a:ext cx="47625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150" kern="0" dirty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PHIÊN</a:t>
            </a:r>
            <a:r>
              <a:rPr lang="en-US" sz="1950" b="1" spc="156" kern="0" dirty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SQL</a:t>
            </a:r>
            <a:endParaRPr lang="en-US" sz="1950" dirty="0"/>
          </a:p>
        </p:txBody>
      </p:sp>
      <p:sp>
        <p:nvSpPr>
          <p:cNvPr id="6" name="Shape 4"/>
          <p:cNvSpPr/>
          <p:nvPr/>
        </p:nvSpPr>
        <p:spPr>
          <a:xfrm>
            <a:off x="12039600" y="2819400"/>
            <a:ext cx="5334000" cy="666750"/>
          </a:xfrm>
          <a:prstGeom prst="roundRect">
            <a:avLst>
              <a:gd name="adj" fmla="val 22857"/>
            </a:avLst>
          </a:prstGeom>
          <a:solidFill>
            <a:srgbClr val="0F766E"/>
          </a:solidFill>
          <a:ln/>
        </p:spPr>
      </p:sp>
      <p:sp>
        <p:nvSpPr>
          <p:cNvPr id="7" name="Text 5"/>
          <p:cNvSpPr/>
          <p:nvPr/>
        </p:nvSpPr>
        <p:spPr>
          <a:xfrm>
            <a:off x="12325350" y="2971800"/>
            <a:ext cx="47625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150" kern="0" dirty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KHE ĐỌC</a:t>
            </a:r>
            <a:r>
              <a:rPr lang="en-US" sz="1950" b="1" spc="129" kern="0" dirty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(REPLICATION</a:t>
            </a:r>
            <a:r>
              <a:rPr lang="en-US" sz="1950" b="1" spc="120" kern="0" dirty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SLOT)</a:t>
            </a:r>
            <a:endParaRPr lang="en-US" sz="1950" dirty="0"/>
          </a:p>
        </p:txBody>
      </p:sp>
      <p:sp>
        <p:nvSpPr>
          <p:cNvPr id="8" name="Shape 6"/>
          <p:cNvSpPr/>
          <p:nvPr/>
        </p:nvSpPr>
        <p:spPr>
          <a:xfrm>
            <a:off x="3562350" y="3486150"/>
            <a:ext cx="38100" cy="5276850"/>
          </a:xfrm>
          <a:prstGeom prst="rect">
            <a:avLst/>
          </a:prstGeom>
          <a:solidFill>
            <a:srgbClr val="B9B2A2"/>
          </a:solidFill>
          <a:ln/>
        </p:spPr>
      </p:sp>
      <p:sp>
        <p:nvSpPr>
          <p:cNvPr id="9" name="Shape 7"/>
          <p:cNvSpPr/>
          <p:nvPr/>
        </p:nvSpPr>
        <p:spPr>
          <a:xfrm>
            <a:off x="14687550" y="3486150"/>
            <a:ext cx="38100" cy="5276850"/>
          </a:xfrm>
          <a:prstGeom prst="rect">
            <a:avLst/>
          </a:prstGeom>
          <a:solidFill>
            <a:srgbClr val="B9B2A2"/>
          </a:solidFill>
          <a:ln/>
        </p:spPr>
      </p:sp>
      <p:sp>
        <p:nvSpPr>
          <p:cNvPr id="10" name="Shape 8"/>
          <p:cNvSpPr/>
          <p:nvPr/>
        </p:nvSpPr>
        <p:spPr>
          <a:xfrm>
            <a:off x="3600450" y="4095750"/>
            <a:ext cx="10953750" cy="38100"/>
          </a:xfrm>
          <a:prstGeom prst="rect">
            <a:avLst/>
          </a:prstGeom>
          <a:solidFill>
            <a:srgbClr val="14161C"/>
          </a:solidFill>
          <a:ln/>
        </p:spPr>
      </p:sp>
      <p:sp>
        <p:nvSpPr>
          <p:cNvPr id="11" name="Text 9"/>
          <p:cNvSpPr/>
          <p:nvPr/>
        </p:nvSpPr>
        <p:spPr>
          <a:xfrm>
            <a:off x="14382750" y="3867150"/>
            <a:ext cx="381000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▶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4000500" y="3657600"/>
            <a:ext cx="9525000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Thêm</a:t>
            </a:r>
            <a:r>
              <a:rPr lang="en-US" sz="2250" b="1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đơn</a:t>
            </a:r>
            <a:r>
              <a:rPr lang="en-US" sz="22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</a:t>
            </a:r>
            <a:endParaRPr lang="en-US" sz="2250" dirty="0"/>
          </a:p>
        </p:txBody>
      </p:sp>
      <p:sp>
        <p:nvSpPr>
          <p:cNvPr id="13" name="Shape 11"/>
          <p:cNvSpPr/>
          <p:nvPr/>
        </p:nvSpPr>
        <p:spPr>
          <a:xfrm>
            <a:off x="3600450" y="5048250"/>
            <a:ext cx="10953750" cy="38100"/>
          </a:xfrm>
          <a:prstGeom prst="rect">
            <a:avLst/>
          </a:prstGeom>
          <a:solidFill>
            <a:srgbClr val="14161C"/>
          </a:solidFill>
          <a:ln/>
        </p:spPr>
      </p:sp>
      <p:sp>
        <p:nvSpPr>
          <p:cNvPr id="14" name="Text 12"/>
          <p:cNvSpPr/>
          <p:nvPr/>
        </p:nvSpPr>
        <p:spPr>
          <a:xfrm>
            <a:off x="14382750" y="4819650"/>
            <a:ext cx="381000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▶</a:t>
            </a:r>
            <a:endParaRPr lang="en-US" sz="2250" dirty="0"/>
          </a:p>
        </p:txBody>
      </p:sp>
      <p:sp>
        <p:nvSpPr>
          <p:cNvPr id="15" name="Text 13"/>
          <p:cNvSpPr/>
          <p:nvPr/>
        </p:nvSpPr>
        <p:spPr>
          <a:xfrm>
            <a:off x="4000500" y="4610100"/>
            <a:ext cx="9525000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b="1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Một</a:t>
            </a:r>
            <a:r>
              <a:rPr lang="en-US" sz="2250" b="1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giao</a:t>
            </a:r>
            <a:r>
              <a:rPr lang="en-US" sz="2250" b="1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dịch:</a:t>
            </a:r>
            <a:r>
              <a:rPr lang="en-US" sz="2250" b="1" dirty="0" spc="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sửa</a:t>
            </a:r>
            <a:r>
              <a:rPr lang="en-US" sz="2250" b="1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đơn</a:t>
            </a:r>
            <a:r>
              <a:rPr lang="en-US" sz="22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1,</a:t>
            </a:r>
            <a:r>
              <a:rPr lang="en-US" sz="22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thêm</a:t>
            </a:r>
            <a:r>
              <a:rPr lang="en-US" sz="2250" b="1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đơn</a:t>
            </a:r>
            <a:r>
              <a:rPr lang="en-US" sz="22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</a:t>
            </a:r>
            <a:endParaRPr lang="en-US" sz="2250" dirty="0"/>
          </a:p>
        </p:txBody>
      </p:sp>
      <p:sp>
        <p:nvSpPr>
          <p:cNvPr id="16" name="Shape 14"/>
          <p:cNvSpPr/>
          <p:nvPr/>
        </p:nvSpPr>
        <p:spPr>
          <a:xfrm>
            <a:off x="3600450" y="6000750"/>
            <a:ext cx="10953750" cy="38100"/>
          </a:xfrm>
          <a:prstGeom prst="rect">
            <a:avLst/>
          </a:prstGeom>
          <a:solidFill>
            <a:srgbClr val="14161C"/>
          </a:solidFill>
          <a:ln/>
        </p:spPr>
      </p:sp>
      <p:sp>
        <p:nvSpPr>
          <p:cNvPr id="17" name="Text 15"/>
          <p:cNvSpPr/>
          <p:nvPr/>
        </p:nvSpPr>
        <p:spPr>
          <a:xfrm>
            <a:off x="14382750" y="5772150"/>
            <a:ext cx="381000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▶</a:t>
            </a:r>
            <a:endParaRPr lang="en-US" sz="2250" dirty="0"/>
          </a:p>
        </p:txBody>
      </p:sp>
      <p:sp>
        <p:nvSpPr>
          <p:cNvPr id="18" name="Text 16"/>
          <p:cNvSpPr/>
          <p:nvPr/>
        </p:nvSpPr>
        <p:spPr>
          <a:xfrm>
            <a:off x="4000500" y="5562600"/>
            <a:ext cx="9525000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b="1" dirty="0" spc="-2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Xóa</a:t>
            </a:r>
            <a:r>
              <a:rPr lang="en-US" sz="2250" b="1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đơn</a:t>
            </a:r>
            <a:r>
              <a:rPr lang="en-US" sz="22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</a:t>
            </a:r>
            <a:endParaRPr lang="en-US" sz="2250" dirty="0"/>
          </a:p>
        </p:txBody>
      </p:sp>
      <p:sp>
        <p:nvSpPr>
          <p:cNvPr id="19" name="Shape 17"/>
          <p:cNvSpPr/>
          <p:nvPr/>
        </p:nvSpPr>
        <p:spPr>
          <a:xfrm>
            <a:off x="3733800" y="6953250"/>
            <a:ext cx="10953750" cy="3810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20" name="Text 18"/>
          <p:cNvSpPr/>
          <p:nvPr/>
        </p:nvSpPr>
        <p:spPr>
          <a:xfrm>
            <a:off x="3524250" y="6724650"/>
            <a:ext cx="381000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◀</a:t>
            </a:r>
            <a:endParaRPr lang="en-US" sz="2250" dirty="0"/>
          </a:p>
        </p:txBody>
      </p:sp>
      <p:sp>
        <p:nvSpPr>
          <p:cNvPr id="21" name="Text 19"/>
          <p:cNvSpPr/>
          <p:nvPr/>
        </p:nvSpPr>
        <p:spPr>
          <a:xfrm>
            <a:off x="4191000" y="6515100"/>
            <a:ext cx="10096500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b="1" dirty="0" spc="-31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Xem</a:t>
            </a:r>
            <a:r>
              <a:rPr lang="en-US" sz="2250" b="1" dirty="0" spc="9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trước</a:t>
            </a:r>
            <a:r>
              <a:rPr lang="en-US" sz="2250" b="1" dirty="0" spc="-4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(peek):</a:t>
            </a:r>
            <a:r>
              <a:rPr lang="en-US" sz="2250" b="1" dirty="0" spc="1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</a:t>
            </a:r>
            <a:r>
              <a:rPr lang="en-US" sz="2250" b="1" dirty="0" spc="-6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dòng,</a:t>
            </a:r>
            <a:r>
              <a:rPr lang="en-US" sz="2250" b="1" dirty="0" spc="-19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xem</a:t>
            </a:r>
            <a:r>
              <a:rPr lang="en-US" sz="2250" b="1" dirty="0" spc="1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r>
              <a:rPr lang="en-US" sz="2250" b="1" dirty="0" spc="-12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vẫn</a:t>
            </a:r>
            <a:r>
              <a:rPr lang="en-US" sz="2250" b="1" dirty="0" spc="0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</a:t>
            </a:r>
            <a:endParaRPr lang="en-US" sz="2250" dirty="0"/>
          </a:p>
        </p:txBody>
      </p:sp>
      <p:sp>
        <p:nvSpPr>
          <p:cNvPr id="22" name="Shape 20"/>
          <p:cNvSpPr/>
          <p:nvPr/>
        </p:nvSpPr>
        <p:spPr>
          <a:xfrm>
            <a:off x="3733800" y="7905750"/>
            <a:ext cx="10953750" cy="3810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23" name="Text 21"/>
          <p:cNvSpPr/>
          <p:nvPr/>
        </p:nvSpPr>
        <p:spPr>
          <a:xfrm>
            <a:off x="3524250" y="7677150"/>
            <a:ext cx="381000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◀</a:t>
            </a:r>
            <a:endParaRPr lang="en-US" sz="2250" dirty="0"/>
          </a:p>
        </p:txBody>
      </p:sp>
      <p:sp>
        <p:nvSpPr>
          <p:cNvPr id="24" name="Text 22"/>
          <p:cNvSpPr/>
          <p:nvPr/>
        </p:nvSpPr>
        <p:spPr>
          <a:xfrm>
            <a:off x="4191000" y="7467600"/>
            <a:ext cx="10096500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b="1" dirty="0" spc="-28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Lấy</a:t>
            </a:r>
            <a:r>
              <a:rPr lang="en-US" sz="2250" b="1" dirty="0" spc="25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</a:t>
            </a:r>
            <a:r>
              <a:rPr lang="en-US" sz="2250" b="1" dirty="0" spc="-7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(get):</a:t>
            </a:r>
            <a:r>
              <a:rPr lang="en-US" sz="2250" b="1" dirty="0" spc="0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</a:t>
            </a:r>
            <a:r>
              <a:rPr lang="en-US" sz="2250" b="1" dirty="0" spc="-5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dòng,</a:t>
            </a:r>
            <a:r>
              <a:rPr lang="en-US" sz="2250" b="1" dirty="0" spc="-9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rồi</a:t>
            </a:r>
            <a:r>
              <a:rPr lang="en-US" sz="2250" b="1" dirty="0" spc="-6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250" b="1" dirty="0" spc="-4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còn</a:t>
            </a:r>
            <a:endParaRPr lang="en-US" sz="2250" dirty="0"/>
          </a:p>
        </p:txBody>
      </p:sp>
      <p:sp>
        <p:nvSpPr>
          <p:cNvPr id="25" name="Text 23"/>
          <p:cNvSpPr/>
          <p:nvPr/>
        </p:nvSpPr>
        <p:spPr>
          <a:xfrm>
            <a:off x="4000500" y="8191500"/>
            <a:ext cx="13335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Ba</a:t>
            </a:r>
            <a:r>
              <a:rPr lang="en-US" sz="1950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cặp</a:t>
            </a:r>
            <a:r>
              <a:rPr lang="en-US" sz="19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BEGIN/COMMIT</a:t>
            </a:r>
            <a:r>
              <a:rPr lang="en-US" sz="195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bao</a:t>
            </a:r>
            <a:r>
              <a:rPr lang="en-US" sz="19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quanh</a:t>
            </a:r>
            <a:r>
              <a:rPr lang="en-US" sz="195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đúng</a:t>
            </a:r>
            <a:r>
              <a:rPr lang="en-US" sz="1950" dirty="0" spc="-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bốn</a:t>
            </a:r>
            <a:r>
              <a:rPr lang="en-US" sz="1950" dirty="0" spc="-7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thay</a:t>
            </a:r>
            <a:r>
              <a:rPr lang="en-US" sz="1950" dirty="0" spc="1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</a:t>
            </a:r>
            <a:endParaRPr lang="en-US" sz="1950" dirty="0"/>
          </a:p>
        </p:txBody>
      </p:sp>
      <p:sp>
        <p:nvSpPr>
          <p:cNvPr id="26" name="Shape 24"/>
          <p:cNvSpPr/>
          <p:nvPr/>
        </p:nvSpPr>
        <p:spPr>
          <a:xfrm>
            <a:off x="9810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3239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6668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009775" y="9439275"/>
            <a:ext cx="133350" cy="13335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3526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6955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0384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3813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7242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14400" y="9696450"/>
            <a:ext cx="7620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45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04/09</a:t>
            </a:r>
            <a:endParaRPr lang="en-US" sz="1650" dirty="0"/>
          </a:p>
        </p:txBody>
      </p:sp>
      <p:sp>
        <p:nvSpPr>
          <p:cNvPr id="36" name="Shape 3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7" name="Moda image moda-export-watermark-7426c1dc-2d7b-4707-a74e-8db319bfeb7b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142875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KHÁI</a:t>
            </a:r>
            <a:r>
              <a:rPr lang="en-US" sz="1950" b="1" spc="223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NIỆM</a:t>
            </a:r>
            <a:r>
              <a:rPr lang="en-US" sz="1950" b="1" spc="226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</a:t>
            </a:r>
            <a:r>
              <a:rPr lang="en-US" sz="1950" b="1" spc="22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22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1950" b="1" spc="22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 CHƯA ĐỌC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900" dirty="0" spc="-5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Chưa</a:t>
            </a:r>
            <a:r>
              <a:rPr lang="en-US" sz="6900" dirty="0" spc="1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đọc</a:t>
            </a:r>
            <a:r>
              <a:rPr lang="en-US" sz="6900" dirty="0" spc="-1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thì</a:t>
            </a: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nhật</a:t>
            </a:r>
            <a:r>
              <a:rPr lang="en-US" sz="69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ký</a:t>
            </a:r>
            <a:r>
              <a:rPr lang="en-US" sz="6900" dirty="0" spc="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phải</a:t>
            </a:r>
            <a:r>
              <a:rPr lang="en-US" sz="69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chờ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8001000" cy="4000500"/>
          </a:xfrm>
          <a:prstGeom prst="roundRect">
            <a:avLst>
              <a:gd name="adj" fmla="val 6667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95400" y="3200400"/>
            <a:ext cx="72390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THÊM</a:t>
            </a:r>
            <a:r>
              <a:rPr lang="en-US" sz="1800" b="1" spc="224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200.000 DÒNG,</a:t>
            </a:r>
            <a:r>
              <a:rPr lang="en-US" sz="1800" b="1" spc="228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</a:t>
            </a:r>
            <a:r>
              <a:rPr lang="en-US" sz="1800" b="1" spc="22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295400" y="3810000"/>
            <a:ext cx="72390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0" dirty="0" spc="-22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26</a:t>
            </a:r>
            <a:r>
              <a:rPr lang="en-US" sz="12000" dirty="0" spc="-1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MB</a:t>
            </a:r>
            <a:endParaRPr lang="en-US" sz="12000" dirty="0"/>
          </a:p>
        </p:txBody>
      </p:sp>
      <p:sp>
        <p:nvSpPr>
          <p:cNvPr id="7" name="Text 5"/>
          <p:cNvSpPr/>
          <p:nvPr/>
        </p:nvSpPr>
        <p:spPr>
          <a:xfrm>
            <a:off x="1295400" y="5905500"/>
            <a:ext cx="72390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Nhật</a:t>
            </a:r>
            <a:r>
              <a:rPr lang="en-US" sz="25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ký</a:t>
            </a:r>
            <a:r>
              <a:rPr lang="en-US" sz="2550" b="1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PostgreSQL</a:t>
            </a:r>
            <a:r>
              <a:rPr lang="en-US" sz="25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</a:t>
            </a:r>
            <a:r>
              <a:rPr lang="en-US" sz="25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55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khe</a:t>
            </a:r>
            <a:r>
              <a:rPr lang="en-US" sz="2550" b="1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đó</a:t>
            </a:r>
            <a:endParaRPr lang="en-US" sz="2550" dirty="0"/>
          </a:p>
        </p:txBody>
      </p:sp>
      <p:sp>
        <p:nvSpPr>
          <p:cNvPr id="8" name="Shape 6"/>
          <p:cNvSpPr/>
          <p:nvPr/>
        </p:nvSpPr>
        <p:spPr>
          <a:xfrm>
            <a:off x="9372600" y="2857500"/>
            <a:ext cx="8001000" cy="4000500"/>
          </a:xfrm>
          <a:prstGeom prst="roundRect">
            <a:avLst>
              <a:gd name="adj" fmla="val 6667"/>
            </a:avLst>
          </a:prstGeom>
          <a:solidFill>
            <a:srgbClr val="1E212B"/>
          </a:solidFill>
          <a:ln/>
        </p:spPr>
      </p:sp>
      <p:sp>
        <p:nvSpPr>
          <p:cNvPr id="9" name="Text 7"/>
          <p:cNvSpPr/>
          <p:nvPr/>
        </p:nvSpPr>
        <p:spPr>
          <a:xfrm>
            <a:off x="9753600" y="3200400"/>
            <a:ext cx="72390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7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ĐỌC</a:t>
            </a:r>
            <a:r>
              <a:rPr lang="en-US" sz="1800" b="1" spc="209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XONG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753600" y="3810000"/>
            <a:ext cx="72390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0</a:t>
            </a:r>
            <a:r>
              <a:rPr lang="en-US" sz="12000" dirty="0" spc="-2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bytes</a:t>
            </a:r>
            <a:endParaRPr lang="en-US" sz="12000" dirty="0"/>
          </a:p>
        </p:txBody>
      </p:sp>
      <p:sp>
        <p:nvSpPr>
          <p:cNvPr id="11" name="Text 9"/>
          <p:cNvSpPr/>
          <p:nvPr/>
        </p:nvSpPr>
        <p:spPr>
          <a:xfrm>
            <a:off x="9753600" y="5905500"/>
            <a:ext cx="72390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 còn</a:t>
            </a:r>
            <a:r>
              <a:rPr lang="en-US" sz="25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 gì</a:t>
            </a:r>
            <a:endParaRPr lang="en-US" sz="2550" dirty="0"/>
          </a:p>
        </p:txBody>
      </p:sp>
      <p:sp>
        <p:nvSpPr>
          <p:cNvPr id="12" name="Shape 10"/>
          <p:cNvSpPr/>
          <p:nvPr/>
        </p:nvSpPr>
        <p:spPr>
          <a:xfrm>
            <a:off x="914400" y="7143750"/>
            <a:ext cx="16459200" cy="1619250"/>
          </a:xfrm>
          <a:prstGeom prst="roundRect">
            <a:avLst>
              <a:gd name="adj" fmla="val 16471"/>
            </a:avLst>
          </a:prstGeom>
          <a:solidFill>
            <a:srgbClr val="F3EEE3"/>
          </a:solidFill>
          <a:ln/>
        </p:spPr>
      </p:sp>
      <p:sp>
        <p:nvSpPr>
          <p:cNvPr id="13" name="Text 11"/>
          <p:cNvSpPr/>
          <p:nvPr/>
        </p:nvSpPr>
        <p:spPr>
          <a:xfrm>
            <a:off x="1295400" y="7410450"/>
            <a:ext cx="152400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163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TÀI</a:t>
            </a:r>
            <a:r>
              <a:rPr lang="en-US" sz="1800" b="1" spc="225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1800" b="1" spc="214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POSTGRESQL</a:t>
            </a:r>
            <a:r>
              <a:rPr lang="en-US" sz="1800" b="1" spc="212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CẢNH</a:t>
            </a:r>
            <a:r>
              <a:rPr lang="en-US" sz="1800" b="1" spc="206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BÁO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295400" y="7867650"/>
            <a:ext cx="157162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Khe</a:t>
            </a:r>
            <a:r>
              <a:rPr lang="en-US" sz="2550" b="1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vẫn</a:t>
            </a:r>
            <a:r>
              <a:rPr lang="en-US" sz="25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</a:t>
            </a:r>
            <a:r>
              <a:rPr lang="en-US" sz="255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nhật</a:t>
            </a:r>
            <a:r>
              <a:rPr lang="en-US" sz="25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ký</a:t>
            </a:r>
            <a:r>
              <a:rPr lang="en-US" sz="25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255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550" b="1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ai</a:t>
            </a:r>
            <a:r>
              <a:rPr lang="en-US" sz="2550" b="1" dirty="0" spc="-3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25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nối</a:t>
            </a:r>
            <a:endParaRPr lang="en-US" sz="2550" dirty="0"/>
          </a:p>
        </p:txBody>
      </p:sp>
      <p:sp>
        <p:nvSpPr>
          <p:cNvPr id="15" name="Shape 13"/>
          <p:cNvSpPr/>
          <p:nvPr/>
        </p:nvSpPr>
        <p:spPr>
          <a:xfrm>
            <a:off x="9810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3239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6668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0097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352675" y="9439275"/>
            <a:ext cx="133350" cy="13335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6955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0384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3813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7242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4400" y="9696450"/>
            <a:ext cx="7620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45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05/09</a:t>
            </a:r>
            <a:endParaRPr lang="en-US" sz="1650" dirty="0"/>
          </a:p>
        </p:txBody>
      </p:sp>
      <p:sp>
        <p:nvSpPr>
          <p:cNvPr id="25" name="Shape 2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6" name="Moda image moda-export-watermark-0ad80da3-4f4c-4d00-a661-af426d1dc6b2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11430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8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GIỚI</a:t>
            </a:r>
            <a:r>
              <a:rPr lang="en-US" sz="1950" b="1" spc="224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r>
              <a:rPr lang="en-US" sz="1950" b="1" spc="204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1950" b="1" spc="225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900" dirty="0" spc="-3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Kafka</a:t>
            </a:r>
            <a:r>
              <a:rPr lang="en-US" sz="6900" dirty="0" spc="-7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khe</a:t>
            </a:r>
            <a:r>
              <a:rPr lang="en-US" sz="6900" dirty="0" spc="1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đọc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giữ</a:t>
            </a: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khác</a:t>
            </a:r>
            <a:r>
              <a:rPr lang="en-US" sz="69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nhau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819400"/>
            <a:ext cx="16459200" cy="1333500"/>
          </a:xfrm>
          <a:prstGeom prst="roundRect">
            <a:avLst>
              <a:gd name="adj" fmla="val 17143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95400" y="3028950"/>
            <a:ext cx="1143000" cy="1171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400" dirty="0" spc="-1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2667000" y="3162300"/>
            <a:ext cx="14287500" cy="76200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b="1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Bài</a:t>
            </a:r>
            <a:r>
              <a:rPr lang="en-US" sz="270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700" b="1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r>
              <a:rPr lang="en-US" sz="2700" b="1" dirty="0" spc="-3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Kafka;</a:t>
            </a:r>
            <a:r>
              <a:rPr lang="en-US" sz="2700" b="1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27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r>
              <a:rPr lang="en-US" sz="270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2700" b="1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trang</a:t>
            </a:r>
            <a:r>
              <a:rPr lang="en-US" sz="27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"Use</a:t>
            </a:r>
            <a:r>
              <a:rPr lang="en-US" sz="27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cases"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914400" y="4305300"/>
            <a:ext cx="16459200" cy="1333500"/>
          </a:xfrm>
          <a:prstGeom prst="roundRect">
            <a:avLst>
              <a:gd name="adj" fmla="val 17143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95400" y="4514850"/>
            <a:ext cx="1143000" cy="1171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400" dirty="0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5400" dirty="0"/>
          </a:p>
        </p:txBody>
      </p:sp>
      <p:sp>
        <p:nvSpPr>
          <p:cNvPr id="9" name="Text 7"/>
          <p:cNvSpPr/>
          <p:nvPr/>
        </p:nvSpPr>
        <p:spPr>
          <a:xfrm>
            <a:off x="2667000" y="4648200"/>
            <a:ext cx="14287500" cy="76200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b="1" dirty="0" spc="-4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Kafka</a:t>
            </a:r>
            <a:r>
              <a:rPr lang="en-US" sz="27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</a:t>
            </a:r>
            <a:r>
              <a:rPr lang="en-US" sz="27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tin</a:t>
            </a:r>
            <a:r>
              <a:rPr lang="en-US" sz="270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27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hạn;</a:t>
            </a:r>
            <a:r>
              <a:rPr lang="en-US" sz="27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27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chậm</a:t>
            </a:r>
            <a:r>
              <a:rPr lang="en-US" sz="27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quá thì</a:t>
            </a:r>
            <a:r>
              <a:rPr lang="en-US" sz="2700" b="1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mất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914400" y="5791200"/>
            <a:ext cx="16459200" cy="1333500"/>
          </a:xfrm>
          <a:prstGeom prst="roundRect">
            <a:avLst>
              <a:gd name="adj" fmla="val 17143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95400" y="6000750"/>
            <a:ext cx="1143000" cy="1171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400" dirty="0" spc="1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5400" dirty="0"/>
          </a:p>
        </p:txBody>
      </p:sp>
      <p:sp>
        <p:nvSpPr>
          <p:cNvPr id="12" name="Text 10"/>
          <p:cNvSpPr/>
          <p:nvPr/>
        </p:nvSpPr>
        <p:spPr>
          <a:xfrm>
            <a:off x="2667000" y="6134100"/>
            <a:ext cx="14287500" cy="76200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Khe</a:t>
            </a:r>
            <a:r>
              <a:rPr lang="en-US" sz="27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 tới</a:t>
            </a:r>
            <a:r>
              <a:rPr lang="en-US" sz="27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27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2700" b="1" dirty="0" spc="-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xong:</a:t>
            </a:r>
            <a:r>
              <a:rPr lang="en-US" sz="27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bỏ</a:t>
            </a:r>
            <a:r>
              <a:rPr lang="en-US" sz="27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quên,</a:t>
            </a:r>
            <a:r>
              <a:rPr lang="en-US" sz="27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đầy</a:t>
            </a:r>
            <a:r>
              <a:rPr lang="en-US" sz="2700" b="1" dirty="0" spc="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đĩa</a:t>
            </a:r>
            <a:endParaRPr lang="en-US" sz="2700" dirty="0"/>
          </a:p>
        </p:txBody>
      </p:sp>
      <p:sp>
        <p:nvSpPr>
          <p:cNvPr id="13" name="Shape 11"/>
          <p:cNvSpPr/>
          <p:nvPr/>
        </p:nvSpPr>
        <p:spPr>
          <a:xfrm>
            <a:off x="914400" y="7277100"/>
            <a:ext cx="16459200" cy="1333500"/>
          </a:xfrm>
          <a:prstGeom prst="roundRect">
            <a:avLst>
              <a:gd name="adj" fmla="val 17143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95400" y="7486650"/>
            <a:ext cx="1143000" cy="1171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400" dirty="0" spc="3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4</a:t>
            </a:r>
            <a:endParaRPr lang="en-US" sz="5400" dirty="0"/>
          </a:p>
        </p:txBody>
      </p:sp>
      <p:sp>
        <p:nvSpPr>
          <p:cNvPr id="15" name="Text 13"/>
          <p:cNvSpPr/>
          <p:nvPr/>
        </p:nvSpPr>
        <p:spPr>
          <a:xfrm>
            <a:off x="2667000" y="7620000"/>
            <a:ext cx="14287500" cy="76200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test_decoding</a:t>
            </a:r>
            <a:r>
              <a:rPr lang="en-US" sz="27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70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7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mẫu;</a:t>
            </a:r>
            <a:r>
              <a:rPr lang="en-US" sz="270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CDC</a:t>
            </a:r>
            <a:r>
              <a:rPr lang="en-US" sz="2700" b="1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thật</a:t>
            </a:r>
            <a:r>
              <a:rPr lang="en-US" sz="270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700" b="1" dirty="0" spc="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r>
              <a:rPr lang="en-US" sz="27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dạng</a:t>
            </a:r>
            <a:r>
              <a:rPr lang="en-US" sz="270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riêng</a:t>
            </a:r>
            <a:endParaRPr lang="en-US" sz="2700" dirty="0"/>
          </a:p>
        </p:txBody>
      </p:sp>
      <p:sp>
        <p:nvSpPr>
          <p:cNvPr id="16" name="Shape 14"/>
          <p:cNvSpPr/>
          <p:nvPr/>
        </p:nvSpPr>
        <p:spPr>
          <a:xfrm>
            <a:off x="9810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3239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6668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0097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3526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695575" y="9439275"/>
            <a:ext cx="133350" cy="13335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0384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3813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7242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4400" y="9696450"/>
            <a:ext cx="7620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45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06/09</a:t>
            </a:r>
            <a:endParaRPr lang="en-US" sz="1650" dirty="0"/>
          </a:p>
        </p:txBody>
      </p:sp>
      <p:sp>
        <p:nvSpPr>
          <p:cNvPr id="26" name="Shape 2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7" name="Moda image moda-export-watermark-afe96650-bb33-421b-b499-d72413e28aaa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142875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198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CÂU</a:t>
            </a:r>
            <a:r>
              <a:rPr lang="en-US" sz="1950" b="1" spc="22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</a:t>
            </a:r>
            <a:r>
              <a:rPr lang="en-US" sz="1950" b="1" spc="22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KIỂM</a:t>
            </a:r>
            <a:r>
              <a:rPr lang="en-US" sz="1950" b="1" spc="22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</a:t>
            </a:r>
            <a:r>
              <a:rPr lang="en-US" sz="1950" b="1" spc="22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22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KHE</a:t>
            </a:r>
            <a:r>
              <a:rPr lang="en-US" sz="1950" b="1" spc="223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CDC</a:t>
            </a:r>
            <a:r>
              <a:rPr lang="en-US" sz="1950" b="1" spc="22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1950" b="1" spc="224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HỆ</a:t>
            </a:r>
            <a:r>
              <a:rPr lang="en-US" sz="1950" b="1" spc="22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TÌM</a:t>
            </a:r>
            <a:r>
              <a:rPr lang="en-US" sz="1950" b="1" spc="223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KIẾM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9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Ba</a:t>
            </a:r>
            <a:r>
              <a:rPr lang="en-US" sz="69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tuần</a:t>
            </a:r>
            <a:r>
              <a:rPr lang="en-US" sz="69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sau,</a:t>
            </a: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ổ</a:t>
            </a:r>
            <a:r>
              <a:rPr lang="en-US" sz="6900" dirty="0" spc="9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đĩa</a:t>
            </a:r>
            <a:r>
              <a:rPr lang="en-US" sz="6900" dirty="0" spc="-1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gần</a:t>
            </a:r>
            <a:r>
              <a:rPr lang="en-US" sz="6900" dirty="0" spc="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đầy?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819400"/>
            <a:ext cx="4953000" cy="2667000"/>
          </a:xfrm>
          <a:prstGeom prst="roundRect">
            <a:avLst>
              <a:gd name="adj" fmla="val 10000"/>
            </a:avLst>
          </a:prstGeom>
          <a:solidFill>
            <a:srgbClr val="1E212B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3105150"/>
            <a:ext cx="41910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8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BƯỚC</a:t>
            </a:r>
            <a:r>
              <a:rPr lang="en-US" sz="1800" b="1" spc="227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295400" y="3619500"/>
            <a:ext cx="4191000" cy="152400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Dịch</a:t>
            </a:r>
            <a:r>
              <a:rPr lang="en-US" sz="27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</a:t>
            </a:r>
            <a:r>
              <a:rPr lang="en-US" sz="27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đồng</a:t>
            </a:r>
            <a:r>
              <a:rPr lang="en-US" sz="270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270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bị</a:t>
            </a:r>
            <a:r>
              <a:rPr lang="en-US" sz="2700" b="1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tắt,</a:t>
            </a:r>
            <a:r>
              <a:rPr lang="en-US" sz="270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70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ai</a:t>
            </a:r>
            <a:r>
              <a:rPr lang="en-US" sz="2700" b="1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bật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6000750" y="3619500"/>
            <a:ext cx="762000" cy="1171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400" dirty="0" spc="-2" kern="0">
                <a:solidFill>
                  <a:srgbClr val="9AA0B5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→</a:t>
            </a:r>
            <a:endParaRPr lang="en-US" sz="5400" dirty="0"/>
          </a:p>
        </p:txBody>
      </p:sp>
      <p:sp>
        <p:nvSpPr>
          <p:cNvPr id="8" name="Shape 6"/>
          <p:cNvSpPr/>
          <p:nvPr/>
        </p:nvSpPr>
        <p:spPr>
          <a:xfrm>
            <a:off x="6858000" y="2819400"/>
            <a:ext cx="4953000" cy="2667000"/>
          </a:xfrm>
          <a:prstGeom prst="roundRect">
            <a:avLst>
              <a:gd name="adj" fmla="val 10000"/>
            </a:avLst>
          </a:prstGeom>
          <a:solidFill>
            <a:srgbClr val="1E212B"/>
          </a:solidFill>
          <a:ln/>
        </p:spPr>
      </p:sp>
      <p:sp>
        <p:nvSpPr>
          <p:cNvPr id="9" name="Text 7"/>
          <p:cNvSpPr/>
          <p:nvPr/>
        </p:nvSpPr>
        <p:spPr>
          <a:xfrm>
            <a:off x="7239000" y="3105150"/>
            <a:ext cx="41910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8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BƯỚC</a:t>
            </a:r>
            <a:r>
              <a:rPr lang="en-US" sz="1800" b="1" spc="224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239000" y="3619500"/>
            <a:ext cx="4191000" cy="152400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Khe</a:t>
            </a:r>
            <a:r>
              <a:rPr lang="en-US" sz="270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CDC</a:t>
            </a:r>
            <a:r>
              <a:rPr lang="en-US" sz="2700" b="1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vẫn</a:t>
            </a:r>
            <a:r>
              <a:rPr lang="en-US" sz="27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</a:t>
            </a:r>
            <a:r>
              <a:rPr lang="en-US" sz="270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toàn</a:t>
            </a:r>
            <a:r>
              <a:rPr lang="en-US" sz="270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2700" b="1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nhật</a:t>
            </a:r>
            <a:r>
              <a:rPr lang="en-US" sz="27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ký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11944350" y="3619500"/>
            <a:ext cx="762000" cy="1171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400" dirty="0" spc="-2" kern="0">
                <a:solidFill>
                  <a:srgbClr val="9AA0B5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→</a:t>
            </a:r>
            <a:endParaRPr lang="en-US" sz="5400" dirty="0"/>
          </a:p>
        </p:txBody>
      </p:sp>
      <p:sp>
        <p:nvSpPr>
          <p:cNvPr id="12" name="Shape 10"/>
          <p:cNvSpPr/>
          <p:nvPr/>
        </p:nvSpPr>
        <p:spPr>
          <a:xfrm>
            <a:off x="12801600" y="2819400"/>
            <a:ext cx="4572000" cy="2667000"/>
          </a:xfrm>
          <a:prstGeom prst="roundRect">
            <a:avLst>
              <a:gd name="adj" fmla="val 10000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3182600" y="3105150"/>
            <a:ext cx="38100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KẾT</a:t>
            </a:r>
            <a:r>
              <a:rPr lang="en-US" sz="1800" b="1" spc="214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QUẢ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3182600" y="3619500"/>
            <a:ext cx="3810000" cy="152400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Đĩa</a:t>
            </a:r>
            <a:r>
              <a:rPr lang="en-US" sz="270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đầy</a:t>
            </a:r>
            <a:r>
              <a:rPr lang="en-US" sz="27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 dữ</a:t>
            </a:r>
            <a:r>
              <a:rPr lang="en-US" sz="270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7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ít</a:t>
            </a:r>
            <a:r>
              <a:rPr lang="en-US" sz="270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tăng</a:t>
            </a:r>
            <a:endParaRPr lang="en-US" sz="2700" dirty="0"/>
          </a:p>
        </p:txBody>
      </p:sp>
      <p:sp>
        <p:nvSpPr>
          <p:cNvPr id="15" name="Shape 13"/>
          <p:cNvSpPr/>
          <p:nvPr/>
        </p:nvSpPr>
        <p:spPr>
          <a:xfrm>
            <a:off x="914400" y="5791200"/>
            <a:ext cx="16459200" cy="2971800"/>
          </a:xfrm>
          <a:prstGeom prst="roundRect">
            <a:avLst>
              <a:gd name="adj" fmla="val 8974"/>
            </a:avLst>
          </a:prstGeom>
          <a:solidFill>
            <a:srgbClr val="F3EEE3"/>
          </a:solidFill>
          <a:ln/>
        </p:spPr>
      </p:sp>
      <p:sp>
        <p:nvSpPr>
          <p:cNvPr id="16" name="Text 14"/>
          <p:cNvSpPr/>
          <p:nvPr/>
        </p:nvSpPr>
        <p:spPr>
          <a:xfrm>
            <a:off x="1295400" y="6096000"/>
            <a:ext cx="152400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194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CÁCH</a:t>
            </a:r>
            <a:r>
              <a:rPr lang="en-US" sz="1800" b="1" spc="226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XỬ</a:t>
            </a:r>
            <a:r>
              <a:rPr lang="en-US" sz="1800" b="1" spc="132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LÝ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295400" y="6572250"/>
            <a:ext cx="157162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Bật</a:t>
            </a:r>
            <a:r>
              <a:rPr lang="en-US" sz="25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r>
              <a:rPr lang="en-US" sz="25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dịch</a:t>
            </a:r>
            <a:r>
              <a:rPr lang="en-US" sz="25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</a:t>
            </a:r>
            <a:r>
              <a:rPr lang="en-US" sz="2550" b="1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255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</a:t>
            </a:r>
            <a:r>
              <a:rPr lang="en-US" sz="25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2550" b="1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hết</a:t>
            </a:r>
            <a:endParaRPr lang="en-US" sz="2550" dirty="0"/>
          </a:p>
        </p:txBody>
      </p:sp>
      <p:sp>
        <p:nvSpPr>
          <p:cNvPr id="18" name="Text 16"/>
          <p:cNvSpPr/>
          <p:nvPr/>
        </p:nvSpPr>
        <p:spPr>
          <a:xfrm>
            <a:off x="1295400" y="7239000"/>
            <a:ext cx="157162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Hoặc</a:t>
            </a:r>
            <a:r>
              <a:rPr lang="en-US" sz="2550" b="1" dirty="0" spc="-2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xóa</a:t>
            </a:r>
            <a:r>
              <a:rPr lang="en-US" sz="25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khe</a:t>
            </a:r>
            <a:r>
              <a:rPr lang="en-US" sz="255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(pg_drop_replication_slot),</a:t>
            </a:r>
            <a:r>
              <a:rPr lang="en-US" sz="2550" b="1" dirty="0" spc="2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dựng</a:t>
            </a:r>
            <a:r>
              <a:rPr lang="en-US" sz="25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 bản</a:t>
            </a:r>
            <a:r>
              <a:rPr lang="en-US" sz="25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sao</a:t>
            </a:r>
            <a:endParaRPr lang="en-US" sz="2550" dirty="0"/>
          </a:p>
        </p:txBody>
      </p:sp>
      <p:sp>
        <p:nvSpPr>
          <p:cNvPr id="19" name="Text 17"/>
          <p:cNvSpPr/>
          <p:nvPr/>
        </p:nvSpPr>
        <p:spPr>
          <a:xfrm>
            <a:off x="1295400" y="7905750"/>
            <a:ext cx="157162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Theo</a:t>
            </a:r>
            <a:r>
              <a:rPr lang="en-US" sz="25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dõi</a:t>
            </a:r>
            <a:r>
              <a:rPr lang="en-US" sz="255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nhật</a:t>
            </a:r>
            <a:r>
              <a:rPr lang="en-US" sz="25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ký</a:t>
            </a:r>
            <a:r>
              <a:rPr lang="en-US" sz="25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mỗi khe</a:t>
            </a:r>
            <a:r>
              <a:rPr lang="en-US" sz="25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giữ, đặt</a:t>
            </a:r>
            <a:r>
              <a:rPr lang="en-US" sz="2550" b="1" dirty="0" spc="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giới</a:t>
            </a:r>
            <a:r>
              <a:rPr lang="en-US" sz="25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endParaRPr lang="en-US" sz="2550" dirty="0"/>
          </a:p>
        </p:txBody>
      </p:sp>
      <p:sp>
        <p:nvSpPr>
          <p:cNvPr id="20" name="Shape 18"/>
          <p:cNvSpPr/>
          <p:nvPr/>
        </p:nvSpPr>
        <p:spPr>
          <a:xfrm>
            <a:off x="9810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3239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6668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0097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3526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6955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038475" y="9439275"/>
            <a:ext cx="133350" cy="13335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3813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7242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14400" y="9696450"/>
            <a:ext cx="7620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45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07/09</a:t>
            </a:r>
            <a:endParaRPr lang="en-US" sz="1650" dirty="0"/>
          </a:p>
        </p:txBody>
      </p:sp>
      <p:sp>
        <p:nvSpPr>
          <p:cNvPr id="30" name="Shape 28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1" name="Moda image moda-export-watermark-dd18a18b-46a3-4392-b84d-55aa108028e7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142875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179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ĐÀO</a:t>
            </a:r>
            <a:r>
              <a:rPr lang="en-US" sz="1950" b="1" spc="212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SÂU</a:t>
            </a:r>
            <a:r>
              <a:rPr lang="en-US" sz="1950" b="1" spc="221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225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MƯỜI</a:t>
            </a:r>
            <a:r>
              <a:rPr lang="en-US" sz="1950" b="1" spc="226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DÒNG</a:t>
            </a:r>
            <a:r>
              <a:rPr lang="en-US" sz="1950" b="1" spc="225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KHE ĐỌC TRẢ</a:t>
            </a:r>
            <a:r>
              <a:rPr lang="en-US" sz="1950" b="1" spc="224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VỀ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900" dirty="0" spc="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Đúng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thứ</a:t>
            </a:r>
            <a:r>
              <a:rPr lang="en-US" sz="6900" dirty="0" spc="-5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tự,</a:t>
            </a:r>
            <a:r>
              <a:rPr lang="en-US" sz="6900" dirty="0" spc="-4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gói</a:t>
            </a:r>
            <a:r>
              <a:rPr lang="en-US" sz="6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theo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giao dịch</a:t>
            </a:r>
            <a:endParaRPr lang="en-US" sz="6900" dirty="0"/>
          </a:p>
        </p:txBody>
      </p:sp>
      <p:sp>
        <p:nvSpPr>
          <p:cNvPr id="4" name="Text 2"/>
          <p:cNvSpPr/>
          <p:nvPr/>
        </p:nvSpPr>
        <p:spPr>
          <a:xfrm>
            <a:off x="914400" y="2762250"/>
            <a:ext cx="16459200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Cụm</a:t>
            </a:r>
            <a:r>
              <a:rPr lang="en-US" sz="225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thử</a:t>
            </a:r>
            <a:r>
              <a:rPr lang="en-US" sz="22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khởi</a:t>
            </a:r>
            <a:r>
              <a:rPr lang="en-US" sz="2250" dirty="0" spc="1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động</a:t>
            </a:r>
            <a:r>
              <a:rPr lang="en-US" sz="2250" dirty="0" spc="-1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225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-c</a:t>
            </a:r>
            <a:r>
              <a:rPr lang="en-US" sz="2250" dirty="0" spc="-1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wal_level=logical</a:t>
            </a:r>
            <a:endParaRPr lang="en-US" sz="2250" dirty="0"/>
          </a:p>
        </p:txBody>
      </p:sp>
      <p:sp>
        <p:nvSpPr>
          <p:cNvPr id="5" name="Shape 3"/>
          <p:cNvSpPr/>
          <p:nvPr/>
        </p:nvSpPr>
        <p:spPr>
          <a:xfrm>
            <a:off x="1238250" y="5334000"/>
            <a:ext cx="15144750" cy="38100"/>
          </a:xfrm>
          <a:prstGeom prst="rect">
            <a:avLst/>
          </a:prstGeom>
          <a:solidFill>
            <a:srgbClr val="14161C"/>
          </a:solidFill>
          <a:ln/>
        </p:spPr>
      </p:sp>
      <p:sp>
        <p:nvSpPr>
          <p:cNvPr id="6" name="Shape 4"/>
          <p:cNvSpPr/>
          <p:nvPr/>
        </p:nvSpPr>
        <p:spPr>
          <a:xfrm>
            <a:off x="1181100" y="5238750"/>
            <a:ext cx="228600" cy="228600"/>
          </a:xfrm>
          <a:prstGeom prst="ellipse">
            <a:avLst/>
          </a:prstGeom>
          <a:solidFill>
            <a:srgbClr val="F3EEE3"/>
          </a:solidFill>
          <a:ln w="28575">
            <a:solidFill>
              <a:srgbClr val="14161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47975" y="5238750"/>
            <a:ext cx="228600" cy="228600"/>
          </a:xfrm>
          <a:prstGeom prst="ellipse">
            <a:avLst/>
          </a:prstGeom>
          <a:solidFill>
            <a:srgbClr val="E8472B"/>
          </a:solidFill>
          <a:ln w="28575">
            <a:solidFill>
              <a:srgbClr val="E8472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14850" y="5238750"/>
            <a:ext cx="228600" cy="228600"/>
          </a:xfrm>
          <a:prstGeom prst="ellipse">
            <a:avLst/>
          </a:prstGeom>
          <a:solidFill>
            <a:srgbClr val="F3EEE3"/>
          </a:solidFill>
          <a:ln w="28575">
            <a:solidFill>
              <a:srgbClr val="14161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181725" y="5238750"/>
            <a:ext cx="228600" cy="228600"/>
          </a:xfrm>
          <a:prstGeom prst="ellipse">
            <a:avLst/>
          </a:prstGeom>
          <a:solidFill>
            <a:srgbClr val="F3EEE3"/>
          </a:solidFill>
          <a:ln w="28575">
            <a:solidFill>
              <a:srgbClr val="14161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848600" y="5238750"/>
            <a:ext cx="228600" cy="228600"/>
          </a:xfrm>
          <a:prstGeom prst="ellipse">
            <a:avLst/>
          </a:prstGeom>
          <a:solidFill>
            <a:srgbClr val="E8472B"/>
          </a:solidFill>
          <a:ln w="28575">
            <a:solidFill>
              <a:srgbClr val="E8472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515475" y="5238750"/>
            <a:ext cx="228600" cy="228600"/>
          </a:xfrm>
          <a:prstGeom prst="ellipse">
            <a:avLst/>
          </a:prstGeom>
          <a:solidFill>
            <a:srgbClr val="E8472B"/>
          </a:solidFill>
          <a:ln w="28575">
            <a:solidFill>
              <a:srgbClr val="E8472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182350" y="5238750"/>
            <a:ext cx="228600" cy="228600"/>
          </a:xfrm>
          <a:prstGeom prst="ellipse">
            <a:avLst/>
          </a:prstGeom>
          <a:solidFill>
            <a:srgbClr val="F3EEE3"/>
          </a:solidFill>
          <a:ln w="28575">
            <a:solidFill>
              <a:srgbClr val="14161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2849225" y="5238750"/>
            <a:ext cx="228600" cy="228600"/>
          </a:xfrm>
          <a:prstGeom prst="ellipse">
            <a:avLst/>
          </a:prstGeom>
          <a:solidFill>
            <a:srgbClr val="F3EEE3"/>
          </a:solidFill>
          <a:ln w="28575">
            <a:solidFill>
              <a:srgbClr val="14161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4516100" y="5238750"/>
            <a:ext cx="228600" cy="228600"/>
          </a:xfrm>
          <a:prstGeom prst="ellipse">
            <a:avLst/>
          </a:prstGeom>
          <a:solidFill>
            <a:srgbClr val="E8472B"/>
          </a:solidFill>
          <a:ln w="28575">
            <a:solidFill>
              <a:srgbClr val="E8472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6182975" y="5238750"/>
            <a:ext cx="228600" cy="228600"/>
          </a:xfrm>
          <a:prstGeom prst="ellipse">
            <a:avLst/>
          </a:prstGeom>
          <a:solidFill>
            <a:srgbClr val="F3EEE3"/>
          </a:solidFill>
          <a:ln w="28575">
            <a:solidFill>
              <a:srgbClr val="14161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62000" y="4000500"/>
            <a:ext cx="142875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 spc="-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BEGIN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2428875" y="4000500"/>
            <a:ext cx="142875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INSERT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2428875" y="4381500"/>
            <a:ext cx="142875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đơn</a:t>
            </a:r>
            <a:r>
              <a:rPr lang="en-US" sz="180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4095750" y="4000500"/>
            <a:ext cx="142875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COMMIT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5762625" y="4000500"/>
            <a:ext cx="142875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 spc="-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BEGIN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7429500" y="4000500"/>
            <a:ext cx="142875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 spc="-4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UPDATE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7429500" y="4381500"/>
            <a:ext cx="142875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đơn</a:t>
            </a:r>
            <a:r>
              <a:rPr lang="en-US" sz="180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9096375" y="4000500"/>
            <a:ext cx="142875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INSERT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9096375" y="4381500"/>
            <a:ext cx="142875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đơn</a:t>
            </a:r>
            <a:r>
              <a:rPr lang="en-US" sz="18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0763250" y="4000500"/>
            <a:ext cx="142875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COMMIT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2430125" y="4000500"/>
            <a:ext cx="142875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 spc="-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BEGIN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4097000" y="4000500"/>
            <a:ext cx="142875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DELETE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4097000" y="4381500"/>
            <a:ext cx="142875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đơn</a:t>
            </a:r>
            <a:r>
              <a:rPr lang="en-US" sz="18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5763875" y="4000500"/>
            <a:ext cx="142875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COMMIT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1047750" y="5810250"/>
            <a:ext cx="3714750" cy="533400"/>
          </a:xfrm>
          <a:prstGeom prst="roundRect">
            <a:avLst>
              <a:gd name="adj" fmla="val 25000"/>
            </a:avLst>
          </a:prstGeom>
          <a:solidFill>
            <a:srgbClr val="E8E0CF"/>
          </a:solidFill>
          <a:ln/>
        </p:spPr>
      </p:sp>
      <p:sp>
        <p:nvSpPr>
          <p:cNvPr id="31" name="Text 29"/>
          <p:cNvSpPr/>
          <p:nvPr/>
        </p:nvSpPr>
        <p:spPr>
          <a:xfrm>
            <a:off x="1238250" y="5924550"/>
            <a:ext cx="3429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137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GIAO</a:t>
            </a:r>
            <a:r>
              <a:rPr lang="en-US" sz="1650" b="1" spc="151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DỊCH</a:t>
            </a:r>
            <a:r>
              <a:rPr lang="en-US" sz="1650" b="1" spc="152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</a:t>
            </a:r>
            <a:endParaRPr lang="en-US" sz="1650" dirty="0"/>
          </a:p>
        </p:txBody>
      </p:sp>
      <p:sp>
        <p:nvSpPr>
          <p:cNvPr id="32" name="Shape 30"/>
          <p:cNvSpPr/>
          <p:nvPr/>
        </p:nvSpPr>
        <p:spPr>
          <a:xfrm>
            <a:off x="5572125" y="5810250"/>
            <a:ext cx="5381625" cy="533400"/>
          </a:xfrm>
          <a:prstGeom prst="roundRect">
            <a:avLst>
              <a:gd name="adj" fmla="val 25000"/>
            </a:avLst>
          </a:prstGeom>
          <a:solidFill>
            <a:srgbClr val="E8E0CF"/>
          </a:solidFill>
          <a:ln/>
        </p:spPr>
      </p:sp>
      <p:sp>
        <p:nvSpPr>
          <p:cNvPr id="33" name="Text 31"/>
          <p:cNvSpPr/>
          <p:nvPr/>
        </p:nvSpPr>
        <p:spPr>
          <a:xfrm>
            <a:off x="5762625" y="5924550"/>
            <a:ext cx="4953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137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GIAO</a:t>
            </a:r>
            <a:r>
              <a:rPr lang="en-US" sz="1650" b="1" spc="151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DỊCH</a:t>
            </a:r>
            <a:r>
              <a:rPr lang="en-US" sz="1650" b="1" spc="15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</a:t>
            </a:r>
            <a:r>
              <a:rPr lang="en-US" sz="1650" b="1" spc="154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b="1" spc="149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</a:t>
            </a:r>
            <a:r>
              <a:rPr lang="en-US" sz="1650" b="1" spc="115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THAY</a:t>
            </a:r>
            <a:r>
              <a:rPr lang="en-US" sz="1650" b="1" spc="154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</a:t>
            </a:r>
            <a:endParaRPr lang="en-US" sz="1650" dirty="0"/>
          </a:p>
        </p:txBody>
      </p:sp>
      <p:sp>
        <p:nvSpPr>
          <p:cNvPr id="34" name="Shape 32"/>
          <p:cNvSpPr/>
          <p:nvPr/>
        </p:nvSpPr>
        <p:spPr>
          <a:xfrm>
            <a:off x="12239625" y="5810250"/>
            <a:ext cx="4429125" cy="533400"/>
          </a:xfrm>
          <a:prstGeom prst="roundRect">
            <a:avLst>
              <a:gd name="adj" fmla="val 25000"/>
            </a:avLst>
          </a:prstGeom>
          <a:solidFill>
            <a:srgbClr val="E8E0CF"/>
          </a:solidFill>
          <a:ln/>
        </p:spPr>
      </p:sp>
      <p:sp>
        <p:nvSpPr>
          <p:cNvPr id="35" name="Text 33"/>
          <p:cNvSpPr/>
          <p:nvPr/>
        </p:nvSpPr>
        <p:spPr>
          <a:xfrm>
            <a:off x="12430125" y="5924550"/>
            <a:ext cx="40005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137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GIAO</a:t>
            </a:r>
            <a:r>
              <a:rPr lang="en-US" sz="1650" b="1" spc="151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DỊCH 3</a:t>
            </a:r>
            <a:endParaRPr lang="en-US" sz="1650" dirty="0"/>
          </a:p>
        </p:txBody>
      </p:sp>
      <p:sp>
        <p:nvSpPr>
          <p:cNvPr id="36" name="Shape 34"/>
          <p:cNvSpPr/>
          <p:nvPr/>
        </p:nvSpPr>
        <p:spPr>
          <a:xfrm>
            <a:off x="914400" y="6858000"/>
            <a:ext cx="8001000" cy="1905000"/>
          </a:xfrm>
          <a:prstGeom prst="roundRect">
            <a:avLst>
              <a:gd name="adj" fmla="val 14000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295400" y="7143750"/>
            <a:ext cx="72390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5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XEM</a:t>
            </a:r>
            <a:r>
              <a:rPr lang="en-US" sz="1800" b="1" spc="219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TRƯỚC</a:t>
            </a:r>
            <a:r>
              <a:rPr lang="en-US" sz="1800" b="1" spc="209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RỒI</a:t>
            </a:r>
            <a:r>
              <a:rPr lang="en-US" sz="1800" b="1" spc="181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LẤY</a:t>
            </a:r>
            <a:r>
              <a:rPr lang="en-US" sz="1800" b="1" spc="223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1295400" y="7620000"/>
            <a:ext cx="7239000" cy="85725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b="1" dirty="0" spc="-4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Xem</a:t>
            </a:r>
            <a:r>
              <a:rPr lang="en-US" sz="25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r>
              <a:rPr lang="en-US" sz="2550" b="1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vẫn</a:t>
            </a:r>
            <a:r>
              <a:rPr lang="en-US" sz="25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10;</a:t>
            </a:r>
            <a:r>
              <a:rPr lang="en-US" sz="2550" b="1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lấy</a:t>
            </a:r>
            <a:r>
              <a:rPr lang="en-US" sz="2550" b="1" dirty="0" spc="2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</a:t>
            </a:r>
            <a:r>
              <a:rPr lang="en-US" sz="25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10,</a:t>
            </a:r>
            <a:r>
              <a:rPr lang="en-US" sz="2550" b="1" dirty="0" spc="-2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xem</a:t>
            </a:r>
            <a:r>
              <a:rPr lang="en-US" sz="25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r>
              <a:rPr lang="en-US" sz="25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</a:t>
            </a:r>
            <a:endParaRPr lang="en-US" sz="2550" dirty="0"/>
          </a:p>
        </p:txBody>
      </p:sp>
      <p:sp>
        <p:nvSpPr>
          <p:cNvPr id="39" name="Shape 37"/>
          <p:cNvSpPr/>
          <p:nvPr/>
        </p:nvSpPr>
        <p:spPr>
          <a:xfrm>
            <a:off x="9372600" y="6858000"/>
            <a:ext cx="8001000" cy="1905000"/>
          </a:xfrm>
          <a:prstGeom prst="roundRect">
            <a:avLst>
              <a:gd name="adj" fmla="val 14000"/>
            </a:avLst>
          </a:prstGeom>
          <a:solidFill>
            <a:srgbClr val="14161C"/>
          </a:solidFill>
          <a:ln/>
        </p:spPr>
      </p:sp>
      <p:sp>
        <p:nvSpPr>
          <p:cNvPr id="40" name="Text 38"/>
          <p:cNvSpPr/>
          <p:nvPr/>
        </p:nvSpPr>
        <p:spPr>
          <a:xfrm>
            <a:off x="9753600" y="7143750"/>
            <a:ext cx="72390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178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NHẬT</a:t>
            </a:r>
            <a:r>
              <a:rPr lang="en-US" sz="1800" b="1" spc="228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KÝ</a:t>
            </a:r>
            <a:r>
              <a:rPr lang="en-US" sz="1800" b="1" spc="20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ĐANG</a:t>
            </a:r>
            <a:r>
              <a:rPr lang="en-US" sz="1800" b="1" spc="22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</a:t>
            </a:r>
            <a:endParaRPr lang="en-US" sz="1800" dirty="0"/>
          </a:p>
        </p:txBody>
      </p:sp>
      <p:sp>
        <p:nvSpPr>
          <p:cNvPr id="41" name="Text 39"/>
          <p:cNvSpPr/>
          <p:nvPr/>
        </p:nvSpPr>
        <p:spPr>
          <a:xfrm>
            <a:off x="9753600" y="7620000"/>
            <a:ext cx="7239000" cy="85725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26</a:t>
            </a:r>
            <a:r>
              <a:rPr lang="en-US" sz="25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MB;</a:t>
            </a:r>
            <a:r>
              <a:rPr lang="en-US" sz="25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sau</a:t>
            </a:r>
            <a:r>
              <a:rPr lang="en-US" sz="25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255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2550" b="1" dirty="0" spc="-2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xong</a:t>
            </a:r>
            <a:r>
              <a:rPr lang="en-US" sz="25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</a:t>
            </a:r>
            <a:r>
              <a:rPr lang="en-US" sz="2550" b="1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bytes</a:t>
            </a:r>
            <a:endParaRPr lang="en-US" sz="2550" dirty="0"/>
          </a:p>
        </p:txBody>
      </p:sp>
      <p:sp>
        <p:nvSpPr>
          <p:cNvPr id="42" name="Shape 40"/>
          <p:cNvSpPr/>
          <p:nvPr/>
        </p:nvSpPr>
        <p:spPr>
          <a:xfrm>
            <a:off x="9810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3239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6668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20097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23526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26955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30384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3381375" y="9439275"/>
            <a:ext cx="133350" cy="13335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7242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914400" y="9696450"/>
            <a:ext cx="7620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45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08/09</a:t>
            </a:r>
            <a:endParaRPr lang="en-US" sz="1650" dirty="0"/>
          </a:p>
        </p:txBody>
      </p:sp>
      <p:sp>
        <p:nvSpPr>
          <p:cNvPr id="52" name="Shape 50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53" name="Moda image moda-export-watermark-2622a664-cb6a-4a93-84c7-46bbe100c6e4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11430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17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THUẬT</a:t>
            </a:r>
            <a:r>
              <a:rPr lang="en-US" sz="1950" b="1" spc="226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NGỮ</a:t>
            </a:r>
            <a:r>
              <a:rPr lang="en-US" sz="1950" b="1" spc="174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950" b="1" spc="22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900" dirty="0" spc="-5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Từ</a:t>
            </a: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viết</a:t>
            </a:r>
            <a:r>
              <a:rPr lang="en-US" sz="6900" dirty="0" spc="-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tắt</a:t>
            </a:r>
            <a:r>
              <a:rPr lang="en-US" sz="6900" dirty="0" spc="-7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69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nguồn</a:t>
            </a:r>
            <a:r>
              <a:rPr lang="en-US" sz="6900" dirty="0" spc="1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đối</a:t>
            </a:r>
            <a:r>
              <a:rPr lang="en-US" sz="6900" dirty="0" spc="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chiếu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762250"/>
            <a:ext cx="16459200" cy="704850"/>
          </a:xfrm>
          <a:prstGeom prst="roundRect">
            <a:avLst>
              <a:gd name="adj" fmla="val 21622"/>
            </a:avLst>
          </a:prstGeom>
          <a:solidFill>
            <a:srgbClr val="1E212B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3581400"/>
            <a:ext cx="16459200" cy="704850"/>
          </a:xfrm>
          <a:prstGeom prst="roundRect">
            <a:avLst>
              <a:gd name="adj" fmla="val 21622"/>
            </a:avLst>
          </a:prstGeom>
          <a:solidFill>
            <a:srgbClr val="1E212B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400550"/>
            <a:ext cx="16459200" cy="704850"/>
          </a:xfrm>
          <a:prstGeom prst="roundRect">
            <a:avLst>
              <a:gd name="adj" fmla="val 21622"/>
            </a:avLst>
          </a:prstGeom>
          <a:solidFill>
            <a:srgbClr val="1E212B"/>
          </a:solidFill>
          <a:ln/>
        </p:spPr>
      </p:sp>
      <p:sp>
        <p:nvSpPr>
          <p:cNvPr id="7" name="Shape 5"/>
          <p:cNvSpPr/>
          <p:nvPr/>
        </p:nvSpPr>
        <p:spPr>
          <a:xfrm>
            <a:off x="914400" y="5219700"/>
            <a:ext cx="16459200" cy="704850"/>
          </a:xfrm>
          <a:prstGeom prst="roundRect">
            <a:avLst>
              <a:gd name="adj" fmla="val 21622"/>
            </a:avLst>
          </a:prstGeom>
          <a:solidFill>
            <a:srgbClr val="1E212B"/>
          </a:solidFill>
          <a:ln/>
        </p:spPr>
      </p:sp>
      <p:sp>
        <p:nvSpPr>
          <p:cNvPr id="8" name="Text 6"/>
          <p:cNvSpPr/>
          <p:nvPr/>
        </p:nvSpPr>
        <p:spPr>
          <a:xfrm>
            <a:off x="1295400" y="2876550"/>
            <a:ext cx="24765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6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CDC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3810000" y="2952750"/>
            <a:ext cx="723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-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Change</a:t>
            </a:r>
            <a:r>
              <a:rPr lang="en-US" sz="2100" dirty="0" spc="-1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Data</a:t>
            </a:r>
            <a:r>
              <a:rPr lang="en-US" sz="2100" dirty="0" spc="-1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Capture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11239500" y="2952750"/>
            <a:ext cx="5905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-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Bắt</a:t>
            </a:r>
            <a:r>
              <a:rPr lang="en-US" sz="2100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thay</a:t>
            </a:r>
            <a:r>
              <a:rPr lang="en-US" sz="2100" dirty="0" spc="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</a:t>
            </a:r>
            <a:r>
              <a:rPr lang="en-US" sz="21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1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1295400" y="3695700"/>
            <a:ext cx="24765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2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SQL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3810000" y="3771900"/>
            <a:ext cx="723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-1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Structured</a:t>
            </a:r>
            <a:r>
              <a:rPr lang="en-US" sz="210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Query</a:t>
            </a:r>
            <a:r>
              <a:rPr lang="en-US" sz="2100" dirty="0" spc="-1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Language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11239500" y="3771900"/>
            <a:ext cx="5905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Ngôn</a:t>
            </a:r>
            <a:r>
              <a:rPr lang="en-US" sz="21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ngữ</a:t>
            </a:r>
            <a:r>
              <a:rPr lang="en-US" sz="21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truy</a:t>
            </a:r>
            <a:r>
              <a:rPr lang="en-US" sz="2100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vấn</a:t>
            </a:r>
            <a:r>
              <a:rPr lang="en-US" sz="210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1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cấu</a:t>
            </a:r>
            <a:r>
              <a:rPr lang="en-US" sz="21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trúc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1295400" y="4514850"/>
            <a:ext cx="24765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-73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WAL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3810000" y="4591050"/>
            <a:ext cx="723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Write-Ahead</a:t>
            </a:r>
            <a:r>
              <a:rPr lang="en-US" sz="2100" dirty="0" spc="-2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Log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11239500" y="4591050"/>
            <a:ext cx="5905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Nhật</a:t>
            </a:r>
            <a:r>
              <a:rPr lang="en-US" sz="21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ký</a:t>
            </a:r>
            <a:r>
              <a:rPr lang="en-US" sz="21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</a:t>
            </a:r>
            <a:r>
              <a:rPr lang="en-US" sz="210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trước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1295400" y="5334000"/>
            <a:ext cx="24765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1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MB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3810000" y="5410200"/>
            <a:ext cx="723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-1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MegaByte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11239500" y="5410200"/>
            <a:ext cx="5905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-1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Megabyte</a:t>
            </a:r>
            <a:endParaRPr lang="en-US" sz="2100" dirty="0"/>
          </a:p>
        </p:txBody>
      </p:sp>
      <p:sp>
        <p:nvSpPr>
          <p:cNvPr id="20" name="Shape 18"/>
          <p:cNvSpPr/>
          <p:nvPr/>
        </p:nvSpPr>
        <p:spPr>
          <a:xfrm>
            <a:off x="914400" y="6286500"/>
            <a:ext cx="5334000" cy="2476500"/>
          </a:xfrm>
          <a:prstGeom prst="roundRect">
            <a:avLst>
              <a:gd name="adj" fmla="val 9231"/>
            </a:avLst>
          </a:prstGeom>
          <a:solidFill>
            <a:srgbClr val="1E212B"/>
          </a:solidFill>
          <a:ln/>
        </p:spPr>
      </p:sp>
      <p:sp>
        <p:nvSpPr>
          <p:cNvPr id="21" name="Text 19"/>
          <p:cNvSpPr/>
          <p:nvPr/>
        </p:nvSpPr>
        <p:spPr>
          <a:xfrm>
            <a:off x="1295400" y="6572250"/>
            <a:ext cx="45720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07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BYTEBYTEGO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295400" y="7048500"/>
            <a:ext cx="4572000" cy="1333500"/>
          </a:xfrm>
          <a:prstGeom prst="rect">
            <a:avLst/>
          </a:prstGeom>
          <a:noFill/>
          <a:ln/>
        </p:spPr>
        <p:txBody>
          <a:bodyPr wrap="square" lIns="0" tIns="8557" rIns="0" bIns="-8557" rtlCol="0" anchor="t"/>
          <a:lstStyle/>
          <a:p>
            <a:pPr algn="l" indent="0" marL="0">
              <a:lnSpc>
                <a:spcPts val="3038"/>
              </a:lnSpc>
              <a:buNone/>
            </a:pPr>
            <a:r>
              <a:rPr lang="en-US" sz="22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Bài</a:t>
            </a:r>
            <a:r>
              <a:rPr lang="en-US" sz="22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2250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tại</a:t>
            </a:r>
            <a:r>
              <a:rPr lang="en-US" sz="22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commit</a:t>
            </a:r>
            <a:r>
              <a:rPr lang="en-US" sz="2250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cố</a:t>
            </a:r>
            <a:r>
              <a:rPr lang="en-US" sz="2250" dirty="0" spc="1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endParaRPr lang="en-US" sz="2250" dirty="0"/>
          </a:p>
        </p:txBody>
      </p:sp>
      <p:sp>
        <p:nvSpPr>
          <p:cNvPr id="23" name="Shape 21"/>
          <p:cNvSpPr/>
          <p:nvPr/>
        </p:nvSpPr>
        <p:spPr>
          <a:xfrm>
            <a:off x="6477000" y="6286500"/>
            <a:ext cx="5334000" cy="2476500"/>
          </a:xfrm>
          <a:prstGeom prst="roundRect">
            <a:avLst>
              <a:gd name="adj" fmla="val 9231"/>
            </a:avLst>
          </a:prstGeom>
          <a:solidFill>
            <a:srgbClr val="1E212B"/>
          </a:solidFill>
          <a:ln/>
        </p:spPr>
      </p:sp>
      <p:sp>
        <p:nvSpPr>
          <p:cNvPr id="24" name="Text 22"/>
          <p:cNvSpPr/>
          <p:nvPr/>
        </p:nvSpPr>
        <p:spPr>
          <a:xfrm>
            <a:off x="6858000" y="6572250"/>
            <a:ext cx="45720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193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APACHE</a:t>
            </a:r>
            <a:r>
              <a:rPr lang="en-US" sz="1800" b="1" spc="224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KAFKA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6858000" y="7048500"/>
            <a:ext cx="4572000" cy="1333500"/>
          </a:xfrm>
          <a:prstGeom prst="rect">
            <a:avLst/>
          </a:prstGeom>
          <a:noFill/>
          <a:ln/>
        </p:spPr>
        <p:txBody>
          <a:bodyPr wrap="square" lIns="0" tIns="8557" rIns="0" bIns="-8557" rtlCol="0" anchor="t"/>
          <a:lstStyle/>
          <a:p>
            <a:pPr algn="l" indent="0" marL="0">
              <a:lnSpc>
                <a:spcPts val="3038"/>
              </a:lnSpc>
              <a:buNone/>
            </a:pPr>
            <a:r>
              <a:rPr lang="en-US" sz="225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Use</a:t>
            </a:r>
            <a:r>
              <a:rPr lang="en-US" sz="22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cases,</a:t>
            </a:r>
            <a:r>
              <a:rPr lang="en-US" sz="2250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tại</a:t>
            </a:r>
            <a:r>
              <a:rPr lang="en-US" sz="22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commit</a:t>
            </a:r>
            <a:r>
              <a:rPr lang="en-US" sz="2250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cố</a:t>
            </a:r>
            <a:r>
              <a:rPr lang="en-US" sz="2250" dirty="0" spc="1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endParaRPr lang="en-US" sz="2250" dirty="0"/>
          </a:p>
        </p:txBody>
      </p:sp>
      <p:sp>
        <p:nvSpPr>
          <p:cNvPr id="26" name="Shape 24"/>
          <p:cNvSpPr/>
          <p:nvPr/>
        </p:nvSpPr>
        <p:spPr>
          <a:xfrm>
            <a:off x="12039600" y="6286500"/>
            <a:ext cx="5334000" cy="2476500"/>
          </a:xfrm>
          <a:prstGeom prst="roundRect">
            <a:avLst>
              <a:gd name="adj" fmla="val 9231"/>
            </a:avLst>
          </a:prstGeom>
          <a:solidFill>
            <a:srgbClr val="1E212B"/>
          </a:solidFill>
          <a:ln/>
        </p:spPr>
      </p:sp>
      <p:sp>
        <p:nvSpPr>
          <p:cNvPr id="27" name="Text 25"/>
          <p:cNvSpPr/>
          <p:nvPr/>
        </p:nvSpPr>
        <p:spPr>
          <a:xfrm>
            <a:off x="12420600" y="6572250"/>
            <a:ext cx="45720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13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POSTGRESQL</a:t>
            </a:r>
            <a:r>
              <a:rPr lang="en-US" sz="1800" b="1" spc="225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16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2420600" y="7048500"/>
            <a:ext cx="4572000" cy="1333500"/>
          </a:xfrm>
          <a:prstGeom prst="rect">
            <a:avLst/>
          </a:prstGeom>
          <a:noFill/>
          <a:ln/>
        </p:spPr>
        <p:txBody>
          <a:bodyPr wrap="square" lIns="0" tIns="8557" rIns="0" bIns="-8557" rtlCol="0" anchor="t"/>
          <a:lstStyle/>
          <a:p>
            <a:pPr algn="l" indent="0" marL="0">
              <a:lnSpc>
                <a:spcPts val="3038"/>
              </a:lnSpc>
              <a:buNone/>
            </a:pPr>
            <a:r>
              <a:rPr lang="en-US" sz="2250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Logical</a:t>
            </a:r>
            <a:r>
              <a:rPr lang="en-US" sz="22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Decoding</a:t>
            </a:r>
            <a:endParaRPr lang="en-US" sz="2250" dirty="0"/>
          </a:p>
        </p:txBody>
      </p:sp>
      <p:sp>
        <p:nvSpPr>
          <p:cNvPr id="29" name="Shape 27"/>
          <p:cNvSpPr/>
          <p:nvPr/>
        </p:nvSpPr>
        <p:spPr>
          <a:xfrm>
            <a:off x="9810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3239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6668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0097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3526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6955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0384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3813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724275" y="9439275"/>
            <a:ext cx="133350" cy="13335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14400" y="9696450"/>
            <a:ext cx="7620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45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09/09</a:t>
            </a:r>
            <a:endParaRPr lang="en-US" sz="1650" dirty="0"/>
          </a:p>
        </p:txBody>
      </p:sp>
      <p:sp>
        <p:nvSpPr>
          <p:cNvPr id="39" name="Shape 37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40" name="Moda image moda-export-watermark-085a8db7-5d05-464b-af20-b6e319570d91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2026-10-19T02:24:19Z</dcterms:created>
  <dcterms:modified xsi:type="dcterms:W3CDTF">2026-10-19T02:24:19Z</dcterms:modified>
</cp:coreProperties>
</file>