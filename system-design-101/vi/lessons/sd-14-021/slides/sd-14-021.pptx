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952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34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4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Fiddler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được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HTTPS: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6" name="Connector line-1792374267618-63813790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4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có</a:t>
            </a:r>
            <a:r>
              <a:rPr lang="en-US" sz="180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953750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63625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Connector line-1792374267642-818179918"/>
          <p:cNvSpPr/>
          <p:nvPr/>
        </p:nvSpPr>
        <p:spPr>
          <a:xfrm>
            <a:off x="10953750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374267642-998784275"/>
          <p:cNvSpPr/>
          <p:nvPr/>
        </p:nvSpPr>
        <p:spPr>
          <a:xfrm>
            <a:off x="13763625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78230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54075" y="37909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0205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000125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11125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relay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2100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49125" y="4819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16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5829300"/>
            <a:ext cx="5334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từ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763250" y="6591300"/>
            <a:ext cx="60960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relay:</a:t>
            </a: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ee17e07-41bc-45b2-bf03-17f5bf0ea9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127.0.0.1,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là chuỗi giả.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00750"/>
            <a:ext cx="70485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2484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62940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5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810500"/>
            <a:ext cx="7048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0200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soạn.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57300" y="843915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3.13.16,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 3.0.13,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50.0.1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15400" y="1333500"/>
            <a:ext cx="8077200" cy="2190750"/>
          </a:xfrm>
          <a:prstGeom prst="roundRect">
            <a:avLst>
              <a:gd name="adj" fmla="val 956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258300" y="15811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258300" y="21526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28384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2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80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334750" y="2762250"/>
            <a:ext cx="1524000" cy="476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011150" y="2762250"/>
            <a:ext cx="2571750" cy="476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9" name="Connector line-1792376484151-601010042"/>
          <p:cNvSpPr/>
          <p:nvPr/>
        </p:nvSpPr>
        <p:spPr>
          <a:xfrm>
            <a:off x="12954000" y="363855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258800" y="3695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41910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258300" y="44767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58300" y="5067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5448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5" name="Connector line-1792376484157-573316318"/>
          <p:cNvSpPr/>
          <p:nvPr/>
        </p:nvSpPr>
        <p:spPr>
          <a:xfrm>
            <a:off x="12954000" y="601980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258800" y="607695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915400" y="65722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258300" y="6858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9258300" y="7448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30" name="Connector line-1792376484162-4693828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08c42c0d-d2aa-4f20-93db-f5f450ccfd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4480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5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r>
              <a:rPr lang="en-US" sz="25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0485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5981700"/>
            <a:ext cx="638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1650" b="1" spc="24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8" name="Text richtext-1792378676857-880318549"/>
          <p:cNvSpPr/>
          <p:nvPr/>
        </p:nvSpPr>
        <p:spPr>
          <a:xfrm>
            <a:off x="1257300" y="6457950"/>
            <a:ext cx="6381750" cy="2190750"/>
          </a:xfrm>
          <a:prstGeom prst="rect">
            <a:avLst/>
          </a:prstGeom>
          <a:noFill/>
          <a:ln/>
        </p:spPr>
        <p:txBody>
          <a:bodyPr wrap="square" lIns="0" tIns="7707" rIns="0" bIns="-7707" rtlCol="0" anchor="t"/>
          <a:lstStyle/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client_random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025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TLSv1.3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Connector line-1792378676878-532960729"/>
          <p:cNvSpPr/>
          <p:nvPr/>
        </p:nvSpPr>
        <p:spPr>
          <a:xfrm>
            <a:off x="982027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1" name="Connector line-1792378676878-75361170"/>
          <p:cNvSpPr/>
          <p:nvPr/>
        </p:nvSpPr>
        <p:spPr>
          <a:xfrm>
            <a:off x="12858750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2" name="Connector line-1792378676879-823477660"/>
          <p:cNvSpPr/>
          <p:nvPr/>
        </p:nvSpPr>
        <p:spPr>
          <a:xfrm>
            <a:off x="1582102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867775" y="1238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020550" y="123825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678025" y="12382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20275" y="2114550"/>
            <a:ext cx="3038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 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820275" y="24955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100" dirty="0"/>
          </a:p>
        </p:txBody>
      </p:sp>
      <p:sp>
        <p:nvSpPr>
          <p:cNvPr id="18" name="Connector line-1792378676889-760007411"/>
          <p:cNvSpPr/>
          <p:nvPr/>
        </p:nvSpPr>
        <p:spPr>
          <a:xfrm>
            <a:off x="9934575" y="30099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820275" y="3162300"/>
            <a:ext cx="30384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820275" y="36004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21" name="Connector line-1792378676893-570833321"/>
          <p:cNvSpPr/>
          <p:nvPr/>
        </p:nvSpPr>
        <p:spPr>
          <a:xfrm>
            <a:off x="9934575" y="41148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410950" y="4572000"/>
            <a:ext cx="2895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chữ</a:t>
            </a:r>
            <a:r>
              <a:rPr lang="en-US" sz="19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858750" y="5619750"/>
            <a:ext cx="2962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58750" y="60007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 riêng</a:t>
            </a:r>
            <a:endParaRPr lang="en-US" sz="2100" dirty="0"/>
          </a:p>
        </p:txBody>
      </p:sp>
      <p:sp>
        <p:nvSpPr>
          <p:cNvPr id="25" name="Connector line-1792378676898-563298665"/>
          <p:cNvSpPr/>
          <p:nvPr/>
        </p:nvSpPr>
        <p:spPr>
          <a:xfrm>
            <a:off x="12973050" y="65151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858750" y="6667500"/>
            <a:ext cx="29622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858750" y="71056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8" name="Connector line-1792378676902-879327883"/>
          <p:cNvSpPr/>
          <p:nvPr/>
        </p:nvSpPr>
        <p:spPr>
          <a:xfrm>
            <a:off x="12973050" y="76200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915400" y="8267700"/>
            <a:ext cx="807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·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khác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30" name="Connector line-1792378676904-4393853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00218be-3658-42a4-a818-5cb2297c58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có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nên không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tin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Dẫn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vẫn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8001000"/>
            <a:ext cx="7048500" cy="876300"/>
          </a:xfrm>
          <a:prstGeom prst="roundRect">
            <a:avLst>
              <a:gd name="adj" fmla="val 26087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134350"/>
            <a:ext cx="647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chỉ:</a:t>
            </a:r>
            <a:r>
              <a:rPr lang="en-US" sz="19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tên,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19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57300" y="85058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sd-14-014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sd-14-015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58500" y="1181100"/>
            <a:ext cx="4191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950" dirty="0"/>
          </a:p>
        </p:txBody>
      </p:sp>
      <p:sp>
        <p:nvSpPr>
          <p:cNvPr id="14" name="Connector line-1792381636710-317035306"/>
          <p:cNvSpPr/>
          <p:nvPr/>
        </p:nvSpPr>
        <p:spPr>
          <a:xfrm>
            <a:off x="12954000" y="1771650"/>
            <a:ext cx="0" cy="4191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915400" y="22288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258300" y="24384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b="1" spc="2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25830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58300" y="3371850"/>
            <a:ext cx="2857500" cy="4381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06300" y="3429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0" name="Connector line-1792381636719-706278469"/>
          <p:cNvSpPr/>
          <p:nvPr/>
        </p:nvSpPr>
        <p:spPr>
          <a:xfrm>
            <a:off x="12954000" y="3962400"/>
            <a:ext cx="0" cy="4381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201650" y="4076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15400" y="4438650"/>
            <a:ext cx="8077200" cy="4114800"/>
          </a:xfrm>
          <a:prstGeom prst="roundRect">
            <a:avLst>
              <a:gd name="adj" fmla="val 509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8300" y="466725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 LÚC</a:t>
            </a:r>
            <a:r>
              <a:rPr lang="en-US" sz="1800" b="1" spc="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6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258300" y="5276850"/>
            <a:ext cx="7391400" cy="123825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48800" y="5391150"/>
            <a:ext cx="7010400" cy="10287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SSLCertVerificationError: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CERTIFICATE_VERIFY_FAILED: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unable to</a:t>
            </a: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get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local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issuer</a:t>
            </a:r>
            <a:r>
              <a:rPr lang="en-US" sz="18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certificate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258300" y="6648450"/>
            <a:ext cx="35814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27" name="Text 25"/>
          <p:cNvSpPr/>
          <p:nvPr/>
        </p:nvSpPr>
        <p:spPr>
          <a:xfrm>
            <a:off x="94488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4488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4488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unknown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2992100" y="6648450"/>
            <a:ext cx="36576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31" name="Text 29"/>
          <p:cNvSpPr/>
          <p:nvPr/>
        </p:nvSpPr>
        <p:spPr>
          <a:xfrm>
            <a:off x="131826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31826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31826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1800" dirty="0"/>
          </a:p>
        </p:txBody>
      </p:sp>
      <p:sp>
        <p:nvSpPr>
          <p:cNvPr id="34" name="Connector line-1792381636738-73262788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0296730-b2d8-4e07-8e28-73e64beec3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 có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relay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8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5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nắm.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80772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là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05900" y="1428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963400" y="142875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4535150" y="1428750"/>
            <a:ext cx="2286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4" name="Connector line-1792384783392-924908790"/>
          <p:cNvSpPr/>
          <p:nvPr/>
        </p:nvSpPr>
        <p:spPr>
          <a:xfrm>
            <a:off x="1110615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5" name="Connector line-1792384783393-395786552"/>
          <p:cNvSpPr/>
          <p:nvPr/>
        </p:nvSpPr>
        <p:spPr>
          <a:xfrm>
            <a:off x="1367790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05900" y="2228850"/>
            <a:ext cx="3810000" cy="457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có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5400" y="3048000"/>
            <a:ext cx="3924300" cy="2476500"/>
          </a:xfrm>
          <a:prstGeom prst="roundRect">
            <a:avLst>
              <a:gd name="adj" fmla="val 8462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30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1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1650" dirty="0"/>
          </a:p>
        </p:txBody>
      </p:sp>
      <p:sp>
        <p:nvSpPr>
          <p:cNvPr id="19" name="Text richtext-1792384783399-720538879"/>
          <p:cNvSpPr/>
          <p:nvPr/>
        </p:nvSpPr>
        <p:spPr>
          <a:xfrm>
            <a:off x="9163050" y="3752850"/>
            <a:ext cx="3429000" cy="1676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8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8915400" y="5715000"/>
            <a:ext cx="3924300" cy="2762250"/>
          </a:xfrm>
          <a:prstGeom prst="roundRect">
            <a:avLst>
              <a:gd name="adj" fmla="val 7586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63050" y="592455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b="1" spc="20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3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163050" y="6305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63050" y="66675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650" dirty="0" spc="-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63050" y="71437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63050" y="76390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63050" y="80010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3068300" y="3048000"/>
            <a:ext cx="3924300" cy="5429250"/>
          </a:xfrm>
          <a:prstGeom prst="roundRect">
            <a:avLst>
              <a:gd name="adj" fmla="val 534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159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3296900" y="38290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3296900" y="38290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1" name="Text 29"/>
          <p:cNvSpPr/>
          <p:nvPr/>
        </p:nvSpPr>
        <p:spPr>
          <a:xfrm>
            <a:off x="13601700" y="38290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13296900" y="53911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3296900" y="53911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13601700" y="53911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3296900" y="69532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6" name="Shape 34"/>
          <p:cNvSpPr/>
          <p:nvPr/>
        </p:nvSpPr>
        <p:spPr>
          <a:xfrm>
            <a:off x="13296900" y="69532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7" name="Text 35"/>
          <p:cNvSpPr/>
          <p:nvPr/>
        </p:nvSpPr>
        <p:spPr>
          <a:xfrm>
            <a:off x="13601700" y="6953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550" dirty="0"/>
          </a:p>
        </p:txBody>
      </p:sp>
      <p:sp>
        <p:nvSpPr>
          <p:cNvPr id="38" name="Connector line-1792384783434-97839760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28215a6d-f7f5-43e8-a6b3-6540be0244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8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niềm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tin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2743200"/>
          </a:xfrm>
          <a:prstGeom prst="roundRect">
            <a:avLst>
              <a:gd name="adj" fmla="val 8333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THỬ</a:t>
            </a:r>
            <a:endParaRPr lang="en-US" sz="1650" dirty="0"/>
          </a:p>
        </p:txBody>
      </p:sp>
      <p:sp>
        <p:nvSpPr>
          <p:cNvPr id="8" name="Text richtext-1792382842955-246357857"/>
          <p:cNvSpPr/>
          <p:nvPr/>
        </p:nvSpPr>
        <p:spPr>
          <a:xfrm>
            <a:off x="1257300" y="6762750"/>
            <a:ext cx="6438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8676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</a:t>
            </a: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65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915400" y="1524000"/>
            <a:ext cx="80772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124950" y="1800225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829800" y="169545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829800" y="20955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6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mạng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thiệp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982700" y="1819275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8915400" y="2705100"/>
            <a:ext cx="8077200" cy="1771650"/>
          </a:xfrm>
          <a:prstGeom prst="roundRect">
            <a:avLst>
              <a:gd name="adj" fmla="val 1182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4950" y="28956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29800" y="28384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Khiến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chấp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3982700" y="29527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258300" y="3733800"/>
            <a:ext cx="7429500" cy="628650"/>
          </a:xfrm>
          <a:prstGeom prst="rect">
            <a:avLst/>
          </a:prstGeom>
          <a:noFill/>
          <a:ln/>
        </p:spPr>
        <p:txBody>
          <a:bodyPr wrap="square" lIns="0" tIns="6271" rIns="0" bIns="-6271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6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6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16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6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6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r>
              <a:rPr lang="en-US" sz="16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tin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915400" y="4762500"/>
            <a:ext cx="807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demo.test,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8915400" y="52197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9258300" y="521970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tin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59000" y="54292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915400" y="626745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626745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859000" y="647700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Chấp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15400" y="73152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30" name="Text 28"/>
          <p:cNvSpPr/>
          <p:nvPr/>
        </p:nvSpPr>
        <p:spPr>
          <a:xfrm>
            <a:off x="9258300" y="7429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58300" y="7829550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Hostname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4859000" y="75247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33" name="Connector line-1792382843011-6684074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996b420f-f3a7-4657-b4d3-f11b760fe2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30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-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r>
              <a:rPr lang="en-US" sz="25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0485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55320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65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650" b="1" spc="1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991350"/>
            <a:ext cx="6362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Chúng không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5247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 chuyển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tiếp: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819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650" b="1" spc="18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spc="1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287250" y="1600200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287250" y="1943100"/>
            <a:ext cx="2381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650" dirty="0" spc="-3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820900" y="16002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820900" y="19431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Peer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8915400" y="23431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2100" y="23431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820650" y="27527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X25519, 253 bits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354300" y="27527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RSA-PSS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8915400" y="36004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2100" y="369570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82100" y="40767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82100" y="43624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650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20650" y="40100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354300" y="40100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8915400" y="48577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2100" y="49339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82100" y="53149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ECDHE-RSA-AES128-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2100" y="55816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GCM-SHA256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820650" y="52673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5354300" y="52673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230630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1107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83995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494472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30630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242060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83995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1495425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0630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41107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3995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494472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15400" y="6229350"/>
            <a:ext cx="8077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58300" y="6229350"/>
            <a:ext cx="7429500" cy="1066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quả: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 Nó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8915400" y="7448550"/>
            <a:ext cx="8077200" cy="1181100"/>
          </a:xfrm>
          <a:prstGeom prst="roundRect">
            <a:avLst>
              <a:gd name="adj" fmla="val 16129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lgDash"/>
          </a:ln>
        </p:spPr>
      </p:sp>
      <p:sp>
        <p:nvSpPr>
          <p:cNvPr id="47" name="Text 45"/>
          <p:cNvSpPr/>
          <p:nvPr/>
        </p:nvSpPr>
        <p:spPr>
          <a:xfrm>
            <a:off x="9258300" y="7448550"/>
            <a:ext cx="7429500" cy="11811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RSA: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8446.</a:t>
            </a:r>
            <a:endParaRPr lang="en-US" sz="1800" dirty="0"/>
          </a:p>
        </p:txBody>
      </p:sp>
      <p:sp>
        <p:nvSpPr>
          <p:cNvPr id="48" name="Connector line-1792365267218-4512207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28223e6b-e680-4753-a879-589e7f404a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0485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0101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57300" y="53911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“good”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bad actor: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877050"/>
            <a:ext cx="7048500" cy="1981200"/>
          </a:xfrm>
          <a:prstGeom prst="roundRect">
            <a:avLst>
              <a:gd name="adj" fmla="val 11538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124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TRÊN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257300" y="7505700"/>
            <a:ext cx="63627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nào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0" y="123825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58300" y="146685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258300" y="20955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Fiddler,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583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6" name="Connector line-1792365331239-521438573"/>
          <p:cNvSpPr/>
          <p:nvPr/>
        </p:nvSpPr>
        <p:spPr>
          <a:xfrm>
            <a:off x="1123950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249150" y="276225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8" name="Connector line-1792365331241-274518451"/>
          <p:cNvSpPr/>
          <p:nvPr/>
        </p:nvSpPr>
        <p:spPr>
          <a:xfrm>
            <a:off x="1384935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590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258300" y="350520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915400" y="457200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8300" y="4800600"/>
            <a:ext cx="3905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258300" y="5429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“malicious”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25" name="Connector line-1792365331250-901988408"/>
          <p:cNvSpPr/>
          <p:nvPr/>
        </p:nvSpPr>
        <p:spPr>
          <a:xfrm>
            <a:off x="1123950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249150" y="609600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27" name="Connector line-1792365331252-244867313"/>
          <p:cNvSpPr/>
          <p:nvPr/>
        </p:nvSpPr>
        <p:spPr>
          <a:xfrm>
            <a:off x="1384935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8590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258300" y="68389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915400" y="7981950"/>
            <a:ext cx="807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1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relay,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cậy: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6230600" y="15621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63950" y="1733550"/>
            <a:ext cx="238125" cy="171450"/>
          </a:xfrm>
          <a:custGeom>
            <a:avLst/>
            <a:gdLst/>
            <a:ahLst/>
            <a:cxnLst/>
            <a:rect l="l" t="t" r="r" b="b"/>
            <a:pathLst>
              <a:path w="238125" h="171450">
                <a:moveTo>
                  <a:pt x="0" y="85725"/>
                </a:moveTo>
                <a:lnTo>
                  <a:pt x="85725" y="171450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230600" y="48958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6383000" y="5048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5" name="Connector line-1792365331262-7583943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906eda05-242b-4c8b-a58e-19ac3f7b9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1811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9182100" cy="22479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Hướng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 bạn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“chứng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gốc”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HTTPS. Sau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được? Chưa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nó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991100"/>
            <a:ext cx="9182100" cy="3867150"/>
          </a:xfrm>
          <a:prstGeom prst="roundRect">
            <a:avLst>
              <a:gd name="adj" fmla="val 591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52578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4495800" y="5257800"/>
            <a:ext cx="5143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3817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9" name="Connector line-1792383540009-91882978"/>
          <p:cNvSpPr/>
          <p:nvPr/>
        </p:nvSpPr>
        <p:spPr>
          <a:xfrm>
            <a:off x="333375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552950" y="6381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1950" dirty="0"/>
          </a:p>
        </p:txBody>
      </p:sp>
      <p:sp>
        <p:nvSpPr>
          <p:cNvPr id="11" name="Connector line-1792383540012-349463438"/>
          <p:cNvSpPr/>
          <p:nvPr/>
        </p:nvSpPr>
        <p:spPr>
          <a:xfrm>
            <a:off x="681990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039100" y="6381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57300" y="7581900"/>
            <a:ext cx="4476750" cy="5905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làm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924550" y="7581900"/>
            <a:ext cx="3238500" cy="5905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0" y="1333500"/>
            <a:ext cx="6705600" cy="7524750"/>
          </a:xfrm>
          <a:prstGeom prst="roundRect">
            <a:avLst>
              <a:gd name="adj" fmla="val 3977"/>
            </a:avLst>
          </a:pr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25200" y="1676400"/>
            <a:ext cx="609600" cy="6096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0" y="1857375"/>
            <a:ext cx="314325" cy="247650"/>
          </a:xfrm>
          <a:custGeom>
            <a:avLst/>
            <a:gdLst/>
            <a:ahLst/>
            <a:cxnLst/>
            <a:rect l="l" t="t" r="r" b="b"/>
            <a:pathLst>
              <a:path w="314325" h="247650">
                <a:moveTo>
                  <a:pt x="0" y="133350"/>
                </a:moveTo>
                <a:lnTo>
                  <a:pt x="114300" y="247650"/>
                </a:lnTo>
                <a:lnTo>
                  <a:pt x="3143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25200" y="2533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125200" y="2895600"/>
            <a:ext cx="5791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800" dirty="0" spc="-6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4800" dirty="0" spc="-2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1125200" y="38481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125200" y="42862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1125200" y="53340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125200" y="57721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1125200" y="6877050"/>
            <a:ext cx="57912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nó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25" name="Connector line-1792383540056-323518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e38f08b-a2a6-425a-9d07-abb3bcec7a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478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5811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81100" y="20193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26289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51568" y="14478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8268" y="15811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718268" y="20193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718268" y="26289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650" dirty="0" spc="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1988737" y="14478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55437" y="15811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55437" y="20193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255437" y="26289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352425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1100" y="365760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181100" y="409575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181100" y="470535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6451568" y="352425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18268" y="365760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6718268" y="409575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Authority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718268" y="470535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1988737" y="352425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255437" y="365760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2255437" y="409575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255437" y="470535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56007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1100" y="57340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81100" y="61722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81100" y="67818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6451568" y="56007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8268" y="57340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6718268" y="61722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6718268" y="67818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1988737" y="56007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255437" y="57340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12255437" y="61722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255437" y="67818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14400" y="7867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8229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(mô-đun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ssl)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(s_client)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(x509)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6677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42" name="Connector line-1792387917241-99079449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775c1219-a801-4c03-be97-048c2daff4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2026-10-19T11:04:30Z</dcterms:created>
  <dcterms:modified xsi:type="dcterms:W3CDTF">2026-10-19T11:04:30Z</dcterms:modified>
</cp:coreProperties>
</file>