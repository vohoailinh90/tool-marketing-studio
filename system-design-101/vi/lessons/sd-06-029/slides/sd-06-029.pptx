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096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16383000" cy="3143250"/>
          </a:xfrm>
          <a:prstGeom prst="rect">
            <a:avLst/>
          </a:prstGeom>
          <a:noFill/>
          <a:ln/>
        </p:spPr>
        <p:txBody>
          <a:bodyPr wrap="square" lIns="0" tIns="43586" rIns="0" bIns="-43586" rtlCol="0" anchor="t"/>
          <a:lstStyle/>
          <a:p>
            <a:pPr algn="l" indent="0" marL="0">
              <a:lnSpc>
                <a:spcPts val="7542"/>
              </a:lnSpc>
              <a:buNone/>
            </a:pP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 bộ</a:t>
            </a:r>
            <a:r>
              <a:rPr lang="en-US" sz="6857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685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857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tám</a:t>
            </a:r>
            <a:r>
              <a:rPr lang="en-US" sz="685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857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hỏi:</a:t>
            </a:r>
            <a:r>
              <a:rPr lang="en-US" sz="6857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85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857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6857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cũ,</a:t>
            </a:r>
            <a:r>
              <a:rPr lang="en-US" sz="6857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thể đầy, có thể mất</a:t>
            </a:r>
            <a:endParaRPr lang="en-US" sz="6857" dirty="0"/>
          </a:p>
        </p:txBody>
      </p:sp>
      <p:sp>
        <p:nvSpPr>
          <p:cNvPr id="4" name="Text 2"/>
          <p:cNvSpPr/>
          <p:nvPr/>
        </p:nvSpPr>
        <p:spPr>
          <a:xfrm>
            <a:off x="952500" y="4953000"/>
            <a:ext cx="16383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đệm:</a:t>
            </a: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 vì</a:t>
            </a:r>
            <a:r>
              <a:rPr lang="en-US" sz="22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cần,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25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b="1" dirty="0" spc="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6000750"/>
            <a:ext cx="16383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đúng: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2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2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2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250" b="1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7048500"/>
            <a:ext cx="16383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2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2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25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8096250"/>
            <a:ext cx="16383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nghiệm:</a:t>
            </a:r>
            <a:r>
              <a:rPr lang="en-US" sz="2250" b="1" dirty="0" spc="-1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250" b="1" dirty="0" spc="-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eaf69065-d26d-49ff-82b9-21cb6deb32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2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52500" y="1809750"/>
            <a:ext cx="1638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câu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sâu.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52500" y="3429000"/>
            <a:ext cx="4762500" cy="2667000"/>
          </a:xfrm>
          <a:prstGeom prst="roundRect">
            <a:avLst>
              <a:gd name="adj" fmla="val 8571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Hiểu</a:t>
            </a:r>
            <a:r>
              <a:rPr lang="en-US" sz="33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r>
              <a:rPr lang="en-US" sz="33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đệm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762750" y="3429000"/>
            <a:ext cx="4762500" cy="2667000"/>
          </a:xfrm>
          <a:prstGeom prst="roundRect">
            <a:avLst>
              <a:gd name="adj" fmla="val 8571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Giữ</a:t>
            </a:r>
            <a:r>
              <a:rPr lang="en-US" sz="33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r>
              <a:rPr lang="en-US" sz="33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đệm</a:t>
            </a:r>
            <a:r>
              <a:rPr lang="en-US" sz="33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đúng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2573000" y="3429000"/>
            <a:ext cx="4762500" cy="2667000"/>
          </a:xfrm>
          <a:prstGeom prst="roundRect">
            <a:avLst>
              <a:gd name="adj" fmla="val 8571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Thử</a:t>
            </a:r>
            <a:r>
              <a:rPr lang="en-US" sz="33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nghiệm</a:t>
            </a:r>
            <a:endParaRPr lang="en-US" sz="3300" dirty="0"/>
          </a:p>
        </p:txBody>
      </p:sp>
      <p:sp>
        <p:nvSpPr>
          <p:cNvPr id="7" name="Connector line-1792459728873-116560267"/>
          <p:cNvSpPr/>
          <p:nvPr/>
        </p:nvSpPr>
        <p:spPr>
          <a:xfrm>
            <a:off x="5715000" y="4762500"/>
            <a:ext cx="1047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59728874-786871967"/>
          <p:cNvSpPr/>
          <p:nvPr/>
        </p:nvSpPr>
        <p:spPr>
          <a:xfrm>
            <a:off x="11525250" y="4762500"/>
            <a:ext cx="1047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52500" y="7048500"/>
            <a:ext cx="16383000" cy="133350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nghiệm: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 hai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1897ae3d-ffda-4853-a463-7d9713c3cb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1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Hiểu</a:t>
            </a:r>
            <a:r>
              <a:rPr lang="en-US" sz="75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500" dirty="0" spc="1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286000"/>
            <a:ext cx="5143500" cy="5905500"/>
          </a:xfrm>
          <a:prstGeom prst="roundRect">
            <a:avLst>
              <a:gd name="adj" fmla="val 4444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5717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r>
              <a:rPr lang="en-US" sz="28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850" dirty="0" spc="-2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28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850" dirty="0"/>
          </a:p>
        </p:txBody>
      </p:sp>
      <p:sp>
        <p:nvSpPr>
          <p:cNvPr id="5" name="Text richtext-1792459729862-982803643"/>
          <p:cNvSpPr/>
          <p:nvPr/>
        </p:nvSpPr>
        <p:spPr>
          <a:xfrm>
            <a:off x="1238250" y="3333750"/>
            <a:ext cx="4572000" cy="466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  <a:p>
            <a:pPr algn="l" marL="304800" indent="-21776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 nơi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ghi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72250" y="2286000"/>
            <a:ext cx="5143500" cy="5905500"/>
          </a:xfrm>
          <a:prstGeom prst="roundRect">
            <a:avLst>
              <a:gd name="adj" fmla="val 4444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25717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r>
              <a:rPr lang="en-US" sz="28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850" dirty="0" spc="3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Vì</a:t>
            </a:r>
            <a:r>
              <a:rPr lang="en-US" sz="2850" dirty="0" spc="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sao</a:t>
            </a:r>
            <a:r>
              <a:rPr lang="en-US" sz="28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cần</a:t>
            </a:r>
            <a:endParaRPr lang="en-US" sz="2850" dirty="0"/>
          </a:p>
        </p:txBody>
      </p:sp>
      <p:sp>
        <p:nvSpPr>
          <p:cNvPr id="8" name="Text richtext-1792459729885-510174280"/>
          <p:cNvSpPr/>
          <p:nvPr/>
        </p:nvSpPr>
        <p:spPr>
          <a:xfrm>
            <a:off x="6858000" y="3333750"/>
            <a:ext cx="4572000" cy="466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chậm,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192000" y="2286000"/>
            <a:ext cx="5143500" cy="5905500"/>
          </a:xfrm>
          <a:prstGeom prst="roundRect">
            <a:avLst>
              <a:gd name="adj" fmla="val 4444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77750" y="25717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r>
              <a:rPr lang="en-US" sz="28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8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Đặt</a:t>
            </a:r>
            <a:r>
              <a:rPr lang="en-US" sz="2850" dirty="0" spc="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ở</a:t>
            </a:r>
            <a:r>
              <a:rPr lang="en-US" sz="2850" dirty="0" spc="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850" dirty="0"/>
          </a:p>
        </p:txBody>
      </p:sp>
      <p:sp>
        <p:nvSpPr>
          <p:cNvPr id="11" name="Text richtext-1792459729895-620178383"/>
          <p:cNvSpPr/>
          <p:nvPr/>
        </p:nvSpPr>
        <p:spPr>
          <a:xfrm>
            <a:off x="12477750" y="3333750"/>
            <a:ext cx="4572000" cy="466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endParaRPr lang="en-US" sz="2400" dirty="0"/>
          </a:p>
          <a:p>
            <a:pPr algn="l" marL="304800" indent="-21776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dụng,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shared_buffers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Text 2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bbae22e-a421-4b2d-8140-6747426593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75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500" dirty="0" spc="1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7500" dirty="0" spc="1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endParaRPr lang="en-US" sz="7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000250"/>
          <a:ext cx="13716000" cy="914400"/>
        </p:xfrm>
        <a:graphic>
          <a:graphicData uri="http://schemas.openxmlformats.org/drawingml/2006/table">
            <a:tbl>
              <a:tblPr/>
              <a:tblGrid>
                <a:gridCol w="4259580"/>
                <a:gridCol w="12123420"/>
              </a:tblGrid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7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Câu</a:t>
                      </a:r>
                      <a:r>
                        <a:rPr lang="en-US" sz="2100" dirty="0" spc="-5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hỏi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DD6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Điều</a:t>
                      </a:r>
                      <a:r>
                        <a:rPr lang="en-US" sz="2100" dirty="0" spc="-4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cần</a:t>
                      </a:r>
                      <a:r>
                        <a:rPr lang="en-US" sz="2100" dirty="0" spc="-3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biết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DD6A0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6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4</a:t>
                      </a:r>
                      <a:r>
                        <a:rPr lang="en-US" sz="2100" dirty="0" spc="-3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·</a:t>
                      </a:r>
                      <a:r>
                        <a:rPr lang="en-US" sz="2100" dirty="0" spc="-5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Riêng</a:t>
                      </a:r>
                      <a:r>
                        <a:rPr lang="en-US" sz="2100" dirty="0" spc="-12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hay</a:t>
                      </a:r>
                      <a:r>
                        <a:rPr lang="en-US" sz="2100" dirty="0" spc="-5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chung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Riêng: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nhanh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nhất,</a:t>
                      </a:r>
                      <a:r>
                        <a:rPr lang="en-US" sz="2100" dirty="0" spc="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nhưng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10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chụp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lúc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 nhau.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Chung: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mọi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thấy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bản,</a:t>
                      </a:r>
                      <a:r>
                        <a:rPr lang="en-US" sz="2100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r>
                        <a:rPr lang="en-US" sz="2100" dirty="0" spc="2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mạng</a:t>
                      </a:r>
                      <a:r>
                        <a:rPr lang="en-US" sz="210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thêm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thành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phần phải</a:t>
                      </a:r>
                      <a:r>
                        <a:rPr lang="en-US" sz="21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vận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2A36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3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5 ·</a:t>
                      </a:r>
                      <a:r>
                        <a:rPr lang="en-US" sz="2100" dirty="0" spc="-8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Đầy</a:t>
                      </a:r>
                      <a:r>
                        <a:rPr lang="en-US" sz="2100" dirty="0" spc="-1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thì</a:t>
                      </a:r>
                      <a:r>
                        <a:rPr lang="en-US" sz="2100" dirty="0" spc="-6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bỏ</a:t>
                      </a:r>
                      <a:r>
                        <a:rPr lang="en-US" sz="2100" dirty="0" spc="-1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noeviction: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báo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lỗi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thêm.</a:t>
                      </a:r>
                      <a:r>
                        <a:rPr lang="en-US" sz="21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allkeys-lru: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bỏ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lâu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</a:t>
                      </a:r>
                      <a:r>
                        <a:rPr lang="en-US" sz="21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chưa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dùng.</a:t>
                      </a:r>
                      <a:r>
                        <a:rPr lang="en-US" sz="210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allkeys-random: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bỏ ngẫu</a:t>
                      </a:r>
                      <a:r>
                        <a:rPr lang="en-US" sz="21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nhiên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5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6</a:t>
                      </a:r>
                      <a:r>
                        <a:rPr lang="en-US" sz="2100" dirty="0" spc="-3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·</a:t>
                      </a:r>
                      <a:r>
                        <a:rPr lang="en-US" sz="2100" dirty="0" spc="-4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Gốc</a:t>
                      </a:r>
                      <a:r>
                        <a:rPr lang="en-US" sz="2100" dirty="0" spc="2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đổi</a:t>
                      </a:r>
                      <a:r>
                        <a:rPr lang="en-US" sz="2100" dirty="0" spc="-1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thì</a:t>
                      </a:r>
                      <a:r>
                        <a:rPr lang="en-US" sz="2100" dirty="0" spc="4" kern="0">
                          <a:solidFill>
                            <a:srgbClr val="3DD6A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sao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Đặt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thời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gian</a:t>
                      </a:r>
                      <a:r>
                        <a:rPr lang="en-US" sz="21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hết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(TTL),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</a:t>
                      </a:r>
                      <a:r>
                        <a:rPr lang="en-US" sz="2100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xóa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mục khi ghi</a:t>
                      </a:r>
                      <a:r>
                        <a:rPr lang="en-US" sz="21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vào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nơi</a:t>
                      </a:r>
                      <a:r>
                        <a:rPr lang="en-US" sz="210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gốc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3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52500" y="8096250"/>
            <a:ext cx="16383000" cy="952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Bộ</a:t>
            </a:r>
            <a:r>
              <a:rPr lang="en-US" sz="25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đệm</a:t>
            </a:r>
            <a:r>
              <a:rPr lang="en-US" sz="25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trình</a:t>
            </a:r>
            <a:r>
              <a:rPr lang="en-US" sz="2550" dirty="0" spc="-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duyệt:</a:t>
            </a: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đổi</a:t>
            </a:r>
            <a:r>
              <a:rPr lang="en-US" sz="2550" dirty="0" spc="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địa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r>
              <a:rPr lang="en-US" sz="25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tệp</a:t>
            </a: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khi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nội dung</a:t>
            </a: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đổi</a:t>
            </a:r>
            <a:endParaRPr lang="en-US" sz="2550" dirty="0"/>
          </a:p>
        </p:txBody>
      </p:sp>
      <p:sp>
        <p:nvSpPr>
          <p:cNvPr id="5" name="Shape 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6" name="Shape 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7" name="Shape 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8" name="Shape 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" name="Shape 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0" name="Shape 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1" name="Shape 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2" name="Shape 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4" name="Shape 1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Text 1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85f627ab-9511-4365-abc6-15341fffd6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75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ghi,</a:t>
            </a:r>
            <a:r>
              <a:rPr lang="en-US" sz="7500" dirty="0" spc="-8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r>
              <a:rPr lang="en-US" sz="7500" dirty="0" spc="-4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75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286000"/>
            <a:ext cx="7810500" cy="6096000"/>
          </a:xfrm>
          <a:prstGeom prst="roundRect">
            <a:avLst>
              <a:gd name="adj" fmla="val 3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619375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7</a:t>
            </a:r>
            <a:r>
              <a:rPr lang="en-US" sz="30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30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Đọc</a:t>
            </a:r>
            <a:r>
              <a:rPr lang="en-US" sz="30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</a:t>
            </a:r>
            <a:r>
              <a:rPr lang="en-US" sz="30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thế</a:t>
            </a:r>
            <a:r>
              <a:rPr lang="en-US" sz="30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nào</a:t>
            </a:r>
            <a:endParaRPr lang="en-US" sz="3000" dirty="0"/>
          </a:p>
        </p:txBody>
      </p:sp>
      <p:sp>
        <p:nvSpPr>
          <p:cNvPr id="5" name="Text richtext-1792459731900-731523297"/>
          <p:cNvSpPr/>
          <p:nvPr/>
        </p:nvSpPr>
        <p:spPr>
          <a:xfrm>
            <a:off x="1333500" y="3429000"/>
            <a:ext cx="70485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endParaRPr lang="en-US" sz="2400" dirty="0"/>
          </a:p>
          <a:p>
            <a:pPr algn="l" marL="304800" indent="-21776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ghi: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Cache-aside,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read-through,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write-through,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write-behind,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write-around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0" y="2286000"/>
            <a:ext cx="7810500" cy="6096000"/>
          </a:xfrm>
          <a:prstGeom prst="roundRect">
            <a:avLst>
              <a:gd name="adj" fmla="val 375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619375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8</a:t>
            </a:r>
            <a:r>
              <a:rPr lang="en-US" sz="300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3000" dirty="0" spc="-1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Hỏng</a:t>
            </a:r>
            <a:r>
              <a:rPr lang="en-US" sz="3000" dirty="0" spc="-1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ra</a:t>
            </a:r>
            <a:r>
              <a:rPr lang="en-US" sz="3000" dirty="0" spc="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sao</a:t>
            </a:r>
            <a:endParaRPr lang="en-US" sz="3000" dirty="0"/>
          </a:p>
        </p:txBody>
      </p:sp>
      <p:sp>
        <p:nvSpPr>
          <p:cNvPr id="8" name="Text richtext-1792459731912-25842607"/>
          <p:cNvSpPr/>
          <p:nvPr/>
        </p:nvSpPr>
        <p:spPr>
          <a:xfrm>
            <a:off x="9906000" y="3429000"/>
            <a:ext cx="70485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0415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cũ: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250" dirty="0"/>
          </a:p>
          <a:p>
            <a:pPr algn="l" marL="285750" indent="-20415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mất: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250" dirty="0"/>
          </a:p>
          <a:p>
            <a:pPr algn="l" marL="285750" indent="-20415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đầy: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bỏ</a:t>
            </a:r>
            <a:endParaRPr lang="en-US" sz="2250" dirty="0"/>
          </a:p>
          <a:p>
            <a:pPr algn="l" marL="285750" indent="-204151"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chung: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lọt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0a3f747-e8fe-4c87-adf4-cdc9529cb3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810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72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nghiệm:</a:t>
            </a:r>
            <a:r>
              <a:rPr lang="en-US" sz="7200" dirty="0" spc="-2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r>
              <a:rPr lang="en-US" sz="7200" dirty="0" spc="-2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2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</a:t>
            </a:r>
            <a:r>
              <a:rPr lang="en-US" sz="72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MB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52500" y="1714500"/>
            <a:ext cx="7810500" cy="3429000"/>
          </a:xfrm>
          <a:prstGeom prst="roundRect">
            <a:avLst>
              <a:gd name="adj" fmla="val 6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1857375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0" dirty="0" spc="-5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500/500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333500" y="35242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allkeys-lru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0" y="1714500"/>
            <a:ext cx="7810500" cy="34290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10750" y="1857375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2/500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9906000" y="35242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allkeys-random,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28,3%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2500" y="5524500"/>
            <a:ext cx="8001000" cy="1143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noeviction: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 ghi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2908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334500" y="5524500"/>
            <a:ext cx="8001000" cy="1143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PostgreSQL:</a:t>
            </a:r>
            <a:r>
              <a:rPr lang="en-US" sz="22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shared</a:t>
            </a:r>
            <a:r>
              <a:rPr lang="en-US" sz="22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read=1870,</a:t>
            </a:r>
            <a:r>
              <a:rPr lang="en-US" sz="22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shared</a:t>
            </a:r>
            <a:r>
              <a:rPr lang="en-US" sz="225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hit=1870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500" y="7143750"/>
            <a:ext cx="163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7.0.15,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maxmemory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4mb: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(1000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byte),</a:t>
            </a:r>
            <a:r>
              <a:rPr lang="en-US" sz="19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000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khóa;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Text 2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3b3f983-96ff-4614-8682-ed210fb77d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38125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3019425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81250" y="2476500"/>
            <a:ext cx="14478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chính:</a:t>
            </a:r>
            <a:r>
              <a:rPr lang="en-US" sz="2400" dirty="0" spc="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bộ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lời,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cách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466725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5305425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381250" y="4762500"/>
            <a:ext cx="14478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của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giả: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 tỉ lệ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2500" y="695325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7591425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381250" y="7048500"/>
            <a:ext cx="14478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keyspace_hits và</a:t>
            </a:r>
            <a:r>
              <a:rPr lang="en-US" sz="24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keyspace_misses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INFO.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Text 2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c22cb90d-eb5a-4a53-b111-e922185b1d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810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Lúc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6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mới,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952500" y="2095500"/>
            <a:ext cx="5334000" cy="4191000"/>
          </a:xfrm>
          <a:prstGeom prst="roundRect">
            <a:avLst>
              <a:gd name="adj" fmla="val 5455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 lúc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525000" y="2095500"/>
            <a:ext cx="7810500" cy="1905000"/>
          </a:xfrm>
          <a:prstGeom prst="roundRect">
            <a:avLst>
              <a:gd name="adj" fmla="val 12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bài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0" y="4381500"/>
            <a:ext cx="7810500" cy="1905000"/>
          </a:xfrm>
          <a:prstGeom prst="roundRect">
            <a:avLst>
              <a:gd name="adj" fmla="val 12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400" dirty="0"/>
          </a:p>
        </p:txBody>
      </p:sp>
      <p:sp>
        <p:nvSpPr>
          <p:cNvPr id="6" name="Connector line-1792459734345-370209951"/>
          <p:cNvSpPr/>
          <p:nvPr/>
        </p:nvSpPr>
        <p:spPr>
          <a:xfrm flipV="1">
            <a:off x="6286500" y="3048000"/>
            <a:ext cx="3238500" cy="1143000"/>
          </a:xfrm>
          <a:prstGeom prst="bentConnector3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459734346-257517298"/>
          <p:cNvSpPr/>
          <p:nvPr/>
        </p:nvSpPr>
        <p:spPr>
          <a:xfrm>
            <a:off x="6286500" y="4191000"/>
            <a:ext cx="3238500" cy="1143000"/>
          </a:xfrm>
          <a:prstGeom prst="bentConnector3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52500" y="7048500"/>
            <a:ext cx="1638300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các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be3468a-52ed-4403-8242-07f8267bc0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 sách</a:t>
            </a:r>
            <a:r>
              <a:rPr lang="en-US" sz="72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endParaRPr lang="en-US" sz="7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1905000"/>
          <a:ext cx="13716000" cy="914400"/>
        </p:xfrm>
        <a:graphic>
          <a:graphicData uri="http://schemas.openxmlformats.org/drawingml/2006/table">
            <a:tbl>
              <a:tblPr/>
              <a:tblGrid>
                <a:gridCol w="4259580"/>
                <a:gridCol w="12123420"/>
              </a:tblGrid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Chính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sách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5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Hợp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khi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6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allkeys-lru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phần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nhỏ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2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nhiều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hơn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hẳn;</a:t>
                      </a:r>
                      <a:r>
                        <a:rPr lang="en-US" sz="22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Redis</a:t>
                      </a:r>
                      <a:r>
                        <a:rPr lang="en-US" sz="22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đây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r>
                        <a:rPr lang="en-US" sz="22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lựa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mặc</a:t>
                      </a:r>
                      <a:r>
                        <a:rPr lang="en-US" sz="2250" dirty="0" spc="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2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tốt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7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allkeys-random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Mọi khóa</a:t>
                      </a:r>
                      <a:r>
                        <a:rPr lang="en-US" sz="22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25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gần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như</a:t>
                      </a:r>
                      <a:r>
                        <a:rPr lang="en-US" sz="225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đều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nhau,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như</a:t>
                      </a:r>
                      <a:r>
                        <a:rPr lang="en-US" sz="225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2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vòng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lặp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9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volatile-ttl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Mã</a:t>
                      </a:r>
                      <a:r>
                        <a:rPr lang="en-US" sz="2250" dirty="0" spc="2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r>
                        <a:rPr lang="en-US" sz="225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đoán</a:t>
                      </a:r>
                      <a:r>
                        <a:rPr lang="en-US" sz="22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nào</a:t>
                      </a:r>
                      <a:r>
                        <a:rPr lang="en-US" sz="2250" dirty="0" spc="3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</a:t>
                      </a:r>
                      <a:r>
                        <a:rPr lang="en-US" sz="22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trước</a:t>
                      </a:r>
                      <a:r>
                        <a:rPr lang="en-US" sz="22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đặt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r>
                        <a:rPr lang="en-US" sz="225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ngắn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chúng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volatile-...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bỏ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hạn;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thì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như</a:t>
                      </a:r>
                      <a:r>
                        <a:rPr lang="en-US" sz="22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noeviction;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nên</a:t>
                      </a:r>
                      <a:r>
                        <a:rPr lang="en-US" sz="22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tách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hai</a:t>
                      </a:r>
                      <a:r>
                        <a:rPr lang="en-US" sz="22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Redis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nếu</a:t>
                      </a:r>
                      <a:r>
                        <a:rPr lang="en-US" sz="22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5" name="Shape 2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6" name="Shape 3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4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5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6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7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8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9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0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Text 11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611c642b-31fa-4b9f-aa15-8dd6ae7534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5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857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857" dirty="0"/>
          </a:p>
        </p:txBody>
      </p:sp>
      <p:sp>
        <p:nvSpPr>
          <p:cNvPr id="3" name="Text 1"/>
          <p:cNvSpPr/>
          <p:nvPr/>
        </p:nvSpPr>
        <p:spPr>
          <a:xfrm>
            <a:off x="952500" y="1809750"/>
            <a:ext cx="314325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CDN: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86250" y="1809750"/>
            <a:ext cx="314325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SQL: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0" y="1809750"/>
            <a:ext cx="314325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LRU: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953750" y="1809750"/>
            <a:ext cx="314325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TTL: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287500" y="1809750"/>
            <a:ext cx="314325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MB: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megabyte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3810000"/>
            <a:ext cx="163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100" dirty="0"/>
          </a:p>
        </p:txBody>
      </p:sp>
      <p:sp>
        <p:nvSpPr>
          <p:cNvPr id="9" name="Text richtext-1792459735875-927398490"/>
          <p:cNvSpPr/>
          <p:nvPr/>
        </p:nvSpPr>
        <p:spPr>
          <a:xfrm>
            <a:off x="952500" y="4286250"/>
            <a:ext cx="163830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 Azure</a:t>
            </a:r>
            <a:r>
              <a:rPr lang="en-US" sz="24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Center: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Caching guidance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7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Redis:</a:t>
            </a:r>
            <a:r>
              <a:rPr lang="en-US" sz="2400" dirty="0" spc="-5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eviction;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redis.conf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PostgreSQL: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shared_buffers;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95dc472-37c6-478d-a06e-be026ebf07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2026-10-20T01:29:39Z</dcterms:created>
  <dcterms:modified xsi:type="dcterms:W3CDTF">2026-10-20T01:29:39Z</dcterms:modified>
</cp:coreProperties>
</file>