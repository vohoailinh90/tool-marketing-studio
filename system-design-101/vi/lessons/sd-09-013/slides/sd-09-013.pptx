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572500" cy="2571750"/>
          </a:xfrm>
          <a:prstGeom prst="rect">
            <a:avLst/>
          </a:prstGeom>
          <a:noFill/>
          <a:ln/>
        </p:spPr>
        <p:txBody>
          <a:bodyPr wrap="square" lIns="0" tIns="68772" rIns="0" bIns="-68772" rtlCol="0" anchor="t"/>
          <a:lstStyle/>
          <a:p>
            <a:pPr algn="l" indent="0" marL="0">
              <a:lnSpc>
                <a:spcPts val="8423"/>
              </a:lnSpc>
              <a:buNone/>
            </a:pPr>
            <a:r>
              <a:rPr lang="en-US" sz="8022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8022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Linux: ai</a:t>
            </a:r>
            <a:r>
              <a:rPr lang="en-US" sz="8022" dirty="0" spc="-10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8022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8022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022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96500" y="2095500"/>
            <a:ext cx="2286000" cy="3048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2573000" y="2095500"/>
            <a:ext cx="2286000" cy="3048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15049500" y="2095500"/>
            <a:ext cx="2286000" cy="3048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10096500" y="54292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Owner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573000" y="54292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Group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049500" y="5429250"/>
            <a:ext cx="228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Others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96500" y="6286500"/>
            <a:ext cx="72390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640:</a:t>
            </a: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100" b="1" dirty="0" spc="-2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ACL,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SELinux: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 cuối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5295777-1b43-48d9-bae7-a2c369780b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lớp,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86125"/>
            <a:ext cx="971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Owner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000" dirty="0" spc="4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hữu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6672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5000625"/>
            <a:ext cx="971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Group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nhóm</a:t>
            </a:r>
            <a:r>
              <a:rPr lang="en-US" sz="30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000" dirty="0" spc="4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hữu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6381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6715125"/>
            <a:ext cx="971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Others</a:t>
            </a: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30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30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còn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001500" y="2952750"/>
            <a:ext cx="5372100" cy="4857750"/>
          </a:xfrm>
          <a:prstGeom prst="roundRect">
            <a:avLst>
              <a:gd name="adj" fmla="val 549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0" y="32385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 THƯỜNG</a:t>
            </a:r>
            <a:endParaRPr lang="en-US" sz="1950" dirty="0"/>
          </a:p>
        </p:txBody>
      </p:sp>
      <p:sp>
        <p:nvSpPr>
          <p:cNvPr id="12" name="Text richtext-1792373655122-47358500"/>
          <p:cNvSpPr/>
          <p:nvPr/>
        </p:nvSpPr>
        <p:spPr>
          <a:xfrm>
            <a:off x="12382500" y="3905250"/>
            <a:ext cx="4610100" cy="3619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r: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w: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x: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700" dirty="0"/>
          </a:p>
        </p:txBody>
      </p:sp>
      <p:sp>
        <p:nvSpPr>
          <p:cNvPr id="13" name="Connector line-1792373655142-22186773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53a9d55-0027-4031-a37f-06199e0256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OWNER: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Cộng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2476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81000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19500" y="4191000"/>
            <a:ext cx="76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-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+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610100" y="3619500"/>
            <a:ext cx="24765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0100" y="381000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4610100" y="49530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1" name="Connector line-1792373656123-154103169"/>
          <p:cNvSpPr/>
          <p:nvPr/>
        </p:nvSpPr>
        <p:spPr>
          <a:xfrm>
            <a:off x="7334250" y="4667250"/>
            <a:ext cx="1047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572500" y="3619500"/>
            <a:ext cx="2476500" cy="2095500"/>
          </a:xfrm>
          <a:prstGeom prst="roundRect">
            <a:avLst>
              <a:gd name="adj" fmla="val 1272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9000" dirty="0"/>
          </a:p>
        </p:txBody>
      </p:sp>
      <p:sp>
        <p:nvSpPr>
          <p:cNvPr id="13" name="Connector line-1792373656124-7112653"/>
          <p:cNvSpPr/>
          <p:nvPr/>
        </p:nvSpPr>
        <p:spPr>
          <a:xfrm>
            <a:off x="11296650" y="4667250"/>
            <a:ext cx="10477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534900" y="3619500"/>
            <a:ext cx="4838700" cy="2095500"/>
          </a:xfrm>
          <a:prstGeom prst="roundRect">
            <a:avLst>
              <a:gd name="adj" fmla="val 12727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2915900" y="3905250"/>
            <a:ext cx="407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rw-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915900" y="4857750"/>
            <a:ext cx="4076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 là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endParaRPr lang="en-US" sz="2550" dirty="0"/>
          </a:p>
        </p:txBody>
      </p:sp>
      <p:sp>
        <p:nvSpPr>
          <p:cNvPr id="18" name="Connector line-1792373656131-9298483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cf5ec51-163d-4ec5-83db-c6d1ef6624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GROUP: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Group:</a:t>
            </a:r>
            <a:r>
              <a:rPr lang="en-US" sz="10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10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105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105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r--</a:t>
            </a:r>
            <a:pPr algn="l" indent="0" marL="0">
              <a:buNone/>
            </a:pPr>
            <a:r>
              <a:rPr lang="en-US" sz="10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10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105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đọc.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</p:txBody>
      </p:sp>
      <p:sp>
        <p:nvSpPr>
          <p:cNvPr id="5" name="Connector line-1792373742813-5526465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bca6c1f-1b2e-4345-8583-b01e8c75b8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OTHERS: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 không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6675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435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32435" dirty="0"/>
          </a:p>
        </p:txBody>
      </p:sp>
      <p:sp>
        <p:nvSpPr>
          <p:cNvPr id="5" name="Shape 3"/>
          <p:cNvSpPr/>
          <p:nvPr/>
        </p:nvSpPr>
        <p:spPr>
          <a:xfrm>
            <a:off x="8572500" y="3619500"/>
            <a:ext cx="88011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400050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---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144000" y="53340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</p:txBody>
      </p:sp>
      <p:sp>
        <p:nvSpPr>
          <p:cNvPr id="8" name="Connector line-1792373757099-64631131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edaa2a8-9227-4474-a011-08005dda48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GHÉP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 FILE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viết,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7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  <a:gridCol w="3291840"/>
                <a:gridCol w="4937760"/>
              </a:tblGrid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2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Lớp</a:t>
                      </a:r>
                      <a:endParaRPr lang="en-US" sz="1200" dirty="0"/>
                    </a:p>
                  </a:txBody>
                  <a:tcPr marL="304800" marR="304800" marT="235267" marB="2352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endParaRPr lang="en-US" sz="1200" dirty="0"/>
                    </a:p>
                  </a:txBody>
                  <a:tcPr marL="304800" marR="304800" marT="235267" marB="2352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Bit</a:t>
                      </a:r>
                      <a:endParaRPr lang="en-US" sz="1200" dirty="0"/>
                    </a:p>
                  </a:txBody>
                  <a:tcPr marL="304800" marR="304800" marT="235267" marB="2352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Được</a:t>
                      </a:r>
                      <a:r>
                        <a:rPr lang="en-US" sz="28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304800" marR="304800" marT="235267" marB="23526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Owner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rw-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8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8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Group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r--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8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Others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---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8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524750"/>
            <a:ext cx="72390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7343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chmod 640 report.txt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8572500" y="7734300"/>
            <a:ext cx="8801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2550" b="1" dirty="0" spc="-2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execute.</a:t>
            </a:r>
            <a:endParaRPr lang="en-US" sz="2550" dirty="0"/>
          </a:p>
        </p:txBody>
      </p:sp>
      <p:sp>
        <p:nvSpPr>
          <p:cNvPr id="8" name="Connector line-1792373771172-62630249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ccf30c5-b50c-40e6-bd81-b02c975c39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581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48125"/>
            <a:ext cx="733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 làm</a:t>
            </a:r>
            <a:r>
              <a:rPr lang="en-US" sz="2550" dirty="0" spc="-33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15450" y="2952750"/>
            <a:ext cx="80581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28612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Sticky bit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696450" y="4048125"/>
            <a:ext cx="733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33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80581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47687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Mount options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95400" y="6238875"/>
            <a:ext cx="733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5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33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5143500"/>
            <a:ext cx="80581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6450" y="547687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SELinux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696450" y="6238875"/>
            <a:ext cx="733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-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-3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cho phép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524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 chọn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lớp: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owner,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group,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others.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700" dirty="0"/>
          </a:p>
        </p:txBody>
      </p:sp>
      <p:sp>
        <p:nvSpPr>
          <p:cNvPr id="17" name="Connector line-1792373785861-28065760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e06c2fc-0874-430a-bab6-29efc849f0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file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58150" cy="4381500"/>
          </a:xfrm>
          <a:prstGeom prst="roundRect">
            <a:avLst>
              <a:gd name="adj" fmla="val 608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5242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19100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File</a:t>
            </a: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640: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 file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bit</a:t>
            </a:r>
            <a:r>
              <a:rPr lang="en-US" sz="36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execute</a:t>
            </a:r>
            <a:r>
              <a:rPr lang="en-US" sz="36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15450" y="3048000"/>
            <a:ext cx="8058150" cy="4381500"/>
          </a:xfrm>
          <a:prstGeom prst="roundRect">
            <a:avLst>
              <a:gd name="adj" fmla="val 608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5242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419100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791700" y="561975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r--</a:t>
            </a:r>
            <a:pPr algn="l" indent="0" marL="0"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x.</a:t>
            </a:r>
            <a:endParaRPr lang="en-US" sz="3300" dirty="0"/>
          </a:p>
        </p:txBody>
      </p:sp>
      <p:sp>
        <p:nvSpPr>
          <p:cNvPr id="11" name="Connector line-1792373802945-61701434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8d8d656-3711-416b-aca3-01109b2449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“chạy”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167360"/>
              </a:tblGrid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Bit</a:t>
                      </a:r>
                      <a:endParaRPr lang="en-US" sz="1200" dirty="0"/>
                    </a:p>
                  </a:txBody>
                  <a:tcPr marL="304800" marR="304800" marT="222885" marB="2228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Với</a:t>
                      </a:r>
                      <a:r>
                        <a:rPr lang="en-US" sz="27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</a:t>
                      </a: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mục,</a:t>
                      </a:r>
                      <a:r>
                        <a:rPr lang="en-US" sz="27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7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phép</a:t>
                      </a:r>
                      <a:endParaRPr lang="en-US" sz="1200" dirty="0"/>
                    </a:p>
                  </a:txBody>
                  <a:tcPr marL="304800" marR="304800" marT="222885" marB="22288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Liệt</a:t>
                      </a:r>
                      <a:r>
                        <a:rPr lang="en-US" sz="2700" dirty="0" spc="-4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</a:t>
                      </a:r>
                      <a:r>
                        <a:rPr lang="en-US" sz="27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qua,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tìm</a:t>
                      </a:r>
                      <a:r>
                        <a:rPr lang="en-US" sz="27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entry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Sửa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7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entry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695325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33500" y="71628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55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096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-l,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cha.</a:t>
            </a:r>
            <a:r>
              <a:rPr lang="en-US" sz="2400" dirty="0" spc="-4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777.</a:t>
            </a:r>
            <a:endParaRPr lang="en-US" sz="2400" dirty="0"/>
          </a:p>
        </p:txBody>
      </p:sp>
      <p:sp>
        <p:nvSpPr>
          <p:cNvPr id="8" name="Connector line-1792373821594-34622009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405a18d-9481-4367-8e84-9422f526fa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Để</a:t>
            </a:r>
            <a:r>
              <a:rPr lang="en-US" sz="7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3952875"/>
            <a:ext cx="733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22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524375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314325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3190875"/>
            <a:ext cx="733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SELinux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696450" y="3952875"/>
            <a:ext cx="733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Security-Enhanced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696450" y="4524375"/>
            <a:ext cx="7334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477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9532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man7.org: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inode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(quyền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ownership)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path_resolution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chmod</a:t>
            </a:r>
            <a:endParaRPr lang="en-US" sz="2250" dirty="0"/>
          </a:p>
        </p:txBody>
      </p:sp>
      <p:sp>
        <p:nvSpPr>
          <p:cNvPr id="14" name="Connector line-1792373838872-5802439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327723c-2a7a-4b21-9350-11841d314d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2026-10-19T01:38:21Z</dcterms:created>
  <dcterms:modified xsi:type="dcterms:W3CDTF">2026-10-19T01:38:21Z</dcterms:modified>
</cp:coreProperties>
</file>