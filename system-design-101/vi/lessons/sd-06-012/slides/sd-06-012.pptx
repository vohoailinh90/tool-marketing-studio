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Sàn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khoán</a:t>
            </a:r>
            <a:r>
              <a:rPr lang="en-US" sz="81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thấp: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ít</a:t>
            </a:r>
            <a:r>
              <a:rPr lang="en-US" sz="81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81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81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81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găng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238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găng: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381750"/>
            <a:ext cx="3810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1100" y="6381750"/>
            <a:ext cx="3276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3300" dirty="0"/>
          </a:p>
        </p:txBody>
      </p:sp>
      <p:sp>
        <p:nvSpPr>
          <p:cNvPr id="7" name="Connector line-1792372065761-415984678"/>
          <p:cNvSpPr/>
          <p:nvPr/>
        </p:nvSpPr>
        <p:spPr>
          <a:xfrm>
            <a:off x="4762500" y="7334250"/>
            <a:ext cx="3429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8" name="Shape 6"/>
          <p:cNvSpPr/>
          <p:nvPr/>
        </p:nvSpPr>
        <p:spPr>
          <a:xfrm>
            <a:off x="5143500" y="6381750"/>
            <a:ext cx="3810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0200" y="6381750"/>
            <a:ext cx="3276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33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rủi</a:t>
            </a:r>
            <a:r>
              <a:rPr lang="en-US" sz="33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</a:t>
            </a:r>
            <a:endParaRPr lang="en-US" sz="3300" dirty="0"/>
          </a:p>
        </p:txBody>
      </p:sp>
      <p:sp>
        <p:nvSpPr>
          <p:cNvPr id="10" name="Connector line-1792372065764-765880174"/>
          <p:cNvSpPr/>
          <p:nvPr/>
        </p:nvSpPr>
        <p:spPr>
          <a:xfrm>
            <a:off x="8991600" y="7334250"/>
            <a:ext cx="3429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1" name="Shape 9"/>
          <p:cNvSpPr/>
          <p:nvPr/>
        </p:nvSpPr>
        <p:spPr>
          <a:xfrm>
            <a:off x="9372600" y="6381750"/>
            <a:ext cx="3810000" cy="1905000"/>
          </a:xfrm>
          <a:prstGeom prst="roundRect">
            <a:avLst>
              <a:gd name="adj" fmla="val 12000"/>
            </a:avLst>
          </a:prstGeom>
          <a:solidFill>
            <a:srgbClr val="7C93FF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39300" y="6381750"/>
            <a:ext cx="3276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Khớp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3300" dirty="0"/>
          </a:p>
        </p:txBody>
      </p:sp>
      <p:sp>
        <p:nvSpPr>
          <p:cNvPr id="13" name="Connector line-1792372065767-487036508"/>
          <p:cNvSpPr/>
          <p:nvPr/>
        </p:nvSpPr>
        <p:spPr>
          <a:xfrm>
            <a:off x="13220700" y="7334250"/>
            <a:ext cx="3429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4" name="Shape 12"/>
          <p:cNvSpPr/>
          <p:nvPr/>
        </p:nvSpPr>
        <p:spPr>
          <a:xfrm>
            <a:off x="13601700" y="6381750"/>
            <a:ext cx="3810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68400" y="6381750"/>
            <a:ext cx="3276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3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14400" y="9620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 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lõi,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fbccd65-b154-47d8-9a18-ca3352addc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3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</a:t>
            </a:r>
            <a:r>
              <a:rPr lang="en-US" sz="1800" b="1" spc="26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Chuyển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572500" cy="3048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27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~100×</a:t>
            </a:r>
            <a:endParaRPr lang="en-US" sz="225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nhận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 hệ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715500" y="2952750"/>
            <a:ext cx="7658100" cy="2571750"/>
          </a:xfrm>
          <a:prstGeom prst="roundRect">
            <a:avLst>
              <a:gd name="adj" fmla="val 1037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0" y="3190875"/>
            <a:ext cx="689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195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096500" y="3667125"/>
            <a:ext cx="6896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~250</a:t>
            </a: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ns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0096500" y="4714875"/>
            <a:ext cx="6896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1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715500" y="5810250"/>
            <a:ext cx="76581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0" y="6048375"/>
            <a:ext cx="689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096500" y="6524625"/>
            <a:ext cx="6896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7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~26</a:t>
            </a:r>
            <a:r>
              <a:rPr lang="en-US" sz="60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10096500" y="7572375"/>
            <a:ext cx="6896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ngủ,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7620000"/>
            <a:ext cx="8191500" cy="762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1950" dirty="0" spc="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về,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200.000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lõi.</a:t>
            </a:r>
            <a:endParaRPr lang="en-US" sz="1950" dirty="0"/>
          </a:p>
        </p:txBody>
      </p:sp>
      <p:sp>
        <p:nvSpPr>
          <p:cNvPr id="15" name="Connector line-1792372049751-89856148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f7fc481-5276-40ee-93f0-5766ca4293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GĂNG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3124200" cy="857250"/>
          </a:xfrm>
          <a:prstGeom prst="roundRect">
            <a:avLst>
              <a:gd name="adj" fmla="val 22222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250" dirty="0"/>
          </a:p>
        </p:txBody>
      </p:sp>
      <p:sp>
        <p:nvSpPr>
          <p:cNvPr id="5" name="Connector line-1792372050644-202271767"/>
          <p:cNvSpPr/>
          <p:nvPr/>
        </p:nvSpPr>
        <p:spPr>
          <a:xfrm>
            <a:off x="2476500" y="3714750"/>
            <a:ext cx="0" cy="4857750"/>
          </a:xfrm>
          <a:prstGeom prst="line">
            <a:avLst/>
          </a:prstGeom>
          <a:noFill/>
          <a:ln w="28575">
            <a:solidFill>
              <a:srgbClr val="CFC7B4"/>
            </a:solidFill>
            <a:prstDash val="lgDash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0" y="2762250"/>
            <a:ext cx="3124200" cy="857250"/>
          </a:xfrm>
          <a:prstGeom prst="roundRect">
            <a:avLst>
              <a:gd name="adj" fmla="val 22222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25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250" b="1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endParaRPr lang="en-US" sz="2250" dirty="0"/>
          </a:p>
        </p:txBody>
      </p:sp>
      <p:sp>
        <p:nvSpPr>
          <p:cNvPr id="7" name="Connector line-1792372050646-227910349"/>
          <p:cNvSpPr/>
          <p:nvPr/>
        </p:nvSpPr>
        <p:spPr>
          <a:xfrm>
            <a:off x="7048500" y="3714750"/>
            <a:ext cx="0" cy="4857750"/>
          </a:xfrm>
          <a:prstGeom prst="line">
            <a:avLst/>
          </a:prstGeom>
          <a:noFill/>
          <a:ln w="28575">
            <a:solidFill>
              <a:srgbClr val="CFC7B4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0058400" y="2762250"/>
            <a:ext cx="3124200" cy="857250"/>
          </a:xfrm>
          <a:prstGeom prst="roundRect">
            <a:avLst>
              <a:gd name="adj" fmla="val 22222"/>
            </a:avLst>
          </a:prstGeom>
          <a:solidFill>
            <a:srgbClr val="1F3FD1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2250" b="1" dirty="0" spc="-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250" dirty="0"/>
          </a:p>
        </p:txBody>
      </p:sp>
      <p:sp>
        <p:nvSpPr>
          <p:cNvPr id="9" name="Connector line-1792372050648-402754516"/>
          <p:cNvSpPr/>
          <p:nvPr/>
        </p:nvSpPr>
        <p:spPr>
          <a:xfrm>
            <a:off x="11620500" y="3714750"/>
            <a:ext cx="0" cy="4857750"/>
          </a:xfrm>
          <a:prstGeom prst="line">
            <a:avLst/>
          </a:prstGeom>
          <a:noFill/>
          <a:ln w="28575">
            <a:solidFill>
              <a:srgbClr val="CFC7B4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4249400" y="2762250"/>
            <a:ext cx="3124200" cy="85725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250" dirty="0"/>
          </a:p>
        </p:txBody>
      </p:sp>
      <p:sp>
        <p:nvSpPr>
          <p:cNvPr id="11" name="Connector line-1792372050651-71128927"/>
          <p:cNvSpPr/>
          <p:nvPr/>
        </p:nvSpPr>
        <p:spPr>
          <a:xfrm>
            <a:off x="15811500" y="3714750"/>
            <a:ext cx="0" cy="4857750"/>
          </a:xfrm>
          <a:prstGeom prst="line">
            <a:avLst/>
          </a:prstGeom>
          <a:noFill/>
          <a:ln w="28575">
            <a:solidFill>
              <a:srgbClr val="CFC7B4"/>
            </a:solidFill>
            <a:prstDash val="lgDash"/>
            <a:headEnd type="none"/>
            <a:tailEnd type="none"/>
          </a:ln>
        </p:spPr>
      </p:sp>
      <p:sp>
        <p:nvSpPr>
          <p:cNvPr id="12" name="Connector line-1792372050651-701693343"/>
          <p:cNvSpPr/>
          <p:nvPr/>
        </p:nvSpPr>
        <p:spPr>
          <a:xfrm>
            <a:off x="2476500" y="4381500"/>
            <a:ext cx="457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dash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667000" y="388620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250" dirty="0"/>
          </a:p>
        </p:txBody>
      </p:sp>
      <p:sp>
        <p:nvSpPr>
          <p:cNvPr id="14" name="Connector line-1792372050654-938797437"/>
          <p:cNvSpPr/>
          <p:nvPr/>
        </p:nvSpPr>
        <p:spPr>
          <a:xfrm>
            <a:off x="7048500" y="5334000"/>
            <a:ext cx="4572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dash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239000" y="483870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endParaRPr lang="en-US" sz="2250" dirty="0"/>
          </a:p>
        </p:txBody>
      </p:sp>
      <p:sp>
        <p:nvSpPr>
          <p:cNvPr id="16" name="Connector line-1792372050656-753577263"/>
          <p:cNvSpPr/>
          <p:nvPr/>
        </p:nvSpPr>
        <p:spPr>
          <a:xfrm flipH="1">
            <a:off x="2476500" y="6381750"/>
            <a:ext cx="9144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dash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667000" y="588645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250" b="1" dirty="0" spc="-1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2250" b="1" dirty="0" spc="-2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250" b="1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250" dirty="0"/>
          </a:p>
        </p:txBody>
      </p:sp>
      <p:sp>
        <p:nvSpPr>
          <p:cNvPr id="18" name="Connector line-1792372050658-195617720"/>
          <p:cNvSpPr/>
          <p:nvPr/>
        </p:nvSpPr>
        <p:spPr>
          <a:xfrm>
            <a:off x="11620500" y="7620000"/>
            <a:ext cx="4191000" cy="0"/>
          </a:xfrm>
          <a:prstGeom prst="line">
            <a:avLst/>
          </a:prstGeom>
          <a:noFill/>
          <a:ln w="47625">
            <a:solidFill>
              <a:srgbClr val="8A867C"/>
            </a:solidFill>
            <a:prstDash val="lgDash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1811000" y="712470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6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250" b="1" dirty="0" spc="4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cáo,</a:t>
            </a:r>
            <a:r>
              <a:rPr lang="en-US" sz="2250" b="1" dirty="0" spc="-6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b="1" dirty="0" spc="-19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kê,</a:t>
            </a:r>
            <a:r>
              <a:rPr lang="en-US" sz="2250" b="1" dirty="0" spc="29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b="1" dirty="0" spc="2" kern="0">
                <a:solidFill>
                  <a:srgbClr val="8A867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811000" y="790575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cộng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lệnh</a:t>
            </a:r>
            <a:endParaRPr lang="en-US" sz="1950" dirty="0"/>
          </a:p>
        </p:txBody>
      </p:sp>
      <p:sp>
        <p:nvSpPr>
          <p:cNvPr id="21" name="Connector line-1792372050666-16505151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444c8140-4fd6-4324-a81f-d54a910d7a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800" b="1" spc="27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Bớt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việc,</a:t>
            </a:r>
            <a:r>
              <a:rPr lang="en-US" sz="69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bớt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chặng,</a:t>
            </a:r>
            <a:r>
              <a:rPr lang="en-US" sz="69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bớt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77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71800"/>
            <a:ext cx="73152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Ít</a:t>
            </a:r>
            <a:r>
              <a:rPr lang="en-US" sz="34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3450" dirty="0" spc="-2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295400" y="3714750"/>
            <a:ext cx="7315200" cy="857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găng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96400" y="2762250"/>
            <a:ext cx="8077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77400" y="2971800"/>
            <a:ext cx="73152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việc</a:t>
            </a:r>
            <a:r>
              <a:rPr lang="en-US" sz="34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3450" dirty="0" spc="-1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677400" y="3714750"/>
            <a:ext cx="7315200" cy="857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 thời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857750"/>
            <a:ext cx="8077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067300"/>
            <a:ext cx="73152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Ít</a:t>
            </a:r>
            <a:r>
              <a:rPr lang="en-US" sz="34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r>
              <a:rPr lang="en-US" sz="34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r>
              <a:rPr lang="en-US" sz="3450" dirty="0" spc="-2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1295400" y="5810250"/>
            <a:ext cx="7315200" cy="857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Chung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22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296400" y="4857750"/>
            <a:ext cx="8077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77400" y="5067300"/>
            <a:ext cx="73152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45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đụng</a:t>
            </a:r>
            <a:r>
              <a:rPr lang="en-US" sz="3450" dirty="0" spc="4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đĩa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9677400" y="5810250"/>
            <a:ext cx="7315200" cy="857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găng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7048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7048500"/>
            <a:ext cx="15621000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ctr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b="1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 Ghim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lõi: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lõi.</a:t>
            </a:r>
            <a:endParaRPr lang="en-US" sz="2400" dirty="0"/>
          </a:p>
        </p:txBody>
      </p:sp>
      <p:sp>
        <p:nvSpPr>
          <p:cNvPr id="18" name="Connector line-1792372096927-76553023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ea0a3de0-4613-450f-aabf-a7a07f8f0e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27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2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3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Tăng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500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6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7242048"/>
                <a:gridCol w="4608576"/>
                <a:gridCol w="4608576"/>
              </a:tblGrid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6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Trường</a:t>
                      </a:r>
                      <a:r>
                        <a:rPr lang="en-US" sz="2550" b="1" dirty="0" spc="-2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5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Disruptor,</a:t>
                      </a:r>
                      <a:r>
                        <a:rPr lang="en-US" sz="2550" b="1" dirty="0" spc="-22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Java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5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Máy</a:t>
                      </a:r>
                      <a:r>
                        <a:rPr lang="en-US" sz="2550" b="1" dirty="0" spc="-10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này,</a:t>
                      </a:r>
                      <a:r>
                        <a:rPr lang="en-US" sz="2550" b="1" dirty="0" spc="0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55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luồng,</a:t>
                      </a:r>
                      <a:r>
                        <a:rPr lang="en-US" sz="2550" b="1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55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300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0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1,25</a:t>
                      </a:r>
                      <a:r>
                        <a:rPr lang="en-US" sz="2550" b="1" dirty="0" spc="-4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giây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55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luồng, có khóa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10.000 ms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3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3,6–4,8</a:t>
                      </a:r>
                      <a:r>
                        <a:rPr lang="en-US" sz="2550" b="1" dirty="0" spc="-4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giây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Hai</a:t>
                      </a:r>
                      <a:r>
                        <a:rPr lang="en-US" sz="255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luồng</a:t>
                      </a:r>
                      <a:r>
                        <a:rPr lang="en-US" sz="2550" b="1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tranh</a:t>
                      </a:r>
                      <a:r>
                        <a:rPr lang="en-US" sz="255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224.000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~40</a:t>
                      </a:r>
                      <a:r>
                        <a:rPr lang="en-US" sz="2550" b="1" dirty="0" spc="-4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giây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42950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Tranh</a:t>
            </a:r>
            <a:r>
              <a:rPr lang="en-US" sz="24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4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b="1" dirty="0" spc="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xử,</a:t>
            </a:r>
            <a:r>
              <a:rPr lang="en-US" sz="24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400" b="1" dirty="0" spc="2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4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4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400" dirty="0"/>
          </a:p>
        </p:txBody>
      </p:sp>
      <p:sp>
        <p:nvSpPr>
          <p:cNvPr id="6" name="Connector line-1792372097758-71708841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e91bd6b9-ba31-45d2-947b-ee9d29a38f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Nhanh</a:t>
            </a: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hơn,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57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86000" y="2857500"/>
            <a:ext cx="800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đốt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477500" y="2857500"/>
            <a:ext cx="6572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kể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1910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41910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2286000" y="4191000"/>
            <a:ext cx="800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Ghim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477500" y="4191000"/>
            <a:ext cx="6572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5245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524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2286000" y="5524500"/>
            <a:ext cx="800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máy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0477500" y="5524500"/>
            <a:ext cx="6572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 thì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</a:t>
            </a:r>
            <a:r>
              <a:rPr lang="en-US" sz="21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dừng: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 phòng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68580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FBF8F2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68580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2286000" y="6858000"/>
            <a:ext cx="800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477500" y="6858000"/>
            <a:ext cx="6572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thường: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1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20" name="Connector line-1792372098693-39337244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39915495-6ed5-4d8f-b3f1-3bb4125132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mỗi lệnh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thế?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29200" cy="2095500"/>
          </a:xfrm>
          <a:prstGeom prst="roundRect">
            <a:avLst>
              <a:gd name="adj" fmla="val 12727"/>
            </a:avLst>
          </a:prstGeom>
          <a:solidFill>
            <a:srgbClr val="7C93FF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381375"/>
            <a:ext cx="4343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345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257300" y="4238625"/>
            <a:ext cx="4343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bus</a:t>
            </a:r>
            <a:endParaRPr lang="en-US" sz="2250" dirty="0"/>
          </a:p>
        </p:txBody>
      </p:sp>
      <p:sp>
        <p:nvSpPr>
          <p:cNvPr id="7" name="Connector line-1792372139385-119176149"/>
          <p:cNvSpPr/>
          <p:nvPr/>
        </p:nvSpPr>
        <p:spPr>
          <a:xfrm>
            <a:off x="6019800" y="4191000"/>
            <a:ext cx="5334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29400" y="3143250"/>
            <a:ext cx="50292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72300" y="3381375"/>
            <a:ext cx="4343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Bus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6972300" y="4238625"/>
            <a:ext cx="4343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250" dirty="0"/>
          </a:p>
        </p:txBody>
      </p:sp>
      <p:sp>
        <p:nvSpPr>
          <p:cNvPr id="11" name="Connector line-1792372139390-282345203"/>
          <p:cNvSpPr/>
          <p:nvPr/>
        </p:nvSpPr>
        <p:spPr>
          <a:xfrm>
            <a:off x="11734800" y="4191000"/>
            <a:ext cx="5334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44400" y="3143250"/>
            <a:ext cx="50292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87300" y="3381375"/>
            <a:ext cx="4343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Thành</a:t>
            </a:r>
            <a:r>
              <a:rPr lang="en-US" sz="3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2687300" y="4238625"/>
            <a:ext cx="4343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nghe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bus,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552450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GĂNG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629400" y="5524500"/>
            <a:ext cx="10744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1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 GĂNG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64770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3500" y="6667500"/>
            <a:ext cx="1562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33500" y="7191375"/>
            <a:ext cx="156210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hỏng: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 bản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4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“Làm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sau”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“không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cần”.</a:t>
            </a:r>
            <a:endParaRPr lang="en-US" sz="2400" dirty="0"/>
          </a:p>
        </p:txBody>
      </p:sp>
      <p:sp>
        <p:nvSpPr>
          <p:cNvPr id="20" name="Connector line-1792372139420-35549823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274c5c5d-477b-4013-8d3f-4b28a0f4c7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Nguyên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tắc,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3900" dirty="0"/>
          </a:p>
        </p:txBody>
      </p:sp>
      <p:sp>
        <p:nvSpPr>
          <p:cNvPr id="6" name="Text richtext-1792372140264-520506805"/>
          <p:cNvSpPr/>
          <p:nvPr/>
        </p:nvSpPr>
        <p:spPr>
          <a:xfrm>
            <a:off x="13335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3900" dirty="0"/>
          </a:p>
        </p:txBody>
      </p:sp>
      <p:sp>
        <p:nvSpPr>
          <p:cNvPr id="9" name="Text richtext-1792372140286-866456676"/>
          <p:cNvSpPr/>
          <p:nvPr/>
        </p:nvSpPr>
        <p:spPr>
          <a:xfrm>
            <a:off x="97917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đắt,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khớp:</a:t>
            </a:r>
            <a:r>
              <a:rPr lang="en-US" sz="240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6,2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 thật,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400" dirty="0"/>
          </a:p>
        </p:txBody>
      </p:sp>
      <p:sp>
        <p:nvSpPr>
          <p:cNvPr id="10" name="Connector line-1792372140293-23043619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fca5dde-09c5-41e5-83e3-3fcf4c2742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000500" y="30289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Central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00500" y="3429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xử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tâm;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55245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-10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CAS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4000500" y="55054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Compare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Swap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00500" y="59055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hoán</a:t>
            </a:r>
            <a:r>
              <a:rPr lang="en-US" sz="24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đổi: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4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096500" y="3048000"/>
            <a:ext cx="72771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0572750" y="34290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2" name="Text richtext-1792372141178-531382690"/>
          <p:cNvSpPr/>
          <p:nvPr/>
        </p:nvSpPr>
        <p:spPr>
          <a:xfrm>
            <a:off x="10572750" y="4000500"/>
            <a:ext cx="6324600" cy="2857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Disruptor: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572750" y="7239000"/>
            <a:ext cx="6324600" cy="952500"/>
          </a:xfrm>
          <a:prstGeom prst="rect">
            <a:avLst/>
          </a:prstGeom>
          <a:noFill/>
          <a:ln/>
        </p:spPr>
        <p:txBody>
          <a:bodyPr wrap="square" lIns="0" tIns="4004" rIns="0" bIns="-4004" rtlCol="0" anchor="t"/>
          <a:lstStyle/>
          <a:p>
            <a:pPr algn="l" indent="0" marL="0">
              <a:lnSpc>
                <a:spcPts val="2514"/>
              </a:lnSpc>
              <a:buNone/>
            </a:pPr>
            <a:r>
              <a:rPr lang="en-US" sz="1796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796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796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796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796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796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796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1796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796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796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 Hình</a:t>
            </a:r>
            <a:r>
              <a:rPr lang="en-US" sz="1796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796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796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796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796" dirty="0"/>
          </a:p>
        </p:txBody>
      </p:sp>
      <p:sp>
        <p:nvSpPr>
          <p:cNvPr id="14" name="Connector line-1792372141187-83685122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b3cb439-b280-4aee-9861-a5486f0fcb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2026-10-19T01:09:20Z</dcterms:created>
  <dcterms:modified xsi:type="dcterms:W3CDTF">2026-10-19T01:09:20Z</dcterms:modified>
</cp:coreProperties>
</file>