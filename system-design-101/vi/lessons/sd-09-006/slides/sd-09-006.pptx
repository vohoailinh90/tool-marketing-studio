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715500" cy="3324225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72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2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72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72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kiệm?</a:t>
            </a:r>
            <a:endParaRPr lang="en-US" sz="3000" dirty="0"/>
          </a:p>
        </p:txBody>
      </p:sp>
      <p:sp>
        <p:nvSpPr>
          <p:cNvPr id="5" name="Connector line-1792370491076-90953746"/>
          <p:cNvSpPr/>
          <p:nvPr/>
        </p:nvSpPr>
        <p:spPr>
          <a:xfrm flipV="1">
            <a:off x="11144250" y="3219450"/>
            <a:ext cx="1143000" cy="19240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Connector line-1792370491077-576310731"/>
          <p:cNvSpPr/>
          <p:nvPr/>
        </p:nvSpPr>
        <p:spPr>
          <a:xfrm flipV="1">
            <a:off x="11144250" y="4457700"/>
            <a:ext cx="1143000" cy="68580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Connector line-1792370491077-912309101"/>
          <p:cNvSpPr/>
          <p:nvPr/>
        </p:nvSpPr>
        <p:spPr>
          <a:xfrm>
            <a:off x="11144250" y="5143500"/>
            <a:ext cx="1143000" cy="5524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8" name="Connector line-1792370491078-806349361"/>
          <p:cNvSpPr/>
          <p:nvPr/>
        </p:nvSpPr>
        <p:spPr>
          <a:xfrm>
            <a:off x="11144250" y="5143500"/>
            <a:ext cx="1143000" cy="17907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810750" y="4381500"/>
            <a:ext cx="1524000" cy="15240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10750" y="4714875"/>
            <a:ext cx="1524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2287250" y="28575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287250" y="40957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2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287250" y="53340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25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b="1" dirty="0" spc="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287250" y="65722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250" b="1" dirty="0" spc="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95631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6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6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55d3edc9-d437-468c-8832-1322f9e528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thể,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tự</a:t>
            </a:r>
            <a:r>
              <a:rPr lang="en-US" sz="25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xác.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1950" b="1" spc="14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620000" y="2857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1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13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3333750"/>
            <a:ext cx="60960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Trợ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429500" y="3333750"/>
            <a:ext cx="99441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tra,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5048250"/>
            <a:ext cx="60960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chú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29500" y="5048250"/>
            <a:ext cx="99441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6762750"/>
            <a:ext cx="60960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giọng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7429500" y="6762750"/>
            <a:ext cx="99441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7536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8590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15" name="Shape 13"/>
          <p:cNvSpPr/>
          <p:nvPr/>
        </p:nvSpPr>
        <p:spPr>
          <a:xfrm>
            <a:off x="177165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17" name="Shape 15"/>
          <p:cNvSpPr/>
          <p:nvPr/>
        </p:nvSpPr>
        <p:spPr>
          <a:xfrm>
            <a:off x="234315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18" name="Shape 16"/>
          <p:cNvSpPr/>
          <p:nvPr/>
        </p:nvSpPr>
        <p:spPr>
          <a:xfrm>
            <a:off x="262890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19" name="Shape 17"/>
          <p:cNvSpPr/>
          <p:nvPr/>
        </p:nvSpPr>
        <p:spPr>
          <a:xfrm>
            <a:off x="291465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1" name="Shape 19"/>
          <p:cNvSpPr/>
          <p:nvPr/>
        </p:nvSpPr>
        <p:spPr>
          <a:xfrm>
            <a:off x="348615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2" name="Text 20"/>
          <p:cNvSpPr/>
          <p:nvPr/>
        </p:nvSpPr>
        <p:spPr>
          <a:xfrm>
            <a:off x="4000500" y="96583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0462909-23d3-45bb-ae8b-8ffa45aa96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1295400" y="2476500"/>
            <a:ext cx="857250" cy="8572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4765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71750" y="23812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71750" y="295275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39052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1295400" y="4048125"/>
            <a:ext cx="857250" cy="8572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048125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71750" y="40957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5334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5400" y="5476875"/>
            <a:ext cx="857250" cy="8572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476875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71750" y="55245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67627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295400" y="6905625"/>
            <a:ext cx="857250" cy="8572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6905625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571750" y="69532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8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1440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5900" y="97536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77165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315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6" name="Shape 24"/>
          <p:cNvSpPr/>
          <p:nvPr/>
        </p:nvSpPr>
        <p:spPr>
          <a:xfrm>
            <a:off x="262890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7" name="Shape 25"/>
          <p:cNvSpPr/>
          <p:nvPr/>
        </p:nvSpPr>
        <p:spPr>
          <a:xfrm>
            <a:off x="291465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29" name="Shape 27"/>
          <p:cNvSpPr/>
          <p:nvPr/>
        </p:nvSpPr>
        <p:spPr>
          <a:xfrm>
            <a:off x="3486150" y="9753600"/>
            <a:ext cx="152400" cy="152400"/>
          </a:xfrm>
          <a:prstGeom prst="ellipse">
            <a:avLst/>
          </a:prstGeom>
          <a:solidFill>
            <a:srgbClr val="C9C2B0"/>
          </a:solidFill>
          <a:ln/>
        </p:spPr>
      </p:sp>
      <p:sp>
        <p:nvSpPr>
          <p:cNvPr id="30" name="Text 28"/>
          <p:cNvSpPr/>
          <p:nvPr/>
        </p:nvSpPr>
        <p:spPr>
          <a:xfrm>
            <a:off x="4000500" y="96583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07e318c-63c7-40d0-b8b9-13903909ed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Đầu</a:t>
            </a:r>
            <a:r>
              <a:rPr lang="en-US" sz="6900" dirty="0" spc="-5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7886700" cy="3238500"/>
          </a:xfrm>
          <a:prstGeom prst="roundRect">
            <a:avLst>
              <a:gd name="adj" fmla="val 8235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8750" y="3048000"/>
            <a:ext cx="685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8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3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9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428750" y="4191000"/>
            <a:ext cx="685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 vụ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0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86900" y="2667000"/>
            <a:ext cx="7886700" cy="3238500"/>
          </a:xfrm>
          <a:prstGeom prst="roundRect">
            <a:avLst>
              <a:gd name="adj" fmla="val 8235"/>
            </a:avLst>
          </a:prstGeom>
          <a:solidFill>
            <a:srgbClr val="FBF8F2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01250" y="3048000"/>
            <a:ext cx="685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Tiêu</a:t>
            </a:r>
            <a:r>
              <a:rPr lang="en-US" sz="3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</a:t>
            </a:r>
            <a:r>
              <a:rPr lang="en-US" sz="3900" dirty="0" spc="-1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001250" y="4191000"/>
            <a:ext cx="685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chí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2f517fde-0434-4376-88c0-88ae5722c9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Đầu</a:t>
            </a:r>
            <a:r>
              <a:rPr lang="en-US" sz="6900" dirty="0" spc="-4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</a:t>
            </a:r>
            <a:r>
              <a:rPr lang="en-US" sz="69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3143250"/>
            <a:ext cx="51435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91000"/>
            <a:ext cx="514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Đủ</a:t>
            </a:r>
            <a:r>
              <a:rPr lang="en-US" sz="45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6572250" y="3143250"/>
            <a:ext cx="51435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72250" y="4191000"/>
            <a:ext cx="514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5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2230100" y="3143250"/>
            <a:ext cx="51435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30100" y="4191000"/>
            <a:ext cx="514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5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bịa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c82ca82c-59bd-472f-ad7f-d4ac18ea3b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Quyết</a:t>
            </a:r>
            <a:r>
              <a:rPr lang="en-US" sz="6900" dirty="0" spc="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3429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25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550" dirty="0"/>
          </a:p>
        </p:txBody>
      </p:sp>
      <p:sp>
        <p:nvSpPr>
          <p:cNvPr id="4" name="Connector line-1792370576083-437095442"/>
          <p:cNvSpPr/>
          <p:nvPr/>
        </p:nvSpPr>
        <p:spPr>
          <a:xfrm>
            <a:off x="4476750" y="3429000"/>
            <a:ext cx="666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5276850" y="2476500"/>
            <a:ext cx="3429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55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550" dirty="0"/>
          </a:p>
        </p:txBody>
      </p:sp>
      <p:sp>
        <p:nvSpPr>
          <p:cNvPr id="6" name="Connector line-1792370576085-394070557"/>
          <p:cNvSpPr/>
          <p:nvPr/>
        </p:nvSpPr>
        <p:spPr>
          <a:xfrm>
            <a:off x="8839200" y="3429000"/>
            <a:ext cx="666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639300" y="2476500"/>
            <a:ext cx="3810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550" b="1" dirty="0" spc="-2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550" dirty="0"/>
          </a:p>
        </p:txBody>
      </p:sp>
      <p:sp>
        <p:nvSpPr>
          <p:cNvPr id="8" name="Connector line-1792370576086-397075400"/>
          <p:cNvSpPr/>
          <p:nvPr/>
        </p:nvSpPr>
        <p:spPr>
          <a:xfrm>
            <a:off x="13582650" y="3429000"/>
            <a:ext cx="666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4382750" y="2476500"/>
            <a:ext cx="2990850" cy="190500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2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Quyết</a:t>
            </a:r>
            <a:r>
              <a:rPr lang="en-US" sz="2700" dirty="0" spc="1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định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5334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 công</a:t>
            </a: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42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nếu</a:t>
            </a: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14400" y="73342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chỉ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bbb82cba-0872-4ec1-9339-920e0e69fb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857500"/>
            <a:ext cx="15430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4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4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ảnh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chụp thị</a:t>
            </a:r>
            <a:r>
              <a:rPr lang="en-US" sz="48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48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80010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tính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372600" y="5715000"/>
            <a:ext cx="80010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 năng cung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10/2026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7e94e624-4b37-4ecd-8fc9-78b012561c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5715000" cy="345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0" dirty="0" spc="-20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×2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6667500" y="2476500"/>
            <a:ext cx="10706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150" dirty="0" spc="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1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150" dirty="0" spc="-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1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1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31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31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315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1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1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lỗi hơn.</a:t>
            </a:r>
            <a:r>
              <a:rPr lang="en-US" sz="31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31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1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1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31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kiệm thời</a:t>
            </a:r>
            <a:r>
              <a:rPr lang="en-US" sz="31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1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164592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619125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33500" y="68199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15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31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31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31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1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e0fbac99-42ba-4185-a95c-f8f3b1b098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30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snapshot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Adobe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(PDF</a:t>
            </a:r>
            <a:r>
              <a:rPr lang="en-US" sz="19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Chat)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676650" y="21907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Anthropic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Claude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438900" y="21907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Ash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201150" y="21907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Captions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963400" y="21907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ChatGPT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725650" y="21907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Cursor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32194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Delphi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676650" y="32194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ElevenLabs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438900" y="32194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Gamma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201150" y="32194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Gemini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963400" y="32194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Gemini</a:t>
            </a:r>
            <a:r>
              <a:rPr lang="en-US" sz="19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for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Gmail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725650" y="32194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GitHub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Copilot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42481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GoodInside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676650" y="42481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Granola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438900" y="42481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Grok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201150" y="42481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HeyGen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963400" y="42481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Krea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4725650" y="42481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Midjourney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52768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NotebookLM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676650" y="52768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OpusClips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438900" y="52768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Particle</a:t>
            </a:r>
            <a:r>
              <a:rPr lang="en-US" sz="19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News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App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201150" y="52768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Perplexity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963400" y="52768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Persona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725650" y="52768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Photoroom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14400" y="63055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Replit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3676650" y="63055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Rosebud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6438900" y="63055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Suno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201150" y="63055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Tabnine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963400" y="63055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Windsurf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4725650" y="6305550"/>
            <a:ext cx="2628900" cy="876300"/>
          </a:xfrm>
          <a:prstGeom prst="roundRect">
            <a:avLst>
              <a:gd name="adj" fmla="val 19565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WisprFlow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14400" y="7715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97811595-eedf-4893-a5e5-5e94d769d8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95250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49555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38500" y="249555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095750"/>
            <a:ext cx="95250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3053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38500" y="430530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14400" y="5905500"/>
            <a:ext cx="95250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11505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PDF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38500" y="611505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049000" y="2286000"/>
            <a:ext cx="6324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049000" y="2857500"/>
            <a:ext cx="63246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1049000" y="5048250"/>
            <a:ext cx="63246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NIST: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dbf918ed-6dd6-472d-bf47-2b82eb869e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2026-10-19T00:46:45Z</dcterms:created>
  <dcterms:modified xsi:type="dcterms:W3CDTF">2026-10-19T00:46:45Z</dcterms:modified>
</cp:coreProperties>
</file>