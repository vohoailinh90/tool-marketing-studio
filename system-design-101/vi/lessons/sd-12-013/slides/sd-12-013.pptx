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Chat</a:t>
            </a:r>
            <a:r>
              <a:rPr lang="en-US" sz="63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một-một: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 tự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3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ngoại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Bob?</a:t>
            </a:r>
            <a:endParaRPr lang="en-US" sz="2700" dirty="0"/>
          </a:p>
        </p:txBody>
      </p:sp>
      <p:sp>
        <p:nvSpPr>
          <p:cNvPr id="5" name="Connector line-1792423603721-316237807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nghiệm: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lộn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xộn,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FFB454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FFB454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dirty="0" spc="1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a35175e-f9f0-4deb-8c9f-a0b97263f3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Bob</a:t>
            </a:r>
            <a:r>
              <a:rPr lang="en-US" sz="69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ngoại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100" b="1" spc="21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100" dirty="0"/>
          </a:p>
        </p:txBody>
      </p:sp>
      <p:sp>
        <p:nvSpPr>
          <p:cNvPr id="6" name="Text richtext-1792423606688-84042781"/>
          <p:cNvSpPr/>
          <p:nvPr/>
        </p:nvSpPr>
        <p:spPr>
          <a:xfrm>
            <a:off x="13335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8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100" b="1" spc="2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1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100" dirty="0"/>
          </a:p>
        </p:txBody>
      </p:sp>
      <p:sp>
        <p:nvSpPr>
          <p:cNvPr id="9" name="Text richtext-1792423606710-124623561"/>
          <p:cNvSpPr/>
          <p:nvPr/>
        </p:nvSpPr>
        <p:spPr>
          <a:xfrm>
            <a:off x="97917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diện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f46f6b7-e43c-465b-ab63-9f08189476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 ĐI</a:t>
            </a: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Alice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Bob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0015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7" name="Connector line-1792423607878-989851976"/>
          <p:cNvSpPr/>
          <p:nvPr/>
        </p:nvSpPr>
        <p:spPr>
          <a:xfrm>
            <a:off x="4781550" y="4714875"/>
            <a:ext cx="3048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445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1020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1020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550" b="1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550" dirty="0"/>
          </a:p>
        </p:txBody>
      </p:sp>
      <p:sp>
        <p:nvSpPr>
          <p:cNvPr id="11" name="Connector line-1792423607883-955102337"/>
          <p:cNvSpPr/>
          <p:nvPr/>
        </p:nvSpPr>
        <p:spPr>
          <a:xfrm>
            <a:off x="8991600" y="4714875"/>
            <a:ext cx="3048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3450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 w="28575">
            <a:solidFill>
              <a:srgbClr val="2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025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025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 bộ</a:t>
            </a:r>
            <a:endParaRPr lang="en-US" sz="2550" dirty="0"/>
          </a:p>
        </p:txBody>
      </p:sp>
      <p:sp>
        <p:nvSpPr>
          <p:cNvPr id="15" name="Connector line-1792423607888-696011384"/>
          <p:cNvSpPr/>
          <p:nvPr/>
        </p:nvSpPr>
        <p:spPr>
          <a:xfrm>
            <a:off x="13201650" y="4714875"/>
            <a:ext cx="3048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544550" y="3143250"/>
            <a:ext cx="3829050" cy="3143250"/>
          </a:xfrm>
          <a:prstGeom prst="roundRect">
            <a:avLst>
              <a:gd name="adj" fmla="val 9697"/>
            </a:avLst>
          </a:prstGeom>
          <a:solidFill>
            <a:srgbClr val="FFB454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30300" y="344805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830300" y="3943350"/>
            <a:ext cx="3257550" cy="2095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7048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đường:</a:t>
            </a:r>
            <a:r>
              <a:rPr lang="en-US" sz="30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đẩy.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225ec60-4caa-41f1-9636-d18f1c1700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8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đó: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Alice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bè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2831533-18bc-45f7-a766-558456049c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b="1" spc="2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1800" b="1" spc="2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6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1800" b="1" spc="3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 theo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 tự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0" y="2762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2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 1.000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333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333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918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4857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trùng,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0" y="4857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477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c2bfafe-4eac-41b3-9343-515a49624e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ĐỒNG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1800" b="1" spc="25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dùng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-39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44%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304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953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953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tin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 mili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685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685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bộ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06/09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a3eeeae-62a7-4b54-9594-3c6ae63ae6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6905625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251585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334cec2-26d2-4b6b-b637-281dccd8e5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Bob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ngoại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lộn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xộn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94d09ec-1280-4ef8-8fb1-b8e4449f2b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 diện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2865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29000" y="59055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2100" dirty="0"/>
          </a:p>
        </p:txBody>
      </p:sp>
      <p:sp>
        <p:nvSpPr>
          <p:cNvPr id="13" name="Connector line-1792423649492-409893035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423649495-346700283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54668cc-359f-4dfd-b0e1-561a36fc2a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2026-10-19T15:27:45Z</dcterms:created>
  <dcterms:modified xsi:type="dcterms:W3CDTF">2026-10-19T15:27:45Z</dcterms:modified>
</cp:coreProperties>
</file>