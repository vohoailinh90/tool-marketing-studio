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620250" cy="2286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81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cân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Connector line-1792290711849-145479015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532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 khả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811000" y="1809750"/>
            <a:ext cx="2190750" cy="3333750"/>
          </a:xfrm>
          <a:custGeom>
            <a:avLst/>
            <a:gdLst/>
            <a:ahLst/>
            <a:cxnLst/>
            <a:rect l="l" t="t" r="r" b="b"/>
            <a:pathLst>
              <a:path w="2190750" h="3333750">
                <a:moveTo>
                  <a:pt x="0" y="3333750"/>
                </a:moveTo>
                <a:cubicBezTo>
                  <a:pt x="1095375" y="3333750"/>
                  <a:pt x="1095375" y="0"/>
                  <a:pt x="21907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11000" y="3143250"/>
            <a:ext cx="2190750" cy="2000250"/>
          </a:xfrm>
          <a:custGeom>
            <a:avLst/>
            <a:gdLst/>
            <a:ahLst/>
            <a:cxnLst/>
            <a:rect l="l" t="t" r="r" b="b"/>
            <a:pathLst>
              <a:path w="2190750" h="2000250">
                <a:moveTo>
                  <a:pt x="0" y="2000250"/>
                </a:moveTo>
                <a:cubicBezTo>
                  <a:pt x="1095375" y="2000250"/>
                  <a:pt x="1095375" y="0"/>
                  <a:pt x="219075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11000" y="4476750"/>
            <a:ext cx="2190750" cy="666750"/>
          </a:xfrm>
          <a:custGeom>
            <a:avLst/>
            <a:gdLst/>
            <a:ahLst/>
            <a:cxnLst/>
            <a:rect l="l" t="t" r="r" b="b"/>
            <a:pathLst>
              <a:path w="2190750" h="666750">
                <a:moveTo>
                  <a:pt x="0" y="666750"/>
                </a:moveTo>
                <a:cubicBezTo>
                  <a:pt x="1095375" y="666750"/>
                  <a:pt x="1095375" y="0"/>
                  <a:pt x="219075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11000" y="5143500"/>
            <a:ext cx="2190750" cy="666750"/>
          </a:xfrm>
          <a:custGeom>
            <a:avLst/>
            <a:gdLst/>
            <a:ahLst/>
            <a:cxnLst/>
            <a:rect l="l" t="t" r="r" b="b"/>
            <a:pathLst>
              <a:path w="2190750" h="666750">
                <a:moveTo>
                  <a:pt x="0" y="0"/>
                </a:moveTo>
                <a:cubicBezTo>
                  <a:pt x="1095375" y="0"/>
                  <a:pt x="1095375" y="666750"/>
                  <a:pt x="2190750" y="6667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11000" y="5143500"/>
            <a:ext cx="2190750" cy="2000250"/>
          </a:xfrm>
          <a:custGeom>
            <a:avLst/>
            <a:gdLst/>
            <a:ahLst/>
            <a:cxnLst/>
            <a:rect l="l" t="t" r="r" b="b"/>
            <a:pathLst>
              <a:path w="2190750" h="2000250">
                <a:moveTo>
                  <a:pt x="0" y="0"/>
                </a:moveTo>
                <a:cubicBezTo>
                  <a:pt x="1095375" y="0"/>
                  <a:pt x="1095375" y="2000250"/>
                  <a:pt x="2190750" y="20002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11000" y="5143500"/>
            <a:ext cx="2190750" cy="3333750"/>
          </a:xfrm>
          <a:custGeom>
            <a:avLst/>
            <a:gdLst/>
            <a:ahLst/>
            <a:cxnLst/>
            <a:rect l="l" t="t" r="r" b="b"/>
            <a:pathLst>
              <a:path w="2190750" h="3333750">
                <a:moveTo>
                  <a:pt x="0" y="0"/>
                </a:moveTo>
                <a:cubicBezTo>
                  <a:pt x="1095375" y="0"/>
                  <a:pt x="1095375" y="3333750"/>
                  <a:pt x="2190750" y="33337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91800" y="4495800"/>
            <a:ext cx="1295400" cy="12954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91800" y="4819650"/>
            <a:ext cx="1295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3525500" y="144780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0" y="278130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0" y="411480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 tảng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0" y="544830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0" y="678180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0" y="811530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810750" y="59436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6eca2f6-d3cf-4610-b12e-7673f62243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7429500" cy="20955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r>
              <a:rPr lang="en-US" sz="75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75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 máy chủ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7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700" dirty="0" spc="-2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huống,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74295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60960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33500" y="6572250"/>
            <a:ext cx="6591300" cy="1809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lỗi:</a:t>
            </a:r>
            <a:r>
              <a:rPr lang="en-US" sz="28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phải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58300" y="1219200"/>
            <a:ext cx="7810500" cy="1619250"/>
          </a:xfrm>
          <a:prstGeom prst="roundRect">
            <a:avLst>
              <a:gd name="adj" fmla="val 11765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58300" y="3028950"/>
            <a:ext cx="7810500" cy="2000250"/>
          </a:xfrm>
          <a:prstGeom prst="roundRect">
            <a:avLst>
              <a:gd name="adj" fmla="val 9524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58300" y="5219700"/>
            <a:ext cx="7810500" cy="3295650"/>
          </a:xfrm>
          <a:prstGeom prst="roundRect">
            <a:avLst>
              <a:gd name="adj" fmla="val 5780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3716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DÙNG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25000" y="31813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b="1" spc="1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25000" y="53721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650" b="1" spc="1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734800" y="188595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496550" y="3695700"/>
            <a:ext cx="5334000" cy="952500"/>
          </a:xfrm>
          <a:prstGeom prst="roundRect">
            <a:avLst>
              <a:gd name="adj" fmla="val 3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0115550" y="5905500"/>
            <a:ext cx="2476500" cy="1619250"/>
          </a:xfrm>
          <a:prstGeom prst="roundRect">
            <a:avLst>
              <a:gd name="adj" fmla="val 15294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3735050" y="5905500"/>
            <a:ext cx="2476500" cy="1619250"/>
          </a:xfrm>
          <a:prstGeom prst="roundRect">
            <a:avLst>
              <a:gd name="adj" fmla="val 15294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925050" y="77724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544550" y="77724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1800" dirty="0"/>
          </a:p>
        </p:txBody>
      </p:sp>
      <p:sp>
        <p:nvSpPr>
          <p:cNvPr id="21" name="Connector line-1792290777820-455711293"/>
          <p:cNvSpPr/>
          <p:nvPr/>
        </p:nvSpPr>
        <p:spPr>
          <a:xfrm>
            <a:off x="13163550" y="2628900"/>
            <a:ext cx="0" cy="9906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290777821-902705131"/>
          <p:cNvSpPr/>
          <p:nvPr/>
        </p:nvSpPr>
        <p:spPr>
          <a:xfrm flipH="1">
            <a:off x="11525250" y="4705350"/>
            <a:ext cx="285750" cy="11049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290777821-230734069"/>
          <p:cNvSpPr/>
          <p:nvPr/>
        </p:nvSpPr>
        <p:spPr>
          <a:xfrm>
            <a:off x="14516100" y="4705350"/>
            <a:ext cx="285750" cy="11049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4" name="Connector line-1792290777821-23062287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12a914ce-6227-4910-a61b-7a7e7e592d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800" b="1" spc="20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b="1" spc="27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pPr algn="l" indent="0" marL="0">
              <a:buNone/>
            </a:pPr>
            <a:r>
              <a:rPr lang="en-US" sz="1800" b="1" spc="-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  /  </a:t>
            </a:r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KIỂM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 KHỎE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sức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khỏe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6900" dirty="0"/>
          </a:p>
        </p:txBody>
      </p:sp>
      <p:sp>
        <p:nvSpPr>
          <p:cNvPr id="4" name="Connector line-1792290808945-151739397"/>
          <p:cNvSpPr/>
          <p:nvPr/>
        </p:nvSpPr>
        <p:spPr>
          <a:xfrm>
            <a:off x="2857500" y="3086100"/>
            <a:ext cx="0" cy="45339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5" name="Connector line-1792290808946-223554366"/>
          <p:cNvSpPr/>
          <p:nvPr/>
        </p:nvSpPr>
        <p:spPr>
          <a:xfrm>
            <a:off x="7239000" y="3086100"/>
            <a:ext cx="0" cy="45339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6" name="Connector line-1792290808946-433940463"/>
          <p:cNvSpPr/>
          <p:nvPr/>
        </p:nvSpPr>
        <p:spPr>
          <a:xfrm>
            <a:off x="11811000" y="3086100"/>
            <a:ext cx="0" cy="45339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7" name="Connector line-1792290808946-861106460"/>
          <p:cNvSpPr/>
          <p:nvPr/>
        </p:nvSpPr>
        <p:spPr>
          <a:xfrm>
            <a:off x="15430500" y="3086100"/>
            <a:ext cx="0" cy="45339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619250" y="2552700"/>
            <a:ext cx="24765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477000" y="2552700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858500" y="255270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478000" y="255270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29500" y="331470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1950" dirty="0" spc="-16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1950" dirty="0" spc="1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1950" dirty="0" spc="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kỳ</a:t>
            </a:r>
            <a:endParaRPr lang="en-US" sz="1950" dirty="0"/>
          </a:p>
        </p:txBody>
      </p:sp>
      <p:sp>
        <p:nvSpPr>
          <p:cNvPr id="13" name="Connector line-1792290808963-198099893"/>
          <p:cNvSpPr/>
          <p:nvPr/>
        </p:nvSpPr>
        <p:spPr>
          <a:xfrm>
            <a:off x="7353300" y="3771900"/>
            <a:ext cx="43243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467725" y="40576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1950" dirty="0" spc="-16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1950" dirty="0" spc="1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1950" dirty="0" spc="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kỳ</a:t>
            </a:r>
            <a:endParaRPr lang="en-US" sz="1950" dirty="0"/>
          </a:p>
        </p:txBody>
      </p:sp>
      <p:sp>
        <p:nvSpPr>
          <p:cNvPr id="15" name="Connector line-1792290808966-521505992"/>
          <p:cNvSpPr/>
          <p:nvPr/>
        </p:nvSpPr>
        <p:spPr>
          <a:xfrm>
            <a:off x="7353300" y="4514850"/>
            <a:ext cx="79438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715500" y="4953000"/>
            <a:ext cx="4191000" cy="571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1875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75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875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1875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75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1875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3048000" y="600075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request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1950" dirty="0"/>
          </a:p>
        </p:txBody>
      </p:sp>
      <p:sp>
        <p:nvSpPr>
          <p:cNvPr id="18" name="Connector line-1792290808972-218380371"/>
          <p:cNvSpPr/>
          <p:nvPr/>
        </p:nvSpPr>
        <p:spPr>
          <a:xfrm>
            <a:off x="2971800" y="6438900"/>
            <a:ext cx="41338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334500" y="67246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1950" dirty="0" spc="-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1950" dirty="0" spc="2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19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195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19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195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khỏe</a:t>
            </a:r>
            <a:endParaRPr lang="en-US" sz="1950" dirty="0"/>
          </a:p>
        </p:txBody>
      </p:sp>
      <p:sp>
        <p:nvSpPr>
          <p:cNvPr id="20" name="Connector line-1792290808975-856152021"/>
          <p:cNvSpPr/>
          <p:nvPr/>
        </p:nvSpPr>
        <p:spPr>
          <a:xfrm>
            <a:off x="7353300" y="7181850"/>
            <a:ext cx="7943850" cy="0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" y="79629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CFE8E2"/>
          </a:solidFill>
          <a:ln/>
        </p:spPr>
      </p:sp>
      <p:sp>
        <p:nvSpPr>
          <p:cNvPr id="22" name="Text 20"/>
          <p:cNvSpPr/>
          <p:nvPr/>
        </p:nvSpPr>
        <p:spPr>
          <a:xfrm>
            <a:off x="1238250" y="7962900"/>
            <a:ext cx="7353300" cy="9144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LB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100" dirty="0" spc="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21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request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 dở</a:t>
            </a:r>
            <a:r>
              <a:rPr lang="en-US" sz="21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372600" y="79629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F8D9D0"/>
          </a:solidFill>
          <a:ln/>
        </p:spPr>
      </p:sp>
      <p:sp>
        <p:nvSpPr>
          <p:cNvPr id="24" name="Text 22"/>
          <p:cNvSpPr/>
          <p:nvPr/>
        </p:nvSpPr>
        <p:spPr>
          <a:xfrm>
            <a:off x="9696450" y="7962900"/>
            <a:ext cx="7353300" cy="9144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1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phản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ánh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khả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phục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thật.</a:t>
            </a:r>
            <a:endParaRPr lang="en-US" sz="2100" dirty="0"/>
          </a:p>
        </p:txBody>
      </p:sp>
      <p:sp>
        <p:nvSpPr>
          <p:cNvPr id="25" name="Connector line-1792290808981-69843922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5b576905-c785-43d2-b396-44f2142818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PHÂN LUỒNG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800" b="1" spc="26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 luồng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mobile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desktop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05100"/>
            <a:ext cx="8001000" cy="4286250"/>
          </a:xfrm>
          <a:prstGeom prst="roundRect">
            <a:avLst>
              <a:gd name="adj" fmla="val 7111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05100"/>
            <a:ext cx="8001000" cy="4286250"/>
          </a:xfrm>
          <a:prstGeom prst="roundRect">
            <a:avLst>
              <a:gd name="adj" fmla="val 7111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95400" y="3086100"/>
            <a:ext cx="723900" cy="7239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" y="3295650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152400"/>
                </a:moveTo>
                <a:lnTo>
                  <a:pt x="133350" y="285750"/>
                </a:lnTo>
                <a:lnTo>
                  <a:pt x="381000" y="0"/>
                </a:lnTo>
              </a:path>
            </a:pathLst>
          </a:custGeom>
          <a:ln w="857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53600" y="3086100"/>
            <a:ext cx="723900" cy="723900"/>
          </a:xfrm>
          <a:prstGeom prst="ellipse">
            <a:avLst/>
          </a:prstGeom>
          <a:solidFill>
            <a:srgbClr val="6B6A66"/>
          </a:solidFill>
          <a:ln/>
        </p:spPr>
      </p:sp>
      <p:sp>
        <p:nvSpPr>
          <p:cNvPr id="9" name="Shape 7"/>
          <p:cNvSpPr/>
          <p:nvPr/>
        </p:nvSpPr>
        <p:spPr>
          <a:xfrm>
            <a:off x="9972675" y="33051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285750"/>
                </a:lnTo>
                <a:moveTo>
                  <a:pt x="285750" y="0"/>
                </a:moveTo>
                <a:lnTo>
                  <a:pt x="0" y="285750"/>
                </a:lnTo>
              </a:path>
            </a:pathLst>
          </a:custGeom>
          <a:ln w="85725">
            <a:solidFill>
              <a:srgbClr val="F3E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7900" y="3162300"/>
            <a:ext cx="628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r>
              <a:rPr lang="en-US" sz="39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3900" dirty="0" spc="-5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0706100" y="3162300"/>
            <a:ext cx="628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3B3A37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r>
              <a:rPr lang="en-US" sz="3900" dirty="0" spc="2" kern="0">
                <a:solidFill>
                  <a:srgbClr val="3B3A37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900" dirty="0" spc="0" kern="0">
                <a:solidFill>
                  <a:srgbClr val="3B3A37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900" dirty="0" spc="3" kern="0">
                <a:solidFill>
                  <a:srgbClr val="3B3A37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3900" dirty="0"/>
          </a:p>
        </p:txBody>
      </p:sp>
      <p:sp>
        <p:nvSpPr>
          <p:cNvPr id="12" name="Text richtext-1792290847216-642276065"/>
          <p:cNvSpPr/>
          <p:nvPr/>
        </p:nvSpPr>
        <p:spPr>
          <a:xfrm>
            <a:off x="1295400" y="4286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HTTP,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mobile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vụ</a:t>
            </a:r>
            <a:r>
              <a:rPr lang="en-US" sz="30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</a:t>
            </a:r>
            <a:endParaRPr lang="en-US" sz="3000" dirty="0"/>
          </a:p>
        </p:txBody>
      </p:sp>
      <p:sp>
        <p:nvSpPr>
          <p:cNvPr id="13" name="Text richtext-1792290847237-558887755"/>
          <p:cNvSpPr/>
          <p:nvPr/>
        </p:nvSpPr>
        <p:spPr>
          <a:xfrm>
            <a:off x="9753600" y="4286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30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3000" dirty="0" spc="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30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3000" dirty="0"/>
          </a:p>
        </p:txBody>
      </p:sp>
      <p:sp>
        <p:nvSpPr>
          <p:cNvPr id="14" name="Connector line-1792290847243-94224570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14400" y="7620000"/>
            <a:ext cx="4191000" cy="8382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2250" dirty="0"/>
          </a:p>
        </p:txBody>
      </p:sp>
      <p:sp>
        <p:nvSpPr>
          <p:cNvPr id="28" name="Connector line-1792290864707-166475025"/>
          <p:cNvSpPr/>
          <p:nvPr/>
        </p:nvSpPr>
        <p:spPr>
          <a:xfrm>
            <a:off x="5219700" y="8039100"/>
            <a:ext cx="8763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210300" y="7620000"/>
            <a:ext cx="32385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endParaRPr lang="en-US" sz="2250" dirty="0"/>
          </a:p>
        </p:txBody>
      </p:sp>
      <p:sp>
        <p:nvSpPr>
          <p:cNvPr id="30" name="Connector line-1792290864710-570387448"/>
          <p:cNvSpPr/>
          <p:nvPr/>
        </p:nvSpPr>
        <p:spPr>
          <a:xfrm>
            <a:off x="9563100" y="8039100"/>
            <a:ext cx="8763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0553700" y="7620000"/>
            <a:ext cx="6819900" cy="8382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2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mobile</a:t>
            </a: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c3f175a-5842-418e-8e5c-773dae213f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KẾT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thúc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LB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3429000" cy="1619250"/>
          </a:xfrm>
          <a:prstGeom prst="roundRect">
            <a:avLst>
              <a:gd name="adj" fmla="val 1764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4476750" y="31432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1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4200" dirty="0"/>
          </a:p>
        </p:txBody>
      </p:sp>
      <p:sp>
        <p:nvSpPr>
          <p:cNvPr id="6" name="Connector line-1792290888536-254908075"/>
          <p:cNvSpPr/>
          <p:nvPr/>
        </p:nvSpPr>
        <p:spPr>
          <a:xfrm>
            <a:off x="4476750" y="4000500"/>
            <a:ext cx="3028950" cy="0"/>
          </a:xfrm>
          <a:prstGeom prst="line">
            <a:avLst/>
          </a:prstGeom>
          <a:noFill/>
          <a:ln w="952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476750" y="4248150"/>
            <a:ext cx="304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1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620000" y="2857500"/>
            <a:ext cx="3048000" cy="200025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762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0" y="33528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41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6241" dirty="0"/>
          </a:p>
        </p:txBody>
      </p:sp>
      <p:sp>
        <p:nvSpPr>
          <p:cNvPr id="10" name="Text 8"/>
          <p:cNvSpPr/>
          <p:nvPr/>
        </p:nvSpPr>
        <p:spPr>
          <a:xfrm>
            <a:off x="7810500" y="5086350"/>
            <a:ext cx="2667000" cy="5334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9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801350" y="329565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 hoặc</a:t>
            </a:r>
            <a:r>
              <a:rPr lang="en-US" sz="24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endParaRPr lang="en-US" sz="2400" dirty="0"/>
          </a:p>
        </p:txBody>
      </p:sp>
      <p:sp>
        <p:nvSpPr>
          <p:cNvPr id="12" name="Connector line-1792290888548-860268098"/>
          <p:cNvSpPr/>
          <p:nvPr/>
        </p:nvSpPr>
        <p:spPr>
          <a:xfrm>
            <a:off x="10801350" y="4000500"/>
            <a:ext cx="30289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lgDash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801350" y="4248150"/>
            <a:ext cx="304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944600" y="3048000"/>
            <a:ext cx="3429000" cy="1619250"/>
          </a:xfrm>
          <a:prstGeom prst="roundRect">
            <a:avLst>
              <a:gd name="adj" fmla="val 1764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14400" y="6191250"/>
            <a:ext cx="8001000" cy="2247900"/>
          </a:xfrm>
          <a:prstGeom prst="roundRect">
            <a:avLst>
              <a:gd name="adj" fmla="val 11864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65151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DÙNG ĐẾN</a:t>
            </a:r>
            <a:r>
              <a:rPr lang="en-US" sz="16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endParaRPr lang="en-US" sz="1650" dirty="0"/>
          </a:p>
        </p:txBody>
      </p:sp>
      <p:sp>
        <p:nvSpPr>
          <p:cNvPr id="17" name="Text richtext-1792290888555-585793293"/>
          <p:cNvSpPr/>
          <p:nvPr/>
        </p:nvSpPr>
        <p:spPr>
          <a:xfrm>
            <a:off x="1333500" y="6991350"/>
            <a:ext cx="71628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 xử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372600" y="6191250"/>
            <a:ext cx="8001000" cy="2247900"/>
          </a:xfrm>
          <a:prstGeom prst="roundRect">
            <a:avLst>
              <a:gd name="adj" fmla="val 11864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9791700" y="65151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650" b="1" spc="1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6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650" dirty="0"/>
          </a:p>
        </p:txBody>
      </p:sp>
      <p:sp>
        <p:nvSpPr>
          <p:cNvPr id="20" name="Text richtext-1792290888572-425739671"/>
          <p:cNvSpPr/>
          <p:nvPr/>
        </p:nvSpPr>
        <p:spPr>
          <a:xfrm>
            <a:off x="9791700" y="6991350"/>
            <a:ext cx="71628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21" name="Connector line-1792290888576-4017315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a663416a-7949-44dc-b29f-72383ef170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1800" b="1" spc="28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 sẵn sàng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6286500" y="2762250"/>
            <a:ext cx="5715000" cy="990600"/>
          </a:xfrm>
          <a:prstGeom prst="roundRect">
            <a:avLst>
              <a:gd name="adj" fmla="val 30769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2477750" y="2819400"/>
            <a:ext cx="4895850" cy="8763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10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2100" dirty="0" spc="-1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request</a:t>
            </a:r>
            <a:r>
              <a:rPr lang="en-US" sz="2100" dirty="0" spc="-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100" dirty="0" spc="-8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10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10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100" dirty="0" spc="6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100" dirty="0" spc="-1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endParaRPr lang="en-US" sz="2100" dirty="0"/>
          </a:p>
        </p:txBody>
      </p:sp>
      <p:sp>
        <p:nvSpPr>
          <p:cNvPr id="6" name="Connector line-1792290911584-379917563"/>
          <p:cNvSpPr/>
          <p:nvPr/>
        </p:nvSpPr>
        <p:spPr>
          <a:xfrm flipH="1">
            <a:off x="5048250" y="3810000"/>
            <a:ext cx="2381250" cy="819150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290911584-435606754"/>
          <p:cNvSpPr/>
          <p:nvPr/>
        </p:nvSpPr>
        <p:spPr>
          <a:xfrm>
            <a:off x="10858500" y="3810000"/>
            <a:ext cx="2381250" cy="819150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4762500"/>
            <a:ext cx="8001000" cy="3048000"/>
          </a:xfrm>
          <a:prstGeom prst="roundRect">
            <a:avLst>
              <a:gd name="adj" fmla="val 937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4762500"/>
            <a:ext cx="8001000" cy="3048000"/>
          </a:xfrm>
          <a:prstGeom prst="roundRect">
            <a:avLst>
              <a:gd name="adj" fmla="val 937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502920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1950" b="1" spc="21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95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753600" y="502920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1950" b="1" spc="21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95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85900" y="5753100"/>
            <a:ext cx="32385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105400" y="5753100"/>
            <a:ext cx="32385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944100" y="5753100"/>
            <a:ext cx="32385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563600" y="5753100"/>
            <a:ext cx="32385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14400" y="8096250"/>
            <a:ext cx="16459200" cy="914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1100" y="8248650"/>
            <a:ext cx="609600" cy="609600"/>
          </a:xfrm>
          <a:prstGeom prst="ellipse">
            <a:avLst/>
          </a:prstGeom>
          <a:solidFill>
            <a:srgbClr val="6B6A66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8439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228600"/>
                </a:lnTo>
                <a:moveTo>
                  <a:pt x="228600" y="0"/>
                </a:moveTo>
                <a:lnTo>
                  <a:pt x="0" y="228600"/>
                </a:lnTo>
              </a:path>
            </a:pathLst>
          </a:custGeom>
          <a:ln w="76200">
            <a:solidFill>
              <a:srgbClr val="F3E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8096250"/>
            <a:ext cx="1485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tuyến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xuyên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quốc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</a:t>
            </a:r>
            <a:endParaRPr lang="en-US" sz="2850" dirty="0"/>
          </a:p>
        </p:txBody>
      </p:sp>
      <p:sp>
        <p:nvSpPr>
          <p:cNvPr id="20" name="Connector line-1792290911605-57388269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b09c58b8-7af3-4999-bded-26f115dba5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GIỮ PHIÊN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9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(stickiness)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52700"/>
            <a:ext cx="1428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85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 cùng</a:t>
            </a:r>
            <a:r>
              <a:rPr lang="en-US" sz="285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8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850" dirty="0"/>
          </a:p>
        </p:txBody>
      </p:sp>
      <p:sp>
        <p:nvSpPr>
          <p:cNvPr id="5" name="Connector line-1792290946275-721962355"/>
          <p:cNvSpPr/>
          <p:nvPr/>
        </p:nvSpPr>
        <p:spPr>
          <a:xfrm>
            <a:off x="1143000" y="5334000"/>
            <a:ext cx="15906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6" name="Text 4"/>
          <p:cNvSpPr/>
          <p:nvPr/>
        </p:nvSpPr>
        <p:spPr>
          <a:xfrm>
            <a:off x="14859000" y="55245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38250" y="43053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50" dirty="0" spc="-5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Lượt</a:t>
            </a:r>
            <a:r>
              <a:rPr lang="en-US" sz="40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4572000" y="43053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50" dirty="0" spc="-5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Lượt</a:t>
            </a:r>
            <a:r>
              <a:rPr lang="en-US" sz="405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7905750" y="43053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50" dirty="0" spc="-5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Lượt</a:t>
            </a:r>
            <a:r>
              <a:rPr lang="en-US" sz="40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12306300" y="43053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40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40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4050" dirty="0"/>
          </a:p>
        </p:txBody>
      </p:sp>
      <p:sp>
        <p:nvSpPr>
          <p:cNvPr id="11" name="Shape 9"/>
          <p:cNvSpPr/>
          <p:nvPr/>
        </p:nvSpPr>
        <p:spPr>
          <a:xfrm>
            <a:off x="2152650" y="5105400"/>
            <a:ext cx="457200" cy="457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5105400"/>
            <a:ext cx="457200" cy="457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8820150" y="5105400"/>
            <a:ext cx="457200" cy="457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3906500" y="5029200"/>
            <a:ext cx="609600" cy="609600"/>
          </a:xfrm>
          <a:prstGeom prst="ellipse">
            <a:avLst/>
          </a:prstGeom>
          <a:solidFill>
            <a:srgbClr val="F8D9D0"/>
          </a:solidFill>
          <a:ln w="571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097000" y="521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228600"/>
                </a:lnTo>
                <a:moveTo>
                  <a:pt x="228600" y="0"/>
                </a:moveTo>
                <a:lnTo>
                  <a:pt x="0" y="228600"/>
                </a:lnTo>
              </a:path>
            </a:pathLst>
          </a:custGeom>
          <a:ln w="66675">
            <a:solidFill>
              <a:srgbClr val="E8472B"/>
            </a:solidFill>
            <a:prstDash val="solid"/>
          </a:ln>
        </p:spPr>
      </p:sp>
      <p:sp>
        <p:nvSpPr>
          <p:cNvPr id="16" name="Connector line-1792290946290-514563846"/>
          <p:cNvSpPr/>
          <p:nvPr/>
        </p:nvSpPr>
        <p:spPr>
          <a:xfrm>
            <a:off x="2381250" y="5619750"/>
            <a:ext cx="0" cy="4381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290946290-343502144"/>
          <p:cNvSpPr/>
          <p:nvPr/>
        </p:nvSpPr>
        <p:spPr>
          <a:xfrm>
            <a:off x="5715000" y="5619750"/>
            <a:ext cx="0" cy="4381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290946290-48664789"/>
          <p:cNvSpPr/>
          <p:nvPr/>
        </p:nvSpPr>
        <p:spPr>
          <a:xfrm>
            <a:off x="9048750" y="5619750"/>
            <a:ext cx="0" cy="4381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290946290-557516078"/>
          <p:cNvSpPr/>
          <p:nvPr/>
        </p:nvSpPr>
        <p:spPr>
          <a:xfrm>
            <a:off x="14211300" y="5695950"/>
            <a:ext cx="0" cy="3619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143000" y="6153150"/>
            <a:ext cx="2476500" cy="1047750"/>
          </a:xfrm>
          <a:prstGeom prst="roundRect">
            <a:avLst>
              <a:gd name="adj" fmla="val 23636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476750" y="6153150"/>
            <a:ext cx="2476500" cy="1047750"/>
          </a:xfrm>
          <a:prstGeom prst="roundRect">
            <a:avLst>
              <a:gd name="adj" fmla="val 23636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810500" y="6153150"/>
            <a:ext cx="2476500" cy="1047750"/>
          </a:xfrm>
          <a:prstGeom prst="roundRect">
            <a:avLst>
              <a:gd name="adj" fmla="val 23636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43000" y="748665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đủ</a:t>
            </a:r>
            <a:r>
              <a:rPr lang="en-US" sz="22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1049000" y="6153150"/>
            <a:ext cx="6324600" cy="2095500"/>
          </a:xfrm>
          <a:prstGeom prst="roundRect">
            <a:avLst>
              <a:gd name="adj" fmla="val 12727"/>
            </a:avLst>
          </a:prstGeom>
          <a:solidFill>
            <a:srgbClr val="F8D9D0"/>
          </a:solidFill>
          <a:ln/>
        </p:spPr>
      </p:sp>
      <p:sp>
        <p:nvSpPr>
          <p:cNvPr id="25" name="Text 23"/>
          <p:cNvSpPr/>
          <p:nvPr/>
        </p:nvSpPr>
        <p:spPr>
          <a:xfrm>
            <a:off x="11391900" y="6438900"/>
            <a:ext cx="5638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3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650" b="1" spc="2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391900" y="6877050"/>
            <a:ext cx="56388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7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dụng.</a:t>
            </a:r>
            <a:endParaRPr lang="en-US" sz="2700" dirty="0"/>
          </a:p>
        </p:txBody>
      </p:sp>
      <p:sp>
        <p:nvSpPr>
          <p:cNvPr id="27" name="Connector line-1792290946304-73043254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0b64e24a-c3dc-4ec5-80e9-c5adadeb69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23812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LB</a:t>
            </a:r>
            <a:r>
              <a:rPr lang="en-US" sz="81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năng.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80010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4191000"/>
            <a:ext cx="80010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49580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DỤ:</a:t>
            </a:r>
            <a:r>
              <a:rPr lang="en-US" sz="1650" b="1" spc="18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165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b="1" spc="1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165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5905500"/>
            <a:ext cx="1619250" cy="876300"/>
          </a:xfrm>
          <a:prstGeom prst="roundRect">
            <a:avLst>
              <a:gd name="adj" fmla="val 32609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3600" dirty="0"/>
          </a:p>
        </p:txBody>
      </p:sp>
      <p:sp>
        <p:nvSpPr>
          <p:cNvPr id="8" name="Connector line-1792290975896-763774532"/>
          <p:cNvSpPr/>
          <p:nvPr/>
        </p:nvSpPr>
        <p:spPr>
          <a:xfrm flipV="1">
            <a:off x="3048000" y="5715000"/>
            <a:ext cx="2571750" cy="514350"/>
          </a:xfrm>
          <a:prstGeom prst="line">
            <a:avLst/>
          </a:prstGeom>
          <a:noFill/>
          <a:ln w="47625">
            <a:solidFill>
              <a:srgbClr val="FF6A4D"/>
            </a:solidFill>
            <a:prstDash val="lgDash"/>
            <a:headEnd type="none"/>
            <a:tailEnd type="triangle"/>
          </a:ln>
        </p:spPr>
      </p:sp>
      <p:sp>
        <p:nvSpPr>
          <p:cNvPr id="9" name="Connector line-1792290975896-13171029"/>
          <p:cNvSpPr/>
          <p:nvPr/>
        </p:nvSpPr>
        <p:spPr>
          <a:xfrm>
            <a:off x="3048000" y="6477000"/>
            <a:ext cx="2571750" cy="571500"/>
          </a:xfrm>
          <a:prstGeom prst="line">
            <a:avLst/>
          </a:prstGeom>
          <a:noFill/>
          <a:ln w="47625">
            <a:solidFill>
              <a:srgbClr val="FF6A4D"/>
            </a:solidFill>
            <a:prstDash val="lgDash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753100" y="5143500"/>
            <a:ext cx="276225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753100" y="6172200"/>
            <a:ext cx="276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95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753100" y="6705600"/>
            <a:ext cx="276225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5753100" y="7734300"/>
            <a:ext cx="276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95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753600" y="4476750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fail</a:t>
            </a:r>
            <a:r>
              <a:rPr lang="en-US" sz="54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open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753600" y="546735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khỏe, nó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16" name="Connector line-1792290975909-681327648"/>
          <p:cNvSpPr/>
          <p:nvPr/>
        </p:nvSpPr>
        <p:spPr>
          <a:xfrm>
            <a:off x="9791700" y="7353300"/>
            <a:ext cx="0" cy="8953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0058400" y="7296150"/>
            <a:ext cx="6934200" cy="10287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“health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check”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cam</a:t>
            </a:r>
            <a:r>
              <a:rPr lang="en-US" sz="24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400" dirty="0"/>
          </a:p>
        </p:txBody>
      </p:sp>
      <p:sp>
        <p:nvSpPr>
          <p:cNvPr id="18" name="Connector line-1792290975913-26206917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18dc8ad-70e2-4bca-8986-98a65fb730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91005668-39791937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142875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t"/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1.,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48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r>
              <a:rPr lang="en-US" sz="48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khỏe: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5184"/>
              </a:lnSpc>
              <a:buNone/>
            </a:pPr>
            <a:r>
              <a:rPr lang="en-US" sz="48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mũi</a:t>
            </a:r>
            <a:r>
              <a:rPr lang="en-US" sz="4800" dirty="0" spc="-1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48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</a:t>
            </a:r>
            <a:r>
              <a:rPr lang="en-US" sz="48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4800" dirty="0" spc="2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4800" dirty="0" spc="-4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48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4800" dirty="0" spc="-2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14400" y="4286250"/>
            <a:ext cx="314325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18" name="Connector line-1792321778022-430965913"/>
          <p:cNvSpPr/>
          <p:nvPr/>
        </p:nvSpPr>
        <p:spPr>
          <a:xfrm>
            <a:off x="4191000" y="4686300"/>
            <a:ext cx="12382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619750" y="4114800"/>
            <a:ext cx="19050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4500" dirty="0"/>
          </a:p>
        </p:txBody>
      </p:sp>
      <p:sp>
        <p:nvSpPr>
          <p:cNvPr id="20" name="Connector line-1792321778025-259821221"/>
          <p:cNvSpPr/>
          <p:nvPr/>
        </p:nvSpPr>
        <p:spPr>
          <a:xfrm flipV="1">
            <a:off x="7677150" y="3905250"/>
            <a:ext cx="1657350" cy="5715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21778025-707898227"/>
          <p:cNvSpPr/>
          <p:nvPr/>
        </p:nvSpPr>
        <p:spPr>
          <a:xfrm>
            <a:off x="7677150" y="4895850"/>
            <a:ext cx="1657350" cy="57150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25000" y="3238500"/>
            <a:ext cx="6096000" cy="13335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23" name="Shape 21"/>
          <p:cNvSpPr/>
          <p:nvPr/>
        </p:nvSpPr>
        <p:spPr>
          <a:xfrm>
            <a:off x="9525000" y="4800600"/>
            <a:ext cx="6096000" cy="1333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0" y="3486150"/>
            <a:ext cx="3143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42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906000" y="5048250"/>
            <a:ext cx="3143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 B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3335000" y="373380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335000" y="529590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14400" y="6667500"/>
            <a:ext cx="16459200" cy="209550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1428750" y="6972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28750" y="7429500"/>
            <a:ext cx="15430500" cy="1143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B.</a:t>
            </a:r>
            <a:pPr algn="l" indent="0" marL="0">
              <a:lnSpc>
                <a:spcPts val="3750"/>
              </a:lnSpc>
              <a:buNone/>
            </a:pPr>
            <a:r>
              <a:rPr lang="en-US" sz="30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gạch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bỏ. Hình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0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dở.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50b2e98-b7cb-4868-a5f8-fadac0d5b2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52400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05100"/>
            <a:ext cx="10668000" cy="10668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886200"/>
            <a:ext cx="10668000" cy="10668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067300"/>
            <a:ext cx="10668000" cy="10668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248400"/>
            <a:ext cx="10668000" cy="10668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7429500"/>
            <a:ext cx="10668000" cy="10668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337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143000" y="41148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143000" y="52959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143000" y="64770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143000" y="765810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3219450" y="2819400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219450" y="4000500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219450" y="5181600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219450" y="6362700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219450" y="7543800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16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219450" y="3105150"/>
            <a:ext cx="8096250" cy="609600"/>
          </a:xfrm>
          <a:prstGeom prst="rect">
            <a:avLst/>
          </a:prstGeom>
          <a:noFill/>
          <a:ln/>
        </p:spPr>
        <p:txBody>
          <a:bodyPr wrap="square" lIns="0" tIns="13398" rIns="0" bIns="-13398" rtlCol="0" anchor="t"/>
          <a:lstStyle/>
          <a:p>
            <a:pPr algn="l" indent="0" marL="0">
              <a:lnSpc>
                <a:spcPts val="2396"/>
              </a:lnSpc>
              <a:buNone/>
            </a:pPr>
            <a:r>
              <a:rPr lang="en-US" sz="1917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17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1917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17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tải:</a:t>
            </a:r>
            <a:r>
              <a:rPr lang="en-US" sz="1917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17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1917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17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17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17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1917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17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1917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17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17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1917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1917" dirty="0"/>
          </a:p>
        </p:txBody>
      </p:sp>
      <p:sp>
        <p:nvSpPr>
          <p:cNvPr id="20" name="Text 18"/>
          <p:cNvSpPr/>
          <p:nvPr/>
        </p:nvSpPr>
        <p:spPr>
          <a:xfrm>
            <a:off x="3219450" y="4286250"/>
            <a:ext cx="8096250" cy="6096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 dữ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 trình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 và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3219450" y="5467350"/>
            <a:ext cx="8096250" cy="6096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950" dirty="0" spc="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219450" y="6648450"/>
            <a:ext cx="8096250" cy="6096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219450" y="7829550"/>
            <a:ext cx="8096250" cy="609600"/>
          </a:xfrm>
          <a:prstGeom prst="rect">
            <a:avLst/>
          </a:prstGeom>
          <a:noFill/>
          <a:ln/>
        </p:spPr>
        <p:txBody>
          <a:bodyPr wrap="square" lIns="0" tIns="13398" rIns="0" bIns="-13398" rtlCol="0" anchor="t"/>
          <a:lstStyle/>
          <a:p>
            <a:pPr algn="l" indent="0" marL="0">
              <a:lnSpc>
                <a:spcPts val="2396"/>
              </a:lnSpc>
              <a:buNone/>
            </a:pPr>
            <a:r>
              <a:rPr lang="en-US" sz="1917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 vụ</a:t>
            </a:r>
            <a:r>
              <a:rPr lang="en-US" sz="1917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917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17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917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917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17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Amazon; bài</a:t>
            </a:r>
            <a:r>
              <a:rPr lang="en-US" sz="1917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17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917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1917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 làm</a:t>
            </a:r>
            <a:r>
              <a:rPr lang="en-US" sz="1917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17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dụ.</a:t>
            </a:r>
            <a:endParaRPr lang="en-US" sz="1917" dirty="0"/>
          </a:p>
        </p:txBody>
      </p:sp>
      <p:sp>
        <p:nvSpPr>
          <p:cNvPr id="24" name="Text 22"/>
          <p:cNvSpPr/>
          <p:nvPr/>
        </p:nvSpPr>
        <p:spPr>
          <a:xfrm>
            <a:off x="12039600" y="27051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25" name="Text richtext-1792291185873-111499217"/>
          <p:cNvSpPr/>
          <p:nvPr/>
        </p:nvSpPr>
        <p:spPr>
          <a:xfrm>
            <a:off x="12039600" y="3162300"/>
            <a:ext cx="5334000" cy="3238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cố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health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checks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listener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rule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conditions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19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target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protocols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certificates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19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target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attributes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039600" y="666750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2026-10-12.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7" name="Connector line-1792291185892-928175837"/>
          <p:cNvSpPr/>
          <p:nvPr/>
        </p:nvSpPr>
        <p:spPr>
          <a:xfrm>
            <a:off x="11811000" y="2705100"/>
            <a:ext cx="0" cy="579120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8" name="Connector line-1792291185892-87155836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be8a6a2c-f038-42db-ab67-8dd7e37708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2026-10-18T11:10:12Z</dcterms:created>
  <dcterms:modified xsi:type="dcterms:W3CDTF">2026-10-18T11:10:12Z</dcterms:modified>
</cp:coreProperties>
</file>