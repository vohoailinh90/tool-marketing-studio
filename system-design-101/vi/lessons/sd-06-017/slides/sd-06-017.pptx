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572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nào:</a:t>
            </a: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biên,</a:t>
            </a: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dần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6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chỉ,</a:t>
            </a:r>
            <a:r>
              <a:rPr lang="en-US" sz="30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1650" dirty="0"/>
          </a:p>
        </p:txBody>
      </p:sp>
      <p:sp>
        <p:nvSpPr>
          <p:cNvPr id="6" name="Connector line-1792441584640-602837095"/>
          <p:cNvSpPr/>
          <p:nvPr/>
        </p:nvSpPr>
        <p:spPr>
          <a:xfrm>
            <a:off x="12192000" y="3048000"/>
            <a:ext cx="0" cy="9525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441584640-320605902"/>
          <p:cNvSpPr/>
          <p:nvPr/>
        </p:nvSpPr>
        <p:spPr>
          <a:xfrm>
            <a:off x="12192000" y="5048250"/>
            <a:ext cx="0" cy="9525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0096500" y="219075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96500" y="41910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96500" y="619125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0" y="2295525"/>
            <a:ext cx="2667000" cy="6477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DNS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859000" y="4295775"/>
            <a:ext cx="2667000" cy="6477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Anycast</a:t>
            </a:r>
            <a:endParaRPr lang="en-US" sz="1950" dirty="0"/>
          </a:p>
        </p:txBody>
      </p:sp>
      <p:sp>
        <p:nvSpPr>
          <p:cNvPr id="13" name="Connector line-1792441584660-231593833"/>
          <p:cNvSpPr/>
          <p:nvPr/>
        </p:nvSpPr>
        <p:spPr>
          <a:xfrm>
            <a:off x="14287500" y="2619375"/>
            <a:ext cx="571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4" name="Connector line-1792441584660-534770125"/>
          <p:cNvSpPr/>
          <p:nvPr/>
        </p:nvSpPr>
        <p:spPr>
          <a:xfrm>
            <a:off x="14287500" y="4619625"/>
            <a:ext cx="571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4a4b2ad9-7828-4a87-81c1-46099bef2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5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4762500"/>
          </a:xfrm>
          <a:prstGeom prst="roundRect">
            <a:avLst>
              <a:gd name="adj" fmla="val 52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Khách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châu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191250" y="3905250"/>
            <a:ext cx="238125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châu</a:t>
            </a:r>
            <a:r>
              <a:rPr lang="en-US" sz="21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771900" y="4333875"/>
            <a:ext cx="2324100" cy="9144"/>
          </a:xfrm>
          <a:custGeom>
            <a:avLst/>
            <a:gdLst/>
            <a:ahLst/>
            <a:cxnLst/>
            <a:rect l="l" t="t" r="r" b="b"/>
            <a:pathLst>
              <a:path w="2324100" h="9144">
                <a:moveTo>
                  <a:pt x="0" y="0"/>
                </a:moveTo>
                <a:cubicBezTo>
                  <a:pt x="704850" y="0"/>
                  <a:pt x="1752600" y="0"/>
                  <a:pt x="2324100" y="0"/>
                </a:cubicBezTo>
              </a:path>
            </a:pathLst>
          </a:custGeom>
          <a:ln w="47625">
            <a:solidFill>
              <a:srgbClr val="14161C"/>
            </a:solidFill>
            <a:prstDash val="lgDash"/>
          </a:ln>
        </p:spPr>
      </p:sp>
      <p:sp>
        <p:nvSpPr>
          <p:cNvPr id="9" name="Text 7"/>
          <p:cNvSpPr/>
          <p:nvPr/>
        </p:nvSpPr>
        <p:spPr>
          <a:xfrm>
            <a:off x="1295400" y="53340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4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Đất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334500" y="2857500"/>
            <a:ext cx="8039100" cy="4762500"/>
          </a:xfrm>
          <a:prstGeom prst="roundRect">
            <a:avLst>
              <a:gd name="adj" fmla="val 52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155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15500" y="390525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Khách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châu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0" y="390525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endParaRPr lang="en-US" sz="2100" dirty="0"/>
          </a:p>
        </p:txBody>
      </p:sp>
      <p:sp>
        <p:nvSpPr>
          <p:cNvPr id="14" name="Connector line-1792442949792-22369881"/>
          <p:cNvSpPr/>
          <p:nvPr/>
        </p:nvSpPr>
        <p:spPr>
          <a:xfrm>
            <a:off x="12192000" y="4333875"/>
            <a:ext cx="6667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715500" y="53340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9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42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2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4200" dirty="0" spc="-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châu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châu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bdc6ad5-fb98-4940-807f-62e800b81e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r>
              <a:rPr lang="en-US" sz="7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4953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15100" y="2857500"/>
            <a:ext cx="5257800" cy="4953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15800" y="2857500"/>
            <a:ext cx="5257800" cy="4953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575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28575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0" y="28575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333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11" name="Text 9"/>
          <p:cNvSpPr/>
          <p:nvPr/>
        </p:nvSpPr>
        <p:spPr>
          <a:xfrm>
            <a:off x="1295400" y="4381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3813" rIns="0" bIns="-23813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7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r>
              <a:rPr lang="en-US" sz="37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75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3750" dirty="0"/>
          </a:p>
        </p:txBody>
      </p:sp>
      <p:sp>
        <p:nvSpPr>
          <p:cNvPr id="12" name="Text 10"/>
          <p:cNvSpPr/>
          <p:nvPr/>
        </p:nvSpPr>
        <p:spPr>
          <a:xfrm>
            <a:off x="1295400" y="5619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896100" y="333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6896100" y="4381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3813" rIns="0" bIns="-23813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75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7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 máy phân</a:t>
            </a:r>
            <a:r>
              <a:rPr lang="en-US" sz="37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6896100" y="5905500"/>
            <a:ext cx="4572000" cy="1619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496800" y="333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7" name="Text 15"/>
          <p:cNvSpPr/>
          <p:nvPr/>
        </p:nvSpPr>
        <p:spPr>
          <a:xfrm>
            <a:off x="12496800" y="43815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3813" rIns="0" bIns="-23813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75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37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Subnet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2496800" y="53340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DNS; 1.1.1.1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ed03fe9-b09f-482d-be56-3f053f2d7b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Anycast:</a:t>
            </a:r>
            <a:r>
              <a:rPr lang="en-US" sz="75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chỉ,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3048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</p:txBody>
      </p:sp>
      <p:sp>
        <p:nvSpPr>
          <p:cNvPr id="5" name="Connector line-1792442970246-42507053"/>
          <p:cNvSpPr/>
          <p:nvPr/>
        </p:nvSpPr>
        <p:spPr>
          <a:xfrm>
            <a:off x="3962400" y="4762500"/>
            <a:ext cx="1333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334000" y="3048000"/>
            <a:ext cx="3429000" cy="3429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24500" y="419100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ctr" indent="0" marL="0">
              <a:lnSpc>
                <a:spcPts val="3967"/>
              </a:lnSpc>
              <a:buNone/>
            </a:pPr>
            <a:r>
              <a:rPr lang="en-US" sz="34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4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3450" dirty="0"/>
          </a:p>
          <a:p>
            <a:pPr algn="ctr" indent="0" marL="0">
              <a:lnSpc>
                <a:spcPts val="3967"/>
              </a:lnSpc>
              <a:buNone/>
            </a:pPr>
            <a:r>
              <a:rPr lang="en-US" sz="3450" dirty="0" spc="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IP</a:t>
            </a:r>
            <a:endParaRPr lang="en-US" sz="3450" dirty="0"/>
          </a:p>
        </p:txBody>
      </p:sp>
      <p:sp>
        <p:nvSpPr>
          <p:cNvPr id="8" name="Shape 6"/>
          <p:cNvSpPr/>
          <p:nvPr/>
        </p:nvSpPr>
        <p:spPr>
          <a:xfrm>
            <a:off x="8743950" y="3143250"/>
            <a:ext cx="2971800" cy="1238250"/>
          </a:xfrm>
          <a:custGeom>
            <a:avLst/>
            <a:gdLst/>
            <a:ahLst/>
            <a:cxnLst/>
            <a:rect l="l" t="t" r="r" b="b"/>
            <a:pathLst>
              <a:path w="2971800" h="1238250">
                <a:moveTo>
                  <a:pt x="0" y="1238250"/>
                </a:moveTo>
                <a:cubicBezTo>
                  <a:pt x="1352550" y="666750"/>
                  <a:pt x="1733550" y="0"/>
                  <a:pt x="2971800" y="0"/>
                </a:cubicBezTo>
              </a:path>
            </a:pathLst>
          </a:custGeom>
          <a:ln w="28575">
            <a:solidFill>
              <a:srgbClr val="3DD6A0"/>
            </a:solidFill>
            <a:prstDash val="lgDash"/>
          </a:ln>
        </p:spPr>
      </p:sp>
      <p:sp>
        <p:nvSpPr>
          <p:cNvPr id="9" name="Shape 7"/>
          <p:cNvSpPr/>
          <p:nvPr/>
        </p:nvSpPr>
        <p:spPr>
          <a:xfrm>
            <a:off x="8763000" y="4762500"/>
            <a:ext cx="2952750" cy="9144"/>
          </a:xfrm>
          <a:custGeom>
            <a:avLst/>
            <a:gdLst/>
            <a:ahLst/>
            <a:cxnLst/>
            <a:rect l="l" t="t" r="r" b="b"/>
            <a:pathLst>
              <a:path w="2952750" h="9144">
                <a:moveTo>
                  <a:pt x="0" y="0"/>
                </a:moveTo>
                <a:cubicBezTo>
                  <a:pt x="1333500" y="0"/>
                  <a:pt x="1714500" y="0"/>
                  <a:pt x="2952750" y="0"/>
                </a:cubicBezTo>
              </a:path>
            </a:pathLst>
          </a:custGeom>
          <a:ln w="6667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43950" y="5143500"/>
            <a:ext cx="2971800" cy="1238250"/>
          </a:xfrm>
          <a:custGeom>
            <a:avLst/>
            <a:gdLst/>
            <a:ahLst/>
            <a:cxnLst/>
            <a:rect l="l" t="t" r="r" b="b"/>
            <a:pathLst>
              <a:path w="2971800" h="1238250">
                <a:moveTo>
                  <a:pt x="0" y="0"/>
                </a:moveTo>
                <a:cubicBezTo>
                  <a:pt x="1352550" y="571500"/>
                  <a:pt x="1733550" y="1238250"/>
                  <a:pt x="2971800" y="1238250"/>
                </a:cubicBezTo>
              </a:path>
            </a:pathLst>
          </a:custGeom>
          <a:ln w="28575">
            <a:solidFill>
              <a:srgbClr val="3DD6A0"/>
            </a:solidFill>
            <a:prstDash val="lgDash"/>
          </a:ln>
        </p:spPr>
      </p:sp>
      <p:sp>
        <p:nvSpPr>
          <p:cNvPr id="11" name="Text 9"/>
          <p:cNvSpPr/>
          <p:nvPr/>
        </p:nvSpPr>
        <p:spPr>
          <a:xfrm>
            <a:off x="11811000" y="2667000"/>
            <a:ext cx="5562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255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5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1811000" y="4286250"/>
            <a:ext cx="55626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1811000" y="5905500"/>
            <a:ext cx="5562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255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5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248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24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anycast</a:t>
            </a: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1a64fc8-d5ef-4533-8fa9-44bfc76149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950" b="1" spc="29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6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máy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1809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30670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71600" y="3752850"/>
            <a:ext cx="9525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 có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ngay,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895850"/>
            <a:ext cx="10477500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895850"/>
            <a:ext cx="133350" cy="180975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510540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371600" y="5791200"/>
            <a:ext cx="9525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tầng;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chung.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934200"/>
            <a:ext cx="10477500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934200"/>
            <a:ext cx="133350" cy="1809750"/>
          </a:xfrm>
          <a:prstGeom prst="roundRect">
            <a:avLst>
              <a:gd name="adj" fmla="val 50000"/>
            </a:avLst>
          </a:prstGeom>
          <a:solidFill>
            <a:srgbClr val="9A98A0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71437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371600" y="7829550"/>
            <a:ext cx="9525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đây;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chỉ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811000" y="2857500"/>
            <a:ext cx="5562600" cy="5886450"/>
          </a:xfrm>
          <a:prstGeom prst="roundRect">
            <a:avLst>
              <a:gd name="adj" fmla="val 3767"/>
            </a:avLst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53900" y="31623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18" name="Text richtext-1792442981922-836239539"/>
          <p:cNvSpPr/>
          <p:nvPr/>
        </p:nvSpPr>
        <p:spPr>
          <a:xfrm>
            <a:off x="12153900" y="3771900"/>
            <a:ext cx="4953000" cy="476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hụt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 máy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private,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no-store: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lần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79e1b0b-a369-485c-88ff-e8ecbc0dd5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8671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9720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0769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1818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2819400"/>
            <a:ext cx="114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38250" y="3924300"/>
            <a:ext cx="114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238250" y="5029200"/>
            <a:ext cx="114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238250" y="6134100"/>
            <a:ext cx="114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1238250" y="7239000"/>
            <a:ext cx="114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190750" y="30099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CDN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đỡ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190750" y="41148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(giỏ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hàng,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khoản) phải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 gốc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2190750" y="52197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Gắn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nhầm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“chia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sẻ”: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lộ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2190750" y="63246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190750" y="74295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“Gần”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hẳn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8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16be5dd-9bf5-41b8-a440-300b9863f1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3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63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hết: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3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3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5143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67500" y="2857500"/>
            <a:ext cx="4953000" cy="5143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420600" y="2857500"/>
            <a:ext cx="4953000" cy="51435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2050" y="31432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Shape 6"/>
          <p:cNvSpPr/>
          <p:nvPr/>
        </p:nvSpPr>
        <p:spPr>
          <a:xfrm>
            <a:off x="6915150" y="31432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12668250" y="314325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162050" y="32385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915150" y="32385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668250" y="3238500"/>
            <a:ext cx="647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850" dirty="0"/>
          </a:p>
        </p:txBody>
      </p:sp>
      <p:sp>
        <p:nvSpPr>
          <p:cNvPr id="13" name="Connector line-1792443002771-170427302"/>
          <p:cNvSpPr/>
          <p:nvPr/>
        </p:nvSpPr>
        <p:spPr>
          <a:xfrm>
            <a:off x="5962650" y="5429250"/>
            <a:ext cx="6096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43002771-585692885"/>
          <p:cNvSpPr/>
          <p:nvPr/>
        </p:nvSpPr>
        <p:spPr>
          <a:xfrm>
            <a:off x="11715750" y="5429250"/>
            <a:ext cx="6096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295400" y="4000500"/>
            <a:ext cx="428625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Cache-Control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6" name="Text richtext-1792443002773-744696099"/>
          <p:cNvSpPr/>
          <p:nvPr/>
        </p:nvSpPr>
        <p:spPr>
          <a:xfrm>
            <a:off x="1295400" y="5238750"/>
            <a:ext cx="4286250" cy="2571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private,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no-store: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max-age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048500" y="4000500"/>
            <a:ext cx="428625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3450" dirty="0"/>
          </a:p>
        </p:txBody>
      </p:sp>
      <p:sp>
        <p:nvSpPr>
          <p:cNvPr id="18" name="Text richtext-1792443002790-120300333"/>
          <p:cNvSpPr/>
          <p:nvPr/>
        </p:nvSpPr>
        <p:spPr>
          <a:xfrm>
            <a:off x="7048500" y="5238750"/>
            <a:ext cx="4286250" cy="2571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801600" y="4000500"/>
            <a:ext cx="4286250" cy="10477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450" dirty="0"/>
          </a:p>
        </p:txBody>
      </p:sp>
      <p:sp>
        <p:nvSpPr>
          <p:cNvPr id="20" name="Text richtext-1792443002795-58817754"/>
          <p:cNvSpPr/>
          <p:nvPr/>
        </p:nvSpPr>
        <p:spPr>
          <a:xfrm>
            <a:off x="12801600" y="5238750"/>
            <a:ext cx="4286250" cy="2571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4e6bcae-c7a2-42db-8045-2c3cb56b6c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8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2190750"/>
          </a:xfrm>
          <a:prstGeom prst="roundRect">
            <a:avLst>
              <a:gd name="adj" fmla="val 1130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876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486150"/>
            <a:ext cx="876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295400" y="42672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238750"/>
            <a:ext cx="9525000" cy="2190750"/>
          </a:xfrm>
          <a:prstGeom prst="roundRect">
            <a:avLst>
              <a:gd name="adj" fmla="val 11304"/>
            </a:avLst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505450"/>
            <a:ext cx="876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962650"/>
            <a:ext cx="876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chung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295400" y="67437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CDN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858500" y="2762250"/>
            <a:ext cx="6515100" cy="2190750"/>
          </a:xfrm>
          <a:prstGeom prst="roundRect">
            <a:avLst>
              <a:gd name="adj" fmla="val 1130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201400" y="302895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1201400" y="371475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MISS: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từ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858500" y="5238750"/>
            <a:ext cx="6515100" cy="2190750"/>
          </a:xfrm>
          <a:prstGeom prst="roundRect">
            <a:avLst>
              <a:gd name="adj" fmla="val 1130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201400" y="550545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30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1201400" y="619125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trễ;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478274c-add1-49bc-9ba5-b0d71d0174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7338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6101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4864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3627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7239000"/>
            <a:ext cx="9715500" cy="762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30099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181100" y="38862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181100" y="47625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CNAME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81100" y="56388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181100" y="65151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181100" y="7391400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3238500" y="30289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3238500" y="39052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3238500" y="47815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DNS: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3238500" y="56578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3238500" y="65341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3238500" y="74104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1049000" y="28575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049000" y="331470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1049000" y="398145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49000" y="464820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49000" y="531495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49000" y="598170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049000" y="664845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1049000" y="731520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9000" y="7981950"/>
            <a:ext cx="6324600" cy="552450"/>
          </a:xfrm>
          <a:prstGeom prst="roundRect">
            <a:avLst>
              <a:gd name="adj" fmla="val 24138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11239500" y="34290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1239500" y="409575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How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Cloudflare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works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1239500" y="47625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Cloudflare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addresses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1239500" y="542925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Tiered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239500" y="60960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Default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behavior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11239500" y="676275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1.1.1.1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1239500" y="74295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CNAME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flattening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1239500" y="809625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page-1792442924290-2819344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2026-10-19T20:51:17Z</dcterms:created>
  <dcterms:modified xsi:type="dcterms:W3CDTF">2026-10-19T20:51:17Z</dcterms:modified>
</cp:coreProperties>
</file>