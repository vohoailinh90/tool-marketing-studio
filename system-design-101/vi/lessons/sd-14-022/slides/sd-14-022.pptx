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20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1717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ninh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nhập môn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7719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CIA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phòng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thủ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 bản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6672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850" dirty="0"/>
          </a:p>
        </p:txBody>
      </p:sp>
      <p:sp>
        <p:nvSpPr>
          <p:cNvPr id="6" name="Connector line-1792338490927-283651555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</a:t>
            </a:r>
            <a:r>
              <a:rPr lang="en-US" sz="42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Toàn</a:t>
            </a:r>
            <a:r>
              <a:rPr lang="en-US" sz="4200" dirty="0" spc="-2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vẹn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Sẵn</a:t>
            </a:r>
            <a:r>
              <a:rPr lang="en-US" sz="42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sàng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cần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2381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650" b="1" spc="21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CIA</a:t>
            </a:r>
            <a:endParaRPr lang="en-US" sz="1650" dirty="0"/>
          </a:p>
        </p:txBody>
      </p:sp>
      <p:sp>
        <p:nvSpPr>
          <p:cNvPr id="15" name="Connector line-1792338490950-407257348"/>
          <p:cNvSpPr/>
          <p:nvPr/>
        </p:nvSpPr>
        <p:spPr>
          <a:xfrm flipH="1">
            <a:off x="11811000" y="3619500"/>
            <a:ext cx="2286000" cy="2571750"/>
          </a:xfrm>
          <a:prstGeom prst="line">
            <a:avLst/>
          </a:prstGeom>
          <a:noFill/>
          <a:ln w="47625">
            <a:solidFill>
              <a:srgbClr val="4A4E5C"/>
            </a:solidFill>
            <a:prstDash val="solid"/>
            <a:headEnd type="none"/>
            <a:tailEnd type="none"/>
          </a:ln>
        </p:spPr>
      </p:sp>
      <p:sp>
        <p:nvSpPr>
          <p:cNvPr id="16" name="Connector line-1792338490950-335348197"/>
          <p:cNvSpPr/>
          <p:nvPr/>
        </p:nvSpPr>
        <p:spPr>
          <a:xfrm>
            <a:off x="14097000" y="3619500"/>
            <a:ext cx="2286000" cy="2571750"/>
          </a:xfrm>
          <a:prstGeom prst="line">
            <a:avLst/>
          </a:prstGeom>
          <a:noFill/>
          <a:ln w="47625">
            <a:solidFill>
              <a:srgbClr val="4A4E5C"/>
            </a:solidFill>
            <a:prstDash val="solid"/>
            <a:headEnd type="none"/>
            <a:tailEnd type="none"/>
          </a:ln>
        </p:spPr>
      </p:sp>
      <p:sp>
        <p:nvSpPr>
          <p:cNvPr id="17" name="Connector line-1792338490951-887757285"/>
          <p:cNvSpPr/>
          <p:nvPr/>
        </p:nvSpPr>
        <p:spPr>
          <a:xfrm>
            <a:off x="11811000" y="6191250"/>
            <a:ext cx="4572000" cy="0"/>
          </a:xfrm>
          <a:prstGeom prst="line">
            <a:avLst/>
          </a:prstGeom>
          <a:noFill/>
          <a:ln w="47625">
            <a:solidFill>
              <a:srgbClr val="4A4E5C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13506450" y="3028950"/>
            <a:ext cx="1181100" cy="1181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11220450" y="5600700"/>
            <a:ext cx="1181100" cy="1181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</a:t>
            </a:r>
            <a:endParaRPr lang="en-US" sz="5400" dirty="0"/>
          </a:p>
        </p:txBody>
      </p:sp>
      <p:sp>
        <p:nvSpPr>
          <p:cNvPr id="20" name="Text 18"/>
          <p:cNvSpPr/>
          <p:nvPr/>
        </p:nvSpPr>
        <p:spPr>
          <a:xfrm>
            <a:off x="15792450" y="5600700"/>
            <a:ext cx="1181100" cy="1181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5400" dirty="0"/>
          </a:p>
        </p:txBody>
      </p:sp>
      <p:sp>
        <p:nvSpPr>
          <p:cNvPr id="21" name="Text 19"/>
          <p:cNvSpPr/>
          <p:nvPr/>
        </p:nvSpPr>
        <p:spPr>
          <a:xfrm>
            <a:off x="14916150" y="3295650"/>
            <a:ext cx="251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2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4916150" y="3714750"/>
            <a:ext cx="2514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confidentiality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0668000" y="6934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5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Toàn</a:t>
            </a:r>
            <a:r>
              <a:rPr lang="en-US" sz="2250" b="1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0668000" y="7353300"/>
            <a:ext cx="228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integrity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5240000" y="6934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2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5240000" y="7353300"/>
            <a:ext cx="228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availability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0ede879-2bf9-4eea-8736-c097dc4f6b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5717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81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81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 thủ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hai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619750"/>
            <a:ext cx="7239000" cy="2952750"/>
          </a:xfrm>
          <a:prstGeom prst="roundRect">
            <a:avLst>
              <a:gd name="adj" fmla="val 90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59626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b="1" spc="23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6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650" dirty="0"/>
          </a:p>
        </p:txBody>
      </p:sp>
      <p:sp>
        <p:nvSpPr>
          <p:cNvPr id="7" name="Text richtext-1792338520292-410382214"/>
          <p:cNvSpPr/>
          <p:nvPr/>
        </p:nvSpPr>
        <p:spPr>
          <a:xfrm>
            <a:off x="1333500" y="6438900"/>
            <a:ext cx="6477000" cy="1809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lời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40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 nghiệm nhỏ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53500" y="1333500"/>
            <a:ext cx="8039100" cy="1905000"/>
          </a:xfrm>
          <a:prstGeom prst="roundRect">
            <a:avLst>
              <a:gd name="adj" fmla="val 13000"/>
            </a:avLst>
          </a:prstGeom>
          <a:solidFill>
            <a:srgbClr val="DDE3FA"/>
          </a:solidFill>
          <a:ln/>
        </p:spPr>
      </p:sp>
      <p:sp>
        <p:nvSpPr>
          <p:cNvPr id="10" name="Text 8"/>
          <p:cNvSpPr/>
          <p:nvPr/>
        </p:nvSpPr>
        <p:spPr>
          <a:xfrm>
            <a:off x="9391650" y="1676400"/>
            <a:ext cx="1219200" cy="1219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10858500" y="1562100"/>
            <a:ext cx="5905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300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858500" y="2057400"/>
            <a:ext cx="5905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confidentiality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58500" y="24955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8953500" y="3429000"/>
            <a:ext cx="8039100" cy="1905000"/>
          </a:xfrm>
          <a:prstGeom prst="roundRect">
            <a:avLst>
              <a:gd name="adj" fmla="val 13000"/>
            </a:avLst>
          </a:prstGeom>
          <a:solidFill>
            <a:srgbClr val="F3DFB8"/>
          </a:solidFill>
          <a:ln/>
        </p:spPr>
      </p:sp>
      <p:sp>
        <p:nvSpPr>
          <p:cNvPr id="15" name="Text 13"/>
          <p:cNvSpPr/>
          <p:nvPr/>
        </p:nvSpPr>
        <p:spPr>
          <a:xfrm>
            <a:off x="9391650" y="3771900"/>
            <a:ext cx="1219200" cy="1219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10858500" y="3657600"/>
            <a:ext cx="5905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Toàn</a:t>
            </a:r>
            <a:r>
              <a:rPr lang="en-US" sz="3000" b="1" dirty="0" spc="-2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858500" y="4152900"/>
            <a:ext cx="5905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integrity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858500" y="45910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8953500" y="5524500"/>
            <a:ext cx="8039100" cy="1905000"/>
          </a:xfrm>
          <a:prstGeom prst="roundRect">
            <a:avLst>
              <a:gd name="adj" fmla="val 13000"/>
            </a:avLst>
          </a:prstGeom>
          <a:solidFill>
            <a:srgbClr val="CFE8E2"/>
          </a:solidFill>
          <a:ln/>
        </p:spPr>
      </p:sp>
      <p:sp>
        <p:nvSpPr>
          <p:cNvPr id="20" name="Text 18"/>
          <p:cNvSpPr/>
          <p:nvPr/>
        </p:nvSpPr>
        <p:spPr>
          <a:xfrm>
            <a:off x="9391650" y="5867400"/>
            <a:ext cx="1219200" cy="1219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5400" dirty="0"/>
          </a:p>
        </p:txBody>
      </p:sp>
      <p:sp>
        <p:nvSpPr>
          <p:cNvPr id="21" name="Text 19"/>
          <p:cNvSpPr/>
          <p:nvPr/>
        </p:nvSpPr>
        <p:spPr>
          <a:xfrm>
            <a:off x="10858500" y="5753100"/>
            <a:ext cx="5905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30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0858500" y="6248400"/>
            <a:ext cx="5905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availability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858500" y="66865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8953500" y="7867650"/>
            <a:ext cx="8039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CIA:</a:t>
            </a:r>
            <a:r>
              <a:rPr lang="en-US" sz="18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Confidentiality</a:t>
            </a:r>
            <a:r>
              <a:rPr lang="en-US" sz="18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Integrity</a:t>
            </a:r>
            <a:r>
              <a:rPr lang="en-US" sz="18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Availability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953500" y="8229600"/>
            <a:ext cx="8039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chữ viết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650" dirty="0"/>
          </a:p>
        </p:txBody>
      </p:sp>
      <p:sp>
        <p:nvSpPr>
          <p:cNvPr id="26" name="Connector line-1792338520348-40606923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99e8c0a2-3762-47fd-bfb6-700739ff7c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8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/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</a:t>
            </a:r>
            <a:r>
              <a:rPr lang="en-US" sz="8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2850" dirty="0" spc="9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850" dirty="0" spc="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-6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2850" dirty="0" spc="7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850" dirty="0" spc="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850" dirty="0" spc="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7239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45339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33500" y="5010150"/>
            <a:ext cx="5524500" cy="1333500"/>
          </a:xfrm>
          <a:prstGeom prst="rect">
            <a:avLst/>
          </a:prstGeom>
          <a:noFill/>
          <a:ln/>
        </p:spPr>
        <p:txBody>
          <a:bodyPr wrap="square" lIns="0" tIns="17812" rIns="0" bIns="-17812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33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lương</a:t>
            </a:r>
            <a:r>
              <a:rPr lang="en-US" sz="33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3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33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lọt</a:t>
            </a:r>
            <a:r>
              <a:rPr lang="en-US" sz="330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3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endParaRPr lang="en-US" sz="3300" dirty="0"/>
          </a:p>
        </p:txBody>
      </p:sp>
      <p:sp>
        <p:nvSpPr>
          <p:cNvPr id="8" name="Connector line-1792338798882-772877649"/>
          <p:cNvSpPr/>
          <p:nvPr/>
        </p:nvSpPr>
        <p:spPr>
          <a:xfrm>
            <a:off x="2095500" y="7620000"/>
            <a:ext cx="2019300" cy="0"/>
          </a:xfrm>
          <a:prstGeom prst="line">
            <a:avLst/>
          </a:prstGeom>
          <a:noFill/>
          <a:ln w="28575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9" name="Connector line-1792338798882-502924669"/>
          <p:cNvSpPr/>
          <p:nvPr/>
        </p:nvSpPr>
        <p:spPr>
          <a:xfrm>
            <a:off x="4953000" y="7620000"/>
            <a:ext cx="2019300" cy="0"/>
          </a:xfrm>
          <a:prstGeom prst="line">
            <a:avLst/>
          </a:prstGeom>
          <a:noFill/>
          <a:ln w="28575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257300" y="72009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4114800" y="72009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6972300" y="72009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723900" y="81915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81400" y="81915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4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Toàn</a:t>
            </a:r>
            <a:r>
              <a:rPr lang="en-US" sz="1800" dirty="0" spc="-1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vẹn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38900" y="81915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3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Sẵn</a:t>
            </a:r>
            <a:r>
              <a:rPr lang="en-US" sz="18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53500" y="12763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6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650" b="1" spc="18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6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8953500" y="1809750"/>
            <a:ext cx="8039100" cy="2000250"/>
          </a:xfrm>
          <a:prstGeom prst="roundRect">
            <a:avLst>
              <a:gd name="adj" fmla="val 1142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58300" y="21336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172700" y="2152650"/>
            <a:ext cx="4476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14954250" y="2171700"/>
            <a:ext cx="1809750" cy="419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165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sd-14-002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0172700" y="2762250"/>
            <a:ext cx="657225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8953500" y="4038600"/>
            <a:ext cx="8039100" cy="2000250"/>
          </a:xfrm>
          <a:prstGeom prst="roundRect">
            <a:avLst>
              <a:gd name="adj" fmla="val 1142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58300" y="43624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10172700" y="4381500"/>
            <a:ext cx="4476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4954250" y="4400550"/>
            <a:ext cx="1809750" cy="419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 sd-14-004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172700" y="4991100"/>
            <a:ext cx="657225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2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2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8953500" y="6267450"/>
            <a:ext cx="8039100" cy="2000250"/>
          </a:xfrm>
          <a:prstGeom prst="roundRect">
            <a:avLst>
              <a:gd name="adj" fmla="val 1142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58300" y="6591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10172700" y="6610350"/>
            <a:ext cx="4572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700" b="1" dirty="0" spc="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2700" dirty="0"/>
          </a:p>
        </p:txBody>
      </p:sp>
      <p:sp>
        <p:nvSpPr>
          <p:cNvPr id="31" name="Text 29"/>
          <p:cNvSpPr/>
          <p:nvPr/>
        </p:nvSpPr>
        <p:spPr>
          <a:xfrm>
            <a:off x="14954250" y="6629400"/>
            <a:ext cx="1809750" cy="419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165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sd-14-003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0172700" y="7219950"/>
            <a:ext cx="657225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22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2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2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2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250" dirty="0"/>
          </a:p>
        </p:txBody>
      </p:sp>
      <p:sp>
        <p:nvSpPr>
          <p:cNvPr id="33" name="Connector line-1792338798927-31632411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a69c5aec-ca6d-460a-b8f9-cbd04e3153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-1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Toàn</a:t>
            </a:r>
            <a:r>
              <a:rPr lang="en-US" sz="84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vẹn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5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2850" dirty="0" spc="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850" dirty="0" spc="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850" dirty="0" spc="15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r>
              <a:rPr lang="en-US" sz="2850" dirty="0" spc="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850" dirty="0" spc="-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850" dirty="0" spc="-1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850" dirty="0" spc="-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r>
              <a:rPr lang="en-US" sz="2850" dirty="0" spc="9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7239000" cy="2000250"/>
          </a:xfrm>
          <a:prstGeom prst="roundRect">
            <a:avLst>
              <a:gd name="adj" fmla="val 13333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45148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16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6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33500" y="4953000"/>
            <a:ext cx="64008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 USD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900 USD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6419850"/>
            <a:ext cx="7239000" cy="2400300"/>
          </a:xfrm>
          <a:prstGeom prst="roundRect">
            <a:avLst>
              <a:gd name="adj" fmla="val 11111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7437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BIỆN</a:t>
            </a:r>
            <a:r>
              <a:rPr lang="en-US" sz="16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endParaRPr lang="en-US" sz="1650" dirty="0"/>
          </a:p>
        </p:txBody>
      </p:sp>
      <p:sp>
        <p:nvSpPr>
          <p:cNvPr id="10" name="Text richtext-1792338938116-62698842"/>
          <p:cNvSpPr/>
          <p:nvPr/>
        </p:nvSpPr>
        <p:spPr>
          <a:xfrm>
            <a:off x="1333500" y="7181850"/>
            <a:ext cx="6477000" cy="1428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HMAC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sd-14-015)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53500" y="1276350"/>
            <a:ext cx="8039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</a:t>
            </a: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r>
              <a:rPr lang="en-US" sz="1650" b="1" spc="21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650" b="1" spc="1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163300" y="1695450"/>
            <a:ext cx="3619500" cy="800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2700" dirty="0"/>
          </a:p>
        </p:txBody>
      </p:sp>
      <p:sp>
        <p:nvSpPr>
          <p:cNvPr id="14" name="Connector line-1792338938141-633901913"/>
          <p:cNvSpPr/>
          <p:nvPr/>
        </p:nvSpPr>
        <p:spPr>
          <a:xfrm>
            <a:off x="12973050" y="2495550"/>
            <a:ext cx="0" cy="7429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5" name="Connector line-1792338938141-664597140"/>
          <p:cNvSpPr/>
          <p:nvPr/>
        </p:nvSpPr>
        <p:spPr>
          <a:xfrm>
            <a:off x="10915650" y="3238500"/>
            <a:ext cx="411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6" name="Connector line-1792338938142-258790765"/>
          <p:cNvSpPr/>
          <p:nvPr/>
        </p:nvSpPr>
        <p:spPr>
          <a:xfrm>
            <a:off x="10915650" y="3238500"/>
            <a:ext cx="0" cy="4762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8938142-380032722"/>
          <p:cNvSpPr/>
          <p:nvPr/>
        </p:nvSpPr>
        <p:spPr>
          <a:xfrm>
            <a:off x="15030450" y="3238500"/>
            <a:ext cx="0" cy="4762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182600" y="2533650"/>
            <a:ext cx="38100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Kẻ</a:t>
            </a:r>
            <a:r>
              <a:rPr lang="en-US" sz="1800" dirty="0" spc="-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tấn</a:t>
            </a:r>
            <a:r>
              <a:rPr lang="en-US" sz="1800" dirty="0" spc="-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1800" dirty="0" spc="-6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lật</a:t>
            </a:r>
            <a:r>
              <a:rPr lang="en-US" sz="1800" dirty="0" spc="0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800" dirty="0" spc="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bit:</a:t>
            </a:r>
            <a:r>
              <a:rPr lang="en-US" sz="1800" dirty="0" spc="0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800" dirty="0" spc="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1800" dirty="0" spc="0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9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953500" y="3771900"/>
            <a:ext cx="3924300" cy="2362200"/>
          </a:xfrm>
          <a:prstGeom prst="roundRect">
            <a:avLst>
              <a:gd name="adj" fmla="val 9677"/>
            </a:avLst>
          </a:prstGeom>
          <a:solidFill>
            <a:srgbClr val="F8D9D0"/>
          </a:solidFill>
          <a:ln/>
        </p:spPr>
      </p:sp>
      <p:sp>
        <p:nvSpPr>
          <p:cNvPr id="20" name="Text 18"/>
          <p:cNvSpPr/>
          <p:nvPr/>
        </p:nvSpPr>
        <p:spPr>
          <a:xfrm>
            <a:off x="9220200" y="398145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AES-CTR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9220200" y="44196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220200" y="5048250"/>
            <a:ext cx="342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</a:t>
            </a:r>
            <a:r>
              <a:rPr lang="en-US" sz="25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900</a:t>
            </a:r>
            <a:r>
              <a:rPr lang="en-US" sz="25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220200" y="554355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không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3068300" y="3771900"/>
            <a:ext cx="3924300" cy="2362200"/>
          </a:xfrm>
          <a:prstGeom prst="roundRect">
            <a:avLst>
              <a:gd name="adj" fmla="val 9677"/>
            </a:avLst>
          </a:prstGeom>
          <a:solidFill>
            <a:srgbClr val="F3DFB8"/>
          </a:solidFill>
          <a:ln/>
        </p:spPr>
      </p:sp>
      <p:sp>
        <p:nvSpPr>
          <p:cNvPr id="25" name="Text 23"/>
          <p:cNvSpPr/>
          <p:nvPr/>
        </p:nvSpPr>
        <p:spPr>
          <a:xfrm>
            <a:off x="13335000" y="398145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AES-GCM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3335000" y="44196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335000" y="5048250"/>
            <a:ext cx="342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InvalidTag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3335000" y="554355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chối,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8953500" y="6362700"/>
            <a:ext cx="8039100" cy="1390650"/>
          </a:xfrm>
          <a:prstGeom prst="roundRect">
            <a:avLst>
              <a:gd name="adj" fmla="val 16438"/>
            </a:avLst>
          </a:prstGeom>
          <a:solidFill>
            <a:srgbClr val="FBF8F2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58300" y="6553200"/>
            <a:ext cx="742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HMAC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258300" y="6953250"/>
            <a:ext cx="742950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100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1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chối,</a:t>
            </a:r>
            <a:r>
              <a:rPr lang="en-US" sz="21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8953500" y="7943850"/>
            <a:ext cx="8039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bí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vẹn.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8953500" y="8382000"/>
            <a:ext cx="8039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650" dirty="0"/>
          </a:p>
        </p:txBody>
      </p:sp>
      <p:sp>
        <p:nvSpPr>
          <p:cNvPr id="34" name="Connector line-1792338938170-98424869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e3e33226-546f-48ba-a844-c906eb0803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Sẵn</a:t>
            </a:r>
            <a:r>
              <a:rPr lang="en-US" sz="8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sàng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1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 được</a:t>
            </a:r>
            <a:r>
              <a:rPr lang="en-US" sz="2850" dirty="0" spc="-6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285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850" dirty="0" spc="1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85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7239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45148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33500" y="49530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17812" rIns="0" bIns="-17812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300" dirty="0" spc="-7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33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33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3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3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914400" y="6419850"/>
            <a:ext cx="7239000" cy="2400300"/>
          </a:xfrm>
          <a:prstGeom prst="roundRect">
            <a:avLst>
              <a:gd name="adj" fmla="val 11111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7437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BIỆN</a:t>
            </a:r>
            <a:r>
              <a:rPr lang="en-US" sz="16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endParaRPr lang="en-US" sz="1650" dirty="0"/>
          </a:p>
        </p:txBody>
      </p:sp>
      <p:sp>
        <p:nvSpPr>
          <p:cNvPr id="10" name="Text richtext-1792339062036-937672270"/>
          <p:cNvSpPr/>
          <p:nvPr/>
        </p:nvSpPr>
        <p:spPr>
          <a:xfrm>
            <a:off x="1333500" y="7181850"/>
            <a:ext cx="6477000" cy="1428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4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 cho</a:t>
            </a:r>
            <a:r>
              <a:rPr lang="en-US" sz="240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53500" y="1276350"/>
            <a:ext cx="8039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</a:t>
            </a:r>
            <a:r>
              <a:rPr lang="en-US" sz="16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6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1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650" b="1" spc="21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SÀNG,</a:t>
            </a:r>
            <a:r>
              <a:rPr lang="en-US" sz="1650" b="1" spc="23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953500" y="1714500"/>
            <a:ext cx="80391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“máy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treo”</a:t>
            </a:r>
            <a:r>
              <a:rPr lang="en-US" sz="195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lặng.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19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sau,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9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195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1950" dirty="0"/>
          </a:p>
        </p:txBody>
      </p:sp>
      <p:sp>
        <p:nvSpPr>
          <p:cNvPr id="14" name="Connector line-1792339062058-667000683"/>
          <p:cNvSpPr/>
          <p:nvPr/>
        </p:nvSpPr>
        <p:spPr>
          <a:xfrm>
            <a:off x="8953500" y="4095750"/>
            <a:ext cx="80391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5" name="Connector line-1792339062058-39009613"/>
          <p:cNvSpPr/>
          <p:nvPr/>
        </p:nvSpPr>
        <p:spPr>
          <a:xfrm>
            <a:off x="8953500" y="5429250"/>
            <a:ext cx="80391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8953500" y="3048000"/>
            <a:ext cx="609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9620250" y="3067050"/>
            <a:ext cx="2495550" cy="7239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từng</a:t>
            </a:r>
            <a:r>
              <a:rPr lang="en-US" sz="180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một,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192000" y="3162300"/>
            <a:ext cx="3810000" cy="533400"/>
          </a:xfrm>
          <a:prstGeom prst="roundRect">
            <a:avLst>
              <a:gd name="adj" fmla="val 25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0/5</a:t>
            </a: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8953500" y="4381500"/>
            <a:ext cx="609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9620250" y="4343400"/>
            <a:ext cx="24955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từng</a:t>
            </a:r>
            <a:r>
              <a:rPr lang="en-US" sz="180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một,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cuộc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2192000" y="4495800"/>
            <a:ext cx="2057400" cy="533400"/>
          </a:xfrm>
          <a:prstGeom prst="roundRect">
            <a:avLst>
              <a:gd name="adj" fmla="val 25000"/>
            </a:avLst>
          </a:prstGeom>
          <a:solidFill>
            <a:srgbClr val="3DD6A0"/>
          </a:solidFill>
          <a:ln/>
        </p:spPr>
      </p:sp>
      <p:sp>
        <p:nvSpPr>
          <p:cNvPr id="22" name="Text 20"/>
          <p:cNvSpPr/>
          <p:nvPr/>
        </p:nvSpPr>
        <p:spPr>
          <a:xfrm>
            <a:off x="14401800" y="4610100"/>
            <a:ext cx="2762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5/5,</a:t>
            </a:r>
            <a:r>
              <a:rPr lang="en-US" sz="19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2,70</a:t>
            </a:r>
            <a:r>
              <a:rPr lang="en-US" sz="19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8953500" y="5715000"/>
            <a:ext cx="609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9620250" y="5734050"/>
            <a:ext cx="2495550" cy="7239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2192000" y="5829300"/>
            <a:ext cx="5715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6" name="Text 24"/>
          <p:cNvSpPr/>
          <p:nvPr/>
        </p:nvSpPr>
        <p:spPr>
          <a:xfrm>
            <a:off x="12420600" y="5943600"/>
            <a:ext cx="419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5/5,</a:t>
            </a:r>
            <a:r>
              <a:rPr lang="en-US" sz="195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19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0,01</a:t>
            </a:r>
            <a:r>
              <a:rPr lang="en-US" sz="19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950" dirty="0"/>
          </a:p>
        </p:txBody>
      </p:sp>
      <p:sp>
        <p:nvSpPr>
          <p:cNvPr id="27" name="Connector line-1792339062074-677879592"/>
          <p:cNvSpPr/>
          <p:nvPr/>
        </p:nvSpPr>
        <p:spPr>
          <a:xfrm>
            <a:off x="12192000" y="6686550"/>
            <a:ext cx="3810000" cy="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28" name="Connector line-1792339062074-520604342"/>
          <p:cNvSpPr/>
          <p:nvPr/>
        </p:nvSpPr>
        <p:spPr>
          <a:xfrm>
            <a:off x="12192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11715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endParaRPr lang="en-US" sz="1650" dirty="0"/>
          </a:p>
        </p:txBody>
      </p:sp>
      <p:sp>
        <p:nvSpPr>
          <p:cNvPr id="30" name="Connector line-1792339062076-694349625"/>
          <p:cNvSpPr/>
          <p:nvPr/>
        </p:nvSpPr>
        <p:spPr>
          <a:xfrm>
            <a:off x="12954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12477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650" dirty="0"/>
          </a:p>
        </p:txBody>
      </p:sp>
      <p:sp>
        <p:nvSpPr>
          <p:cNvPr id="32" name="Connector line-1792339062077-603071682"/>
          <p:cNvSpPr/>
          <p:nvPr/>
        </p:nvSpPr>
        <p:spPr>
          <a:xfrm>
            <a:off x="13716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3" name="Text 31"/>
          <p:cNvSpPr/>
          <p:nvPr/>
        </p:nvSpPr>
        <p:spPr>
          <a:xfrm>
            <a:off x="13239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650" dirty="0"/>
          </a:p>
        </p:txBody>
      </p:sp>
      <p:sp>
        <p:nvSpPr>
          <p:cNvPr id="34" name="Connector line-1792339062079-837154462"/>
          <p:cNvSpPr/>
          <p:nvPr/>
        </p:nvSpPr>
        <p:spPr>
          <a:xfrm>
            <a:off x="14478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5" name="Text 33"/>
          <p:cNvSpPr/>
          <p:nvPr/>
        </p:nvSpPr>
        <p:spPr>
          <a:xfrm>
            <a:off x="14001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650" dirty="0"/>
          </a:p>
        </p:txBody>
      </p:sp>
      <p:sp>
        <p:nvSpPr>
          <p:cNvPr id="36" name="Connector line-1792339062080-765012785"/>
          <p:cNvSpPr/>
          <p:nvPr/>
        </p:nvSpPr>
        <p:spPr>
          <a:xfrm>
            <a:off x="15240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14763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650" dirty="0"/>
          </a:p>
        </p:txBody>
      </p:sp>
      <p:sp>
        <p:nvSpPr>
          <p:cNvPr id="38" name="Connector line-1792339062082-131852184"/>
          <p:cNvSpPr/>
          <p:nvPr/>
        </p:nvSpPr>
        <p:spPr>
          <a:xfrm>
            <a:off x="16002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15525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8953500" y="7429500"/>
            <a:ext cx="8039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treo: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5/5,</a:t>
            </a:r>
            <a:r>
              <a:rPr lang="en-US" sz="19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0,01</a:t>
            </a:r>
            <a:r>
              <a:rPr lang="en-US" sz="19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8953500" y="7962900"/>
            <a:ext cx="8039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8953500" y="8305800"/>
            <a:ext cx="8039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hình</a:t>
            </a:r>
            <a:r>
              <a:rPr lang="en-US" sz="180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chơi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 không</a:t>
            </a:r>
            <a:r>
              <a:rPr lang="en-US" sz="1800" dirty="0" spc="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1800" dirty="0"/>
          </a:p>
        </p:txBody>
      </p:sp>
      <p:sp>
        <p:nvSpPr>
          <p:cNvPr id="43" name="Connector line-1792339062089-44050299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9" name="Shape 4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c1f97bfb-b38c-469a-8231-64d1c95924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STRIDE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Mẹo</a:t>
            </a:r>
            <a:r>
              <a:rPr lang="en-US" sz="2850" dirty="0" spc="-5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r>
              <a:rPr lang="en-US" sz="2850" dirty="0" spc="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sáu</a:t>
            </a:r>
            <a:r>
              <a:rPr lang="en-US" sz="2850" dirty="0" spc="-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2850" dirty="0" spc="-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mối</a:t>
            </a:r>
            <a:r>
              <a:rPr lang="en-US" sz="2850" dirty="0" spc="16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đe</a:t>
            </a:r>
            <a:r>
              <a:rPr lang="en-US" sz="2850" dirty="0" spc="-7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dọa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360045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6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mỗi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 tính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5715000"/>
            <a:ext cx="7239000" cy="3105150"/>
          </a:xfrm>
          <a:prstGeom prst="roundRect">
            <a:avLst>
              <a:gd name="adj" fmla="val 8589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6038850"/>
            <a:ext cx="628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LỪA</a:t>
            </a:r>
            <a:r>
              <a:rPr lang="en-US" sz="1650" b="1" spc="1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ĐẢO</a:t>
            </a:r>
            <a:r>
              <a:rPr lang="en-US" sz="16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(PHISHING)</a:t>
            </a:r>
            <a:endParaRPr lang="en-US" sz="1650" dirty="0"/>
          </a:p>
        </p:txBody>
      </p:sp>
      <p:sp>
        <p:nvSpPr>
          <p:cNvPr id="8" name="Text richtext-1792339384718-545422849"/>
          <p:cNvSpPr/>
          <p:nvPr/>
        </p:nvSpPr>
        <p:spPr>
          <a:xfrm>
            <a:off x="1333500" y="6496050"/>
            <a:ext cx="6477000" cy="2381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Nhắm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 chỉ</a:t>
            </a:r>
            <a:r>
              <a:rPr lang="en-US" sz="24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passkey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Passkey: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sd-14-006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53500" y="1219200"/>
            <a:ext cx="361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 ĐE</a:t>
            </a:r>
            <a:r>
              <a:rPr lang="en-US" sz="165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DỌA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4001750" y="1219200"/>
            <a:ext cx="29908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</a:t>
            </a: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953500" y="1619250"/>
            <a:ext cx="3619500" cy="952500"/>
          </a:xfrm>
          <a:prstGeom prst="roundRect">
            <a:avLst>
              <a:gd name="adj" fmla="val 26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Lộ</a:t>
            </a:r>
            <a:r>
              <a:rPr lang="en-US" sz="24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400" dirty="0"/>
          </a:p>
        </p:txBody>
      </p:sp>
      <p:sp>
        <p:nvSpPr>
          <p:cNvPr id="13" name="Connector line-1792339384748-934802566"/>
          <p:cNvSpPr/>
          <p:nvPr/>
        </p:nvSpPr>
        <p:spPr>
          <a:xfrm>
            <a:off x="12744450" y="2095500"/>
            <a:ext cx="10858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4001750" y="1619250"/>
            <a:ext cx="2990850" cy="952500"/>
          </a:xfrm>
          <a:prstGeom prst="roundRect">
            <a:avLst>
              <a:gd name="adj" fmla="val 26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8953500" y="2762250"/>
            <a:ext cx="3619500" cy="952500"/>
          </a:xfrm>
          <a:prstGeom prst="roundRect">
            <a:avLst>
              <a:gd name="adj" fmla="val 26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400" b="1" dirty="0" spc="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4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2400" dirty="0"/>
          </a:p>
        </p:txBody>
      </p:sp>
      <p:sp>
        <p:nvSpPr>
          <p:cNvPr id="16" name="Connector line-1792339384752-808213567"/>
          <p:cNvSpPr/>
          <p:nvPr/>
        </p:nvSpPr>
        <p:spPr>
          <a:xfrm>
            <a:off x="12744450" y="3238500"/>
            <a:ext cx="10858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4001750" y="2762250"/>
            <a:ext cx="2990850" cy="952500"/>
          </a:xfrm>
          <a:prstGeom prst="roundRect">
            <a:avLst>
              <a:gd name="adj" fmla="val 26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Toàn</a:t>
            </a:r>
            <a:r>
              <a:rPr lang="en-US" sz="2550" b="1" dirty="0" spc="-2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8953500" y="3905250"/>
            <a:ext cx="3619500" cy="952500"/>
          </a:xfrm>
          <a:prstGeom prst="roundRect">
            <a:avLst>
              <a:gd name="adj" fmla="val 26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4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4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19" name="Connector line-1792339384756-450408591"/>
          <p:cNvSpPr/>
          <p:nvPr/>
        </p:nvSpPr>
        <p:spPr>
          <a:xfrm>
            <a:off x="12744450" y="4381500"/>
            <a:ext cx="10858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4001750" y="3905250"/>
            <a:ext cx="2990850" cy="952500"/>
          </a:xfrm>
          <a:prstGeom prst="roundRect">
            <a:avLst>
              <a:gd name="adj" fmla="val 26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5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550" dirty="0"/>
          </a:p>
        </p:txBody>
      </p:sp>
      <p:sp>
        <p:nvSpPr>
          <p:cNvPr id="21" name="Connector line-1792339384758-160722220"/>
          <p:cNvSpPr/>
          <p:nvPr/>
        </p:nvSpPr>
        <p:spPr>
          <a:xfrm>
            <a:off x="8953500" y="5238750"/>
            <a:ext cx="80391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8953500" y="5334000"/>
            <a:ext cx="8039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1800" dirty="0" spc="-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180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180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1800" dirty="0" spc="2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1800" dirty="0" spc="-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953500" y="5772150"/>
            <a:ext cx="3619500" cy="800100"/>
          </a:xfrm>
          <a:prstGeom prst="roundRect">
            <a:avLst>
              <a:gd name="adj" fmla="val 28571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</a:t>
            </a:r>
            <a:r>
              <a:rPr lang="en-US" sz="22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mạo</a:t>
            </a:r>
            <a:endParaRPr lang="en-US" sz="2250" dirty="0"/>
          </a:p>
        </p:txBody>
      </p:sp>
      <p:sp>
        <p:nvSpPr>
          <p:cNvPr id="24" name="Connector line-1792339384763-926568867"/>
          <p:cNvSpPr/>
          <p:nvPr/>
        </p:nvSpPr>
        <p:spPr>
          <a:xfrm>
            <a:off x="12744450" y="6172200"/>
            <a:ext cx="10858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14001750" y="5772150"/>
            <a:ext cx="2990850" cy="80010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Xác</a:t>
            </a:r>
            <a:r>
              <a:rPr lang="en-US" sz="22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8953500" y="6743700"/>
            <a:ext cx="3619500" cy="800100"/>
          </a:xfrm>
          <a:prstGeom prst="roundRect">
            <a:avLst>
              <a:gd name="adj" fmla="val 28571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Chối</a:t>
            </a:r>
            <a:r>
              <a:rPr lang="en-US" sz="22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endParaRPr lang="en-US" sz="2250" dirty="0"/>
          </a:p>
        </p:txBody>
      </p:sp>
      <p:sp>
        <p:nvSpPr>
          <p:cNvPr id="27" name="Connector line-1792339384766-671389445"/>
          <p:cNvSpPr/>
          <p:nvPr/>
        </p:nvSpPr>
        <p:spPr>
          <a:xfrm>
            <a:off x="12744450" y="7143750"/>
            <a:ext cx="10858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4001750" y="6743700"/>
            <a:ext cx="2990850" cy="80010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Nhật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2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vết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8953500" y="7715250"/>
            <a:ext cx="3619500" cy="800100"/>
          </a:xfrm>
          <a:prstGeom prst="roundRect">
            <a:avLst>
              <a:gd name="adj" fmla="val 28571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Nâng</a:t>
            </a:r>
            <a:r>
              <a:rPr lang="en-US" sz="225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250" dirty="0"/>
          </a:p>
        </p:txBody>
      </p:sp>
      <p:sp>
        <p:nvSpPr>
          <p:cNvPr id="30" name="Connector line-1792339384770-79069164"/>
          <p:cNvSpPr/>
          <p:nvPr/>
        </p:nvSpPr>
        <p:spPr>
          <a:xfrm>
            <a:off x="12744450" y="8115300"/>
            <a:ext cx="10858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14001750" y="7715250"/>
            <a:ext cx="2990850" cy="80010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Phân</a:t>
            </a:r>
            <a:r>
              <a:rPr lang="en-US" sz="22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endParaRPr lang="en-US" sz="2250" dirty="0"/>
          </a:p>
        </p:txBody>
      </p:sp>
      <p:sp>
        <p:nvSpPr>
          <p:cNvPr id="32" name="Connector line-1792339384772-48531900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1c6b4ac9-aec2-4d79-a687-d80d1cc66a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PHÒNG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80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57800" cy="6096000"/>
          </a:xfrm>
          <a:prstGeom prst="roundRect">
            <a:avLst>
              <a:gd name="adj" fmla="val 507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3067050"/>
            <a:ext cx="46482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Tường</a:t>
            </a:r>
            <a:r>
              <a:rPr lang="en-US" sz="24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19200" y="409575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7" name="Text richtext-1792363417754-65093351"/>
          <p:cNvSpPr/>
          <p:nvPr/>
        </p:nvSpPr>
        <p:spPr>
          <a:xfrm>
            <a:off x="1219200" y="4495800"/>
            <a:ext cx="4648200" cy="1524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</a:t>
            </a:r>
            <a:r>
              <a:rPr lang="en-US" sz="25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Bớt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550" dirty="0"/>
          </a:p>
        </p:txBody>
      </p:sp>
      <p:sp>
        <p:nvSpPr>
          <p:cNvPr id="8" name="Connector line-1792363417772-652974461"/>
          <p:cNvSpPr/>
          <p:nvPr/>
        </p:nvSpPr>
        <p:spPr>
          <a:xfrm>
            <a:off x="1219200" y="6191250"/>
            <a:ext cx="4648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219200" y="64008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6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10" name="Text richtext-1792363417775-500260979"/>
          <p:cNvSpPr/>
          <p:nvPr/>
        </p:nvSpPr>
        <p:spPr>
          <a:xfrm>
            <a:off x="1219200" y="6800850"/>
            <a:ext cx="4648200" cy="1809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 nó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bị làm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6515100" y="2762250"/>
            <a:ext cx="5257800" cy="6096000"/>
          </a:xfrm>
          <a:prstGeom prst="roundRect">
            <a:avLst>
              <a:gd name="adj" fmla="val 507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6819900" y="3067050"/>
            <a:ext cx="4648200" cy="685800"/>
          </a:xfrm>
          <a:prstGeom prst="roundRect">
            <a:avLst>
              <a:gd name="adj" fmla="val 50000"/>
            </a:avLst>
          </a:prstGeom>
          <a:solidFill>
            <a:srgbClr val="D8D3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diệt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virus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819900" y="409575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14" name="Text richtext-1792363417785-14723152"/>
          <p:cNvSpPr/>
          <p:nvPr/>
        </p:nvSpPr>
        <p:spPr>
          <a:xfrm>
            <a:off x="6819900" y="4495800"/>
            <a:ext cx="4648200" cy="1524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 phần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7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nên</a:t>
            </a:r>
            <a:r>
              <a:rPr lang="en-US" sz="2550" dirty="0" spc="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550" dirty="0"/>
          </a:p>
        </p:txBody>
      </p:sp>
      <p:sp>
        <p:nvSpPr>
          <p:cNvPr id="15" name="Connector line-1792363417789-597340028"/>
          <p:cNvSpPr/>
          <p:nvPr/>
        </p:nvSpPr>
        <p:spPr>
          <a:xfrm>
            <a:off x="6819900" y="6191250"/>
            <a:ext cx="4648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6819900" y="64008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6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17" name="Text richtext-1792363417792-831381423"/>
          <p:cNvSpPr/>
          <p:nvPr/>
        </p:nvSpPr>
        <p:spPr>
          <a:xfrm>
            <a:off x="6819900" y="6800850"/>
            <a:ext cx="4648200" cy="1238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hiệu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100%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bổ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sung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6819900" y="7962900"/>
            <a:ext cx="46482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 lệ</a:t>
            </a:r>
            <a:r>
              <a:rPr lang="en-US" sz="180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2115800" y="2762250"/>
            <a:ext cx="5257800" cy="6096000"/>
          </a:xfrm>
          <a:prstGeom prst="roundRect">
            <a:avLst>
              <a:gd name="adj" fmla="val 5072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2420600" y="3067050"/>
            <a:ext cx="46482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420600" y="409575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2" name="Text richtext-1792363417804-97193159"/>
          <p:cNvSpPr/>
          <p:nvPr/>
        </p:nvSpPr>
        <p:spPr>
          <a:xfrm>
            <a:off x="12420600" y="4495800"/>
            <a:ext cx="4648200" cy="1524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23" name="Connector line-1792363417807-203024248"/>
          <p:cNvSpPr/>
          <p:nvPr/>
        </p:nvSpPr>
        <p:spPr>
          <a:xfrm>
            <a:off x="12420600" y="6191250"/>
            <a:ext cx="4648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2420600" y="64008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6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25" name="Text richtext-1792363417809-709233773"/>
          <p:cNvSpPr/>
          <p:nvPr/>
        </p:nvSpPr>
        <p:spPr>
          <a:xfrm>
            <a:off x="12420600" y="6800850"/>
            <a:ext cx="4648200" cy="1809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giúp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550" dirty="0"/>
          </a:p>
        </p:txBody>
      </p:sp>
      <p:sp>
        <p:nvSpPr>
          <p:cNvPr id="26" name="Connector line-1792363417813-85701071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1cdb295-c08a-4bb6-94ae-09378d59d7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1907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làm hại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143500"/>
            <a:ext cx="7239000" cy="3676650"/>
          </a:xfrm>
          <a:prstGeom prst="roundRect">
            <a:avLst>
              <a:gd name="adj" fmla="val 7254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5467350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1650" b="1" spc="22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1650" b="1" spc="21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650" b="1" spc="23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650" b="1" spc="20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1650" dirty="0"/>
          </a:p>
        </p:txBody>
      </p:sp>
      <p:sp>
        <p:nvSpPr>
          <p:cNvPr id="7" name="Text richtext-1792363476549-523225304"/>
          <p:cNvSpPr/>
          <p:nvPr/>
        </p:nvSpPr>
        <p:spPr>
          <a:xfrm>
            <a:off x="1333500" y="5924550"/>
            <a:ext cx="6477000" cy="2667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Chống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 trọn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53500" y="1219200"/>
            <a:ext cx="8039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 ·</a:t>
            </a:r>
            <a:r>
              <a:rPr lang="en-US" sz="1650" b="1" spc="21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b="1" spc="1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9525000" y="1619250"/>
            <a:ext cx="6896100" cy="1905000"/>
          </a:xfrm>
          <a:prstGeom prst="roundRect">
            <a:avLst>
              <a:gd name="adj" fmla="val 13000"/>
            </a:avLst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29800" y="1790700"/>
            <a:ext cx="628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BIỆN</a:t>
            </a:r>
            <a:r>
              <a:rPr lang="en-US" sz="16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829800" y="2133600"/>
            <a:ext cx="62865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829800" y="3067050"/>
            <a:ext cx="628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phổ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1800" dirty="0"/>
          </a:p>
        </p:txBody>
      </p:sp>
      <p:sp>
        <p:nvSpPr>
          <p:cNvPr id="14" name="Connector line-1792363476583-895847311"/>
          <p:cNvSpPr/>
          <p:nvPr/>
        </p:nvSpPr>
        <p:spPr>
          <a:xfrm>
            <a:off x="12973050" y="3524250"/>
            <a:ext cx="0" cy="99060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3277850" y="3771900"/>
            <a:ext cx="3143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47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Kẻ</a:t>
            </a:r>
            <a:r>
              <a:rPr lang="en-US" sz="1950" dirty="0" spc="-6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tấn</a:t>
            </a:r>
            <a:r>
              <a:rPr lang="en-US" sz="1950" dirty="0" spc="-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1950" dirty="0" spc="-1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1950" dirty="0" spc="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1950" dirty="0" spc="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1950" dirty="0" spc="-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</a:t>
            </a:r>
            <a:r>
              <a:rPr lang="en-US" sz="1950" dirty="0" spc="-1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525000" y="4591050"/>
            <a:ext cx="6896100" cy="1905000"/>
          </a:xfrm>
          <a:prstGeom prst="roundRect">
            <a:avLst>
              <a:gd name="adj" fmla="val 13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29800" y="4762500"/>
            <a:ext cx="628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65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829800" y="5143500"/>
            <a:ext cx="6286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829800" y="5848350"/>
            <a:ext cx="219075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5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1650" b="1" spc="138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650" b="1" spc="14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9525000" y="6896100"/>
            <a:ext cx="6896100" cy="1619250"/>
          </a:xfrm>
          <a:prstGeom prst="roundRect">
            <a:avLst>
              <a:gd name="adj" fmla="val 15294"/>
            </a:avLst>
          </a:prstGeom>
          <a:solidFill>
            <a:srgbClr val="E8E0CF"/>
          </a:solidFill>
          <a:ln/>
        </p:spPr>
      </p:sp>
      <p:sp>
        <p:nvSpPr>
          <p:cNvPr id="21" name="Text 19"/>
          <p:cNvSpPr/>
          <p:nvPr/>
        </p:nvSpPr>
        <p:spPr>
          <a:xfrm>
            <a:off x="9829800" y="7086600"/>
            <a:ext cx="628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1650" b="1" spc="21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829800" y="7486650"/>
            <a:ext cx="6286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STRIDE,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LINDDUN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(MDN)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ASVS</a:t>
            </a:r>
            <a:r>
              <a:rPr lang="en-US" sz="21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(OWASP),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khác.</a:t>
            </a:r>
            <a:endParaRPr lang="en-US" sz="2100" dirty="0"/>
          </a:p>
        </p:txBody>
      </p:sp>
      <p:sp>
        <p:nvSpPr>
          <p:cNvPr id="23" name="Connector line-1792363476601-54640163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6d7137a5-ff42-41bf-b6ee-e17474116f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334500" cy="12382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8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8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8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9334500" cy="18669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cửa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 hóa mọi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hàng,</a:t>
            </a:r>
            <a:r>
              <a:rPr lang="en-US" sz="240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nhưng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4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ngày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khuyến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mãi</a:t>
            </a:r>
            <a:r>
              <a:rPr lang="en-US" sz="24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4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chậm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4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thanh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được.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4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24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nào,</a:t>
            </a:r>
            <a:r>
              <a:rPr lang="en-US" sz="24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4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hỏng,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nên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tìm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biện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pháp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đâu?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4857750"/>
            <a:ext cx="9277350" cy="3962400"/>
          </a:xfrm>
          <a:prstGeom prst="roundRect">
            <a:avLst>
              <a:gd name="adj" fmla="val 769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181600"/>
            <a:ext cx="8382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CỬA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650" b="1" spc="19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MÃI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2381250" y="5715000"/>
            <a:ext cx="1524000" cy="1524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dirty="0" spc="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7200" dirty="0"/>
          </a:p>
        </p:txBody>
      </p:sp>
      <p:sp>
        <p:nvSpPr>
          <p:cNvPr id="8" name="Shape 6"/>
          <p:cNvSpPr/>
          <p:nvPr/>
        </p:nvSpPr>
        <p:spPr>
          <a:xfrm>
            <a:off x="3600450" y="55435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33800" y="5695950"/>
            <a:ext cx="304800" cy="247650"/>
          </a:xfrm>
          <a:custGeom>
            <a:avLst/>
            <a:gdLst/>
            <a:ahLst/>
            <a:cxnLst/>
            <a:rect l="l" t="t" r="r" b="b"/>
            <a:pathLst>
              <a:path w="304800" h="247650">
                <a:moveTo>
                  <a:pt x="0" y="133350"/>
                </a:moveTo>
                <a:lnTo>
                  <a:pt x="114300" y="247650"/>
                </a:lnTo>
                <a:lnTo>
                  <a:pt x="304800" y="0"/>
                </a:lnTo>
              </a:path>
            </a:pathLst>
          </a:custGeom>
          <a:ln w="57150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8250" y="74485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2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38250" y="78676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00900" y="5715000"/>
            <a:ext cx="1524000" cy="1524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7200" dirty="0"/>
          </a:p>
        </p:txBody>
      </p:sp>
      <p:sp>
        <p:nvSpPr>
          <p:cNvPr id="13" name="Shape 11"/>
          <p:cNvSpPr/>
          <p:nvPr/>
        </p:nvSpPr>
        <p:spPr>
          <a:xfrm>
            <a:off x="8420100" y="55435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8572500" y="569595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0" y="0"/>
                </a:moveTo>
                <a:lnTo>
                  <a:pt x="266700" y="266700"/>
                </a:lnTo>
              </a:path>
            </a:pathLst>
          </a:custGeom>
          <a:ln w="571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72500" y="569595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266700" y="0"/>
                </a:moveTo>
                <a:lnTo>
                  <a:pt x="0" y="266700"/>
                </a:lnTo>
              </a:path>
            </a:pathLst>
          </a:custGeom>
          <a:ln w="571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7900" y="74485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25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6057900" y="7867650"/>
            <a:ext cx="3810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chậm,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668000" y="914400"/>
            <a:ext cx="6705600" cy="7905750"/>
          </a:xfrm>
          <a:prstGeom prst="roundRect">
            <a:avLst>
              <a:gd name="adj" fmla="val 4545"/>
            </a:avLst>
          </a:pr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25200" y="13716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296650" y="1562100"/>
            <a:ext cx="361950" cy="295275"/>
          </a:xfrm>
          <a:custGeom>
            <a:avLst/>
            <a:gdLst/>
            <a:ahLst/>
            <a:cxnLst/>
            <a:rect l="l" t="t" r="r" b="b"/>
            <a:pathLst>
              <a:path w="361950" h="295275">
                <a:moveTo>
                  <a:pt x="0" y="152400"/>
                </a:moveTo>
                <a:lnTo>
                  <a:pt x="142875" y="295275"/>
                </a:lnTo>
                <a:lnTo>
                  <a:pt x="361950" y="0"/>
                </a:lnTo>
              </a:path>
            </a:pathLst>
          </a:custGeom>
          <a:ln w="571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125200" y="23241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1125200" y="2705100"/>
            <a:ext cx="5905500" cy="21907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Sẵn sàng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1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đang</a:t>
            </a:r>
            <a:r>
              <a:rPr lang="en-US" sz="72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7200" dirty="0"/>
          </a:p>
        </p:txBody>
      </p:sp>
      <p:sp>
        <p:nvSpPr>
          <p:cNvPr id="23" name="Text richtext-1792363513035-141663266"/>
          <p:cNvSpPr/>
          <p:nvPr/>
        </p:nvSpPr>
        <p:spPr>
          <a:xfrm>
            <a:off x="11125200" y="5219700"/>
            <a:ext cx="5905500" cy="3238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bí</a:t>
            </a:r>
            <a:r>
              <a:rPr lang="en-US" sz="2400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40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40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400" dirty="0" spc="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độ,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chờ,</a:t>
            </a:r>
            <a:r>
              <a:rPr lang="en-US" sz="2400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phòng.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Chậm</a:t>
            </a:r>
            <a:r>
              <a:rPr lang="en-US" sz="240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400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công:</a:t>
            </a:r>
            <a:r>
              <a:rPr lang="en-US" sz="2400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400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400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</p:txBody>
      </p:sp>
      <p:sp>
        <p:nvSpPr>
          <p:cNvPr id="24" name="Connector line-1792363513046-6889051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0f7f1c73-ea2b-4b88-8370-be0abd72ff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485900"/>
            <a:ext cx="3171825" cy="20955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104900" y="1638300"/>
            <a:ext cx="2790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04900" y="2076450"/>
            <a:ext cx="2790825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Confidentiality,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Integrity,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Availability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04900" y="2933700"/>
            <a:ext cx="2790825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vẹn,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 sàng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4238625" y="1485900"/>
            <a:ext cx="3171825" cy="20955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4429125" y="1638300"/>
            <a:ext cx="2790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USD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429125" y="2076450"/>
            <a:ext cx="2790825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United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States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Dollar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429125" y="2933700"/>
            <a:ext cx="2790825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đô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Mỹ,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6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562850" y="1485900"/>
            <a:ext cx="3171825" cy="20955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7753350" y="1638300"/>
            <a:ext cx="2790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HMAC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753350" y="2076450"/>
            <a:ext cx="2790825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Hash-based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Authentication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753350" y="2933700"/>
            <a:ext cx="2790825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6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887075" y="1485900"/>
            <a:ext cx="3171825" cy="20955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1077575" y="1638300"/>
            <a:ext cx="2790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AES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1077575" y="2076450"/>
            <a:ext cx="2790825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Advanced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1077575" y="2933700"/>
            <a:ext cx="2790825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khóa chung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4211300" y="1485900"/>
            <a:ext cx="3162300" cy="20955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4401800" y="1638300"/>
            <a:ext cx="2781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CTR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4401800" y="2076450"/>
            <a:ext cx="2781300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4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CounTeR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4401800" y="2933700"/>
            <a:ext cx="2781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6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báo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914400" y="3733800"/>
            <a:ext cx="3171825" cy="20955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1104900" y="3886200"/>
            <a:ext cx="2790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GCM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104900" y="4324350"/>
            <a:ext cx="2790825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Galois/Counter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104900" y="5181600"/>
            <a:ext cx="2790825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kiểm:</a:t>
            </a:r>
            <a:r>
              <a:rPr lang="en-US" sz="16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4238625" y="3733800"/>
            <a:ext cx="3171825" cy="20955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28" name="Text 26"/>
          <p:cNvSpPr/>
          <p:nvPr/>
        </p:nvSpPr>
        <p:spPr>
          <a:xfrm>
            <a:off x="4429125" y="3886200"/>
            <a:ext cx="2790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429125" y="4324350"/>
            <a:ext cx="2790825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4429125" y="5181600"/>
            <a:ext cx="2790825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băm,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7562850" y="3733800"/>
            <a:ext cx="3171825" cy="20955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32" name="Text 30"/>
          <p:cNvSpPr/>
          <p:nvPr/>
        </p:nvSpPr>
        <p:spPr>
          <a:xfrm>
            <a:off x="7753350" y="3886200"/>
            <a:ext cx="2790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7753350" y="4324350"/>
            <a:ext cx="2790825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7753350" y="5181600"/>
            <a:ext cx="2790825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16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6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0887075" y="3733800"/>
            <a:ext cx="3171825" cy="20955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36" name="Text 34"/>
          <p:cNvSpPr/>
          <p:nvPr/>
        </p:nvSpPr>
        <p:spPr>
          <a:xfrm>
            <a:off x="11077575" y="3886200"/>
            <a:ext cx="27908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ASVS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11077575" y="4324350"/>
            <a:ext cx="2790825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Verification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1077575" y="5181600"/>
            <a:ext cx="2790825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ninh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3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4211300" y="3733800"/>
            <a:ext cx="3162300" cy="20955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40" name="Text 38"/>
          <p:cNvSpPr/>
          <p:nvPr/>
        </p:nvSpPr>
        <p:spPr>
          <a:xfrm>
            <a:off x="14401800" y="3886200"/>
            <a:ext cx="2781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14401800" y="4324350"/>
            <a:ext cx="2781300" cy="8001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14401800" y="5181600"/>
            <a:ext cx="2781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65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nghệ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914400" y="5981700"/>
            <a:ext cx="8153400" cy="1657350"/>
          </a:xfrm>
          <a:prstGeom prst="roundRect">
            <a:avLst>
              <a:gd name="adj" fmla="val 12644"/>
            </a:avLst>
          </a:prstGeom>
          <a:solidFill>
            <a:srgbClr val="1E212B"/>
          </a:solidFill>
          <a:ln/>
        </p:spPr>
      </p:sp>
      <p:sp>
        <p:nvSpPr>
          <p:cNvPr id="44" name="Text 42"/>
          <p:cNvSpPr/>
          <p:nvPr/>
        </p:nvSpPr>
        <p:spPr>
          <a:xfrm>
            <a:off x="1143000" y="6134100"/>
            <a:ext cx="7696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STRIDE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1143000" y="6591300"/>
            <a:ext cx="7696200" cy="5715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Spoofing,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Tampering,</a:t>
            </a: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Repudiation,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Information disclosure,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Denial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service,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Elevation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 privilege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143000" y="7219950"/>
            <a:ext cx="7696200" cy="3619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Mẹo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16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dọa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ninh.</a:t>
            </a:r>
            <a:endParaRPr lang="en-US" sz="1650" dirty="0"/>
          </a:p>
        </p:txBody>
      </p:sp>
      <p:sp>
        <p:nvSpPr>
          <p:cNvPr id="47" name="Shape 45"/>
          <p:cNvSpPr/>
          <p:nvPr/>
        </p:nvSpPr>
        <p:spPr>
          <a:xfrm>
            <a:off x="9220200" y="5981700"/>
            <a:ext cx="8153400" cy="1657350"/>
          </a:xfrm>
          <a:prstGeom prst="roundRect">
            <a:avLst>
              <a:gd name="adj" fmla="val 12644"/>
            </a:avLst>
          </a:prstGeom>
          <a:solidFill>
            <a:srgbClr val="1E212B"/>
          </a:solidFill>
          <a:ln/>
        </p:spPr>
      </p:sp>
      <p:sp>
        <p:nvSpPr>
          <p:cNvPr id="48" name="Text 46"/>
          <p:cNvSpPr/>
          <p:nvPr/>
        </p:nvSpPr>
        <p:spPr>
          <a:xfrm>
            <a:off x="9448800" y="6134100"/>
            <a:ext cx="7696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LINDDUN</a:t>
            </a:r>
            <a:endParaRPr lang="en-US" sz="2400" dirty="0"/>
          </a:p>
        </p:txBody>
      </p:sp>
      <p:sp>
        <p:nvSpPr>
          <p:cNvPr id="49" name="Text 47"/>
          <p:cNvSpPr/>
          <p:nvPr/>
        </p:nvSpPr>
        <p:spPr>
          <a:xfrm>
            <a:off x="9448800" y="6591300"/>
            <a:ext cx="7696200" cy="57150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Linking,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Identifying,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Non-repudiation,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Detecting,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disclosure,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Unawareness,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Non-compliance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9448800" y="7219950"/>
            <a:ext cx="7696200" cy="3619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Mẹo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165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dọa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16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tư.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914400" y="78676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914400" y="8229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MDN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18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Series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8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ASVS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pyca/cryptography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CPython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socketserver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914400" y="8629650"/>
            <a:ext cx="1428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54" name="Connector line-1792394885300-62579101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6" name="Shape 5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9" name="Shape 5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0" name="Shape 5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1" name="Shape 5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2" name="Shape 6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3" name="Shape 6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4" name="Shape 62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5" name="Text 6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66" name="Shape 6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7" name="Moda image moda-export-watermark-9797e441-c75f-46c8-b5dc-4a89357124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2026-10-19T07:43:07Z</dcterms:created>
  <dcterms:modified xsi:type="dcterms:W3CDTF">2026-10-19T07:43:07Z</dcterms:modified>
</cp:coreProperties>
</file>