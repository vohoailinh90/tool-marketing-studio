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8"/>
      <p:bold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57250"/>
            <a:ext cx="1047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3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2100" b="1" dirty="0" spc="-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2100" b="1" dirty="0" spc="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2100" b="1" dirty="0" spc="-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b="1" dirty="0" spc="-6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100" b="1" dirty="0" spc="-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15240000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 spc="-1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Bốn</a:t>
            </a:r>
            <a:r>
              <a:rPr lang="en-US" sz="6000" b="1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kiểu</a:t>
            </a:r>
            <a:r>
              <a:rPr lang="en-US" sz="6000" b="1" dirty="0" spc="-9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6000" b="1" dirty="0" spc="27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đợi</a:t>
            </a:r>
            <a:r>
              <a:rPr lang="en-US" sz="6000" b="1" dirty="0" spc="-3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6000" b="1" dirty="0" spc="1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chương</a:t>
            </a:r>
            <a:r>
              <a:rPr lang="en-US" sz="6000" b="1" dirty="0" spc="1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trình:</a:t>
            </a:r>
            <a:r>
              <a:rPr lang="en-US" sz="6000" b="1" dirty="0" spc="-29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FIFO,</a:t>
            </a:r>
            <a:r>
              <a:rPr lang="en-US" sz="6000" b="1" dirty="0" spc="-1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6000" b="1" dirty="0" spc="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r>
              <a:rPr lang="en-US" sz="6000" b="1" dirty="0" spc="-37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vòng,</a:t>
            </a:r>
            <a:r>
              <a:rPr lang="en-US" sz="6000" b="1" dirty="0" spc="11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ưu</a:t>
            </a:r>
            <a:r>
              <a:rPr lang="en-US" sz="6000" b="1" dirty="0" spc="-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tiên,</a:t>
            </a:r>
            <a:r>
              <a:rPr lang="en-US" sz="6000" b="1" dirty="0" spc="-1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deque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914400" y="5334000"/>
            <a:ext cx="16192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52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Lấy</a:t>
            </a:r>
            <a:r>
              <a:rPr lang="en-US" sz="2850" dirty="0" spc="1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cái nào</a:t>
            </a:r>
            <a:r>
              <a:rPr lang="en-US" sz="2850" dirty="0" spc="-33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850" dirty="0" spc="7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trước,</a:t>
            </a:r>
            <a:r>
              <a:rPr lang="en-US" sz="2850" dirty="0" spc="-17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4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đầy</a:t>
            </a:r>
            <a:r>
              <a:rPr lang="en-US" sz="2850" dirty="0" spc="-1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850" dirty="0" spc="-4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sao?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914400" y="6667500"/>
            <a:ext cx="3905250" cy="1047750"/>
          </a:xfrm>
          <a:prstGeom prst="roundRect">
            <a:avLst>
              <a:gd name="adj" fmla="val 18182"/>
            </a:avLst>
          </a:prstGeom>
          <a:solidFill>
            <a:srgbClr val="1E2230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1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FIFO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5048250" y="6667500"/>
            <a:ext cx="3905250" cy="1047750"/>
          </a:xfrm>
          <a:prstGeom prst="roundRect">
            <a:avLst>
              <a:gd name="adj" fmla="val 18182"/>
            </a:avLst>
          </a:prstGeom>
          <a:solidFill>
            <a:srgbClr val="1E2230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100" dirty="0" spc="1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r>
              <a:rPr lang="en-US" sz="2100" dirty="0" spc="-1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vòng</a:t>
            </a:r>
            <a:r>
              <a:rPr lang="en-US" sz="2100" dirty="0" spc="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(ring</a:t>
            </a:r>
            <a:r>
              <a:rPr lang="en-US" sz="2100" dirty="0" spc="-1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buffer)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82100" y="6667500"/>
            <a:ext cx="3905250" cy="1047750"/>
          </a:xfrm>
          <a:prstGeom prst="roundRect">
            <a:avLst>
              <a:gd name="adj" fmla="val 18182"/>
            </a:avLst>
          </a:prstGeom>
          <a:solidFill>
            <a:srgbClr val="1E2230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Hàng</a:t>
            </a:r>
            <a:r>
              <a:rPr lang="en-US" sz="2250" dirty="0" spc="1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đợi</a:t>
            </a:r>
            <a:r>
              <a:rPr lang="en-US" sz="2250" dirty="0" spc="2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ưu</a:t>
            </a:r>
            <a:r>
              <a:rPr lang="en-US" sz="225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tiên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3315950" y="6667500"/>
            <a:ext cx="3905250" cy="1047750"/>
          </a:xfrm>
          <a:prstGeom prst="roundRect">
            <a:avLst>
              <a:gd name="adj" fmla="val 18182"/>
            </a:avLst>
          </a:prstGeom>
          <a:solidFill>
            <a:srgbClr val="1E2230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Deque</a:t>
            </a:r>
            <a:r>
              <a:rPr lang="en-US" sz="210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(hàng</a:t>
            </a:r>
            <a:r>
              <a:rPr lang="en-US" sz="2100" dirty="0" spc="9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đợi</a:t>
            </a:r>
            <a:r>
              <a:rPr lang="en-US" sz="210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100" dirty="0" spc="7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đầu)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0" name="Moda image moda-export-watermark-7ec16c56-a644-4236-b991-8cbe2d8fdb7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047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</a:t>
            </a:r>
            <a:r>
              <a:rPr lang="en-US" sz="2100" b="1" dirty="0" spc="-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r>
              <a:rPr lang="en-US" sz="2100" b="1" dirty="0" spc="-1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b="1" dirty="0" spc="-6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14400" y="2190750"/>
            <a:ext cx="16192500" cy="400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</a:t>
            </a:r>
            <a:r>
              <a:rPr lang="en-US" sz="5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54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540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bốn</a:t>
            </a:r>
            <a:r>
              <a:rPr lang="en-US" sz="54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54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Python,</a:t>
            </a:r>
            <a:r>
              <a:rPr lang="en-US" sz="5400" b="1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5400" b="1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54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54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5400" b="1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540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lời.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914400" y="5905500"/>
            <a:ext cx="114300" cy="12382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5905500"/>
            <a:ext cx="1571625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7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Kể</a:t>
            </a:r>
            <a:r>
              <a:rPr lang="en-US" sz="30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300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0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cái</a:t>
            </a:r>
            <a:r>
              <a:rPr lang="en-US" sz="300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bẫy</a:t>
            </a:r>
            <a:r>
              <a:rPr lang="en-US" sz="30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</a:t>
            </a:r>
            <a:r>
              <a:rPr lang="en-US" sz="30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30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30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30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sai</a:t>
            </a:r>
            <a:r>
              <a:rPr lang="en-US" sz="30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 trúc.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3f81d6ee-11f0-433f-902d-1d919509432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047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0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KHUNG</a:t>
            </a:r>
            <a:r>
              <a:rPr lang="en-US" sz="2100" b="1" dirty="0" spc="-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 ·</a:t>
            </a:r>
            <a:r>
              <a:rPr lang="en-US" sz="2100" b="1" dirty="0" spc="-14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FIFO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14400" y="1143000"/>
            <a:ext cx="16459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 spc="-6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Vào</a:t>
            </a:r>
            <a:r>
              <a:rPr lang="en-US" sz="39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cuối,</a:t>
            </a:r>
            <a:r>
              <a:rPr lang="en-US" sz="3900" b="1" dirty="0" spc="-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390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đầu:</a:t>
            </a:r>
            <a:r>
              <a:rPr lang="en-US" sz="3900" b="1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 hết</a:t>
            </a:r>
            <a:r>
              <a:rPr lang="en-US" sz="39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100.000</a:t>
            </a:r>
            <a:r>
              <a:rPr lang="en-US" sz="39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39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tử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914400" y="2667000"/>
            <a:ext cx="7810500" cy="41910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28575">
            <a:solidFill>
              <a:srgbClr val="8A867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048000"/>
            <a:ext cx="7048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list,</a:t>
            </a:r>
            <a:r>
              <a:rPr lang="en-US" sz="2550" b="1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pop(0)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95400" y="3810000"/>
            <a:ext cx="70485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14</a:t>
            </a:r>
            <a:r>
              <a:rPr lang="en-US" sz="9750" b="1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endParaRPr lang="en-US" sz="9750" dirty="0"/>
          </a:p>
        </p:txBody>
      </p:sp>
      <p:sp>
        <p:nvSpPr>
          <p:cNvPr id="7" name="Text 5"/>
          <p:cNvSpPr/>
          <p:nvPr/>
        </p:nvSpPr>
        <p:spPr>
          <a:xfrm>
            <a:off x="1295400" y="5715000"/>
            <a:ext cx="7048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Dời mọi</a:t>
            </a: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2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tử</a:t>
            </a:r>
            <a:r>
              <a:rPr lang="en-US" sz="22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2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lại: O(n) mỗi</a:t>
            </a: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563100" y="2667000"/>
            <a:ext cx="7810500" cy="4191000"/>
          </a:xfrm>
          <a:prstGeom prst="roundRect">
            <a:avLst>
              <a:gd name="adj" fmla="val 5455"/>
            </a:avLst>
          </a:prstGeom>
          <a:solidFill>
            <a:srgbClr val="0F766E"/>
          </a:solidFill>
          <a:ln/>
        </p:spPr>
      </p:sp>
      <p:sp>
        <p:nvSpPr>
          <p:cNvPr id="9" name="Text 7"/>
          <p:cNvSpPr/>
          <p:nvPr/>
        </p:nvSpPr>
        <p:spPr>
          <a:xfrm>
            <a:off x="9944100" y="3048000"/>
            <a:ext cx="7048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5" kern="0">
                <a:solidFill>
                  <a:srgbClr val="D7F3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collections.deque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9944100" y="3810000"/>
            <a:ext cx="70485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0" b="1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0,009</a:t>
            </a:r>
            <a:r>
              <a:rPr lang="en-US" sz="9750" b="1" dirty="0" spc="-2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endParaRPr lang="en-US" sz="9750" dirty="0"/>
          </a:p>
        </p:txBody>
      </p:sp>
      <p:sp>
        <p:nvSpPr>
          <p:cNvPr id="11" name="Text 9"/>
          <p:cNvSpPr/>
          <p:nvPr/>
        </p:nvSpPr>
        <p:spPr>
          <a:xfrm>
            <a:off x="9944100" y="5715000"/>
            <a:ext cx="7048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5" kern="0">
                <a:solidFill>
                  <a:srgbClr val="D7F3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250" dirty="0" spc="8" kern="0">
                <a:solidFill>
                  <a:srgbClr val="D7F3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đầu,</a:t>
            </a:r>
            <a:r>
              <a:rPr lang="en-US" sz="2250" dirty="0" spc="0" kern="0">
                <a:solidFill>
                  <a:srgbClr val="D7F3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</a:t>
            </a:r>
            <a:r>
              <a:rPr lang="en-US" sz="2250" dirty="0" spc="1" kern="0">
                <a:solidFill>
                  <a:srgbClr val="D7F3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</a:t>
            </a:r>
            <a:r>
              <a:rPr lang="en-US" sz="2250" dirty="0" spc="-17" kern="0">
                <a:solidFill>
                  <a:srgbClr val="D7F3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xấp</a:t>
            </a:r>
            <a:r>
              <a:rPr lang="en-US" sz="2250" dirty="0" spc="-1" kern="0">
                <a:solidFill>
                  <a:srgbClr val="D7F3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xỉ</a:t>
            </a:r>
            <a:r>
              <a:rPr lang="en-US" sz="2250" dirty="0" spc="2" kern="0">
                <a:solidFill>
                  <a:srgbClr val="D7F3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O(1).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BF9F4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BF9F4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BF9F4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BF9F4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BF9F4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BF9F4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BF9F4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BF9F4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BF9F4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03/10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7a29f506-e3b5-4203-b9eb-598f1ecea5c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047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KHUNG</a:t>
            </a:r>
            <a:r>
              <a:rPr lang="en-US" sz="2100" b="1" dirty="0" spc="-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 ·</a:t>
            </a:r>
            <a:r>
              <a:rPr lang="en-US" sz="2100" b="1" dirty="0" spc="-9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100" b="1" dirty="0" spc="-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r>
              <a:rPr lang="en-US" sz="2100" b="1" dirty="0" spc="-1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VÒNG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14400" y="1143000"/>
            <a:ext cx="16459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 spc="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8</a:t>
            </a:r>
            <a:r>
              <a:rPr lang="en-US" sz="3900" b="1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ô</a:t>
            </a:r>
            <a:r>
              <a:rPr lang="en-US" sz="3900" b="1" dirty="0" spc="-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3900" b="1" dirty="0" spc="17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định,</a:t>
            </a:r>
            <a:r>
              <a:rPr lang="en-US" sz="3900" b="1" dirty="0" spc="-7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3900" b="1" dirty="0" spc="-4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xoay</a:t>
            </a:r>
            <a:r>
              <a:rPr lang="en-US" sz="3900" b="1" dirty="0" spc="-3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vòng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1809750" cy="1428750"/>
          </a:xfrm>
          <a:prstGeom prst="roundRect">
            <a:avLst>
              <a:gd name="adj" fmla="val 10667"/>
            </a:avLst>
          </a:prstGeom>
          <a:solidFill>
            <a:srgbClr val="2A2F42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3476625"/>
            <a:ext cx="1809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2971800" y="3048000"/>
            <a:ext cx="1809750" cy="1428750"/>
          </a:xfrm>
          <a:prstGeom prst="roundRect">
            <a:avLst>
              <a:gd name="adj" fmla="val 10667"/>
            </a:avLst>
          </a:prstGeom>
          <a:solidFill>
            <a:srgbClr val="2A2F42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71800" y="3476625"/>
            <a:ext cx="1809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 spc="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029200" y="3048000"/>
            <a:ext cx="1809750" cy="1428750"/>
          </a:xfrm>
          <a:prstGeom prst="roundRect">
            <a:avLst>
              <a:gd name="adj" fmla="val 10667"/>
            </a:avLst>
          </a:prstGeom>
          <a:solidFill>
            <a:srgbClr val="2A2F42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3476625"/>
            <a:ext cx="1809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 spc="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7086600" y="3048000"/>
            <a:ext cx="1809750" cy="1428750"/>
          </a:xfrm>
          <a:prstGeom prst="roundRect">
            <a:avLst>
              <a:gd name="adj" fmla="val 10667"/>
            </a:avLst>
          </a:prstGeom>
          <a:solidFill>
            <a:srgbClr val="2A2F42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86600" y="3476625"/>
            <a:ext cx="1809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 spc="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9144000" y="3048000"/>
            <a:ext cx="1809750" cy="1428750"/>
          </a:xfrm>
          <a:prstGeom prst="roundRect">
            <a:avLst>
              <a:gd name="adj" fmla="val 10667"/>
            </a:avLst>
          </a:prstGeom>
          <a:solidFill>
            <a:srgbClr val="2A2F42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0" y="3476625"/>
            <a:ext cx="1809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 spc="-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11201400" y="3048000"/>
            <a:ext cx="1809750" cy="1428750"/>
          </a:xfrm>
          <a:prstGeom prst="roundRect">
            <a:avLst>
              <a:gd name="adj" fmla="val 10667"/>
            </a:avLst>
          </a:prstGeom>
          <a:solidFill>
            <a:srgbClr val="1E2230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201400" y="3476625"/>
            <a:ext cx="1809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 spc="-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13258800" y="3048000"/>
            <a:ext cx="1809750" cy="1428750"/>
          </a:xfrm>
          <a:prstGeom prst="roundRect">
            <a:avLst>
              <a:gd name="adj" fmla="val 10667"/>
            </a:avLst>
          </a:prstGeom>
          <a:solidFill>
            <a:srgbClr val="1E2230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258800" y="3476625"/>
            <a:ext cx="1809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6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15316200" y="3048000"/>
            <a:ext cx="1809750" cy="1428750"/>
          </a:xfrm>
          <a:prstGeom prst="roundRect">
            <a:avLst>
              <a:gd name="adj" fmla="val 10667"/>
            </a:avLst>
          </a:prstGeom>
          <a:solidFill>
            <a:srgbClr val="1E2230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5316200" y="3476625"/>
            <a:ext cx="1809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 spc="-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7</a:t>
            </a:r>
            <a:endParaRPr lang="en-US" sz="3000" dirty="0"/>
          </a:p>
        </p:txBody>
      </p:sp>
      <p:sp>
        <p:nvSpPr>
          <p:cNvPr id="20" name="Connector line-1792443313088-893016426"/>
          <p:cNvSpPr/>
          <p:nvPr/>
        </p:nvSpPr>
        <p:spPr>
          <a:xfrm flipV="1">
            <a:off x="11791950" y="4667250"/>
            <a:ext cx="0" cy="1619250"/>
          </a:xfrm>
          <a:prstGeom prst="line">
            <a:avLst/>
          </a:prstGeom>
          <a:noFill/>
          <a:ln w="57150">
            <a:solidFill>
              <a:srgbClr val="FF6A4D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10382250" y="6381750"/>
            <a:ext cx="3810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 spc="9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400" b="1" dirty="0" spc="-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endParaRPr lang="en-US" sz="2400" dirty="0"/>
          </a:p>
        </p:txBody>
      </p:sp>
      <p:sp>
        <p:nvSpPr>
          <p:cNvPr id="22" name="Connector line-1792443313091-336506852"/>
          <p:cNvSpPr/>
          <p:nvPr/>
        </p:nvSpPr>
        <p:spPr>
          <a:xfrm flipV="1">
            <a:off x="3638550" y="4667250"/>
            <a:ext cx="0" cy="1619250"/>
          </a:xfrm>
          <a:prstGeom prst="line">
            <a:avLst/>
          </a:prstGeom>
          <a:noFill/>
          <a:ln w="57150">
            <a:solidFill>
              <a:srgbClr val="FFFFFF"/>
            </a:solidFill>
            <a:prstDash val="solid"/>
            <a:headEnd type="non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1809750" y="6381750"/>
            <a:ext cx="3810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 spc="9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400" b="1" dirty="0" spc="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914400" y="7524750"/>
            <a:ext cx="164592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6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Ô</a:t>
            </a:r>
            <a:r>
              <a:rPr lang="en-US" sz="2550" dirty="0" spc="-1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550" dirty="0" spc="0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=</a:t>
            </a:r>
            <a:r>
              <a:rPr lang="en-US" sz="2550" dirty="0" spc="-10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550" dirty="0" spc="-1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 tự</a:t>
            </a:r>
            <a:r>
              <a:rPr lang="en-US" sz="2550" dirty="0" spc="-9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r>
              <a:rPr lang="en-US" sz="2550" dirty="0" spc="0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550" dirty="0" spc="-3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</a:t>
            </a:r>
            <a:r>
              <a:rPr lang="en-US" sz="2550" dirty="0" spc="0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550" dirty="0" spc="2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8.</a:t>
            </a:r>
            <a:endParaRPr lang="en-US" sz="2550" dirty="0"/>
          </a:p>
          <a:p>
            <a:pPr algn="l" indent="0" marL="0">
              <a:buNone/>
            </a:pPr>
            <a:r>
              <a:rPr lang="en-US" sz="2550" dirty="0" spc="-3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Khi</a:t>
            </a:r>
            <a:r>
              <a:rPr lang="en-US" sz="2550" dirty="0" spc="2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đầy,</a:t>
            </a:r>
            <a:r>
              <a:rPr lang="en-US" sz="2550" dirty="0" spc="5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dirty="0" spc="0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 phải chờ</a:t>
            </a:r>
            <a:r>
              <a:rPr lang="en-US" sz="2550" dirty="0" spc="5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dirty="0" spc="8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đọc.</a:t>
            </a:r>
            <a:endParaRPr lang="en-US" sz="2550" dirty="0"/>
          </a:p>
        </p:txBody>
      </p:sp>
      <p:sp>
        <p:nvSpPr>
          <p:cNvPr id="25" name="Shape 2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36" name="Shape 3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7" name="Moda image moda-export-watermark-5b6da395-4084-466d-9c77-8d356e49ccb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047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0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KHUNG</a:t>
            </a:r>
            <a:r>
              <a:rPr lang="en-US" sz="2100" b="1" dirty="0" spc="-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 · HÀNG</a:t>
            </a:r>
            <a:r>
              <a:rPr lang="en-US" sz="2100" b="1" dirty="0" spc="-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ĐỢI</a:t>
            </a:r>
            <a:r>
              <a:rPr lang="en-US" sz="2100" b="1" dirty="0" spc="3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ƯU</a:t>
            </a:r>
            <a:r>
              <a:rPr lang="en-US" sz="2100" b="1" dirty="0" spc="-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TIÊN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14400" y="1143000"/>
            <a:ext cx="16459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Ưu</a:t>
            </a:r>
            <a:r>
              <a:rPr lang="en-US" sz="39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tiên</a:t>
            </a:r>
            <a:r>
              <a:rPr lang="en-US" sz="390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3900" b="1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390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trước;</a:t>
            </a:r>
            <a:r>
              <a:rPr lang="en-US" sz="3900" b="1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</a:t>
            </a:r>
            <a:r>
              <a:rPr lang="en-US" sz="39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39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39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gấp</a:t>
            </a:r>
            <a:r>
              <a:rPr lang="en-US" sz="390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914400" y="2571750"/>
            <a:ext cx="8572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Thứ</a:t>
            </a:r>
            <a:r>
              <a:rPr lang="en-US" sz="2400" b="1" dirty="0" spc="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400" b="1" dirty="0" spc="-14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14400" y="3143250"/>
            <a:ext cx="16459200" cy="1095375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00150" y="3305175"/>
            <a:ext cx="762000" cy="76200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4429125"/>
            <a:ext cx="16459200" cy="1095375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00150" y="4591050"/>
            <a:ext cx="762000" cy="76200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5715000"/>
            <a:ext cx="16459200" cy="1095375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00150" y="5876925"/>
            <a:ext cx="762000" cy="76200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7000875"/>
            <a:ext cx="16459200" cy="1095375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00150" y="7162800"/>
            <a:ext cx="762000" cy="76200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13" name="Text 11"/>
          <p:cNvSpPr/>
          <p:nvPr/>
        </p:nvSpPr>
        <p:spPr>
          <a:xfrm>
            <a:off x="1200150" y="3467100"/>
            <a:ext cx="762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 spc="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200150" y="4752975"/>
            <a:ext cx="762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 spc="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200150" y="6038850"/>
            <a:ext cx="762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 spc="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200150" y="7324725"/>
            <a:ext cx="762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 spc="-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2381250" y="3476625"/>
            <a:ext cx="14287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Binh,</a:t>
            </a:r>
            <a:r>
              <a:rPr lang="en-US" sz="2850" b="1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</a:t>
            </a: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2850" dirty="0"/>
          </a:p>
        </p:txBody>
      </p:sp>
      <p:sp>
        <p:nvSpPr>
          <p:cNvPr id="18" name="Text 16"/>
          <p:cNvSpPr/>
          <p:nvPr/>
        </p:nvSpPr>
        <p:spPr>
          <a:xfrm>
            <a:off x="2381250" y="4762500"/>
            <a:ext cx="14287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Dung,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850" b="1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</a:t>
            </a:r>
            <a:r>
              <a:rPr lang="en-US" sz="28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2850" dirty="0"/>
          </a:p>
        </p:txBody>
      </p:sp>
      <p:sp>
        <p:nvSpPr>
          <p:cNvPr id="19" name="Text 17"/>
          <p:cNvSpPr/>
          <p:nvPr/>
        </p:nvSpPr>
        <p:spPr>
          <a:xfrm>
            <a:off x="2381250" y="6048375"/>
            <a:ext cx="14287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Chi</a:t>
            </a:r>
            <a:endParaRPr lang="en-US" sz="2850" dirty="0"/>
          </a:p>
        </p:txBody>
      </p:sp>
      <p:sp>
        <p:nvSpPr>
          <p:cNvPr id="20" name="Text 18"/>
          <p:cNvSpPr/>
          <p:nvPr/>
        </p:nvSpPr>
        <p:spPr>
          <a:xfrm>
            <a:off x="2381250" y="7334250"/>
            <a:ext cx="14287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An</a:t>
            </a:r>
            <a:endParaRPr lang="en-US" sz="2850" dirty="0"/>
          </a:p>
        </p:txBody>
      </p:sp>
      <p:sp>
        <p:nvSpPr>
          <p:cNvPr id="21" name="Text 19"/>
          <p:cNvSpPr/>
          <p:nvPr/>
        </p:nvSpPr>
        <p:spPr>
          <a:xfrm>
            <a:off x="914400" y="8572500"/>
            <a:ext cx="16459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Thường</a:t>
            </a:r>
            <a:r>
              <a:rPr lang="en-US" sz="22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cài</a:t>
            </a:r>
            <a:r>
              <a:rPr lang="en-US" sz="22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2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heap;</a:t>
            </a:r>
            <a:r>
              <a:rPr lang="en-US" sz="22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heapq</a:t>
            </a:r>
            <a:r>
              <a:rPr lang="en-US" sz="225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2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tử</a:t>
            </a:r>
            <a:r>
              <a:rPr lang="en-US" sz="22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</a:t>
            </a:r>
            <a:r>
              <a:rPr lang="en-US" sz="225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nhất.</a:t>
            </a:r>
            <a:endParaRPr lang="en-US" sz="2250" dirty="0"/>
          </a:p>
        </p:txBody>
      </p:sp>
      <p:sp>
        <p:nvSpPr>
          <p:cNvPr id="22" name="Shape 2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4" name="Moda image moda-export-watermark-6c5111d1-4a4d-42a8-b2a2-f5323daaeec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047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KHUNG</a:t>
            </a:r>
            <a:r>
              <a:rPr lang="en-US" sz="2100" b="1" dirty="0" spc="-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 ·</a:t>
            </a:r>
            <a:r>
              <a:rPr lang="en-US" sz="2100" b="1" dirty="0" spc="-6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DEQUE</a:t>
            </a:r>
            <a:r>
              <a:rPr lang="en-US" sz="2100" b="1" dirty="0" spc="-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(HÀNG</a:t>
            </a:r>
            <a:r>
              <a:rPr lang="en-US" sz="2100" b="1" dirty="0" spc="-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ĐỢI HAI</a:t>
            </a:r>
            <a:r>
              <a:rPr lang="en-US" sz="2100" b="1" dirty="0" spc="-17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ĐẦU)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14400" y="1143000"/>
            <a:ext cx="16459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 spc="-1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</a:t>
            </a:r>
            <a:r>
              <a:rPr lang="en-US" sz="3900" b="1" dirty="0" spc="-3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900" b="1" dirty="0" spc="-19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r>
              <a:rPr lang="en-US" sz="3900" b="1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3900" b="1" dirty="0" spc="-8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3900" b="1" dirty="0" spc="-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3900" b="1" dirty="0" spc="1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8001000" cy="5334000"/>
          </a:xfrm>
          <a:prstGeom prst="roundRect">
            <a:avLst>
              <a:gd name="adj" fmla="val 4286"/>
            </a:avLst>
          </a:prstGeom>
          <a:solidFill>
            <a:srgbClr val="1E2230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33500" y="3143250"/>
            <a:ext cx="7239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 spc="-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3150" b="1" dirty="0" spc="1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đầu,</a:t>
            </a:r>
            <a:r>
              <a:rPr lang="en-US" sz="3150" b="1" dirty="0" spc="-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3150" b="1" dirty="0" spc="-7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endParaRPr lang="en-US" sz="3150" dirty="0"/>
          </a:p>
        </p:txBody>
      </p:sp>
      <p:sp>
        <p:nvSpPr>
          <p:cNvPr id="6" name="Shape 4"/>
          <p:cNvSpPr/>
          <p:nvPr/>
        </p:nvSpPr>
        <p:spPr>
          <a:xfrm>
            <a:off x="1333500" y="4095750"/>
            <a:ext cx="0" cy="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7" name="Text 5"/>
          <p:cNvSpPr/>
          <p:nvPr/>
        </p:nvSpPr>
        <p:spPr>
          <a:xfrm>
            <a:off x="1333500" y="4095750"/>
            <a:ext cx="7239000" cy="361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7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700" dirty="0" spc="1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 để</a:t>
            </a:r>
            <a:r>
              <a:rPr lang="en-US" sz="270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thêm,</a:t>
            </a:r>
            <a:r>
              <a:rPr lang="en-US" sz="2700" dirty="0" spc="1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700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kia</a:t>
            </a:r>
            <a:r>
              <a:rPr lang="en-US" sz="2700" dirty="0" spc="1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700" dirty="0" spc="-1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r>
              <a:rPr lang="en-US" sz="270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 thành</a:t>
            </a:r>
            <a:r>
              <a:rPr lang="en-US" sz="2700" dirty="0" spc="-1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FIFO.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9372600" y="2762250"/>
            <a:ext cx="8001000" cy="5334000"/>
          </a:xfrm>
          <a:prstGeom prst="roundRect">
            <a:avLst>
              <a:gd name="adj" fmla="val 4286"/>
            </a:avLst>
          </a:prstGeom>
          <a:solidFill>
            <a:srgbClr val="1E2230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91700" y="3143250"/>
            <a:ext cx="7239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 spc="-17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3150" b="1" dirty="0" spc="1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endParaRPr lang="en-US" sz="3150" dirty="0"/>
          </a:p>
        </p:txBody>
      </p:sp>
      <p:sp>
        <p:nvSpPr>
          <p:cNvPr id="10" name="Text 8"/>
          <p:cNvSpPr/>
          <p:nvPr/>
        </p:nvSpPr>
        <p:spPr>
          <a:xfrm>
            <a:off x="9791700" y="4095750"/>
            <a:ext cx="7239000" cy="361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700" dirty="0" spc="-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700" dirty="0" spc="-7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1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70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70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700" dirty="0" spc="-1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ngăn</a:t>
            </a:r>
            <a:r>
              <a:rPr lang="en-US" sz="2700" dirty="0" spc="-2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xếp</a:t>
            </a:r>
            <a:r>
              <a:rPr lang="en-US" sz="2700" dirty="0" spc="-1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LIFO.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c9f185f3-7d46-43fc-9887-681b5c61f74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047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2100" b="1" dirty="0" spc="-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2100" b="1" dirty="0" spc="-2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100" b="1" dirty="0" spc="-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14400" y="1143000"/>
            <a:ext cx="16459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Hàng</a:t>
            </a:r>
            <a:r>
              <a:rPr lang="en-US" sz="3900" b="1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đợi</a:t>
            </a:r>
            <a:r>
              <a:rPr lang="en-US" sz="3900" b="1" dirty="0" spc="6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ưu</a:t>
            </a:r>
            <a:r>
              <a:rPr lang="en-US" sz="39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tiên</a:t>
            </a:r>
            <a:r>
              <a:rPr lang="en-US" sz="390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9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39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3900" b="1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hết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5181600" cy="552450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53200" y="2762250"/>
            <a:ext cx="5181600" cy="552450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192000" y="2762250"/>
            <a:ext cx="5181600" cy="552450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95400" y="3143250"/>
            <a:ext cx="44196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Cùng</a:t>
            </a:r>
            <a:r>
              <a:rPr lang="en-US" sz="2850" b="1" dirty="0" spc="19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</a:t>
            </a:r>
            <a:r>
              <a:rPr lang="en-US" sz="2850" b="1" dirty="0" spc="5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ưu</a:t>
            </a:r>
            <a:r>
              <a:rPr lang="en-US" sz="2850" b="1" dirty="0" spc="-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tiên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1295400" y="4572000"/>
            <a:ext cx="441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4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40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nếu không</a:t>
            </a:r>
            <a:r>
              <a:rPr lang="en-US" sz="24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934200" y="3143250"/>
            <a:ext cx="44196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4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2850" b="1" dirty="0" spc="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 lý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6934200" y="4572000"/>
            <a:ext cx="441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</a:t>
            </a:r>
            <a:r>
              <a:rPr lang="en-US" sz="24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40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đếm</a:t>
            </a:r>
            <a:r>
              <a:rPr lang="en-US" sz="24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tăng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dần</a:t>
            </a:r>
            <a:r>
              <a:rPr lang="en-US" sz="240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240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</a:t>
            </a:r>
            <a:r>
              <a:rPr lang="en-US" sz="2400" dirty="0" spc="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ưu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tiên</a:t>
            </a:r>
            <a:r>
              <a:rPr lang="en-US" sz="240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liệu.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2573000" y="3143250"/>
            <a:ext cx="44196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24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Mức</a:t>
            </a:r>
            <a:r>
              <a:rPr lang="en-US" sz="2850" b="1" dirty="0" spc="-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thấp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12573000" y="4572000"/>
            <a:ext cx="441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mãi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4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40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cao</a:t>
            </a:r>
            <a:r>
              <a:rPr lang="en-US" sz="240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tục.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943796bd-5dc7-47d3-b4d0-1a73be32dd8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047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27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2100" b="1" dirty="0" spc="-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100" b="1" dirty="0" spc="-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100" b="1" dirty="0" spc="-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14400" y="1143000"/>
            <a:ext cx="164592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b="1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34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34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34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1.000</a:t>
            </a:r>
            <a:r>
              <a:rPr lang="en-US" sz="3450" b="1" dirty="0" spc="-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34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34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gần</a:t>
            </a:r>
            <a:r>
              <a:rPr lang="en-US" sz="34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nhất,</a:t>
            </a:r>
            <a:r>
              <a:rPr lang="en-US" sz="34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34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34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4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tăng.</a:t>
            </a:r>
            <a:r>
              <a:rPr lang="en-US" sz="34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Kiểu</a:t>
            </a:r>
            <a:r>
              <a:rPr lang="en-US" sz="34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34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hợp,</a:t>
            </a:r>
            <a:r>
              <a:rPr lang="en-US" sz="34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đầy</a:t>
            </a:r>
            <a:r>
              <a:rPr lang="en-US" sz="34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34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r>
              <a:rPr lang="en-US" sz="345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34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bỏ?</a:t>
            </a:r>
            <a:endParaRPr lang="en-US" sz="3450" dirty="0"/>
          </a:p>
        </p:txBody>
      </p:sp>
      <p:sp>
        <p:nvSpPr>
          <p:cNvPr id="4" name="Text 2"/>
          <p:cNvSpPr/>
          <p:nvPr/>
        </p:nvSpPr>
        <p:spPr>
          <a:xfrm>
            <a:off x="914400" y="2762250"/>
            <a:ext cx="8572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 án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14400" y="3333750"/>
            <a:ext cx="16459200" cy="15240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38250" y="3714750"/>
            <a:ext cx="762000" cy="7620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5143500"/>
            <a:ext cx="16459200" cy="15240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38250" y="5524500"/>
            <a:ext cx="762000" cy="7620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6953250"/>
            <a:ext cx="16459200" cy="15240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38250" y="7334250"/>
            <a:ext cx="762000" cy="7620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1" name="Text 9"/>
          <p:cNvSpPr/>
          <p:nvPr/>
        </p:nvSpPr>
        <p:spPr>
          <a:xfrm>
            <a:off x="1238250" y="3886200"/>
            <a:ext cx="762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 spc="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238250" y="5695950"/>
            <a:ext cx="762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 spc="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238250" y="7505700"/>
            <a:ext cx="762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 spc="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381250" y="3667125"/>
            <a:ext cx="14287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700" b="1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định: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deque(maxlen=1000)</a:t>
            </a:r>
            <a:r>
              <a:rPr lang="en-US" sz="27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r>
              <a:rPr lang="en-US" sz="2700" b="1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vòng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1.024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ô.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2381250" y="5476875"/>
            <a:ext cx="14287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Đầy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7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cái cũ</a:t>
            </a:r>
            <a:r>
              <a:rPr lang="en-US" sz="27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nhất: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70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70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7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gần</a:t>
            </a:r>
            <a:r>
              <a:rPr lang="en-US" sz="27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nhất.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2381250" y="7286625"/>
            <a:ext cx="14287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 liệu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7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mất:</a:t>
            </a:r>
            <a:r>
              <a:rPr lang="en-US" sz="27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 chờ</a:t>
            </a:r>
            <a:r>
              <a:rPr lang="en-US" sz="27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7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đọc.</a:t>
            </a:r>
            <a:endParaRPr lang="en-US" sz="2700" dirty="0"/>
          </a:p>
        </p:txBody>
      </p:sp>
      <p:sp>
        <p:nvSpPr>
          <p:cNvPr id="17" name="Shape 1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BF9F4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BF9F4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BF9F4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BF9F4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BF9F4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BF9F4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BF9F4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BF9F4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BF9F4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7ee0e18b-24ff-4ec5-ae0b-c14f516f85f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047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5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ĐÀO</a:t>
            </a:r>
            <a:r>
              <a:rPr lang="en-US" sz="2100" b="1" dirty="0" spc="-1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14400" y="1143000"/>
            <a:ext cx="16459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 spc="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3900" b="1" dirty="0" spc="-2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3900" b="1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 bài</a:t>
            </a:r>
            <a:r>
              <a:rPr lang="en-US" sz="3900" b="1" dirty="0" spc="-9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3900" b="1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3900" b="1" dirty="0" spc="1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đâu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914400" y="2571750"/>
            <a:ext cx="3048000" cy="857250"/>
          </a:xfrm>
          <a:prstGeom prst="rect">
            <a:avLst/>
          </a:prstGeom>
          <a:solidFill>
            <a:srgbClr val="7C93FF"/>
          </a:solidFill>
          <a:ln/>
        </p:spPr>
      </p:sp>
      <p:sp>
        <p:nvSpPr>
          <p:cNvPr id="5" name="Text 3"/>
          <p:cNvSpPr/>
          <p:nvPr/>
        </p:nvSpPr>
        <p:spPr>
          <a:xfrm>
            <a:off x="3962400" y="2571750"/>
            <a:ext cx="6191250" cy="857250"/>
          </a:xfrm>
          <a:prstGeom prst="rect">
            <a:avLst/>
          </a:prstGeom>
          <a:solidFill>
            <a:srgbClr val="2A2F4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400" b="1" dirty="0" spc="-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153650" y="2571750"/>
            <a:ext cx="7219950" cy="857250"/>
          </a:xfrm>
          <a:prstGeom prst="rect">
            <a:avLst/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4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14400" y="3429000"/>
            <a:ext cx="3048000" cy="2190750"/>
          </a:xfrm>
          <a:prstGeom prst="rect">
            <a:avLst/>
          </a:prstGeom>
          <a:solidFill>
            <a:srgbClr val="1E2230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962400" y="3429000"/>
            <a:ext cx="6191250" cy="2190750"/>
          </a:xfrm>
          <a:prstGeom prst="rect">
            <a:avLst/>
          </a:prstGeom>
          <a:solidFill>
            <a:srgbClr val="1E2230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153650" y="3429000"/>
            <a:ext cx="7219950" cy="2190750"/>
          </a:xfrm>
          <a:prstGeom prst="rect">
            <a:avLst/>
          </a:prstGeom>
          <a:solidFill>
            <a:srgbClr val="1E2230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5619750"/>
            <a:ext cx="3048000" cy="2190750"/>
          </a:xfrm>
          <a:prstGeom prst="rect">
            <a:avLst/>
          </a:prstGeom>
          <a:solidFill>
            <a:srgbClr val="1E2230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62400" y="5619750"/>
            <a:ext cx="6191250" cy="2190750"/>
          </a:xfrm>
          <a:prstGeom prst="rect">
            <a:avLst/>
          </a:prstGeom>
          <a:solidFill>
            <a:srgbClr val="1E2230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153650" y="5619750"/>
            <a:ext cx="7219950" cy="2190750"/>
          </a:xfrm>
          <a:prstGeom prst="rect">
            <a:avLst/>
          </a:prstGeom>
          <a:solidFill>
            <a:srgbClr val="1E2230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04900" y="4191000"/>
            <a:ext cx="2762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8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Hàng</a:t>
            </a:r>
            <a:r>
              <a:rPr lang="en-US" sz="2400" b="1" dirty="0" spc="1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đợi</a:t>
            </a:r>
            <a:r>
              <a:rPr lang="en-US" sz="2400" b="1" dirty="0" spc="-18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vòng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104900" y="6381750"/>
            <a:ext cx="2762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8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Hàng</a:t>
            </a:r>
            <a:r>
              <a:rPr lang="en-US" sz="2400" b="1" dirty="0" spc="1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đợi</a:t>
            </a:r>
            <a:r>
              <a:rPr lang="en-US" sz="2400" b="1" dirty="0" spc="4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ưu</a:t>
            </a:r>
            <a:r>
              <a:rPr lang="en-US" sz="2400" b="1" dirty="0" spc="-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tiên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191000" y="3810000"/>
            <a:ext cx="5715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</a:t>
            </a:r>
            <a:r>
              <a:rPr lang="en-US" sz="2250" dirty="0" spc="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250" dirty="0" spc="8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đầu,</a:t>
            </a:r>
            <a:r>
              <a:rPr lang="en-US" sz="2250" dirty="0" spc="-2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xóa</a:t>
            </a:r>
            <a:r>
              <a:rPr lang="en-US" sz="2250" dirty="0" spc="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25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cuối hàng.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10382250" y="3810000"/>
            <a:ext cx="676275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25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250" dirty="0" spc="-1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250" dirty="0" spc="1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250" dirty="0" spc="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250" dirty="0" spc="3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250" dirty="0" spc="-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chiều</a:t>
            </a:r>
            <a:r>
              <a:rPr lang="en-US" sz="225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quanh</a:t>
            </a:r>
            <a:r>
              <a:rPr lang="en-US" sz="2250" dirty="0" spc="-8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vòng,</a:t>
            </a:r>
            <a:r>
              <a:rPr lang="en-US" sz="2250" dirty="0" spc="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250" dirty="0" spc="1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250" dirty="0" spc="-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 sau.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4191000" y="6000750"/>
            <a:ext cx="5715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3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Xếp</a:t>
            </a:r>
            <a:r>
              <a:rPr lang="en-US" sz="225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bệnh</a:t>
            </a:r>
            <a:r>
              <a:rPr lang="en-US" sz="225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2250" dirty="0" spc="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</a:t>
            </a:r>
            <a:r>
              <a:rPr lang="en-US" sz="2250" dirty="0" spc="17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cứu.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10382250" y="6000750"/>
            <a:ext cx="676275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 ví</a:t>
            </a:r>
            <a:r>
              <a:rPr lang="en-US" sz="2250" dirty="0" spc="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dụ,</a:t>
            </a:r>
            <a:r>
              <a:rPr lang="en-US" sz="225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250" dirty="0" spc="-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250" dirty="0" spc="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250" dirty="0" spc="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250" dirty="0" spc="1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250" dirty="0" spc="1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250" dirty="0" spc="-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250" dirty="0" spc="-1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chuyện</a:t>
            </a:r>
            <a:r>
              <a:rPr lang="en-US" sz="2250" dirty="0" spc="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250" dirty="0" spc="1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mức.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4f0f05dc-beb0-49ab-84bb-df51bf1f141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047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2100" b="1" dirty="0" spc="-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100" b="1" dirty="0" spc="-10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2100" b="1" dirty="0" spc="-5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b="1" dirty="0" spc="-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14400" y="1143000"/>
            <a:ext cx="16459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4200" b="1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4200" b="1" dirty="0" spc="-8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4200" b="1" dirty="0" spc="-1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4200" b="1" dirty="0" spc="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4200" b="1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2571750"/>
            <a:ext cx="8077200" cy="2190750"/>
          </a:xfrm>
          <a:prstGeom prst="roundRect">
            <a:avLst>
              <a:gd name="adj" fmla="val 10435"/>
            </a:avLst>
          </a:prstGeom>
          <a:solidFill>
            <a:srgbClr val="1E2230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296400" y="2571750"/>
            <a:ext cx="8077200" cy="2190750"/>
          </a:xfrm>
          <a:prstGeom prst="roundRect">
            <a:avLst>
              <a:gd name="adj" fmla="val 10435"/>
            </a:avLst>
          </a:prstGeom>
          <a:solidFill>
            <a:srgbClr val="1E2230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95400" y="2857500"/>
            <a:ext cx="7239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 spc="-29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FIFO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295400" y="3714750"/>
            <a:ext cx="7239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37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Vào</a:t>
            </a:r>
            <a:r>
              <a:rPr lang="en-US" sz="2550" dirty="0" spc="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550" dirty="0" spc="-3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550" dirty="0" spc="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9677400" y="2857500"/>
            <a:ext cx="7239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 spc="-3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LIFO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9677400" y="3714750"/>
            <a:ext cx="7239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37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Vào</a:t>
            </a:r>
            <a:r>
              <a:rPr lang="en-US" sz="2550" dirty="0" spc="-7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550" dirty="0" spc="-3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550" dirty="0" spc="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914400" y="5524500"/>
            <a:ext cx="3810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7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14400" y="6096000"/>
            <a:ext cx="16459200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5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r>
              <a:rPr lang="en-US" sz="2250" dirty="0" spc="5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—</a:t>
            </a:r>
            <a:r>
              <a:rPr lang="en-US" sz="2250" dirty="0" spc="-3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250" dirty="0" spc="1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250" dirty="0" spc="-13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250" dirty="0" spc="-1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2250" dirty="0" spc="5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250" dirty="0" spc="19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250" dirty="0"/>
          </a:p>
          <a:p>
            <a:pPr algn="l" indent="0" marL="0">
              <a:buNone/>
            </a:pPr>
            <a:r>
              <a:rPr lang="en-US" sz="2250" dirty="0" spc="7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Python</a:t>
            </a:r>
            <a:r>
              <a:rPr lang="en-US" sz="2250" dirty="0" spc="3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—</a:t>
            </a:r>
            <a:r>
              <a:rPr lang="en-US" sz="2250" dirty="0" spc="-13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250" dirty="0" spc="-2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250" dirty="0" spc="-1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collections,</a:t>
            </a:r>
            <a:r>
              <a:rPr lang="en-US" sz="2250" dirty="0" spc="2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250" dirty="0" spc="-1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deque,</a:t>
            </a:r>
            <a:r>
              <a:rPr lang="en-US" sz="2250" dirty="0" spc="-13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250" dirty="0" spc="-1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2250" dirty="0" spc="4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250" dirty="0" spc="19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250" dirty="0"/>
          </a:p>
          <a:p>
            <a:pPr algn="l" indent="0" marL="0">
              <a:buNone/>
            </a:pPr>
            <a:r>
              <a:rPr lang="en-US" sz="2250" dirty="0" spc="7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Python</a:t>
            </a:r>
            <a:r>
              <a:rPr lang="en-US" sz="2250" dirty="0" spc="3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—</a:t>
            </a:r>
            <a:r>
              <a:rPr lang="en-US" sz="2250" dirty="0" spc="-13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250" dirty="0" spc="-2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250" dirty="0" spc="-3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heapq,</a:t>
            </a:r>
            <a:r>
              <a:rPr lang="en-US" sz="2250" dirty="0" spc="3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250" dirty="0" spc="5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Priority</a:t>
            </a:r>
            <a:r>
              <a:rPr lang="en-US" sz="2250" dirty="0" spc="-1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Queue</a:t>
            </a:r>
            <a:r>
              <a:rPr lang="en-US" sz="2250" dirty="0" spc="-10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Implementation Notes</a:t>
            </a:r>
            <a:endParaRPr lang="en-US" sz="2250" dirty="0"/>
          </a:p>
          <a:p>
            <a:pPr algn="l" indent="0" marL="0">
              <a:buNone/>
            </a:pPr>
            <a:r>
              <a:rPr lang="en-US" sz="2250" dirty="0" spc="-9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Disruptor</a:t>
            </a:r>
            <a:r>
              <a:rPr lang="en-US" sz="2250" dirty="0" spc="4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—</a:t>
            </a:r>
            <a:r>
              <a:rPr lang="en-US" sz="2250" dirty="0" spc="-3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250" dirty="0" spc="-7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250" dirty="0" spc="2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kỹ</a:t>
            </a:r>
            <a:r>
              <a:rPr lang="en-US" sz="2250" dirty="0" spc="-8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thuật,</a:t>
            </a:r>
            <a:r>
              <a:rPr lang="en-US" sz="2250" dirty="0" spc="-12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250" dirty="0" spc="-1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2250" dirty="0" spc="4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250" dirty="0" spc="19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c6df0391-e578-456d-b25e-aed31a9d6b1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2026-10-19T20:56:22Z</dcterms:created>
  <dcterms:modified xsi:type="dcterms:W3CDTF">2026-10-19T20:56:22Z</dcterms:modified>
</cp:coreProperties>
</file>