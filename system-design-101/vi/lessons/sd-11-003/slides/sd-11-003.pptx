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525000" cy="5334000"/>
          </a:xfrm>
          <a:prstGeom prst="rect">
            <a:avLst/>
          </a:prstGeom>
          <a:noFill/>
          <a:ln/>
        </p:spPr>
        <p:txBody>
          <a:bodyPr wrap="square" lIns="0" tIns="59978" rIns="0" bIns="-59978" rtlCol="0" anchor="t"/>
          <a:lstStyle/>
          <a:p>
            <a:pPr algn="l" indent="0" marL="0">
              <a:lnSpc>
                <a:spcPts val="7343"/>
              </a:lnSpc>
              <a:buNone/>
            </a:pPr>
            <a:r>
              <a:rPr lang="en-US" sz="6994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6994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994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6994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6994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994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thống:</a:t>
            </a:r>
            <a:r>
              <a:rPr lang="en-US" sz="6994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 sàng</a:t>
            </a:r>
            <a:r>
              <a:rPr lang="en-US" sz="6994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cao,</a:t>
            </a:r>
            <a:r>
              <a:rPr lang="en-US" sz="6994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6994" dirty="0" spc="-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</a:t>
            </a:r>
            <a:r>
              <a:rPr lang="en-US" sz="6994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cao,</a:t>
            </a:r>
            <a:r>
              <a:rPr lang="en-US" sz="6994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994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r>
              <a:rPr lang="en-US" sz="6994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cao</a:t>
            </a:r>
            <a:endParaRPr lang="en-US" sz="6994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3000" dirty="0"/>
          </a:p>
        </p:txBody>
      </p:sp>
      <p:sp>
        <p:nvSpPr>
          <p:cNvPr id="5" name="Connector line-1792420562045-854126662"/>
          <p:cNvSpPr/>
          <p:nvPr/>
        </p:nvSpPr>
        <p:spPr>
          <a:xfrm>
            <a:off x="914400" y="809625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3629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tiêu,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563350" y="3143250"/>
            <a:ext cx="1200150" cy="1809750"/>
          </a:xfrm>
          <a:custGeom>
            <a:avLst/>
            <a:gdLst/>
            <a:ahLst/>
            <a:cxnLst/>
            <a:rect l="l" t="t" r="r" b="b"/>
            <a:pathLst>
              <a:path w="1200150" h="1809750">
                <a:moveTo>
                  <a:pt x="0" y="1809750"/>
                </a:moveTo>
                <a:cubicBezTo>
                  <a:pt x="628650" y="1809750"/>
                  <a:pt x="628650" y="0"/>
                  <a:pt x="120015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3350" y="4476750"/>
            <a:ext cx="1200150" cy="476250"/>
          </a:xfrm>
          <a:custGeom>
            <a:avLst/>
            <a:gdLst/>
            <a:ahLst/>
            <a:cxnLst/>
            <a:rect l="l" t="t" r="r" b="b"/>
            <a:pathLst>
              <a:path w="1200150" h="476250">
                <a:moveTo>
                  <a:pt x="0" y="476250"/>
                </a:moveTo>
                <a:cubicBezTo>
                  <a:pt x="628650" y="476250"/>
                  <a:pt x="628650" y="0"/>
                  <a:pt x="120015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63350" y="4953000"/>
            <a:ext cx="1200150" cy="857250"/>
          </a:xfrm>
          <a:custGeom>
            <a:avLst/>
            <a:gdLst/>
            <a:ahLst/>
            <a:cxnLst/>
            <a:rect l="l" t="t" r="r" b="b"/>
            <a:pathLst>
              <a:path w="1200150" h="857250">
                <a:moveTo>
                  <a:pt x="0" y="0"/>
                </a:moveTo>
                <a:cubicBezTo>
                  <a:pt x="628650" y="0"/>
                  <a:pt x="628650" y="857250"/>
                  <a:pt x="1200150" y="85725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63350" y="4953000"/>
            <a:ext cx="1200150" cy="2190750"/>
          </a:xfrm>
          <a:custGeom>
            <a:avLst/>
            <a:gdLst/>
            <a:ahLst/>
            <a:cxnLst/>
            <a:rect l="l" t="t" r="r" b="b"/>
            <a:pathLst>
              <a:path w="1200150" h="2190750">
                <a:moveTo>
                  <a:pt x="0" y="0"/>
                </a:moveTo>
                <a:cubicBezTo>
                  <a:pt x="628650" y="0"/>
                  <a:pt x="628650" y="2190750"/>
                  <a:pt x="1200150" y="219075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72650" y="4057650"/>
            <a:ext cx="1790700" cy="17907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9867900" y="4476750"/>
            <a:ext cx="1600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Sẵn</a:t>
            </a:r>
            <a:r>
              <a:rPr lang="en-US" sz="22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sàng</a:t>
            </a:r>
            <a:r>
              <a:rPr lang="en-US" sz="22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cao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763500" y="27813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Hot-hot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763500" y="41148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Hot-warm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63500" y="54483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r>
              <a:rPr lang="en-US" sz="2100" b="1" dirty="0" spc="-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leader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763500" y="67818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r>
              <a:rPr lang="en-US" sz="21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leader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c56c32ee-736a-4c0e-bee6-e6e0bc9387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4953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4500" dirty="0"/>
          </a:p>
        </p:txBody>
      </p:sp>
      <p:sp>
        <p:nvSpPr>
          <p:cNvPr id="4" name="Text 2"/>
          <p:cNvSpPr/>
          <p:nvPr/>
        </p:nvSpPr>
        <p:spPr>
          <a:xfrm>
            <a:off x="6667500" y="1809750"/>
            <a:ext cx="10706100" cy="9525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mục</a:t>
            </a:r>
            <a:r>
              <a:rPr lang="en-US" sz="4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tiêu,</a:t>
            </a:r>
            <a:r>
              <a:rPr lang="en-US" sz="4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 hỏi khác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667500" y="3238500"/>
            <a:ext cx="107061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7048500" y="3238500"/>
            <a:ext cx="9944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Sẵn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cao: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667500" y="4572000"/>
            <a:ext cx="107061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7048500" y="4572000"/>
            <a:ext cx="9944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cao: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giây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667500" y="5905500"/>
            <a:ext cx="107061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7048500" y="5905500"/>
            <a:ext cx="9944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cao: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nguyên,</a:t>
            </a:r>
            <a:r>
              <a:rPr lang="en-US" sz="27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8f1bbaac-dd3b-4b35-aae0-d557aea33e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180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CAO: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HOT-HOT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 nhận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000500" y="2762250"/>
            <a:ext cx="628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950" b="1" spc="17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858500" y="2762250"/>
            <a:ext cx="6515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1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3333750"/>
            <a:ext cx="2857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Bình</a:t>
            </a:r>
            <a:r>
              <a:rPr lang="en-US" sz="270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thường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000500" y="3333750"/>
            <a:ext cx="65151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86250" y="333375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0744200" y="3333750"/>
            <a:ext cx="66294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029950" y="3333750"/>
            <a:ext cx="6057900" cy="2286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8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Tốn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14400" y="6000750"/>
            <a:ext cx="2857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Một</a:t>
            </a:r>
            <a:r>
              <a:rPr lang="en-US" sz="27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r>
              <a:rPr lang="en-US" sz="2700" dirty="0" spc="-1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hỏng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4000500" y="6000750"/>
            <a:ext cx="65151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86250" y="6000750"/>
            <a:ext cx="5943600" cy="2476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gánh tiếp,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 như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gián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10744200" y="6000750"/>
            <a:ext cx="66294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9950" y="6000750"/>
            <a:ext cx="6057900" cy="2476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luôn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ea919eb2-786e-4d64-a784-3ab9c3fc53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HOT-WARM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429500" y="304800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944600" y="304800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550" dirty="0"/>
          </a:p>
        </p:txBody>
      </p:sp>
      <p:sp>
        <p:nvSpPr>
          <p:cNvPr id="7" name="Connector line-1792420567262-482543141"/>
          <p:cNvSpPr/>
          <p:nvPr/>
        </p:nvSpPr>
        <p:spPr>
          <a:xfrm>
            <a:off x="2628900" y="3905250"/>
            <a:ext cx="0" cy="466725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8" name="Connector line-1792420567263-603854631"/>
          <p:cNvSpPr/>
          <p:nvPr/>
        </p:nvSpPr>
        <p:spPr>
          <a:xfrm>
            <a:off x="9144000" y="3905250"/>
            <a:ext cx="0" cy="466725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9" name="Connector line-1792420567263-499888017"/>
          <p:cNvSpPr/>
          <p:nvPr/>
        </p:nvSpPr>
        <p:spPr>
          <a:xfrm>
            <a:off x="15659100" y="3905250"/>
            <a:ext cx="0" cy="466725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0" name="Connector line-1792420567263-945088157"/>
          <p:cNvSpPr/>
          <p:nvPr/>
        </p:nvSpPr>
        <p:spPr>
          <a:xfrm>
            <a:off x="2667000" y="4667250"/>
            <a:ext cx="6381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143250" y="4191000"/>
            <a:ext cx="552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2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250" dirty="0"/>
          </a:p>
        </p:txBody>
      </p:sp>
      <p:sp>
        <p:nvSpPr>
          <p:cNvPr id="12" name="Connector line-1792420567266-888922999"/>
          <p:cNvSpPr/>
          <p:nvPr/>
        </p:nvSpPr>
        <p:spPr>
          <a:xfrm>
            <a:off x="9239250" y="5619750"/>
            <a:ext cx="63246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429750" y="51435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2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225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7429500" y="6286500"/>
            <a:ext cx="342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✕ bản chính hỏng</a:t>
            </a:r>
            <a:endParaRPr lang="en-US" sz="2400" dirty="0"/>
          </a:p>
        </p:txBody>
      </p:sp>
      <p:sp>
        <p:nvSpPr>
          <p:cNvPr id="15" name="Connector line-1792420567274-790527658"/>
          <p:cNvSpPr/>
          <p:nvPr/>
        </p:nvSpPr>
        <p:spPr>
          <a:xfrm>
            <a:off x="2667000" y="7620000"/>
            <a:ext cx="128968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810000" y="7143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2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thay,</a:t>
            </a:r>
            <a:r>
              <a:rPr lang="en-US" sz="22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25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fedcaa1a-6afe-468a-9d5b-db2b77f0c1b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1800" b="1" spc="28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LEADER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 nhận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 ghi</a:t>
            </a:r>
            <a:endParaRPr lang="en-US" sz="6900" dirty="0"/>
          </a:p>
        </p:txBody>
      </p:sp>
      <p:sp>
        <p:nvSpPr>
          <p:cNvPr id="4" name="Connector line-1792420568598-23024635"/>
          <p:cNvSpPr/>
          <p:nvPr/>
        </p:nvSpPr>
        <p:spPr>
          <a:xfrm>
            <a:off x="4476750" y="4286250"/>
            <a:ext cx="142875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5" name="Connector line-1792420568599-627231912"/>
          <p:cNvSpPr/>
          <p:nvPr/>
        </p:nvSpPr>
        <p:spPr>
          <a:xfrm>
            <a:off x="10477500" y="4286250"/>
            <a:ext cx="142875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914400" y="3143250"/>
            <a:ext cx="352425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62650" y="3143250"/>
            <a:ext cx="447675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Leader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1963400" y="3143250"/>
            <a:ext cx="54102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62865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10" name="Text richtext-1792420568605-501036584"/>
          <p:cNvSpPr/>
          <p:nvPr/>
        </p:nvSpPr>
        <p:spPr>
          <a:xfrm>
            <a:off x="1295400" y="6286500"/>
            <a:ext cx="156972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Leader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hỏng: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bầu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leader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b="1" dirty="0" spc="-4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bầu,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cb392799-f473-438a-ae7c-5e46811473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LEADER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Nút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 nhận ghi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6154"/>
            </a:avLst>
          </a:prstGeom>
          <a:solidFill>
            <a:srgbClr val="CFE8E2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3429000"/>
            <a:ext cx="800100" cy="8001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429000"/>
            <a:ext cx="8001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6154"/>
            </a:avLst>
          </a:prstGeom>
          <a:solidFill>
            <a:srgbClr val="CFE8E2"/>
          </a:solidFill>
          <a:ln/>
        </p:spPr>
      </p:sp>
      <p:sp>
        <p:nvSpPr>
          <p:cNvPr id="8" name="Shape 6"/>
          <p:cNvSpPr/>
          <p:nvPr/>
        </p:nvSpPr>
        <p:spPr>
          <a:xfrm>
            <a:off x="6896100" y="3429000"/>
            <a:ext cx="800100" cy="8001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896100" y="3429000"/>
            <a:ext cx="8001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6154"/>
            </a:avLst>
          </a:prstGeom>
          <a:solidFill>
            <a:srgbClr val="CFE8E2"/>
          </a:solidFill>
          <a:ln/>
        </p:spPr>
      </p:sp>
      <p:sp>
        <p:nvSpPr>
          <p:cNvPr id="11" name="Shape 9"/>
          <p:cNvSpPr/>
          <p:nvPr/>
        </p:nvSpPr>
        <p:spPr>
          <a:xfrm>
            <a:off x="12496800" y="3429000"/>
            <a:ext cx="800100" cy="8001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2496800" y="3429000"/>
            <a:ext cx="8001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295400" y="4572000"/>
            <a:ext cx="4495800" cy="3143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nút</a:t>
            </a:r>
            <a:r>
              <a:rPr lang="en-US" sz="30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96100" y="4572000"/>
            <a:ext cx="4495800" cy="3143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bầu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leader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496800" y="4572000"/>
            <a:ext cx="4495800" cy="3143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nhau;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6baeba8-ee34-4929-9d77-dd58a191c0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 LƯỢNG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b="1" spc="2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0480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3333750"/>
            <a:ext cx="704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Thông</a:t>
            </a:r>
            <a:r>
              <a:rPr lang="en-US" sz="3300" dirty="0" spc="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lượng</a:t>
            </a:r>
            <a:r>
              <a:rPr lang="en-US" sz="33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cao</a:t>
            </a:r>
            <a:endParaRPr lang="en-US" sz="3300" dirty="0"/>
          </a:p>
        </p:txBody>
      </p:sp>
      <p:sp>
        <p:nvSpPr>
          <p:cNvPr id="7" name="Text richtext-1792420604732-561349423"/>
          <p:cNvSpPr/>
          <p:nvPr/>
        </p:nvSpPr>
        <p:spPr>
          <a:xfrm>
            <a:off x="1428750" y="4286250"/>
            <a:ext cx="7048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700" dirty="0"/>
          </a:p>
          <a:p>
            <a:pPr algn="l" marL="342900" indent="-244981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lô,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72600" y="3048000"/>
            <a:ext cx="8001000" cy="5334000"/>
          </a:xfrm>
          <a:prstGeom prst="roundRect">
            <a:avLst>
              <a:gd name="adj" fmla="val 571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304800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10" name="Text 8"/>
          <p:cNvSpPr/>
          <p:nvPr/>
        </p:nvSpPr>
        <p:spPr>
          <a:xfrm>
            <a:off x="9886950" y="3333750"/>
            <a:ext cx="704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Mở</a:t>
            </a:r>
            <a:r>
              <a:rPr lang="en-US" sz="3300" dirty="0" spc="-2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rộng</a:t>
            </a:r>
            <a:r>
              <a:rPr lang="en-US" sz="33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cao</a:t>
            </a:r>
            <a:endParaRPr lang="en-US" sz="3300" dirty="0"/>
          </a:p>
        </p:txBody>
      </p:sp>
      <p:sp>
        <p:nvSpPr>
          <p:cNvPr id="11" name="Text richtext-1792420604754-300242799"/>
          <p:cNvSpPr/>
          <p:nvPr/>
        </p:nvSpPr>
        <p:spPr>
          <a:xfrm>
            <a:off x="9886950" y="4286250"/>
            <a:ext cx="7048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244981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nguyên,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endParaRPr lang="en-US" sz="2700" dirty="0"/>
          </a:p>
          <a:p>
            <a:pPr algn="l" marL="342900" indent="-244981"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không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700" dirty="0"/>
          </a:p>
          <a:p>
            <a:pPr algn="l" marL="342900" indent="-244981"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thành nhiều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a6aeee7-6c66-41bb-993f-4fdad34380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nào;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30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33350" cy="4572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2762250"/>
            <a:ext cx="15716250" cy="4572000"/>
          </a:xfrm>
          <a:prstGeom prst="rect">
            <a:avLst/>
          </a:prstGeom>
          <a:noFill/>
          <a:ln/>
        </p:spPr>
        <p:txBody>
          <a:bodyPr wrap="square" lIns="0" tIns="36576" rIns="0" bIns="-36576" rtlCol="0" anchor="t"/>
          <a:lstStyle/>
          <a:p>
            <a:pPr algn="l" indent="0" marL="0">
              <a:lnSpc>
                <a:spcPts val="8064"/>
              </a:lnSpc>
              <a:buNone/>
            </a:pPr>
            <a:r>
              <a:rPr lang="en-US" sz="7200" dirty="0" spc="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Cụm</a:t>
            </a:r>
            <a:r>
              <a:rPr lang="en-US" sz="7200" dirty="0" spc="-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leader:</a:t>
            </a:r>
            <a:endParaRPr lang="en-US" sz="7200" dirty="0"/>
          </a:p>
          <a:p>
            <a:pPr algn="l" indent="0" marL="0">
              <a:lnSpc>
                <a:spcPts val="8064"/>
              </a:lnSpc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72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tự,</a:t>
            </a:r>
            <a:endParaRPr lang="en-US" sz="7200" dirty="0"/>
          </a:p>
          <a:p>
            <a:pPr algn="l" indent="0" marL="0">
              <a:lnSpc>
                <a:spcPts val="8064"/>
              </a:lnSpc>
              <a:buNone/>
            </a:pPr>
            <a:r>
              <a:rPr lang="en-US" sz="72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ngừng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r>
              <a:rPr lang="en-US" sz="72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bầu.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79057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ghi: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leader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hot-hot: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khó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fedab187-39b9-4289-ae64-861a09b141e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9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34480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4480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1295400" y="525780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2578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1295400" y="7067550"/>
            <a:ext cx="723900" cy="7239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0675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381250" y="30480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tiêu</a:t>
            </a:r>
            <a:r>
              <a:rPr lang="en-US" sz="300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nhau: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 bộ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381250" y="485775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Bầu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leader,</a:t>
            </a:r>
            <a:r>
              <a:rPr lang="en-US" sz="30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nút: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381250" y="66675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Hot</a:t>
            </a:r>
            <a:r>
              <a:rPr lang="en-US" sz="30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warm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1d32b02-1e9f-4d35-9be7-9464500517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81153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258300" y="2667000"/>
            <a:ext cx="81153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886200"/>
            <a:ext cx="81153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258300" y="3886200"/>
            <a:ext cx="81153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5105400"/>
            <a:ext cx="81153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258300" y="5105400"/>
            <a:ext cx="81153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324600"/>
            <a:ext cx="81153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26670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High</a:t>
            </a:r>
            <a:r>
              <a:rPr lang="en-US" sz="22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Availability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 sàng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25000" y="26670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High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Throughput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81100" y="38862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High Scalability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525000" y="38862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Hot-hot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81100" y="51054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Hot-warm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525000" y="51054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Single-leader</a:t>
            </a:r>
            <a:r>
              <a:rPr lang="en-US" sz="22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cluster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leader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181100" y="63246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Leaderless</a:t>
            </a:r>
            <a:r>
              <a:rPr lang="en-US" sz="22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cluster</a:t>
            </a:r>
            <a:pPr algn="l" indent="0" marL="0"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leader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14400" y="79057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14400" y="83629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9b711439-c36c-4f1c-8a67-916312335f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2026-10-19T14:54:41Z</dcterms:created>
  <dcterms:modified xsi:type="dcterms:W3CDTF">2026-10-19T14:54:41Z</dcterms:modified>
</cp:coreProperties>
</file>