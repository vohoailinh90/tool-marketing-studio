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334500" cy="2505075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lớp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UML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Hộp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ngăn,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dấu,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3000" dirty="0"/>
          </a:p>
        </p:txBody>
      </p:sp>
      <p:sp>
        <p:nvSpPr>
          <p:cNvPr id="5" name="Connector line-1792383456001-718093475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3341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1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144250" y="2571750"/>
            <a:ext cx="5905500" cy="1143000"/>
          </a:xfrm>
          <a:prstGeom prst="roundRect">
            <a:avLst>
              <a:gd name="adj" fmla="val 23333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Tên</a:t>
            </a:r>
            <a:r>
              <a:rPr lang="en-US" sz="300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144250" y="3810000"/>
            <a:ext cx="5905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87150" y="3981450"/>
            <a:ext cx="523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 tính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487150" y="4457700"/>
            <a:ext cx="523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144250" y="5238750"/>
            <a:ext cx="59055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87150" y="5410200"/>
            <a:ext cx="5238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550" b="1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1487150" y="5886450"/>
            <a:ext cx="523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 lớp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17ec637b-8f6d-4697-8aa4-0a049c4459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66294" rIns="0" bIns="-66294" rtlCol="0" anchor="t"/>
          <a:lstStyle/>
          <a:p>
            <a:pPr algn="l" indent="0" marL="0">
              <a:lnSpc>
                <a:spcPts val="9396"/>
              </a:lnSpc>
              <a:buNone/>
            </a:pPr>
            <a:r>
              <a:rPr lang="en-US" sz="8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Biết</a:t>
            </a:r>
            <a:r>
              <a:rPr lang="en-US" sz="8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8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8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87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87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được:</a:t>
            </a:r>
            <a:r>
              <a:rPr lang="en-US" sz="8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hộp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 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dấu</a:t>
            </a:r>
            <a:pPr algn="l" indent="0" marL="0">
              <a:lnSpc>
                <a:spcPts val="9396"/>
              </a:lnSpc>
              <a:buNone/>
            </a:pPr>
            <a:r>
              <a:rPr lang="en-US" sz="87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7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8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nối.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Rồi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thử: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 có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vẽ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2550" dirty="0"/>
          </a:p>
        </p:txBody>
      </p:sp>
      <p:sp>
        <p:nvSpPr>
          <p:cNvPr id="6" name="Connector line-1792383468000-518721537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11a64038-9fad-47f8-8840-59296ba223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HỘP</a:t>
            </a:r>
            <a:r>
              <a:rPr lang="en-US" sz="1800" b="1" spc="29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Hộp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ngăn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 dấu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5334000" cy="1047750"/>
          </a:xfrm>
          <a:prstGeom prst="roundRect">
            <a:avLst>
              <a:gd name="adj" fmla="val 23636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0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Tên</a:t>
            </a:r>
            <a:r>
              <a:rPr lang="en-US" sz="285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lớp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3905250"/>
            <a:ext cx="5334000" cy="1809750"/>
          </a:xfrm>
          <a:prstGeom prst="roundRect">
            <a:avLst>
              <a:gd name="adj" fmla="val 1368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4152900"/>
            <a:ext cx="476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Thuộc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19200" y="4648200"/>
            <a:ext cx="4762500" cy="762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810250"/>
            <a:ext cx="5334000" cy="1809750"/>
          </a:xfrm>
          <a:prstGeom prst="roundRect">
            <a:avLst>
              <a:gd name="adj" fmla="val 13684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9200" y="6057900"/>
            <a:ext cx="476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27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19200" y="6553200"/>
            <a:ext cx="4762500" cy="762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7239000" y="2762250"/>
            <a:ext cx="4857750" cy="2286000"/>
          </a:xfrm>
          <a:prstGeom prst="roundRect">
            <a:avLst>
              <a:gd name="adj" fmla="val 11667"/>
            </a:avLst>
          </a:prstGeom>
          <a:solidFill>
            <a:srgbClr val="F8D9D0"/>
          </a:solidFill>
          <a:ln/>
        </p:spPr>
      </p:sp>
      <p:sp>
        <p:nvSpPr>
          <p:cNvPr id="12" name="Text 10"/>
          <p:cNvSpPr/>
          <p:nvPr/>
        </p:nvSpPr>
        <p:spPr>
          <a:xfrm>
            <a:off x="7581900" y="291465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</a:t>
            </a:r>
            <a:endParaRPr lang="en-US" sz="8117" dirty="0"/>
          </a:p>
        </p:txBody>
      </p:sp>
      <p:sp>
        <p:nvSpPr>
          <p:cNvPr id="13" name="Text 11"/>
          <p:cNvSpPr/>
          <p:nvPr/>
        </p:nvSpPr>
        <p:spPr>
          <a:xfrm>
            <a:off x="7581900" y="419100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2515850" y="2762250"/>
            <a:ext cx="4857750" cy="2286000"/>
          </a:xfrm>
          <a:prstGeom prst="roundRect">
            <a:avLst>
              <a:gd name="adj" fmla="val 11667"/>
            </a:avLst>
          </a:prstGeom>
          <a:solidFill>
            <a:srgbClr val="F8D9D0"/>
          </a:solidFill>
          <a:ln/>
        </p:spPr>
      </p:sp>
      <p:sp>
        <p:nvSpPr>
          <p:cNvPr id="15" name="Text 13"/>
          <p:cNvSpPr/>
          <p:nvPr/>
        </p:nvSpPr>
        <p:spPr>
          <a:xfrm>
            <a:off x="12858750" y="291465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-</a:t>
            </a:r>
            <a:endParaRPr lang="en-US" sz="8117" dirty="0"/>
          </a:p>
        </p:txBody>
      </p:sp>
      <p:sp>
        <p:nvSpPr>
          <p:cNvPr id="16" name="Text 14"/>
          <p:cNvSpPr/>
          <p:nvPr/>
        </p:nvSpPr>
        <p:spPr>
          <a:xfrm>
            <a:off x="12858750" y="419100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Riêng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7239000" y="5334000"/>
            <a:ext cx="4857750" cy="2286000"/>
          </a:xfrm>
          <a:prstGeom prst="roundRect">
            <a:avLst>
              <a:gd name="adj" fmla="val 11667"/>
            </a:avLst>
          </a:prstGeom>
          <a:solidFill>
            <a:srgbClr val="F8D9D0"/>
          </a:solidFill>
          <a:ln/>
        </p:spPr>
      </p:sp>
      <p:sp>
        <p:nvSpPr>
          <p:cNvPr id="18" name="Text 16"/>
          <p:cNvSpPr/>
          <p:nvPr/>
        </p:nvSpPr>
        <p:spPr>
          <a:xfrm>
            <a:off x="7581900" y="54864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#</a:t>
            </a:r>
            <a:endParaRPr lang="en-US" sz="8117" dirty="0"/>
          </a:p>
        </p:txBody>
      </p:sp>
      <p:sp>
        <p:nvSpPr>
          <p:cNvPr id="19" name="Text 17"/>
          <p:cNvSpPr/>
          <p:nvPr/>
        </p:nvSpPr>
        <p:spPr>
          <a:xfrm>
            <a:off x="7581900" y="666750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7581900" y="71056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2515850" y="5334000"/>
            <a:ext cx="4857750" cy="2286000"/>
          </a:xfrm>
          <a:prstGeom prst="roundRect">
            <a:avLst>
              <a:gd name="adj" fmla="val 11667"/>
            </a:avLst>
          </a:prstGeom>
          <a:solidFill>
            <a:srgbClr val="F8D9D0"/>
          </a:solidFill>
          <a:ln/>
        </p:spPr>
      </p:sp>
      <p:sp>
        <p:nvSpPr>
          <p:cNvPr id="22" name="Text 20"/>
          <p:cNvSpPr/>
          <p:nvPr/>
        </p:nvSpPr>
        <p:spPr>
          <a:xfrm>
            <a:off x="12858750" y="54864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17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</a:t>
            </a:r>
            <a:endParaRPr lang="en-US" sz="8117" dirty="0"/>
          </a:p>
        </p:txBody>
      </p:sp>
      <p:sp>
        <p:nvSpPr>
          <p:cNvPr id="23" name="Text 21"/>
          <p:cNvSpPr/>
          <p:nvPr/>
        </p:nvSpPr>
        <p:spPr>
          <a:xfrm>
            <a:off x="12858750" y="666750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14400" y="800100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DDE3FA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8001000"/>
            <a:ext cx="15697200" cy="952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dấu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&lt;&lt;interface&gt;&gt;,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liệt</a:t>
            </a:r>
            <a:r>
              <a:rPr lang="en-US" sz="240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&lt;&lt;enumeration&gt;&gt;.</a:t>
            </a:r>
            <a:endParaRPr lang="en-US" sz="2400" dirty="0"/>
          </a:p>
        </p:txBody>
      </p:sp>
      <p:sp>
        <p:nvSpPr>
          <p:cNvPr id="26" name="Connector line-1792383487721-848776339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789a04eb-d63a-4ba0-8e2d-0108346793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 NỐI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ai,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 là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6700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7406640"/>
                <a:gridCol w="4114800"/>
              </a:tblGrid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Đường</a:t>
                      </a:r>
                      <a:r>
                        <a:rPr lang="en-US" sz="22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nối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9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25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9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Mermaid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7C93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4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Kết</a:t>
                      </a: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25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biết</a:t>
                      </a:r>
                      <a:r>
                        <a:rPr lang="en-US" sz="2250" dirty="0" spc="-1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 B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lâu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dài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250" b="1" dirty="0" spc="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--&gt;</a:t>
                      </a:r>
                      <a:r>
                        <a:rPr lang="en-US" sz="2250" b="1" dirty="0" spc="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Tập</a:t>
                      </a:r>
                      <a:r>
                        <a:rPr lang="en-US" sz="2250" b="1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B,</a:t>
                      </a:r>
                      <a:r>
                        <a:rPr lang="en-US" sz="225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r>
                        <a:rPr lang="en-US" sz="2250" dirty="0" spc="-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sống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r>
                        <a:rPr lang="en-US" sz="2250" dirty="0" spc="1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250" b="1" dirty="0" spc="4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o--</a:t>
                      </a:r>
                      <a:r>
                        <a:rPr lang="en-US" sz="2250" b="1" dirty="0" spc="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Hợp</a:t>
                      </a:r>
                      <a:r>
                        <a:rPr lang="en-US" sz="22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B,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</a:t>
                      </a: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mất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thì</a:t>
                      </a:r>
                      <a:r>
                        <a:rPr lang="en-US" sz="2250" dirty="0" spc="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mất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250" b="1" dirty="0" spc="4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*--</a:t>
                      </a:r>
                      <a:r>
                        <a:rPr lang="en-US" sz="2250" b="1" dirty="0" spc="0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4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Kế</a:t>
                      </a:r>
                      <a:r>
                        <a:rPr lang="en-US" sz="2250" b="1" dirty="0" spc="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thừa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</a:t>
                      </a: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25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loại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của</a:t>
                      </a:r>
                      <a:r>
                        <a:rPr lang="en-US" sz="2250" dirty="0" spc="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</a:t>
                      </a:r>
                      <a:r>
                        <a:rPr lang="en-US" sz="2250" b="1" dirty="0" spc="3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&lt;|--</a:t>
                      </a:r>
                      <a:r>
                        <a:rPr lang="en-US" sz="2250" b="1" dirty="0" spc="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62B3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Hiện</a:t>
                      </a:r>
                      <a:r>
                        <a:rPr lang="en-US" sz="2250" b="1" dirty="0" spc="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thực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6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250" dirty="0" spc="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thực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hiện</a:t>
                      </a: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giao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diện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5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</a:t>
                      </a:r>
                      <a:r>
                        <a:rPr lang="en-US" sz="2250" b="1" dirty="0" spc="-11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..|&gt;</a:t>
                      </a:r>
                      <a:r>
                        <a:rPr lang="en-US" sz="2250" b="1" dirty="0" spc="0" kern="0">
                          <a:solidFill>
                            <a:srgbClr val="7C93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81050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262B38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781050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4"/>
          <p:cNvSpPr/>
          <p:nvPr/>
        </p:nvSpPr>
        <p:spPr>
          <a:xfrm>
            <a:off x="1333500" y="7810500"/>
            <a:ext cx="15659100" cy="952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7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Tập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sống.</a:t>
            </a:r>
            <a:endParaRPr lang="en-US" sz="2400" dirty="0"/>
          </a:p>
        </p:txBody>
      </p:sp>
      <p:sp>
        <p:nvSpPr>
          <p:cNvPr id="8" name="Connector line-1792383506722-147707814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3a5be15-a5d3-44f8-be93-bf35d68fe6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3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Quét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288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Python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</a:t>
            </a:r>
            <a:endParaRPr lang="en-US" sz="30000" dirty="0"/>
          </a:p>
        </p:txBody>
      </p:sp>
      <p:sp>
        <p:nvSpPr>
          <p:cNvPr id="5" name="Text 3"/>
          <p:cNvSpPr/>
          <p:nvPr/>
        </p:nvSpPr>
        <p:spPr>
          <a:xfrm>
            <a:off x="8572500" y="3048000"/>
            <a:ext cx="8801100" cy="1619250"/>
          </a:xfrm>
          <a:prstGeom prst="rect">
            <a:avLst/>
          </a:prstGeom>
          <a:noFill/>
          <a:ln/>
        </p:spPr>
        <p:txBody>
          <a:bodyPr wrap="square" lIns="0" tIns="21735" rIns="0" bIns="-21735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chỗ</a:t>
            </a: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9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9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9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9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39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572500" y="4953000"/>
            <a:ext cx="8801100" cy="1333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5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asyncio,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unittest;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214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3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7334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334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mất.</a:t>
            </a:r>
            <a:endParaRPr lang="en-US" sz="2550" dirty="0"/>
          </a:p>
        </p:txBody>
      </p:sp>
      <p:sp>
        <p:nvSpPr>
          <p:cNvPr id="9" name="Connector line-1792383524660-56072891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4f8b6a02-ecf2-4225-8d7e-6dd3b408c6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Vẽ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 nào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156972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Đơn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hàng,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dòng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khách,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toán: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900" y="43815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95500" y="42862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*--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thành, dòng hàng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3911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900" y="54864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95500" y="53911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--&gt; nhiều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hàng: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4960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4900" y="65913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95500" y="64960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..|&gt;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76009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4900" y="769620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95500" y="7600950"/>
            <a:ext cx="14859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18" name="Connector line-1792383543119-725600842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7fa0840-25b3-4d84-a9bb-bbd7ccf45c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sắp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850" dirty="0"/>
          </a:p>
        </p:txBody>
      </p:sp>
      <p:sp>
        <p:nvSpPr>
          <p:cNvPr id="7" name="Text richtext-1792383560808-887322217"/>
          <p:cNvSpPr/>
          <p:nvPr/>
        </p:nvSpPr>
        <p:spPr>
          <a:xfrm>
            <a:off x="123825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Lớp,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tính,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diện,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hệ.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85800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b="1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endParaRPr lang="en-US" sz="2850" dirty="0"/>
          </a:p>
        </p:txBody>
      </p:sp>
      <p:sp>
        <p:nvSpPr>
          <p:cNvPr id="11" name="Text richtext-1792383560830-67073409"/>
          <p:cNvSpPr/>
          <p:nvPr/>
        </p:nvSpPr>
        <p:spPr>
          <a:xfrm>
            <a:off x="685800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bội số.</a:t>
            </a:r>
            <a:endParaRPr lang="en-US" sz="2250" dirty="0"/>
          </a:p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6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sống.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2857500"/>
            <a:ext cx="52197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77750" y="3181350"/>
            <a:ext cx="142875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77750" y="3905250"/>
            <a:ext cx="4572000" cy="10477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850" dirty="0"/>
          </a:p>
        </p:txBody>
      </p:sp>
      <p:sp>
        <p:nvSpPr>
          <p:cNvPr id="15" name="Text richtext-1792383560839-778145856"/>
          <p:cNvSpPr/>
          <p:nvPr/>
        </p:nvSpPr>
        <p:spPr>
          <a:xfrm>
            <a:off x="12477750" y="5143500"/>
            <a:ext cx="4572000" cy="200025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marL="285750" indent="-204151">
              <a:lnSpc>
                <a:spcPts val="2813"/>
              </a:lnSpc>
              <a:buSzPct val="100000"/>
              <a:buFont typeface="Arial"/>
              <a:buChar char="•"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250" dirty="0"/>
          </a:p>
        </p:txBody>
      </p:sp>
      <p:sp>
        <p:nvSpPr>
          <p:cNvPr id="16" name="Connector line-1792383560844-703862355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9e359c7-ac16-48be-8e9a-d59680f3cd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28384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UML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476750" y="2705100"/>
            <a:ext cx="1257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Unified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Modeling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476750" y="3009900"/>
            <a:ext cx="1257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mô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37338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39052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76750" y="37338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14400" y="48006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" y="49720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liệt</a:t>
            </a:r>
            <a:r>
              <a:rPr lang="en-US" sz="21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76750" y="48006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400" y="5867400"/>
            <a:ext cx="16459200" cy="914400"/>
          </a:xfrm>
          <a:prstGeom prst="roundRect">
            <a:avLst>
              <a:gd name="adj" fmla="val 22917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104900" y="603885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Bội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476750" y="5867400"/>
            <a:ext cx="1257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bên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7429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78295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Mermaid: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cú pháp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·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 chuẩn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1950" dirty="0"/>
          </a:p>
        </p:txBody>
      </p:sp>
      <p:sp>
        <p:nvSpPr>
          <p:cNvPr id="19" name="Connector line-1792383577575-65727918"/>
          <p:cNvSpPr/>
          <p:nvPr/>
        </p:nvSpPr>
        <p:spPr>
          <a:xfrm>
            <a:off x="990600" y="9486900"/>
            <a:ext cx="226695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c01fe98-d14f-4cbf-b4f7-a05cb85b10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2026-10-19T04:19:54Z</dcterms:created>
  <dcterms:modified xsi:type="dcterms:W3CDTF">2026-10-19T04:19:54Z</dcterms:modified>
</cp:coreProperties>
</file>