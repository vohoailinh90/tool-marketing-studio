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096500" cy="447675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 cụ</a:t>
            </a:r>
            <a:r>
              <a:rPr lang="en-US" sz="63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kiếm</a:t>
            </a:r>
            <a:r>
              <a:rPr lang="en-US" sz="63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63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 nào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6572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</a:t>
            </a:r>
            <a:r>
              <a:rPr lang="en-US" sz="27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thập,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 chỉ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mục,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 vụ</a:t>
            </a:r>
            <a:r>
              <a:rPr lang="en-US" sz="2700" dirty="0" spc="-3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700" dirty="0"/>
          </a:p>
        </p:txBody>
      </p:sp>
      <p:sp>
        <p:nvSpPr>
          <p:cNvPr id="5" name="Connector line-1792425884350-195929517"/>
          <p:cNvSpPr/>
          <p:nvPr/>
        </p:nvSpPr>
        <p:spPr>
          <a:xfrm>
            <a:off x="914400" y="762000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057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20.000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525000" y="4476750"/>
            <a:ext cx="2857500" cy="2857500"/>
          </a:xfrm>
          <a:prstGeom prst="ellipse">
            <a:avLst/>
          </a:prstGeom>
          <a:noFill/>
          <a:ln w="28575">
            <a:solidFill>
              <a:srgbClr val="3DD6A0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53625" y="4905375"/>
            <a:ext cx="2000250" cy="2000250"/>
          </a:xfrm>
          <a:prstGeom prst="ellipse">
            <a:avLst/>
          </a:prstGeom>
          <a:noFill/>
          <a:ln w="28575">
            <a:solidFill>
              <a:srgbClr val="3DD6A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63200" y="5314950"/>
            <a:ext cx="1181100" cy="11811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63200" y="5695950"/>
            <a:ext cx="1181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544300" y="419100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1619250"/>
                </a:moveTo>
                <a:cubicBezTo>
                  <a:pt x="838200" y="1619250"/>
                  <a:pt x="838200" y="0"/>
                  <a:pt x="160020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44300" y="600075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0"/>
                </a:moveTo>
                <a:cubicBezTo>
                  <a:pt x="838200" y="0"/>
                  <a:pt x="838200" y="1619250"/>
                  <a:pt x="1600200" y="161925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44500" y="3829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9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144500" y="7258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9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950" b="1" dirty="0" spc="-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9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77bd8754-d258-433e-9d8e-f4526334f0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133350" cy="4000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66700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</a:t>
            </a:r>
            <a:r>
              <a:rPr lang="en-US" sz="78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thập,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lập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mục,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phục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78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7239000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300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300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300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000" b="1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công</a:t>
            </a:r>
            <a:r>
              <a:rPr lang="en-US" sz="300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300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300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f3599816-12cf-45b8-84a8-1239dff9370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29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nhiệm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0956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952750" y="30956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thập:</a:t>
            </a:r>
            <a:r>
              <a:rPr lang="en-US" sz="2700" b="1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700" b="1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hạt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509587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952750" y="509587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Lập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mục: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0961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2952750" y="70961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Phục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vụ: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tích,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xuất,</a:t>
            </a:r>
            <a:r>
              <a:rPr lang="en-US" sz="27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35015d6-5227-4cc6-8cc5-3e8532ae395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1800" b="1" spc="30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229225" cy="3143250"/>
          </a:xfrm>
          <a:prstGeom prst="roundRect">
            <a:avLst>
              <a:gd name="adj" fmla="val 969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3448050"/>
            <a:ext cx="4657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00150" y="3943350"/>
            <a:ext cx="4657725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endParaRPr lang="en-US" sz="2550" dirty="0"/>
          </a:p>
        </p:txBody>
      </p:sp>
      <p:sp>
        <p:nvSpPr>
          <p:cNvPr id="7" name="Connector line-1792425890854-292630295"/>
          <p:cNvSpPr/>
          <p:nvPr/>
        </p:nvSpPr>
        <p:spPr>
          <a:xfrm>
            <a:off x="6181725" y="4714875"/>
            <a:ext cx="3048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524625" y="3143250"/>
            <a:ext cx="5229225" cy="3143250"/>
          </a:xfrm>
          <a:prstGeom prst="roundRect">
            <a:avLst>
              <a:gd name="adj" fmla="val 969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0375" y="3448050"/>
            <a:ext cx="4657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810375" y="3943350"/>
            <a:ext cx="4657725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chỉ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550" dirty="0"/>
          </a:p>
        </p:txBody>
      </p:sp>
      <p:sp>
        <p:nvSpPr>
          <p:cNvPr id="11" name="Connector line-1792425890870-290443611"/>
          <p:cNvSpPr/>
          <p:nvPr/>
        </p:nvSpPr>
        <p:spPr>
          <a:xfrm>
            <a:off x="11791950" y="4714875"/>
            <a:ext cx="3048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134850" y="3143250"/>
            <a:ext cx="5229225" cy="3143250"/>
          </a:xfrm>
          <a:prstGeom prst="roundRect">
            <a:avLst>
              <a:gd name="adj" fmla="val 9697"/>
            </a:avLst>
          </a:prstGeom>
          <a:solidFill>
            <a:srgbClr val="0F766E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20600" y="3448050"/>
            <a:ext cx="4657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420600" y="3943350"/>
            <a:ext cx="4657725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25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r>
              <a:rPr lang="en-US" sz="2550" b="1" dirty="0" spc="-3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14400" y="70485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ý,</a:t>
            </a: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30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khớp,</a:t>
            </a:r>
            <a:r>
              <a:rPr lang="en-US" sz="30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30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quan.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00bd9f48-cce5-4cf9-be9a-1b02c14cee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Quét từng</a:t>
            </a:r>
            <a:r>
              <a:rPr lang="en-US" sz="69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8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238250" y="276225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524750" y="276225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QUÉT</a:t>
            </a:r>
            <a:r>
              <a:rPr lang="en-US" sz="1800" b="1" spc="2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668250" y="2762250"/>
            <a:ext cx="447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333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3333750"/>
            <a:ext cx="5905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w3</a:t>
            </a:r>
            <a:r>
              <a:rPr lang="en-US" sz="24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524750" y="333375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54,2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668250" y="3333750"/>
            <a:ext cx="4476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11,5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4400" y="4857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" y="4857750"/>
            <a:ext cx="5905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w40</a:t>
            </a:r>
            <a:r>
              <a:rPr lang="en-US" sz="24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w200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524750" y="485775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69,0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668250" y="4857750"/>
            <a:ext cx="4476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1,1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6381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" y="6381750"/>
            <a:ext cx="5905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w300</a:t>
            </a:r>
            <a:r>
              <a:rPr lang="en-US" sz="24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w800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524750" y="638175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66,4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668250" y="6381750"/>
            <a:ext cx="4476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0,2</a:t>
            </a:r>
            <a:r>
              <a:rPr lang="en-US" sz="240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" y="8001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7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cột.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1a92988f-78ef-444d-9311-0ff0190e46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Theo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liên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giống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0010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0" dirty="0" spc="-11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1.461</a:t>
            </a:r>
            <a:endParaRPr lang="en-US" sz="2250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20.000</a:t>
            </a:r>
            <a:r>
              <a:rPr lang="en-US" sz="24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0" y="3048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3048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18.539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0" y="4953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0" y="4953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0" y="6858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0" y="6858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giả,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hạt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 cố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65cf3535-8cc0-4b0f-8382-f5a9b82a1c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69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69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khớp,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-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13.906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295400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w3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w7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524625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5625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-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280</a:t>
            </a:r>
            <a:endParaRPr lang="en-US" sz="11250" dirty="0"/>
          </a:p>
        </p:txBody>
      </p:sp>
      <p:sp>
        <p:nvSpPr>
          <p:cNvPr id="9" name="Text 7"/>
          <p:cNvSpPr/>
          <p:nvPr/>
        </p:nvSpPr>
        <p:spPr>
          <a:xfrm>
            <a:off x="6905625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w40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w200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34850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15850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18</a:t>
            </a:r>
            <a:endParaRPr lang="en-US" sz="11250" dirty="0"/>
          </a:p>
        </p:txBody>
      </p:sp>
      <p:sp>
        <p:nvSpPr>
          <p:cNvPr id="12" name="Text 10"/>
          <p:cNvSpPr/>
          <p:nvPr/>
        </p:nvSpPr>
        <p:spPr>
          <a:xfrm>
            <a:off x="12515850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w300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w800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838200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Chấm</a:t>
            </a:r>
            <a:r>
              <a:rPr lang="en-US" sz="225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điểm:</a:t>
            </a:r>
            <a:r>
              <a:rPr lang="en-US" sz="22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</a:t>
            </a:r>
            <a:r>
              <a:rPr lang="en-US" sz="22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250" dirty="0" spc="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hiếm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8ff33c8c-e1ae-44a2-806a-13584569f3b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69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trỏ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956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952750" y="30956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Bò</a:t>
            </a:r>
            <a:r>
              <a:rPr lang="en-US" sz="27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509587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952750" y="509587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0961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2952750" y="70961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f5e4fa25-a73c-49bd-a913-64792332438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42900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Hạt giống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429000" y="304800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1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1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1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bò</a:t>
            </a: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85775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429000" y="447675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628650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3429000" y="590550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Sắp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quan.</a:t>
            </a:r>
            <a:endParaRPr lang="en-US" sz="2100" dirty="0"/>
          </a:p>
        </p:txBody>
      </p:sp>
      <p:sp>
        <p:nvSpPr>
          <p:cNvPr id="13" name="Connector line-1792425925334-525206178"/>
          <p:cNvSpPr/>
          <p:nvPr/>
        </p:nvSpPr>
        <p:spPr>
          <a:xfrm>
            <a:off x="12382500" y="3048000"/>
            <a:ext cx="0" cy="533400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2858750" y="30480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15" name="Text richtext-1792425925336-136883577"/>
          <p:cNvSpPr/>
          <p:nvPr/>
        </p:nvSpPr>
        <p:spPr>
          <a:xfrm>
            <a:off x="12858750" y="3619500"/>
            <a:ext cx="4762500" cy="2857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3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858750" y="6667500"/>
            <a:ext cx="4762500" cy="17145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a0a2b2ad-8708-48fb-a66b-92523af278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2026-10-19T16:05:53Z</dcterms:created>
  <dcterms:modified xsi:type="dcterms:W3CDTF">2026-10-19T16:05:53Z</dcterms:modified>
</cp:coreProperties>
</file>