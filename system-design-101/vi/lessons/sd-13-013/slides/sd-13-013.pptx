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46612" rIns="0" bIns="-46612" rtlCol="0" anchor="t"/>
          <a:lstStyle/>
          <a:p>
            <a:pPr algn="l" indent="0" marL="0">
              <a:lnSpc>
                <a:spcPts val="5982"/>
              </a:lnSpc>
              <a:buNone/>
            </a:pPr>
            <a:r>
              <a:rPr lang="en-US" sz="5644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5644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644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5644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kèm</a:t>
            </a:r>
            <a:r>
              <a:rPr lang="en-US" sz="5644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5644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644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5644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644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644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5644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714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8900" y="204787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8" name="Text 6"/>
          <p:cNvSpPr/>
          <p:nvPr/>
        </p:nvSpPr>
        <p:spPr>
          <a:xfrm>
            <a:off x="11334750" y="2190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3429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8900" y="37623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11334750" y="3905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5143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8900" y="547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4" name="Text 12"/>
          <p:cNvSpPr/>
          <p:nvPr/>
        </p:nvSpPr>
        <p:spPr>
          <a:xfrm>
            <a:off x="11334750" y="5619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6858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8900" y="7191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7" name="Text 15"/>
          <p:cNvSpPr/>
          <p:nvPr/>
        </p:nvSpPr>
        <p:spPr>
          <a:xfrm>
            <a:off x="11334750" y="7334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306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 không</a:t>
            </a:r>
            <a:r>
              <a:rPr lang="en-US" sz="2306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06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306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14e186-d5ae-4758-b28d-449cf17d8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6667500" cy="6096000"/>
          </a:xfrm>
          <a:prstGeom prst="rect">
            <a:avLst/>
          </a:prstGeom>
          <a:noFill/>
          <a:ln/>
        </p:spPr>
        <p:txBody>
          <a:bodyPr wrap="square" lIns="0" tIns="426720" rIns="0" bIns="-426720" rtlCol="0" anchor="t"/>
          <a:lstStyle/>
          <a:p>
            <a:pPr algn="l" indent="0" marL="0">
              <a:lnSpc>
                <a:spcPts val="42000"/>
              </a:lnSpc>
              <a:buNone/>
            </a:pPr>
            <a:r>
              <a:rPr lang="en-US" sz="420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0" dirty="0"/>
          </a:p>
        </p:txBody>
      </p:sp>
      <p:sp>
        <p:nvSpPr>
          <p:cNvPr id="4" name="Text 2"/>
          <p:cNvSpPr/>
          <p:nvPr/>
        </p:nvSpPr>
        <p:spPr>
          <a:xfrm>
            <a:off x="7810500" y="2476500"/>
            <a:ext cx="95631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54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vấp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chạy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810500" y="49530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53911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810500" y="66675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0" y="71056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cả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45651e5-0adb-4bee-ac42-f2f9c6254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volume,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7" name="Connector line-1792371125666-368663227"/>
          <p:cNvSpPr/>
          <p:nvPr/>
        </p:nvSpPr>
        <p:spPr>
          <a:xfrm>
            <a:off x="6038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0" name="Connector line-1792371125669-194585063"/>
          <p:cNvSpPr/>
          <p:nvPr/>
        </p:nvSpPr>
        <p:spPr>
          <a:xfrm>
            <a:off x="11753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34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8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5238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550" dirty="0"/>
          </a:p>
        </p:txBody>
      </p:sp>
      <p:sp>
        <p:nvSpPr>
          <p:cNvPr id="16" name="Connector line-1792371125677-209480015"/>
          <p:cNvSpPr/>
          <p:nvPr/>
        </p:nvSpPr>
        <p:spPr>
          <a:xfrm>
            <a:off x="6038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29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2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9" name="Connector line-1792371125680-108127379"/>
          <p:cNvSpPr/>
          <p:nvPr/>
        </p:nvSpPr>
        <p:spPr>
          <a:xfrm>
            <a:off x="11753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8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688f242-6c43-45bb-aa0c-ca40c6fea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ĐƯỢC</a:t>
            </a:r>
            <a:r>
              <a:rPr lang="en-US" sz="1950" b="1" spc="24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r>
              <a:rPr lang="en-US" sz="5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network,</a:t>
            </a:r>
            <a:r>
              <a:rPr lang="en-US" sz="5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5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5715000" y="2857500"/>
            <a:ext cx="116586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0" y="3143250"/>
            <a:ext cx="1047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</a:t>
            </a:r>
            <a:r>
              <a:rPr lang="en-US" sz="2100" b="1" spc="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912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22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5722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873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83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4683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Connector line-1792371143649-591784944"/>
          <p:cNvSpPr/>
          <p:nvPr/>
        </p:nvSpPr>
        <p:spPr>
          <a:xfrm>
            <a:off x="10096500" y="5524500"/>
            <a:ext cx="2895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096500" y="4762500"/>
            <a:ext cx="2895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1250" y="7239000"/>
            <a:ext cx="1070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447675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47625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95400" y="5381625"/>
            <a:ext cx="352425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100" dirty="0"/>
          </a:p>
        </p:txBody>
      </p:sp>
      <p:sp>
        <p:nvSpPr>
          <p:cNvPr id="18" name="Connector line-1792371143660-447157040"/>
          <p:cNvSpPr/>
          <p:nvPr/>
        </p:nvSpPr>
        <p:spPr>
          <a:xfrm>
            <a:off x="5200650" y="5524500"/>
            <a:ext cx="89535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2adb09-8412-44bf-94c6-d14b0e67b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51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bridge,</a:t>
            </a:r>
            <a:r>
              <a:rPr lang="en-US" sz="51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publish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publish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385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95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30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máy:container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195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4013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23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7823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2385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5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195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publish;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4013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23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7823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73211ac-18ed-491e-83e8-30f2aea4ad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811500" cy="13335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policy,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unless-stopped.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</a:t>
            </a:r>
            <a:r>
              <a:rPr lang="en-US" sz="21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0863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2583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34302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2f8ba8-c29b-4442-9932-a8e1c012a2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51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51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thay</a:t>
            </a:r>
            <a:r>
              <a:rPr lang="en-US" sz="51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1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khi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726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536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f347df9-6f48-44c5-9f02-3ad90be310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r>
              <a:rPr lang="en-US" sz="4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web,</a:t>
            </a: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localhost:5432</a:t>
            </a: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48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4800" dirty="0"/>
          </a:p>
        </p:txBody>
      </p:sp>
      <p:sp>
        <p:nvSpPr>
          <p:cNvPr id="4" name="Connector line-1792371205179-79539197"/>
          <p:cNvSpPr/>
          <p:nvPr/>
        </p:nvSpPr>
        <p:spPr>
          <a:xfrm>
            <a:off x="4000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71205180-821914866"/>
          <p:cNvSpPr/>
          <p:nvPr/>
        </p:nvSpPr>
        <p:spPr>
          <a:xfrm>
            <a:off x="14287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286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550" dirty="0"/>
          </a:p>
        </p:txBody>
      </p:sp>
      <p:sp>
        <p:nvSpPr>
          <p:cNvPr id="8" name="Connector line-1792371205185-522112976"/>
          <p:cNvSpPr/>
          <p:nvPr/>
        </p:nvSpPr>
        <p:spPr>
          <a:xfrm>
            <a:off x="4000500" y="428625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Connector line-1792371205186-395318545"/>
          <p:cNvSpPr/>
          <p:nvPr/>
        </p:nvSpPr>
        <p:spPr>
          <a:xfrm>
            <a:off x="5524500" y="4286250"/>
            <a:ext cx="0" cy="762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0" name="Connector line-1792371205186-35076368"/>
          <p:cNvSpPr/>
          <p:nvPr/>
        </p:nvSpPr>
        <p:spPr>
          <a:xfrm flipH="1">
            <a:off x="4095750" y="5048250"/>
            <a:ext cx="1428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905500" y="4191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2" name="Connector line-1792371205189-596272235"/>
          <p:cNvSpPr/>
          <p:nvPr/>
        </p:nvSpPr>
        <p:spPr>
          <a:xfrm>
            <a:off x="4000500" y="66675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096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db:5432: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bằng</a:t>
            </a: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962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2d1e453-0910-4191-a90c-ed8e733ba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 ý</a:t>
            </a:r>
            <a:r>
              <a:rPr lang="en-US" sz="5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chỗ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Bridge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bridge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-P cổng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Restart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no,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on-failure,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always,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unless-stopped.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524625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5625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905625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depends_on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service_healthy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213485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1585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51585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DB_PASSWORD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.env,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598543f-8d31-425c-9e36-3e295aed4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5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TCP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Transmission Control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DNS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volume;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bridge;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EXPOSE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docker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-P;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host;</a:t>
                      </a:r>
                      <a:r>
                        <a:rPr lang="en-US" sz="21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restart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policy;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Compose networking;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pg_isready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entrypoint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043964d-8893-4690-8127-bcbb9d434a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2026-10-19T00:54:32Z</dcterms:created>
  <dcterms:modified xsi:type="dcterms:W3CDTF">2026-10-19T00:54:32Z</dcterms:modified>
</cp:coreProperties>
</file>