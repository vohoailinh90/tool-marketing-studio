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5240000" cy="2286000"/>
          </a:xfrm>
          <a:prstGeom prst="rect">
            <a:avLst/>
          </a:prstGeom>
          <a:noFill/>
          <a:ln/>
        </p:spPr>
        <p:txBody>
          <a:bodyPr wrap="square" lIns="0" tIns="64072" rIns="0" bIns="-64072" rtlCol="0" anchor="t"/>
          <a:lstStyle/>
          <a:p>
            <a:pPr algn="l" indent="0" marL="0">
              <a:lnSpc>
                <a:spcPts val="7849"/>
              </a:lnSpc>
              <a:buNone/>
            </a:pPr>
            <a:r>
              <a:rPr lang="en-US" sz="7475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475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475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SQL</a:t>
            </a:r>
            <a:r>
              <a:rPr lang="en-US" sz="7475" dirty="0" spc="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7475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475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7475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7475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7475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1428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1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2100" dirty="0"/>
          </a:p>
        </p:txBody>
      </p:sp>
      <p:sp>
        <p:nvSpPr>
          <p:cNvPr id="6" name="Connector line-1792370006739-524992225"/>
          <p:cNvSpPr/>
          <p:nvPr/>
        </p:nvSpPr>
        <p:spPr>
          <a:xfrm>
            <a:off x="1905000" y="6667500"/>
            <a:ext cx="14478000" cy="0"/>
          </a:xfrm>
          <a:prstGeom prst="line">
            <a:avLst/>
          </a:prstGeom>
          <a:noFill/>
          <a:ln w="952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6192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148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104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7C93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060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016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FFB45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0972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5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4671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 cú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3627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nghĩa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2583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539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b="1" dirty="0" spc="-3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50495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sd-04-027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72a6b779-91f6-4bc5-b215-a9808ec76a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14300" cy="21907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811500" cy="238125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Gây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8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8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chặng,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dấu</a:t>
            </a:r>
            <a:r>
              <a:rPr lang="en-US" sz="78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</a:t>
            </a:r>
            <a:r>
              <a:rPr lang="en-US" sz="78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PostgreSQL;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51816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6381750"/>
            <a:ext cx="4419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6819900"/>
            <a:ext cx="441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PostgreSQL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295400" y="7620000"/>
            <a:ext cx="44196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553200" y="6096000"/>
            <a:ext cx="51816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34200" y="6381750"/>
            <a:ext cx="4419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34200" y="6819900"/>
            <a:ext cx="441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200.000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12192000" y="6096000"/>
            <a:ext cx="5181600" cy="2095500"/>
          </a:xfrm>
          <a:prstGeom prst="roundRect">
            <a:avLst>
              <a:gd name="adj" fmla="val 12727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2573000" y="6381750"/>
            <a:ext cx="4419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573000" y="6819900"/>
            <a:ext cx="4419600" cy="590550"/>
          </a:xfrm>
          <a:prstGeom prst="rect">
            <a:avLst/>
          </a:prstGeom>
          <a:noFill/>
          <a:ln/>
        </p:spPr>
        <p:txBody>
          <a:bodyPr wrap="square" lIns="0" tIns="9991" rIns="0" bIns="-9991" rtlCol="0" anchor="t"/>
          <a:lstStyle/>
          <a:p>
            <a:pPr algn="l" indent="0" marL="0">
              <a:lnSpc>
                <a:spcPts val="3547"/>
              </a:lnSpc>
              <a:buNone/>
            </a:pPr>
            <a:r>
              <a:rPr lang="en-US" sz="2627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627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hoạch,</a:t>
            </a:r>
            <a:r>
              <a:rPr lang="en-US" sz="2627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627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627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627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627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9b7c237-2c3f-4510-97fa-d4543751cb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</a:t>
            </a:r>
            <a:r>
              <a:rPr lang="en-US" sz="1950" b="1" spc="17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 PHÂN TÍCH CÚ PHÁP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762500" y="30480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277600" y="30480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1800" b="1" spc="19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3524250"/>
            <a:ext cx="3524250" cy="2571750"/>
          </a:xfrm>
          <a:prstGeom prst="roundRect">
            <a:avLst>
              <a:gd name="adj" fmla="val 8889"/>
            </a:avLst>
          </a:prstGeom>
          <a:solidFill>
            <a:srgbClr val="E8472B"/>
          </a:solidFill>
          <a:ln/>
        </p:spPr>
      </p:sp>
      <p:sp>
        <p:nvSpPr>
          <p:cNvPr id="7" name="Text 5"/>
          <p:cNvSpPr/>
          <p:nvPr/>
        </p:nvSpPr>
        <p:spPr>
          <a:xfrm>
            <a:off x="1200150" y="3810000"/>
            <a:ext cx="3048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390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3524250" cy="2571750"/>
          </a:xfrm>
          <a:prstGeom prst="roundRect">
            <a:avLst>
              <a:gd name="adj" fmla="val 8889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65722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33433" rIns="0" bIns="-33433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9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9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9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cú</a:t>
            </a:r>
            <a:r>
              <a:rPr lang="en-US" sz="39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pháp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4762500" y="3524250"/>
            <a:ext cx="6096000" cy="257175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richtext-1792370051413-238228708"/>
          <p:cNvSpPr/>
          <p:nvPr/>
        </p:nvSpPr>
        <p:spPr>
          <a:xfrm>
            <a:off x="5143500" y="3848100"/>
            <a:ext cx="5334000" cy="2000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 psql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Unix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1277600" y="3524250"/>
            <a:ext cx="6096000" cy="257175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richtext-1792370051432-893351082"/>
          <p:cNvSpPr/>
          <p:nvPr/>
        </p:nvSpPr>
        <p:spPr>
          <a:xfrm>
            <a:off x="11658600" y="3848100"/>
            <a:ext cx="5334000" cy="2000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Socket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Unix: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inet_server_addr()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localhost: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127.0.0.1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4762500" y="6286500"/>
            <a:ext cx="6096000" cy="257175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richtext-1792370051440-998867814"/>
          <p:cNvSpPr/>
          <p:nvPr/>
        </p:nvSpPr>
        <p:spPr>
          <a:xfrm>
            <a:off x="5143500" y="6610350"/>
            <a:ext cx="5334000" cy="2000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 cố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1277600" y="6286500"/>
            <a:ext cx="6096000" cy="257175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58600" y="6610350"/>
            <a:ext cx="5334000" cy="5524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*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1658600" y="7239000"/>
            <a:ext cx="53340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syntax</a:t>
            </a:r>
            <a:r>
              <a:rPr lang="en-US" sz="2400" dirty="0" spc="-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r>
              <a:rPr lang="en-US" sz="2400" dirty="0" spc="-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</a:t>
            </a:r>
            <a:r>
              <a:rPr lang="en-US" sz="2400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</a:t>
            </a:r>
            <a:r>
              <a:rPr lang="en-US" sz="2400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near</a:t>
            </a:r>
            <a:r>
              <a:rPr lang="en-US" sz="2400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"selec"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d91ecca-6149-48cd-80c3-2fc0145ab5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NGHĨA, VIẾT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Giờ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 mục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6672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71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NGHĨA</a:t>
            </a:r>
            <a:endParaRPr lang="en-US" sz="1800" dirty="0"/>
          </a:p>
        </p:txBody>
      </p:sp>
      <p:sp>
        <p:nvSpPr>
          <p:cNvPr id="6" name="Text richtext-1792370067952-835437861"/>
          <p:cNvSpPr/>
          <p:nvPr/>
        </p:nvSpPr>
        <p:spPr>
          <a:xfrm>
            <a:off x="1295400" y="38481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bảng,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Mở,</a:t>
            </a:r>
            <a:r>
              <a:rPr lang="en-US" sz="25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295400" y="5524500"/>
            <a:ext cx="7239000" cy="1809750"/>
          </a:xfrm>
          <a:prstGeom prst="roundRect">
            <a:avLst>
              <a:gd name="adj" fmla="val 1052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581150" y="5772150"/>
            <a:ext cx="6667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*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don_hang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581150" y="6343650"/>
            <a:ext cx="6667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relation</a:t>
            </a:r>
            <a:r>
              <a:rPr lang="en-US" sz="2100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"don_hang"</a:t>
            </a:r>
            <a:r>
              <a:rPr lang="en-US" sz="2100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does</a:t>
            </a:r>
            <a:r>
              <a:rPr lang="en-US" sz="2100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</a:t>
            </a:r>
            <a:r>
              <a:rPr lang="en-US" sz="2100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exist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372600" y="3048000"/>
            <a:ext cx="8001000" cy="46672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753600" y="3371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180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53600" y="38481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 vào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bảng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753600" y="5524500"/>
            <a:ext cx="7239000" cy="1809750"/>
          </a:xfrm>
          <a:prstGeom prst="roundRect">
            <a:avLst>
              <a:gd name="adj" fmla="val 10526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0039350" y="5772150"/>
            <a:ext cx="6667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count(*)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big_orders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0039350" y="6343650"/>
            <a:ext cx="6667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5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100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2100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r>
              <a:rPr lang="en-US" sz="2100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100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orders,</a:t>
            </a:r>
            <a:r>
              <a:rPr lang="en-US" sz="2100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100" dirty="0" spc="1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100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100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14400" y="8096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5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2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chặng: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BEGIN,</a:t>
            </a:r>
            <a:r>
              <a:rPr lang="en-US" sz="22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ROLLBACK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pháp.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980f0602-61f9-4c99-8a84-96a73c30cc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b="1" spc="2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Ước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 phí, chọn</a:t>
            </a:r>
            <a:r>
              <a:rPr lang="en-US" sz="69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rẻ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4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amount,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 lọc: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95400" y="3619500"/>
            <a:ext cx="4953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667500" y="3619500"/>
            <a:ext cx="4953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039600" y="3619500"/>
            <a:ext cx="4953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80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40957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591050"/>
            <a:ext cx="4953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amount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=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6667500" y="4648200"/>
            <a:ext cx="4953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1%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2039600" y="4429125"/>
            <a:ext cx="4953000" cy="9525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6400800"/>
            <a:ext cx="4953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amount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&lt;</a:t>
            </a:r>
            <a:r>
              <a:rPr lang="en-US" sz="3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90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6667500" y="6286500"/>
            <a:ext cx="4953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185.573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6667500" y="6819900"/>
            <a:ext cx="495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93%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039600" y="6238875"/>
            <a:ext cx="49530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quét cả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 chỉ mục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0e9fec0c-6931-46a4-a713-8c249545d1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6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EXPLAIN</a:t>
            </a:r>
            <a:r>
              <a:rPr lang="en-US" sz="240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(ANALYZE,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BUFFERS)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liền:</a:t>
            </a:r>
            <a:endParaRPr lang="en-US" sz="2400" dirty="0"/>
          </a:p>
        </p:txBody>
      </p:sp>
      <p:sp>
        <p:nvSpPr>
          <p:cNvPr id="5" name="Connector line-1792370105583-272360915"/>
          <p:cNvSpPr/>
          <p:nvPr/>
        </p:nvSpPr>
        <p:spPr>
          <a:xfrm>
            <a:off x="3105150" y="4476750"/>
            <a:ext cx="12077700" cy="0"/>
          </a:xfrm>
          <a:prstGeom prst="line">
            <a:avLst/>
          </a:prstGeom>
          <a:noFill/>
          <a:ln w="95250">
            <a:solidFill>
              <a:srgbClr val="CFE8E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2857500" y="4229100"/>
            <a:ext cx="495300" cy="495300"/>
          </a:xfrm>
          <a:prstGeom prst="ellipse">
            <a:avLst/>
          </a:prstGeom>
          <a:solidFill>
            <a:srgbClr val="F3EEE3"/>
          </a:solidFill>
          <a:ln w="57150">
            <a:solidFill>
              <a:srgbClr val="6B6A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6350" y="4229100"/>
            <a:ext cx="495300" cy="495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4935200" y="4229100"/>
            <a:ext cx="495300" cy="495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5143500"/>
            <a:ext cx="43815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5448300"/>
            <a:ext cx="361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5905500"/>
            <a:ext cx="3619500" cy="590550"/>
          </a:xfrm>
          <a:prstGeom prst="rect">
            <a:avLst/>
          </a:prstGeom>
          <a:noFill/>
          <a:ln/>
        </p:spPr>
        <p:txBody>
          <a:bodyPr wrap="square" lIns="0" tIns="9802" rIns="0" bIns="-9802" rtlCol="0" anchor="t"/>
          <a:lstStyle/>
          <a:p>
            <a:pPr algn="l" indent="0" marL="0">
              <a:lnSpc>
                <a:spcPts val="3478"/>
              </a:lnSpc>
              <a:buNone/>
            </a:pPr>
            <a:r>
              <a:rPr lang="en-US" sz="2576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Khởi</a:t>
            </a:r>
            <a:r>
              <a:rPr lang="en-US" sz="2576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76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76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76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76" dirty="0"/>
          </a:p>
        </p:txBody>
      </p:sp>
      <p:sp>
        <p:nvSpPr>
          <p:cNvPr id="12" name="Shape 10"/>
          <p:cNvSpPr/>
          <p:nvPr/>
        </p:nvSpPr>
        <p:spPr>
          <a:xfrm>
            <a:off x="6096000" y="5143500"/>
            <a:ext cx="6096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5448300"/>
            <a:ext cx="533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1800" b="1" spc="20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77000" y="58674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shared</a:t>
            </a:r>
            <a:r>
              <a:rPr lang="en-US" sz="4200" dirty="0" spc="-1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read=1082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477000" y="6858000"/>
            <a:ext cx="5334000" cy="485775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1.082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2992100" y="5143500"/>
            <a:ext cx="4381500" cy="2857500"/>
          </a:xfrm>
          <a:prstGeom prst="roundRect">
            <a:avLst>
              <a:gd name="adj" fmla="val 9333"/>
            </a:avLst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13373100" y="5448300"/>
            <a:ext cx="361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1800" b="1" spc="22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373100" y="5867400"/>
            <a:ext cx="3619500" cy="1333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shared</a:t>
            </a:r>
            <a:r>
              <a:rPr lang="en-US" sz="36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hit=1082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3373100" y="7048500"/>
            <a:ext cx="3619500" cy="4572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 1.082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dfb34a8-35dc-4330-9c75-31c892312f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đừng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mang</a:t>
            </a:r>
            <a:r>
              <a:rPr lang="en-US" sz="69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908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6196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0483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914400" y="73342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4771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762250" y="33909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PostgreSQL;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 khác.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762250" y="48196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762250" y="62484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MVCC.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76771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của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máy.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cfb25d4-f018-4d65-95c8-28a87dea9f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lỗi: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6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cú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2550" dirty="0"/>
          </a:p>
        </p:txBody>
      </p:sp>
      <p:sp>
        <p:nvSpPr>
          <p:cNvPr id="5" name="Connector line-1792370146071-286592836"/>
          <p:cNvSpPr/>
          <p:nvPr/>
        </p:nvSpPr>
        <p:spPr>
          <a:xfrm>
            <a:off x="6153150" y="3524250"/>
            <a:ext cx="3619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6610350" y="3048000"/>
            <a:ext cx="10763250" cy="952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381500"/>
            <a:ext cx="51435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0535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95400" y="5334000"/>
            <a:ext cx="4381500" cy="1905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sai,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610350" y="4381500"/>
            <a:ext cx="5191125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91350" y="4705350"/>
            <a:ext cx="442912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idd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6991350" y="5334000"/>
            <a:ext cx="4429125" cy="1905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pháp,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idd.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182475" y="4381500"/>
            <a:ext cx="5191125" cy="3619500"/>
          </a:xfrm>
          <a:prstGeom prst="roundRect">
            <a:avLst>
              <a:gd name="adj" fmla="val 7368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12563475" y="4705350"/>
            <a:ext cx="442912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563475" y="5334000"/>
            <a:ext cx="4429125" cy="2476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chờ: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AccessShareLock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DROP</a:t>
            </a:r>
            <a:r>
              <a:rPr lang="en-US" sz="24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8286750"/>
            <a:ext cx="16459200" cy="7620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có thể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5a901c8-3128-4510-9681-fe92934621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1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0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PG_LOCKS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6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6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857750"/>
          </a:xfrm>
          <a:prstGeom prst="roundRect">
            <a:avLst>
              <a:gd name="adj" fmla="val 549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71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AccessShareLock</a:t>
            </a:r>
            <a:endParaRPr lang="en-US" sz="4200" dirty="0"/>
          </a:p>
        </p:txBody>
      </p:sp>
      <p:sp>
        <p:nvSpPr>
          <p:cNvPr id="7" name="Text richtext-1792370162412-991794198"/>
          <p:cNvSpPr/>
          <p:nvPr/>
        </p:nvSpPr>
        <p:spPr>
          <a:xfrm>
            <a:off x="1295400" y="4762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6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Xin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nghĩa, giữ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4857750"/>
          </a:xfrm>
          <a:prstGeom prst="roundRect">
            <a:avLst>
              <a:gd name="adj" fmla="val 5490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371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UPDATE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53600" y="38100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+</a:t>
            </a:r>
            <a:r>
              <a:rPr lang="en-US" sz="42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RowExclusiveLock</a:t>
            </a:r>
            <a:endParaRPr lang="en-US" sz="4200" dirty="0"/>
          </a:p>
        </p:txBody>
      </p:sp>
      <p:sp>
        <p:nvSpPr>
          <p:cNvPr id="11" name="Text richtext-1792370162432-954351555"/>
          <p:cNvSpPr/>
          <p:nvPr/>
        </p:nvSpPr>
        <p:spPr>
          <a:xfrm>
            <a:off x="9753600" y="4762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81915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shared</a:t>
            </a:r>
            <a:r>
              <a:rPr lang="en-US" sz="21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e484839-922a-488a-9a51-80c7df13278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00965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9565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810000" y="33528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810000" y="3848100"/>
            <a:ext cx="68580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trúc: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5000625"/>
            <a:ext cx="100965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248275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TCP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3810000" y="5305425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Transmission Control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810000" y="5800725"/>
            <a:ext cx="68580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truyền:</a:t>
            </a:r>
            <a:r>
              <a:rPr lang="en-US" sz="2250" dirty="0" spc="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 đúng thứ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6953250"/>
            <a:ext cx="100965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72009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MVCC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3810000" y="725805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Multi-Version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Concurrency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3810000" y="7753350"/>
            <a:ext cx="68580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 bản: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1468100" y="3048000"/>
            <a:ext cx="59055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1849100" y="3390900"/>
            <a:ext cx="5143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Text richtext-1792370179158-725275685"/>
          <p:cNvSpPr/>
          <p:nvPr/>
        </p:nvSpPr>
        <p:spPr>
          <a:xfrm>
            <a:off x="11849100" y="3943350"/>
            <a:ext cx="5143500" cy="4381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pPr algn="l" marL="285750" indent="-285750">
              <a:lnSpc>
                <a:spcPts val="3150"/>
              </a:lnSpc>
              <a:spcAft>
                <a:spcPts val="1650"/>
              </a:spcAft>
              <a:buSzPct val="100000"/>
              <a:buChar char="•"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pPr algn="l" marL="285750" indent="-285750">
              <a:lnSpc>
                <a:spcPts val="3150"/>
              </a:lnSpc>
              <a:spcAft>
                <a:spcPts val="1650"/>
              </a:spcAft>
              <a:buSzPct val="100000"/>
              <a:buChar char="•"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Overview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Internals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pPr algn="l" marL="285750" indent="-285750">
              <a:lnSpc>
                <a:spcPts val="3150"/>
              </a:lnSpc>
              <a:buSzPct val="100000"/>
              <a:buChar char="•"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Concurrency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97ebac6-064c-4b1b-8257-fc0b6fa52ef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2026-10-19T00:36:35Z</dcterms:created>
  <dcterms:modified xsi:type="dcterms:W3CDTF">2026-10-19T00:36:35Z</dcterms:modified>
</cp:coreProperties>
</file>