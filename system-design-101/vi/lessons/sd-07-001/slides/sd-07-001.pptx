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 việc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"tách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đơn"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Connector line-1792378606303-202314378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0" y="314325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2000250"/>
                </a:moveTo>
                <a:cubicBezTo>
                  <a:pt x="590550" y="20002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0" y="4476750"/>
            <a:ext cx="1181100" cy="666750"/>
          </a:xfrm>
          <a:custGeom>
            <a:avLst/>
            <a:gdLst/>
            <a:ahLst/>
            <a:cxnLst/>
            <a:rect l="l" t="t" r="r" b="b"/>
            <a:pathLst>
              <a:path w="1181100" h="666750">
                <a:moveTo>
                  <a:pt x="0" y="666750"/>
                </a:moveTo>
                <a:cubicBezTo>
                  <a:pt x="590550" y="6667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92000" y="5143500"/>
            <a:ext cx="1181100" cy="666750"/>
          </a:xfrm>
          <a:custGeom>
            <a:avLst/>
            <a:gdLst/>
            <a:ahLst/>
            <a:cxnLst/>
            <a:rect l="l" t="t" r="r" b="b"/>
            <a:pathLst>
              <a:path w="1181100" h="666750">
                <a:moveTo>
                  <a:pt x="0" y="0"/>
                </a:moveTo>
                <a:cubicBezTo>
                  <a:pt x="590550" y="0"/>
                  <a:pt x="590550" y="666750"/>
                  <a:pt x="1181100" y="6667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0" y="514350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0"/>
                </a:moveTo>
                <a:cubicBezTo>
                  <a:pt x="590550" y="0"/>
                  <a:pt x="590550" y="2000250"/>
                  <a:pt x="118110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0" y="4953000"/>
            <a:ext cx="1524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Đơn</a:t>
            </a:r>
            <a:r>
              <a:rPr lang="en-US" sz="25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10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4cadc69-5d7f-44e3-ba59-2d7a13fcc7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16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5334000" cy="36195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5715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6" name="Connector line-1792378633727-897459680"/>
          <p:cNvSpPr/>
          <p:nvPr/>
        </p:nvSpPr>
        <p:spPr>
          <a:xfrm>
            <a:off x="6858000" y="4381500"/>
            <a:ext cx="2857500" cy="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572750" y="2571750"/>
            <a:ext cx="3048000" cy="36195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500" dirty="0"/>
          </a:p>
        </p:txBody>
      </p:sp>
      <p:sp>
        <p:nvSpPr>
          <p:cNvPr id="8" name="Text 6"/>
          <p:cNvSpPr/>
          <p:nvPr/>
        </p:nvSpPr>
        <p:spPr>
          <a:xfrm>
            <a:off x="10572750" y="6286500"/>
            <a:ext cx="6858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tảng,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3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3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33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13).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aabc7f0-952b-4c5b-b88a-50cd7c67c2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543300" cy="2571750"/>
          </a:xfrm>
          <a:prstGeom prst="roundRect">
            <a:avLst>
              <a:gd name="adj" fmla="val 1185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0040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5760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cung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219700" y="2952750"/>
            <a:ext cx="35433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43550" y="320040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543550" y="365760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cung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0" y="2952750"/>
            <a:ext cx="35433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850" y="320040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848850" y="365760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3830300" y="2952750"/>
            <a:ext cx="35433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54150" y="320040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54150" y="3657600"/>
            <a:ext cx="293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 hóa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700" dirty="0"/>
          </a:p>
        </p:txBody>
      </p:sp>
      <p:sp>
        <p:nvSpPr>
          <p:cNvPr id="16" name="Connector line-1792378651493-569986584"/>
          <p:cNvSpPr/>
          <p:nvPr/>
        </p:nvSpPr>
        <p:spPr>
          <a:xfrm>
            <a:off x="4533900" y="4238625"/>
            <a:ext cx="6096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8651494-614670755"/>
          <p:cNvSpPr/>
          <p:nvPr/>
        </p:nvSpPr>
        <p:spPr>
          <a:xfrm>
            <a:off x="8839200" y="4238625"/>
            <a:ext cx="6096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8651494-640218697"/>
          <p:cNvSpPr/>
          <p:nvPr/>
        </p:nvSpPr>
        <p:spPr>
          <a:xfrm>
            <a:off x="13144500" y="4238625"/>
            <a:ext cx="6096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6096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6096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76200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76200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330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4cd5967a-015d-4723-b83b-0bfef370fb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(BƯỚC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572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38500"/>
            <a:ext cx="457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0" y="3238500"/>
            <a:ext cx="4572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3238500"/>
            <a:ext cx="457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2801600" y="3238500"/>
            <a:ext cx="45720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92100" y="32385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700" dirty="0"/>
          </a:p>
        </p:txBody>
      </p:sp>
      <p:sp>
        <p:nvSpPr>
          <p:cNvPr id="10" name="Connector line-1792378664330-333166235"/>
          <p:cNvSpPr/>
          <p:nvPr/>
        </p:nvSpPr>
        <p:spPr>
          <a:xfrm>
            <a:off x="5562600" y="4286250"/>
            <a:ext cx="12192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334000" y="37147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12" name="Connector line-1792378664332-489705298"/>
          <p:cNvSpPr/>
          <p:nvPr/>
        </p:nvSpPr>
        <p:spPr>
          <a:xfrm flipH="1">
            <a:off x="11506200" y="4286250"/>
            <a:ext cx="12192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1239500" y="37147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6286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2865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do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theo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76340d7-6de8-4ae2-a168-bbc2b5678c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NỀN</a:t>
            </a:r>
            <a:r>
              <a:rPr lang="en-US" sz="1800" b="1" spc="26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952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095500" y="2762250"/>
            <a:ext cx="952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335000" y="2762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39052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4095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095500" y="3905250"/>
            <a:ext cx="952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335000" y="3905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50482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5238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095500" y="5048250"/>
            <a:ext cx="952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335000" y="5048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61912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1100" y="6381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2095500" y="6191250"/>
            <a:ext cx="952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335000" y="6191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14400" y="7334250"/>
            <a:ext cx="16459200" cy="990600"/>
          </a:xfrm>
          <a:prstGeom prst="roundRect">
            <a:avLst>
              <a:gd name="adj" fmla="val 23077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7524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2095500" y="7334250"/>
            <a:ext cx="10477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3335000" y="7334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b="1" spc="1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bbf6046d-dc52-4ade-904d-68045dc9c9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b="1" spc="30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ĐẾN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714500" y="276225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2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382500" y="276225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endParaRPr lang="en-US" sz="2250" dirty="0"/>
          </a:p>
        </p:txBody>
      </p:sp>
      <p:sp>
        <p:nvSpPr>
          <p:cNvPr id="7" name="Connector line-1792378700314-967797481"/>
          <p:cNvSpPr/>
          <p:nvPr/>
        </p:nvSpPr>
        <p:spPr>
          <a:xfrm>
            <a:off x="3810000" y="3714750"/>
            <a:ext cx="0" cy="4857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8" name="Connector line-1792378700315-607633534"/>
          <p:cNvSpPr/>
          <p:nvPr/>
        </p:nvSpPr>
        <p:spPr>
          <a:xfrm>
            <a:off x="9144000" y="3714750"/>
            <a:ext cx="0" cy="4857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9" name="Connector line-1792378700315-997781345"/>
          <p:cNvSpPr/>
          <p:nvPr/>
        </p:nvSpPr>
        <p:spPr>
          <a:xfrm>
            <a:off x="14478000" y="3714750"/>
            <a:ext cx="0" cy="4857750"/>
          </a:xfrm>
          <a:prstGeom prst="line">
            <a:avLst/>
          </a:prstGeom>
          <a:noFill/>
          <a:ln w="28575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905250" y="44767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250" dirty="0"/>
          </a:p>
        </p:txBody>
      </p:sp>
      <p:sp>
        <p:nvSpPr>
          <p:cNvPr id="11" name="Connector line-1792378700317-855896375"/>
          <p:cNvSpPr/>
          <p:nvPr/>
        </p:nvSpPr>
        <p:spPr>
          <a:xfrm>
            <a:off x="3810000" y="5048250"/>
            <a:ext cx="523875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239250" y="58102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13" name="Connector line-1792378700319-722981641"/>
          <p:cNvSpPr/>
          <p:nvPr/>
        </p:nvSpPr>
        <p:spPr>
          <a:xfrm>
            <a:off x="9144000" y="6381750"/>
            <a:ext cx="523875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39250" y="71437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(tùy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chọn)</a:t>
            </a:r>
            <a:endParaRPr lang="en-US" sz="2250" dirty="0"/>
          </a:p>
        </p:txBody>
      </p:sp>
      <p:sp>
        <p:nvSpPr>
          <p:cNvPr id="15" name="Connector line-1792378700321-408457543"/>
          <p:cNvSpPr/>
          <p:nvPr/>
        </p:nvSpPr>
        <p:spPr>
          <a:xfrm flipH="1">
            <a:off x="9239250" y="7715250"/>
            <a:ext cx="52387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lgDash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8deb782-12d2-4791-b309-5c169c0b2d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657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4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spc="1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53600" y="3657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mô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8001000" cy="342900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905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1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100" b="1" spc="1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" y="64198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619750"/>
            <a:ext cx="8001000" cy="3429000"/>
          </a:xfrm>
          <a:prstGeom prst="roundRect">
            <a:avLst>
              <a:gd name="adj" fmla="val 8889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5905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100" b="1" spc="14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10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HAI</a:t>
            </a:r>
            <a:r>
              <a:rPr lang="en-US" sz="2100" b="1" spc="14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53600" y="6419850"/>
            <a:ext cx="7239000" cy="2571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4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endParaRPr lang="en-US" sz="2400" dirty="0"/>
          </a:p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cuối,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 trùng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bbd73ea-f923-4661-860c-fe9f9abcca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richtext-1792378724628-407913896"/>
          <p:cNvSpPr/>
          <p:nvPr/>
        </p:nvSpPr>
        <p:spPr>
          <a:xfrm>
            <a:off x="12954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lớn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251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richtext-1792378724648-817837150"/>
          <p:cNvSpPr/>
          <p:nvPr/>
        </p:nvSpPr>
        <p:spPr>
          <a:xfrm>
            <a:off x="103251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đặt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giữ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ở kho nào.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thành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8191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d9a6bfc-35ba-4005-891b-bfdb6b550b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mảng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0" y="27622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0" y="2762250"/>
            <a:ext cx="819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7" name="Connector line-1792378738616-713799985"/>
          <p:cNvSpPr/>
          <p:nvPr/>
        </p:nvSpPr>
        <p:spPr>
          <a:xfrm>
            <a:off x="914400" y="3181350"/>
            <a:ext cx="164592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333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71875"/>
            <a:ext cx="15240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–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810000" y="3333750"/>
            <a:ext cx="514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0" y="333375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 đặt hàng,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772025"/>
            <a:ext cx="15240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810000" y="4533900"/>
            <a:ext cx="514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0" y="45339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7340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972175"/>
            <a:ext cx="15240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– 13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810000" y="5734050"/>
            <a:ext cx="514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0" y="573405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69342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7172325"/>
            <a:ext cx="152400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–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810000" y="6934200"/>
            <a:ext cx="514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0" y="69342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8382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9824a49a-fe9a-48cc-9717-87449d5e4d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1432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286250" y="27622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57200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 kho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286250" y="419100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0096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0007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Tồn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286250" y="5619750"/>
            <a:ext cx="6477000" cy="1238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dõi.</a:t>
            </a:r>
            <a:endParaRPr lang="en-US" sz="2250" dirty="0"/>
          </a:p>
        </p:txBody>
      </p:sp>
      <p:sp>
        <p:nvSpPr>
          <p:cNvPr id="13" name="Connector line-1792378750726-48331334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richtext-1792378750728-17959363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8492073-6ac3-41ad-9d93-012e80fa1e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2026-10-19T09:03:15Z</dcterms:created>
  <dcterms:modified xsi:type="dcterms:W3CDTF">2026-10-19T09:03:15Z</dcterms:modified>
</cp:coreProperties>
</file>