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6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nhất: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64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gian,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mà không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</a:t>
            </a:r>
            <a:endParaRPr lang="en-US" sz="3000" dirty="0"/>
          </a:p>
        </p:txBody>
      </p:sp>
      <p:sp>
        <p:nvSpPr>
          <p:cNvPr id="5" name="Connector line-1792420903096-235305558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22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0" y="3810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5753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phần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1" name="Connector line-1792420903119-831081708"/>
          <p:cNvSpPr/>
          <p:nvPr/>
        </p:nvSpPr>
        <p:spPr>
          <a:xfrm flipV="1">
            <a:off x="12439650" y="4171950"/>
            <a:ext cx="895350" cy="9715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Connector line-1792420903120-644322595"/>
          <p:cNvSpPr/>
          <p:nvPr/>
        </p:nvSpPr>
        <p:spPr>
          <a:xfrm>
            <a:off x="12439650" y="5143500"/>
            <a:ext cx="895350" cy="9715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cc270652-fdb1-4f30-adaf-c51465d66e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</a:t>
            </a:r>
            <a:r>
              <a:rPr lang="en-US" sz="34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4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4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4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4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4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34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4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c0a2fca6-a6fd-4342-a251-fca57218f5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KIỆN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274320" rIns="0" bIns="-274320" rtlCol="0" anchor="t"/>
          <a:lstStyle/>
          <a:p>
            <a:pPr algn="l" indent="0" marL="0">
              <a:lnSpc>
                <a:spcPts val="27000"/>
              </a:lnSpc>
              <a:buNone/>
            </a:pPr>
            <a:r>
              <a:rPr lang="en-US" sz="27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64</a:t>
            </a:r>
            <a:endParaRPr lang="en-US" sz="270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bit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7715250"/>
            <a:ext cx="133350" cy="95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Shape 4"/>
          <p:cNvSpPr/>
          <p:nvPr/>
        </p:nvSpPr>
        <p:spPr>
          <a:xfrm>
            <a:off x="8953500" y="2190750"/>
            <a:ext cx="84201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7" name="Text richtext-1792420907100-736716068"/>
          <p:cNvSpPr/>
          <p:nvPr/>
        </p:nvSpPr>
        <p:spPr>
          <a:xfrm>
            <a:off x="9429750" y="2571750"/>
            <a:ext cx="7524750" cy="4572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marL="400050" indent="-285812">
              <a:lnSpc>
                <a:spcPts val="4095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Duy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endParaRPr lang="en-US" sz="3150" dirty="0"/>
          </a:p>
          <a:p>
            <a:pPr algn="l" marL="400050" indent="-285812">
              <a:lnSpc>
                <a:spcPts val="4095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1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Xấp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xỉ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 thời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3150" dirty="0"/>
          </a:p>
          <a:p>
            <a:pPr algn="l" marL="400050" indent="-285812">
              <a:lnSpc>
                <a:spcPts val="4095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150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gọn,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3150" dirty="0"/>
          </a:p>
          <a:p>
            <a:pPr algn="l" marL="400050" indent="-285812">
              <a:lnSpc>
                <a:spcPts val="4095"/>
              </a:lnSpc>
              <a:buSzPct val="100000"/>
              <a:buFont typeface="Arial"/>
              <a:buChar char="•"/>
            </a:pP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bit.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6c9c9f4-cf74-4ce5-b0dd-ecc022ba87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gian,</a:t>
            </a:r>
            <a:r>
              <a:rPr lang="en-US" sz="6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3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10382250" cy="66675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41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391900" y="2952750"/>
            <a:ext cx="2533650" cy="66675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10</a:t>
            </a:r>
            <a:r>
              <a:rPr lang="en-US" sz="24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020800" y="2952750"/>
            <a:ext cx="3352800" cy="66675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12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09575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gian: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mili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561975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máy: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8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1024 máy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714375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tự: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4096 mã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mili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ad29d17-f4ba-443f-99da-ab326c666a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này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đâu?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Điểm</a:t>
            </a:r>
            <a:r>
              <a:rPr lang="en-US" sz="2850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yếu</a:t>
            </a:r>
            <a:endParaRPr lang="en-US" sz="2850" dirty="0"/>
          </a:p>
        </p:txBody>
      </p:sp>
      <p:sp>
        <p:nvSpPr>
          <p:cNvPr id="7" name="Text richtext-1792420909089-436578676"/>
          <p:cNvSpPr/>
          <p:nvPr/>
        </p:nvSpPr>
        <p:spPr>
          <a:xfrm>
            <a:off x="13335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trùng.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 lùi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Thử</a:t>
            </a:r>
            <a:r>
              <a:rPr lang="en-US" sz="28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r>
              <a:rPr lang="en-US" sz="2850" dirty="0" spc="1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28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kiểm</a:t>
            </a:r>
            <a:r>
              <a:rPr lang="en-US" sz="285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</a:t>
            </a:r>
            <a:endParaRPr lang="en-US" sz="2850" dirty="0"/>
          </a:p>
        </p:txBody>
      </p:sp>
      <p:sp>
        <p:nvSpPr>
          <p:cNvPr id="11" name="Text richtext-1792420909098-542463259"/>
          <p:cNvSpPr/>
          <p:nvPr/>
        </p:nvSpPr>
        <p:spPr>
          <a:xfrm>
            <a:off x="97917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313902c-10e0-4027-b05f-826ebd4fd2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095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1500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máy: 10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3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164592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2959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Không:</a:t>
            </a:r>
            <a:r>
              <a:rPr lang="en-US" sz="45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r>
              <a:rPr lang="en-US" sz="45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r>
              <a:rPr lang="en-US" sz="45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cho</a:t>
            </a:r>
            <a:r>
              <a:rPr lang="en-US" sz="45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1024</a:t>
            </a:r>
            <a:r>
              <a:rPr lang="en-US" sz="45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45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hiệu.</a:t>
            </a:r>
            <a:endParaRPr lang="en-US" sz="4500" dirty="0"/>
          </a:p>
        </p:txBody>
      </p:sp>
      <p:sp>
        <p:nvSpPr>
          <p:cNvPr id="7" name="Text richtext-1792420910127-255526910"/>
          <p:cNvSpPr/>
          <p:nvPr/>
        </p:nvSpPr>
        <p:spPr>
          <a:xfrm>
            <a:off x="1333500" y="6381750"/>
            <a:ext cx="15621000" cy="1809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hiệu.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mã.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6c7f1cd-32e5-45ab-aae5-828f21c4db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MÃ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lùi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3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nhất.</a:t>
            </a:r>
            <a:endParaRPr lang="en-US" sz="6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8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Phép</a:t>
                      </a:r>
                      <a:r>
                        <a:rPr lang="en-US" sz="2550" b="1" dirty="0" spc="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4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55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</a:t>
                      </a:r>
                      <a:r>
                        <a:rPr lang="en-US" sz="2550" b="1" dirty="0" spc="-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máy,</a:t>
                      </a:r>
                      <a:r>
                        <a:rPr lang="en-US" sz="25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550" b="1" dirty="0" spc="-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200000</a:t>
                      </a:r>
                      <a:r>
                        <a:rPr lang="en-US" sz="255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400000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mã,</a:t>
                      </a:r>
                      <a:r>
                        <a:rPr lang="en-US" sz="2550" dirty="0" spc="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đều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5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b="1" dirty="0" spc="2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550" b="1" dirty="0" spc="-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Tăng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dần</a:t>
                      </a:r>
                      <a:r>
                        <a:rPr lang="en-US" sz="2550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chặt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Đồng</a:t>
                      </a:r>
                      <a:r>
                        <a:rPr lang="en-US" sz="255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</a:t>
                      </a:r>
                      <a:r>
                        <a:rPr lang="en-US" sz="2550" b="1" dirty="0" spc="2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đứng</a:t>
                      </a:r>
                      <a:r>
                        <a:rPr lang="en-US" sz="2550" b="1" dirty="0" spc="-2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yên,</a:t>
                      </a:r>
                      <a:r>
                        <a:rPr lang="en-US" sz="25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4096</a:t>
                      </a:r>
                      <a:r>
                        <a:rPr lang="en-US" sz="255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Đều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nhau;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550" dirty="0" spc="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4097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phải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Đồng</a:t>
                      </a:r>
                      <a:r>
                        <a:rPr lang="en-US" sz="255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lùi 1</a:t>
                      </a:r>
                      <a:r>
                        <a:rPr lang="en-US" sz="25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mili</a:t>
                      </a:r>
                      <a:r>
                        <a:rPr lang="en-US" sz="255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sinh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 chối,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519ab15-efce-4d0a-b7b9-cfa46d4750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19075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190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(IDentifier):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371475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7147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UUID</a:t>
            </a:r>
            <a:pPr algn="l" indent="0" marL="0">
              <a:buNone/>
            </a:pP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(Universally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Unique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IDentifier):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bit,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42925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54292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NTP</a:t>
            </a:r>
            <a:pPr algn="l" indent="0" marL="0">
              <a:buNone/>
            </a:pP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(Network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72600" y="15240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21907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21907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35242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35242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Twitter: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Snowflake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(kho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72600" y="48577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48577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9562: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Universally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Unique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IDentifiers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19945c8-b8a4-4e77-b66d-edb4f937ec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2026-10-19T14:42:16Z</dcterms:created>
  <dcterms:modified xsi:type="dcterms:W3CDTF">2026-10-19T14:42:16Z</dcterms:modified>
</cp:coreProperties>
</file>