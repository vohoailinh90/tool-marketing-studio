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76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1440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4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C++</a:t>
            </a:r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505"/>
              </a:lnSpc>
              <a:buNone/>
            </a:pPr>
            <a:r>
              <a:rPr lang="en-US" sz="8100" dirty="0" spc="-12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Java</a:t>
            </a:r>
            <a:pPr algn="l" indent="0" marL="0">
              <a:lnSpc>
                <a:spcPts val="8505"/>
              </a:lnSpc>
              <a:buNone/>
            </a:pP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Python</a:t>
            </a:r>
            <a:pPr algn="l" indent="0" marL="0">
              <a:lnSpc>
                <a:spcPts val="8505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như thế</a:t>
            </a:r>
            <a:r>
              <a:rPr lang="en-US" sz="81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8763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30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30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bạn,</a:t>
            </a:r>
            <a:r>
              <a:rPr lang="en-US" sz="300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858000"/>
            <a:ext cx="20193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7029450"/>
            <a:ext cx="15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1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241" dirty="0"/>
          </a:p>
        </p:txBody>
      </p:sp>
      <p:sp>
        <p:nvSpPr>
          <p:cNvPr id="7" name="Shape 5"/>
          <p:cNvSpPr/>
          <p:nvPr/>
        </p:nvSpPr>
        <p:spPr>
          <a:xfrm>
            <a:off x="3162300" y="6858000"/>
            <a:ext cx="20193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7029450"/>
            <a:ext cx="15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1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241" dirty="0"/>
          </a:p>
        </p:txBody>
      </p:sp>
      <p:sp>
        <p:nvSpPr>
          <p:cNvPr id="9" name="Text 7"/>
          <p:cNvSpPr/>
          <p:nvPr/>
        </p:nvSpPr>
        <p:spPr>
          <a:xfrm>
            <a:off x="3429000" y="7981950"/>
            <a:ext cx="161925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18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18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10200" y="6858000"/>
            <a:ext cx="20193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5676900" y="7029450"/>
            <a:ext cx="15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1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241" dirty="0"/>
          </a:p>
        </p:txBody>
      </p:sp>
      <p:sp>
        <p:nvSpPr>
          <p:cNvPr id="12" name="Text 10"/>
          <p:cNvSpPr/>
          <p:nvPr/>
        </p:nvSpPr>
        <p:spPr>
          <a:xfrm>
            <a:off x="5676900" y="7981950"/>
            <a:ext cx="161925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18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bytecode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58100" y="6858000"/>
            <a:ext cx="20193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7924800" y="7029450"/>
            <a:ext cx="15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1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241" dirty="0"/>
          </a:p>
        </p:txBody>
      </p:sp>
      <p:sp>
        <p:nvSpPr>
          <p:cNvPr id="15" name="Text 13"/>
          <p:cNvSpPr/>
          <p:nvPr/>
        </p:nvSpPr>
        <p:spPr>
          <a:xfrm>
            <a:off x="7924800" y="7981950"/>
            <a:ext cx="161925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18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18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287000" y="914400"/>
            <a:ext cx="70866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91800" y="1295400"/>
            <a:ext cx="76200" cy="1809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0" y="123825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972800" y="1714500"/>
            <a:ext cx="6191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C,</a:t>
            </a:r>
            <a:r>
              <a:rPr lang="en-US" sz="3600" dirty="0" spc="-10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C++,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0972800" y="2495550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287000" y="3724275"/>
            <a:ext cx="70866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91800" y="4105275"/>
            <a:ext cx="76200" cy="1809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0" y="4048125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BYTECODE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972800" y="4524375"/>
            <a:ext cx="6191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Java,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C#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0972800" y="5305425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87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JVM</a:t>
            </a:r>
            <a:r>
              <a:rPr lang="en-US" sz="2387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387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387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387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387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bytecode.</a:t>
            </a:r>
            <a:endParaRPr lang="en-US" sz="2387" dirty="0"/>
          </a:p>
        </p:txBody>
      </p:sp>
      <p:sp>
        <p:nvSpPr>
          <p:cNvPr id="26" name="Shape 24"/>
          <p:cNvSpPr/>
          <p:nvPr/>
        </p:nvSpPr>
        <p:spPr>
          <a:xfrm>
            <a:off x="10287000" y="6534150"/>
            <a:ext cx="70866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91800" y="6915150"/>
            <a:ext cx="76200" cy="1809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0" y="685800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 DỊCH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972800" y="7334250"/>
            <a:ext cx="6191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81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Python,</a:t>
            </a:r>
            <a:r>
              <a:rPr lang="en-US" sz="3381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JavaScript,</a:t>
            </a:r>
            <a:r>
              <a:rPr lang="en-US" sz="3381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Ruby</a:t>
            </a:r>
            <a:endParaRPr lang="en-US" sz="3381" dirty="0"/>
          </a:p>
        </p:txBody>
      </p:sp>
      <p:sp>
        <p:nvSpPr>
          <p:cNvPr id="30" name="Text 28"/>
          <p:cNvSpPr/>
          <p:nvPr/>
        </p:nvSpPr>
        <p:spPr>
          <a:xfrm>
            <a:off x="10972800" y="8115300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4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14400" y="9525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81100" y="7981950"/>
            <a:ext cx="171450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endParaRPr lang="en-US" sz="18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8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226f1e91-7612-47ab-825a-7e0afb0657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190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nhóm,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 chạy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3300" b="1" dirty="0" spc="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3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3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 nào?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647700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67437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9200" y="7162800"/>
            <a:ext cx="70104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đâu,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86900" y="1257300"/>
            <a:ext cx="7543800" cy="2247900"/>
          </a:xfrm>
          <a:prstGeom prst="roundRect">
            <a:avLst>
              <a:gd name="adj" fmla="val 10169"/>
            </a:avLst>
          </a:prstGeom>
          <a:solidFill>
            <a:srgbClr val="DDE3FA"/>
          </a:solidFill>
          <a:ln/>
        </p:spPr>
      </p:sp>
      <p:sp>
        <p:nvSpPr>
          <p:cNvPr id="10" name="Text 8"/>
          <p:cNvSpPr/>
          <p:nvPr/>
        </p:nvSpPr>
        <p:spPr>
          <a:xfrm>
            <a:off x="9791700" y="190500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010900" y="158115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10900" y="1981200"/>
            <a:ext cx="5810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C,</a:t>
            </a:r>
            <a:r>
              <a:rPr lang="en-US" sz="3450" dirty="0" spc="-10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C++,</a:t>
            </a: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1010900" y="27241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486900" y="3790950"/>
            <a:ext cx="7543800" cy="2247900"/>
          </a:xfrm>
          <a:prstGeom prst="roundRect">
            <a:avLst>
              <a:gd name="adj" fmla="val 10169"/>
            </a:avLst>
          </a:prstGeom>
          <a:solidFill>
            <a:srgbClr val="F3DFB8"/>
          </a:solidFill>
          <a:ln/>
        </p:spPr>
      </p:sp>
      <p:sp>
        <p:nvSpPr>
          <p:cNvPr id="15" name="Text 13"/>
          <p:cNvSpPr/>
          <p:nvPr/>
        </p:nvSpPr>
        <p:spPr>
          <a:xfrm>
            <a:off x="9791700" y="443865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1010900" y="41148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BYTECODE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010900" y="4514850"/>
            <a:ext cx="5810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Java,</a:t>
            </a:r>
            <a:r>
              <a:rPr lang="en-US" sz="345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C#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1010900" y="52578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JVM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486900" y="6324600"/>
            <a:ext cx="7543800" cy="2247900"/>
          </a:xfrm>
          <a:prstGeom prst="roundRect">
            <a:avLst>
              <a:gd name="adj" fmla="val 10169"/>
            </a:avLst>
          </a:prstGeom>
          <a:solidFill>
            <a:srgbClr val="CFE8E2"/>
          </a:solidFill>
          <a:ln/>
        </p:spPr>
      </p:sp>
      <p:sp>
        <p:nvSpPr>
          <p:cNvPr id="20" name="Text 18"/>
          <p:cNvSpPr/>
          <p:nvPr/>
        </p:nvSpPr>
        <p:spPr>
          <a:xfrm>
            <a:off x="9791700" y="697230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1010900" y="664845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 DỊCH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010900" y="7048500"/>
            <a:ext cx="590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Python,</a:t>
            </a:r>
            <a:r>
              <a:rPr lang="en-US" sz="315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JavaScript,</a:t>
            </a: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Ruby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1010900" y="77914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14400" y="4495800"/>
            <a:ext cx="7810500" cy="1809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8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2f3da4ed-26a1-429a-abeb-8747191702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190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Biên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C,</a:t>
            </a:r>
            <a:r>
              <a:rPr lang="en-US" sz="33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C++,</a:t>
            </a:r>
            <a:r>
              <a:rPr lang="en-US" sz="33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7810500" cy="1524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dịch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mã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6096000"/>
            <a:ext cx="219075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compiler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295650" y="6096000"/>
            <a:ext cx="30480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machine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9532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71818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9200" y="7581900"/>
            <a:ext cx="70104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dịch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44300" y="1333500"/>
            <a:ext cx="34290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700" dirty="0"/>
          </a:p>
        </p:txBody>
      </p:sp>
      <p:sp>
        <p:nvSpPr>
          <p:cNvPr id="13" name="Connector line-1792338635439-838041503"/>
          <p:cNvSpPr/>
          <p:nvPr/>
        </p:nvSpPr>
        <p:spPr>
          <a:xfrm>
            <a:off x="13258800" y="2324100"/>
            <a:ext cx="0" cy="5715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525000" y="295275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67900" y="361950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1144250" y="3467100"/>
            <a:ext cx="561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34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34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144250" y="4152900"/>
            <a:ext cx="561975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550" dirty="0"/>
          </a:p>
        </p:txBody>
      </p:sp>
      <p:sp>
        <p:nvSpPr>
          <p:cNvPr id="18" name="Connector line-1792338635447-797173530"/>
          <p:cNvSpPr/>
          <p:nvPr/>
        </p:nvSpPr>
        <p:spPr>
          <a:xfrm>
            <a:off x="13258800" y="5276850"/>
            <a:ext cx="0" cy="5715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3620750" y="53911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525000" y="59055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67900" y="657225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1144250" y="6419850"/>
            <a:ext cx="561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CPU</a:t>
            </a:r>
            <a:endParaRPr lang="en-US" sz="3450" dirty="0"/>
          </a:p>
        </p:txBody>
      </p:sp>
      <p:sp>
        <p:nvSpPr>
          <p:cNvPr id="23" name="Text 21"/>
          <p:cNvSpPr/>
          <p:nvPr/>
        </p:nvSpPr>
        <p:spPr>
          <a:xfrm>
            <a:off x="11144250" y="7105650"/>
            <a:ext cx="561975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8cbbd386-2ec2-4df9-9d8f-c4fb10cfd3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1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190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Biên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78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bytecode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3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Java,</a:t>
            </a:r>
            <a:r>
              <a:rPr lang="en-US" sz="33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C#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7810500" cy="1524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thành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JVM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6096000"/>
            <a:ext cx="22860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bytecode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390900" y="6096000"/>
            <a:ext cx="161925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JVM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200650" y="609600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JIT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9532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71818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9200" y="7581900"/>
            <a:ext cx="70104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Đôi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JIT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44300" y="1238250"/>
            <a:ext cx="3429000" cy="6667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</p:txBody>
      </p:sp>
      <p:sp>
        <p:nvSpPr>
          <p:cNvPr id="14" name="Connector line-1792338828683-522616046"/>
          <p:cNvSpPr/>
          <p:nvPr/>
        </p:nvSpPr>
        <p:spPr>
          <a:xfrm>
            <a:off x="13258800" y="1943100"/>
            <a:ext cx="0" cy="34290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525000" y="2343150"/>
            <a:ext cx="7467600" cy="1752600"/>
          </a:xfrm>
          <a:prstGeom prst="roundRect">
            <a:avLst>
              <a:gd name="adj" fmla="val 13043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9867900" y="274320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1144250" y="2590800"/>
            <a:ext cx="561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1144250" y="3181350"/>
            <a:ext cx="57150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 nguồn thành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bytecode.</a:t>
            </a:r>
            <a:endParaRPr lang="en-US" sz="2400" dirty="0"/>
          </a:p>
        </p:txBody>
      </p:sp>
      <p:sp>
        <p:nvSpPr>
          <p:cNvPr id="19" name="Connector line-1792338828690-776956892"/>
          <p:cNvSpPr/>
          <p:nvPr/>
        </p:nvSpPr>
        <p:spPr>
          <a:xfrm>
            <a:off x="13258800" y="4133850"/>
            <a:ext cx="0" cy="3238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3620750" y="41529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bytecode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525000" y="4514850"/>
            <a:ext cx="7467600" cy="1752600"/>
          </a:xfrm>
          <a:prstGeom prst="roundRect">
            <a:avLst>
              <a:gd name="adj" fmla="val 13043"/>
            </a:avLst>
          </a:prstGeom>
          <a:solidFill>
            <a:srgbClr val="F3DFB8"/>
          </a:solidFill>
          <a:ln/>
        </p:spPr>
      </p:sp>
      <p:sp>
        <p:nvSpPr>
          <p:cNvPr id="22" name="Text 20"/>
          <p:cNvSpPr/>
          <p:nvPr/>
        </p:nvSpPr>
        <p:spPr>
          <a:xfrm>
            <a:off x="9867900" y="491490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1144250" y="4762500"/>
            <a:ext cx="561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3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33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(JVM)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144250" y="5353050"/>
            <a:ext cx="57150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bytecode.</a:t>
            </a:r>
            <a:endParaRPr lang="en-US" sz="2400" dirty="0"/>
          </a:p>
        </p:txBody>
      </p:sp>
      <p:sp>
        <p:nvSpPr>
          <p:cNvPr id="25" name="Connector line-1792338828701-577865100"/>
          <p:cNvSpPr/>
          <p:nvPr/>
        </p:nvSpPr>
        <p:spPr>
          <a:xfrm>
            <a:off x="13258800" y="6305550"/>
            <a:ext cx="0" cy="323850"/>
          </a:xfrm>
          <a:prstGeom prst="line">
            <a:avLst/>
          </a:prstGeom>
          <a:noFill/>
          <a:ln w="47625">
            <a:solidFill>
              <a:srgbClr val="B45309"/>
            </a:solidFill>
            <a:prstDash val="lgDash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3620750" y="63246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đôi</a:t>
            </a:r>
            <a:r>
              <a:rPr lang="en-US" sz="21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525000" y="6686550"/>
            <a:ext cx="7467600" cy="1752600"/>
          </a:xfrm>
          <a:prstGeom prst="roundRect">
            <a:avLst>
              <a:gd name="adj" fmla="val 1304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lgDash"/>
          </a:ln>
        </p:spPr>
      </p:sp>
      <p:sp>
        <p:nvSpPr>
          <p:cNvPr id="28" name="Text 26"/>
          <p:cNvSpPr/>
          <p:nvPr/>
        </p:nvSpPr>
        <p:spPr>
          <a:xfrm>
            <a:off x="9867900" y="708660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11144250" y="6877050"/>
            <a:ext cx="561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9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JIT,</a:t>
            </a:r>
            <a:r>
              <a:rPr lang="en-US" sz="33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11144250" y="7467600"/>
            <a:ext cx="5715000" cy="857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04/09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2b18af9c-3bdc-4a42-903b-a27ef21009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DỊCH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190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Thông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lúc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Python,</a:t>
            </a:r>
            <a:r>
              <a:rPr lang="en-US" sz="330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JavaScript,</a:t>
            </a:r>
            <a:r>
              <a:rPr lang="en-US" sz="3300" b="1" dirty="0" spc="-5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Ruby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7810500" cy="1524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6096000"/>
            <a:ext cx="4000500" cy="609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interpreted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105400" y="609600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interpreter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9532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71818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9200" y="7581900"/>
            <a:ext cx="70104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 mã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44300" y="1333500"/>
            <a:ext cx="34290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700" dirty="0"/>
          </a:p>
        </p:txBody>
      </p:sp>
      <p:sp>
        <p:nvSpPr>
          <p:cNvPr id="13" name="Connector line-1792338861032-602690730"/>
          <p:cNvSpPr/>
          <p:nvPr/>
        </p:nvSpPr>
        <p:spPr>
          <a:xfrm>
            <a:off x="13258800" y="2324100"/>
            <a:ext cx="0" cy="57150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525000" y="295275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lgDash"/>
          </a:ln>
        </p:spPr>
      </p:sp>
      <p:sp>
        <p:nvSpPr>
          <p:cNvPr id="15" name="Text 13"/>
          <p:cNvSpPr/>
          <p:nvPr/>
        </p:nvSpPr>
        <p:spPr>
          <a:xfrm>
            <a:off x="9867900" y="361950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1144250" y="3333750"/>
            <a:ext cx="571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1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3150" dirty="0"/>
          </a:p>
        </p:txBody>
      </p:sp>
      <p:sp>
        <p:nvSpPr>
          <p:cNvPr id="17" name="Connector line-1792338861039-796576965"/>
          <p:cNvSpPr/>
          <p:nvPr/>
        </p:nvSpPr>
        <p:spPr>
          <a:xfrm>
            <a:off x="13258800" y="5276850"/>
            <a:ext cx="0" cy="57150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3620750" y="53911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0" y="59055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67900" y="657225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1144250" y="6286500"/>
            <a:ext cx="571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31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1144250" y="6953250"/>
            <a:ext cx="5715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144250" y="4000500"/>
            <a:ext cx="5715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5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dạng mã nguồn.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d61c4660-e934-41b3-a342-790b1e6e20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 RANH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190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Ranh</a:t>
            </a:r>
            <a:r>
              <a:rPr lang="en-US" sz="78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 mờ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3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3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33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3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330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7810500" cy="1524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mờ.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8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609600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.pyc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533650" y="609600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JIT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9532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71818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9200" y="7581900"/>
            <a:ext cx="70104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86900" y="1257300"/>
            <a:ext cx="7543800" cy="3543300"/>
          </a:xfrm>
          <a:prstGeom prst="roundRect">
            <a:avLst>
              <a:gd name="adj" fmla="val 6452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9791700" y="15049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6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PYTHON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791700" y="2038350"/>
            <a:ext cx="219075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2100" dirty="0"/>
          </a:p>
        </p:txBody>
      </p:sp>
      <p:sp>
        <p:nvSpPr>
          <p:cNvPr id="15" name="Connector line-1792339156816-631174372"/>
          <p:cNvSpPr/>
          <p:nvPr/>
        </p:nvSpPr>
        <p:spPr>
          <a:xfrm>
            <a:off x="12020550" y="2562225"/>
            <a:ext cx="4000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2458700" y="2038350"/>
            <a:ext cx="19050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Bytecode</a:t>
            </a:r>
            <a:endParaRPr lang="en-US" sz="2100" dirty="0"/>
          </a:p>
        </p:txBody>
      </p:sp>
      <p:sp>
        <p:nvSpPr>
          <p:cNvPr id="17" name="Connector line-1792339156818-259477658"/>
          <p:cNvSpPr/>
          <p:nvPr/>
        </p:nvSpPr>
        <p:spPr>
          <a:xfrm>
            <a:off x="14401800" y="2562225"/>
            <a:ext cx="4000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Text richtext-1792339156821-42857087"/>
          <p:cNvSpPr/>
          <p:nvPr/>
        </p:nvSpPr>
        <p:spPr>
          <a:xfrm>
            <a:off x="9791700" y="3390900"/>
            <a:ext cx="6953250" cy="1238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Bytecode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486900" y="5219700"/>
            <a:ext cx="7543800" cy="3543300"/>
          </a:xfrm>
          <a:prstGeom prst="roundRect">
            <a:avLst>
              <a:gd name="adj" fmla="val 6452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9791700" y="54673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6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791700" y="6000750"/>
            <a:ext cx="26670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</a:t>
            </a:r>
            <a:r>
              <a:rPr lang="en-US" sz="21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2100" dirty="0"/>
          </a:p>
        </p:txBody>
      </p:sp>
      <p:sp>
        <p:nvSpPr>
          <p:cNvPr id="22" name="Connector line-1792339156846-721262079"/>
          <p:cNvSpPr/>
          <p:nvPr/>
        </p:nvSpPr>
        <p:spPr>
          <a:xfrm>
            <a:off x="12496800" y="6524625"/>
            <a:ext cx="381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2915900" y="6000750"/>
            <a:ext cx="1238250" cy="104775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JIT</a:t>
            </a:r>
            <a:endParaRPr lang="en-US" sz="2400" dirty="0"/>
          </a:p>
        </p:txBody>
      </p:sp>
      <p:sp>
        <p:nvSpPr>
          <p:cNvPr id="24" name="Connector line-1792339156850-766281789"/>
          <p:cNvSpPr/>
          <p:nvPr/>
        </p:nvSpPr>
        <p:spPr>
          <a:xfrm>
            <a:off x="14192250" y="6524625"/>
            <a:ext cx="381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5" name="Text richtext-1792339156852-900441139"/>
          <p:cNvSpPr/>
          <p:nvPr/>
        </p:nvSpPr>
        <p:spPr>
          <a:xfrm>
            <a:off x="9791700" y="7353300"/>
            <a:ext cx="6953250" cy="1238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JIT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06/09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4839950" y="2038350"/>
            <a:ext cx="19050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1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.pyc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4611350" y="6000750"/>
            <a:ext cx="21336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lúc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0f85161b-71b3-4f2a-9fe6-a895b9d099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190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33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300" b="1" dirty="0" spc="-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30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nói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5905500"/>
            <a:ext cx="7620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61722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86900" y="1257300"/>
            <a:ext cx="7543800" cy="2247900"/>
          </a:xfrm>
          <a:prstGeom prst="roundRect">
            <a:avLst>
              <a:gd name="adj" fmla="val 10169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1700" y="190500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9486900" y="3790950"/>
            <a:ext cx="7543800" cy="2247900"/>
          </a:xfrm>
          <a:prstGeom prst="roundRect">
            <a:avLst>
              <a:gd name="adj" fmla="val 10169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91700" y="443865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9486900" y="6324600"/>
            <a:ext cx="7543800" cy="2247900"/>
          </a:xfrm>
          <a:prstGeom prst="roundRect">
            <a:avLst>
              <a:gd name="adj" fmla="val 10169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91700" y="697230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5" name="Text richtext-1792339249594-134467609"/>
          <p:cNvSpPr/>
          <p:nvPr/>
        </p:nvSpPr>
        <p:spPr>
          <a:xfrm>
            <a:off x="1219200" y="6610350"/>
            <a:ext cx="7143750" cy="2000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JIT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cấp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 hơn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2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C#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gì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C#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1049000" y="3790950"/>
            <a:ext cx="581025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dịch</a:t>
            </a:r>
            <a:r>
              <a:rPr lang="en-US" sz="24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dịch.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1049000" y="6324600"/>
            <a:ext cx="581025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30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"Nhanh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hơn"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1049000" y="1257300"/>
            <a:ext cx="581025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chia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309323a2-0369-4440-a162-e0053292f9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190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hình,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8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3771900"/>
            <a:ext cx="7620000" cy="4991100"/>
          </a:xfrm>
          <a:prstGeom prst="roundRect">
            <a:avLst>
              <a:gd name="adj" fmla="val 5344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40386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9200" y="4476750"/>
            <a:ext cx="7010400" cy="4000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443"/>
              </a:lnSpc>
              <a:buNone/>
            </a:pPr>
            <a:r>
              <a:rPr lang="en-US" sz="2550" b="1" dirty="0" spc="-2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pPr algn="l" indent="0" marL="0">
              <a:lnSpc>
                <a:spcPts val="3443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bytecode.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đó,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hơn?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443"/>
              </a:lnSpc>
              <a:buNone/>
            </a:pPr>
            <a:r>
              <a:rPr lang="en-US" sz="25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có gì khác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86900" y="11620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86900" y="1676400"/>
            <a:ext cx="7543800" cy="2095500"/>
          </a:xfrm>
          <a:prstGeom prst="roundRect">
            <a:avLst>
              <a:gd name="adj" fmla="val 10909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9791700" y="2295525"/>
            <a:ext cx="857250" cy="857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0934700" y="1676400"/>
            <a:ext cx="5905500" cy="2095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spc="13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JVM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bytecode.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JIT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486900" y="3981450"/>
            <a:ext cx="7543800" cy="2095500"/>
          </a:xfrm>
          <a:prstGeom prst="roundRect">
            <a:avLst>
              <a:gd name="adj" fmla="val 10909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9791700" y="4600575"/>
            <a:ext cx="857250" cy="857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0934700" y="3981450"/>
            <a:ext cx="5905500" cy="2095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1950" b="1" spc="21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486900" y="6286500"/>
            <a:ext cx="7543800" cy="2095500"/>
          </a:xfrm>
          <a:prstGeom prst="roundRect">
            <a:avLst>
              <a:gd name="adj" fmla="val 10909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91700" y="6905625"/>
            <a:ext cx="857250" cy="857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0934700" y="6286500"/>
            <a:ext cx="5905500" cy="2095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spc="16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PYTHON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 nguồn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dịch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(tệp</a:t>
            </a:r>
            <a:r>
              <a:rPr lang="en-US" sz="24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.pyc),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08/09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13b05e0-d13b-4ff6-b6a7-43ca53ee0c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77500" y="1104900"/>
            <a:ext cx="689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14400" y="2133600"/>
            <a:ext cx="52959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23241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38" dirty="0" spc="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endParaRPr lang="en-US" sz="8738" dirty="0"/>
          </a:p>
        </p:txBody>
      </p:sp>
      <p:sp>
        <p:nvSpPr>
          <p:cNvPr id="6" name="Text 4"/>
          <p:cNvSpPr/>
          <p:nvPr/>
        </p:nvSpPr>
        <p:spPr>
          <a:xfrm>
            <a:off x="1257300" y="37909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Central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57300" y="424815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57300" y="4895850"/>
            <a:ext cx="466725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25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496050" y="2133600"/>
            <a:ext cx="52959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6838950" y="23241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38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JVM</a:t>
            </a:r>
            <a:endParaRPr lang="en-US" sz="8738" dirty="0"/>
          </a:p>
        </p:txBody>
      </p:sp>
      <p:sp>
        <p:nvSpPr>
          <p:cNvPr id="11" name="Text 9"/>
          <p:cNvSpPr/>
          <p:nvPr/>
        </p:nvSpPr>
        <p:spPr>
          <a:xfrm>
            <a:off x="6838950" y="37909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Virtual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Machine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38950" y="424815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300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2077700" y="2133600"/>
            <a:ext cx="52959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420600" y="23241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38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JIT</a:t>
            </a:r>
            <a:endParaRPr lang="en-US" sz="8738" dirty="0"/>
          </a:p>
        </p:txBody>
      </p:sp>
      <p:sp>
        <p:nvSpPr>
          <p:cNvPr id="15" name="Text 13"/>
          <p:cNvSpPr/>
          <p:nvPr/>
        </p:nvSpPr>
        <p:spPr>
          <a:xfrm>
            <a:off x="12420600" y="37909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Just-In-Time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420600" y="424815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" y="60960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6534150"/>
            <a:ext cx="52959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81100" y="6743700"/>
            <a:ext cx="476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81100" y="72199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496050" y="6534150"/>
            <a:ext cx="52959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6762750" y="6743700"/>
            <a:ext cx="476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762750" y="72199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1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(tệp</a:t>
            </a:r>
            <a:r>
              <a:rPr lang="en-US" sz="2100" dirty="0" spc="-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.pyc)</a:t>
            </a: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interpreted.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077700" y="6534150"/>
            <a:ext cx="52959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2344400" y="6743700"/>
            <a:ext cx="476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2344400" y="72199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Network,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Just-In-Time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Compilation.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14400" y="8420100"/>
            <a:ext cx="16459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4400" y="882015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 nghĩa CPU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JVM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18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09/09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6838950" y="4895850"/>
            <a:ext cx="466725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Java.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2420600" y="4895850"/>
            <a:ext cx="466725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5eaca122-3d90-4e89-85bb-1563d4dc7e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2026-10-18T16:04:22Z</dcterms:created>
  <dcterms:modified xsi:type="dcterms:W3CDTF">2026-10-18T16:04:22Z</dcterms:modified>
</cp:coreProperties>
</file>