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334500" cy="37338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đũa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thần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9055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</a:t>
            </a: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game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dịch.</a:t>
            </a:r>
            <a:endParaRPr lang="en-US" sz="3000" dirty="0"/>
          </a:p>
        </p:txBody>
      </p:sp>
      <p:sp>
        <p:nvSpPr>
          <p:cNvPr id="5" name="Connector line-1792383833416-594932460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4771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10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điểm,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382250" y="2857500"/>
            <a:ext cx="6991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80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1800" b="1" spc="28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endParaRPr lang="en-US" sz="1800" dirty="0"/>
          </a:p>
        </p:txBody>
      </p:sp>
      <p:sp>
        <p:nvSpPr>
          <p:cNvPr id="8" name="Connector line-1792383833426-953460070"/>
          <p:cNvSpPr/>
          <p:nvPr/>
        </p:nvSpPr>
        <p:spPr>
          <a:xfrm>
            <a:off x="10382250" y="5334000"/>
            <a:ext cx="6991350" cy="0"/>
          </a:xfrm>
          <a:prstGeom prst="line">
            <a:avLst/>
          </a:prstGeom>
          <a:noFill/>
          <a:ln w="47625">
            <a:solidFill>
              <a:srgbClr val="3A405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782300" y="5162550"/>
            <a:ext cx="342900" cy="342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Shape 8"/>
          <p:cNvSpPr/>
          <p:nvPr/>
        </p:nvSpPr>
        <p:spPr>
          <a:xfrm>
            <a:off x="13449300" y="5162550"/>
            <a:ext cx="342900" cy="3429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1" name="Shape 9"/>
          <p:cNvSpPr/>
          <p:nvPr/>
        </p:nvSpPr>
        <p:spPr>
          <a:xfrm>
            <a:off x="15925800" y="5162550"/>
            <a:ext cx="342900" cy="3429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41910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t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0,05</a:t>
            </a:r>
            <a:r>
              <a:rPr lang="en-US" sz="255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µs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715500" y="5715000"/>
            <a:ext cx="2476500" cy="762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ctr" indent="0" marL="0">
              <a:lnSpc>
                <a:spcPts val="2438"/>
              </a:lnSpc>
              <a:buNone/>
            </a:pPr>
            <a:r>
              <a:rPr lang="en-US" sz="19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382500" y="41910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t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26</a:t>
            </a:r>
            <a:r>
              <a:rPr lang="en-US" sz="25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2550" dirty="0" spc="-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30</a:t>
            </a:r>
            <a:r>
              <a:rPr lang="en-US" sz="25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µs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382500" y="5715000"/>
            <a:ext cx="2476500" cy="762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ctr" indent="0" marL="0">
              <a:lnSpc>
                <a:spcPts val="2438"/>
              </a:lnSpc>
              <a:buNone/>
            </a:pPr>
            <a:r>
              <a:rPr lang="en-US" sz="19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socket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Unix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4859000" y="4191000"/>
            <a:ext cx="2514600" cy="857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t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162</a:t>
            </a:r>
            <a:r>
              <a:rPr lang="en-US" sz="25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2550" dirty="0" spc="-1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169</a:t>
            </a:r>
            <a:r>
              <a:rPr lang="en-US" sz="255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µs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4859000" y="5715000"/>
            <a:ext cx="2514600" cy="762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ctr" indent="0" marL="0">
              <a:lnSpc>
                <a:spcPts val="2438"/>
              </a:lnSpc>
              <a:buNone/>
            </a:pP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5a3c1776-35e7-431f-8693-0cae362d1e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Game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sàn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 dịch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2050" y="2914650"/>
            <a:ext cx="838200" cy="8382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2286000" y="2762250"/>
            <a:ext cx="146685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Rất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trễ: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mili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1338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2050" y="4286250"/>
            <a:ext cx="838200" cy="8382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2286000" y="4133850"/>
            <a:ext cx="146685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5054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2050" y="5657850"/>
            <a:ext cx="838200" cy="838200"/>
          </a:xfrm>
          <a:prstGeom prst="ellipse">
            <a:avLst/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2286000" y="5505450"/>
            <a:ext cx="146685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DD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334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r>
              <a:rPr lang="en-US" sz="25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2550" dirty="0" spc="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đặc</a:t>
            </a:r>
            <a:r>
              <a:rPr lang="en-US" sz="25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25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máy.</a:t>
            </a:r>
            <a:endParaRPr lang="en-US" sz="2550" dirty="0"/>
          </a:p>
        </p:txBody>
      </p:sp>
      <p:sp>
        <p:nvSpPr>
          <p:cNvPr id="15" name="Connector line-1792383858392-3164440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38272492-76e1-4aa7-9277-36b77bbfb8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6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tốn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3886200" cy="4000500"/>
          </a:xfrm>
          <a:prstGeom prst="roundRect">
            <a:avLst>
              <a:gd name="adj" fmla="val 7843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162300"/>
            <a:ext cx="3276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191000"/>
            <a:ext cx="3276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3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0,05</a:t>
            </a:r>
            <a:r>
              <a:rPr lang="en-US" sz="3450" dirty="0" spc="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3450" dirty="0" spc="-3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0,08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19200" y="514350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µs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19200" y="5715000"/>
            <a:ext cx="3276600" cy="8572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tiến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105400" y="2857500"/>
            <a:ext cx="3886200" cy="4000500"/>
          </a:xfrm>
          <a:prstGeom prst="roundRect">
            <a:avLst>
              <a:gd name="adj" fmla="val 7843"/>
            </a:avLst>
          </a:prstGeom>
          <a:solidFill>
            <a:srgbClr val="F3DFB8"/>
          </a:solidFill>
          <a:ln/>
        </p:spPr>
      </p:sp>
      <p:sp>
        <p:nvSpPr>
          <p:cNvPr id="10" name="Text 8"/>
          <p:cNvSpPr/>
          <p:nvPr/>
        </p:nvSpPr>
        <p:spPr>
          <a:xfrm>
            <a:off x="5410200" y="3162300"/>
            <a:ext cx="3276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Socket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Unix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410200" y="4191000"/>
            <a:ext cx="3276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26</a:t>
            </a:r>
            <a:r>
              <a:rPr lang="en-US" sz="3450" dirty="0" spc="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345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30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5410200" y="514350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µs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410200" y="5715000"/>
            <a:ext cx="3276600" cy="8572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4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về,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296400" y="2857500"/>
            <a:ext cx="3886200" cy="4000500"/>
          </a:xfrm>
          <a:prstGeom prst="roundRect">
            <a:avLst>
              <a:gd name="adj" fmla="val 7843"/>
            </a:avLst>
          </a:prstGeom>
          <a:solidFill>
            <a:srgbClr val="F3DFB8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0" y="3162300"/>
            <a:ext cx="3276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601200" y="4191000"/>
            <a:ext cx="3276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3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33</a:t>
            </a:r>
            <a:r>
              <a:rPr lang="en-US" sz="3450" dirty="0" spc="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345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37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9601200" y="514350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µs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601200" y="5715000"/>
            <a:ext cx="3276600" cy="8572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4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về,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3487400" y="2857500"/>
            <a:ext cx="3886200" cy="4000500"/>
          </a:xfrm>
          <a:prstGeom prst="roundRect">
            <a:avLst>
              <a:gd name="adj" fmla="val 7843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13792200" y="3162300"/>
            <a:ext cx="3276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3792200" y="4191000"/>
            <a:ext cx="3276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162</a:t>
            </a:r>
            <a:r>
              <a:rPr lang="en-US" sz="3450" dirty="0" spc="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345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169</a:t>
            </a:r>
            <a:endParaRPr lang="en-US" sz="3450" dirty="0"/>
          </a:p>
        </p:txBody>
      </p:sp>
      <p:sp>
        <p:nvSpPr>
          <p:cNvPr id="22" name="Text 20"/>
          <p:cNvSpPr/>
          <p:nvPr/>
        </p:nvSpPr>
        <p:spPr>
          <a:xfrm>
            <a:off x="13792200" y="514350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µs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3792200" y="5715000"/>
            <a:ext cx="3276600" cy="8572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4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về,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3DFB8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334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Ngân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micro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giây: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nhảy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vượt.</a:t>
            </a:r>
            <a:endParaRPr lang="en-US" sz="2550" dirty="0"/>
          </a:p>
        </p:txBody>
      </p:sp>
      <p:sp>
        <p:nvSpPr>
          <p:cNvPr id="26" name="Connector line-1792383878183-16582229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745d03c8-9b39-47ea-9f6c-e70b3584bd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 NẰM</a:t>
            </a:r>
            <a:r>
              <a:rPr lang="en-US" sz="1800" b="1" spc="28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9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 lần giảm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667500" cy="4286250"/>
          </a:xfrm>
          <a:prstGeom prst="roundRect">
            <a:avLst>
              <a:gd name="adj" fmla="val 711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62300"/>
            <a:ext cx="314325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4095750"/>
            <a:ext cx="6096000" cy="142875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9900"/>
              </a:lnSpc>
              <a:buNone/>
            </a:pPr>
            <a:r>
              <a:rPr lang="en-US" sz="9000" dirty="0" spc="-19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0,1</a:t>
            </a:r>
            <a:r>
              <a:rPr lang="en-US" sz="90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µs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238250" y="5905500"/>
            <a:ext cx="6096000" cy="8572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039100" y="2857500"/>
            <a:ext cx="9334500" cy="4286250"/>
          </a:xfrm>
          <a:prstGeom prst="roundRect">
            <a:avLst>
              <a:gd name="adj" fmla="val 7111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62950" y="3162300"/>
            <a:ext cx="381000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362950" y="4000500"/>
            <a:ext cx="8572500" cy="952500"/>
          </a:xfrm>
          <a:prstGeom prst="rect">
            <a:avLst/>
          </a:prstGeom>
          <a:noFill/>
          <a:ln/>
        </p:spPr>
        <p:txBody>
          <a:bodyPr wrap="square" lIns="0" tIns="34290" rIns="0" bIns="-34290" rtlCol="0" anchor="t"/>
          <a:lstStyle/>
          <a:p>
            <a:pPr algn="l" indent="0" marL="0">
              <a:lnSpc>
                <a:spcPts val="5940"/>
              </a:lnSpc>
              <a:buNone/>
            </a:pPr>
            <a:r>
              <a:rPr lang="en-US" sz="54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27</a:t>
            </a:r>
            <a:r>
              <a:rPr lang="en-US" sz="54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4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31</a:t>
            </a:r>
            <a:r>
              <a:rPr lang="en-US" sz="5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µs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362950" y="49530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2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362950" y="5619750"/>
            <a:ext cx="8572500" cy="952500"/>
          </a:xfrm>
          <a:prstGeom prst="rect">
            <a:avLst/>
          </a:prstGeom>
          <a:noFill/>
          <a:ln/>
        </p:spPr>
        <p:txBody>
          <a:bodyPr wrap="square" lIns="0" tIns="34290" rIns="0" bIns="-34290" rtlCol="0" anchor="t"/>
          <a:lstStyle/>
          <a:p>
            <a:pPr algn="l" indent="0" marL="0">
              <a:lnSpc>
                <a:spcPts val="5940"/>
              </a:lnSpc>
              <a:buNone/>
            </a:pPr>
            <a:r>
              <a:rPr lang="en-US" sz="54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790</a:t>
            </a:r>
            <a:r>
              <a:rPr lang="en-US" sz="5400" dirty="0" spc="1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4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900</a:t>
            </a:r>
            <a:r>
              <a:rPr lang="en-US" sz="54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µs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362950" y="65722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2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262B38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7524750"/>
            <a:ext cx="133350" cy="1047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7524750"/>
            <a:ext cx="15659100" cy="1047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Hàng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nghìn lần</a:t>
            </a:r>
            <a:r>
              <a:rPr lang="en-US" sz="24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rẻ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 ghi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xuống</a:t>
            </a:r>
            <a:r>
              <a:rPr lang="en-US" sz="24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đĩa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lần.</a:t>
            </a:r>
            <a:endParaRPr lang="en-US" sz="2400" dirty="0"/>
          </a:p>
        </p:txBody>
      </p:sp>
      <p:sp>
        <p:nvSpPr>
          <p:cNvPr id="17" name="Connector line-1792383894109-301463030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f86fd38e-dbd4-438b-bd0b-f0c2e992cd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KẾT NỐI</a:t>
            </a:r>
            <a:r>
              <a:rPr lang="en-US" sz="1800" b="1" spc="28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b="1" spc="3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DÍNH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0477500" cy="4000500"/>
          </a:xfrm>
          <a:prstGeom prst="rect">
            <a:avLst/>
          </a:prstGeom>
          <a:noFill/>
          <a:ln/>
        </p:spPr>
        <p:txBody>
          <a:bodyPr wrap="square" lIns="0" tIns="304800" rIns="0" bIns="-304800" rtlCol="0" anchor="t"/>
          <a:lstStyle/>
          <a:p>
            <a:pPr algn="l" indent="0" marL="0">
              <a:lnSpc>
                <a:spcPts val="30000"/>
              </a:lnSpc>
              <a:buNone/>
            </a:pPr>
            <a:r>
              <a:rPr lang="en-US" sz="30000" dirty="0" spc="-40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80,1%</a:t>
            </a:r>
            <a:endParaRPr lang="en-US" sz="30000" dirty="0"/>
          </a:p>
        </p:txBody>
      </p:sp>
      <p:sp>
        <p:nvSpPr>
          <p:cNvPr id="5" name="Text 3"/>
          <p:cNvSpPr/>
          <p:nvPr/>
        </p:nvSpPr>
        <p:spPr>
          <a:xfrm>
            <a:off x="11715750" y="3143250"/>
            <a:ext cx="56578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</a:t>
            </a:r>
            <a:r>
              <a:rPr lang="en-US" sz="33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3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3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33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33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33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3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1715750" y="5619750"/>
            <a:ext cx="5657850" cy="952500"/>
          </a:xfrm>
          <a:prstGeom prst="rect">
            <a:avLst/>
          </a:prstGeom>
          <a:noFill/>
          <a:ln/>
        </p:spPr>
        <p:txBody>
          <a:bodyPr wrap="square" lIns="0" tIns="12118" rIns="0" bIns="-12118" rtlCol="0" anchor="t"/>
          <a:lstStyle/>
          <a:p>
            <a:pPr algn="l" indent="0" marL="0">
              <a:lnSpc>
                <a:spcPts val="2917"/>
              </a:lnSpc>
              <a:buNone/>
            </a:pPr>
            <a:r>
              <a:rPr lang="en-US" sz="2244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100.000</a:t>
            </a:r>
            <a:r>
              <a:rPr lang="en-US" sz="2244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44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chơi,</a:t>
            </a:r>
            <a:r>
              <a:rPr lang="en-US" sz="2244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244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44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44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44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44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44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244" dirty="0"/>
          </a:p>
        </p:txBody>
      </p:sp>
      <p:sp>
        <p:nvSpPr>
          <p:cNvPr id="7" name="Shape 5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7334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Dùng</a:t>
            </a:r>
            <a:r>
              <a:rPr lang="en-US" sz="25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băm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20,3%</a:t>
            </a: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máy.</a:t>
            </a:r>
            <a:endParaRPr lang="en-US" sz="2550" dirty="0"/>
          </a:p>
        </p:txBody>
      </p:sp>
      <p:sp>
        <p:nvSpPr>
          <p:cNvPr id="9" name="Connector line-1792383910332-681637297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0e98bbfa-47b2-4d27-a879-02e86f3dee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Hướng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762250"/>
            <a:ext cx="133350" cy="2286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2762250"/>
            <a:ext cx="7239000" cy="2286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Đo</a:t>
            </a:r>
            <a:r>
              <a:rPr lang="en-US" sz="27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ảo,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2762250"/>
            <a:ext cx="133350" cy="2286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9791700" y="2762250"/>
            <a:ext cx="7239000" cy="2286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HTTP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 vì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Python.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334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5334000"/>
            <a:ext cx="133350" cy="2286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5334000"/>
            <a:ext cx="7239000" cy="2286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Định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tuyến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băm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giản,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72600" y="5334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72600" y="5334000"/>
            <a:ext cx="133350" cy="2286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9791700" y="5334000"/>
            <a:ext cx="7239000" cy="2286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 có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xấu.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800100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2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trúc.</a:t>
            </a:r>
            <a:endParaRPr lang="en-US" sz="2250" dirty="0"/>
          </a:p>
        </p:txBody>
      </p:sp>
      <p:sp>
        <p:nvSpPr>
          <p:cNvPr id="17" name="Connector line-1792383927791-6468939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6cae3134-9348-407b-8be6-08f458fe671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Game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bắn</a:t>
            </a:r>
            <a:r>
              <a:rPr lang="en-US" sz="69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súng,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6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Tách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HTTP: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862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4900" y="4381500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95500" y="4286250"/>
            <a:ext cx="14859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tick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16,7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lần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53911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4900" y="5486400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95500" y="5391150"/>
            <a:ext cx="14859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nghìn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µs,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0,1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4960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4900" y="659130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95500" y="6496050"/>
            <a:ext cx="14859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dính: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550" dirty="0"/>
          </a:p>
        </p:txBody>
      </p:sp>
      <p:sp>
        <p:nvSpPr>
          <p:cNvPr id="15" name="Connector line-1792383946890-73897531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ca8af172-965d-4672-9cb3-7c08314d0f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 sắp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813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39052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bài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850" dirty="0"/>
          </a:p>
        </p:txBody>
      </p:sp>
      <p:sp>
        <p:nvSpPr>
          <p:cNvPr id="7" name="Text richtext-1792383965193-259718763"/>
          <p:cNvSpPr/>
          <p:nvPr/>
        </p:nvSpPr>
        <p:spPr>
          <a:xfrm>
            <a:off x="1238250" y="5143500"/>
            <a:ext cx="4572000" cy="2000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Nhạy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5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dính.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31813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58000" y="39052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850" b="1" dirty="0" spc="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85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2850" dirty="0"/>
          </a:p>
        </p:txBody>
      </p:sp>
      <p:sp>
        <p:nvSpPr>
          <p:cNvPr id="11" name="Text richtext-1792383965218-729260544"/>
          <p:cNvSpPr/>
          <p:nvPr/>
        </p:nvSpPr>
        <p:spPr>
          <a:xfrm>
            <a:off x="6858000" y="5143500"/>
            <a:ext cx="4572000" cy="2000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buSzPct val="100000"/>
              <a:buFont typeface="Arial"/>
              <a:buChar char="•"/>
            </a:pPr>
            <a:r>
              <a:rPr lang="en-US" sz="22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539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77750" y="3181350"/>
            <a:ext cx="219075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477750" y="39052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2850" dirty="0"/>
          </a:p>
        </p:txBody>
      </p:sp>
      <p:sp>
        <p:nvSpPr>
          <p:cNvPr id="15" name="Text richtext-1792383965229-599892904"/>
          <p:cNvSpPr/>
          <p:nvPr/>
        </p:nvSpPr>
        <p:spPr>
          <a:xfrm>
            <a:off x="12477750" y="5143500"/>
            <a:ext cx="4572000" cy="2000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ích: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nhỏ,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2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Thách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thức: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tạp,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trễ.</a:t>
            </a:r>
            <a:endParaRPr lang="en-US" sz="2250" dirty="0"/>
          </a:p>
        </p:txBody>
      </p:sp>
      <p:sp>
        <p:nvSpPr>
          <p:cNvPr id="16" name="Connector line-1792383965236-64575902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53feb436-14ce-4bde-add5-ee56ac2568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914400"/>
          </a:xfrm>
          <a:prstGeom prst="roundRect">
            <a:avLst>
              <a:gd name="adj" fmla="val 2291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2838450"/>
            <a:ext cx="304800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476750" y="2705100"/>
            <a:ext cx="1257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476750" y="3009900"/>
            <a:ext cx="1257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2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3733800"/>
            <a:ext cx="16459200" cy="914400"/>
          </a:xfrm>
          <a:prstGeom prst="roundRect">
            <a:avLst>
              <a:gd name="adj" fmla="val 2291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3905250"/>
            <a:ext cx="304800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476750" y="3771900"/>
            <a:ext cx="1257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476750" y="4076700"/>
            <a:ext cx="1257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cậy,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4800600"/>
            <a:ext cx="16459200" cy="914400"/>
          </a:xfrm>
          <a:prstGeom prst="roundRect">
            <a:avLst>
              <a:gd name="adj" fmla="val 22917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" y="4972050"/>
            <a:ext cx="3048000" cy="571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1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dính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476750" y="4800600"/>
            <a:ext cx="1257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14400" y="5867400"/>
            <a:ext cx="16459200" cy="914400"/>
          </a:xfrm>
          <a:prstGeom prst="roundRect">
            <a:avLst>
              <a:gd name="adj" fmla="val 22917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" y="6038850"/>
            <a:ext cx="3048000" cy="571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476750" y="5867400"/>
            <a:ext cx="1257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14400" y="7429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78295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 kiến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nhỏ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</a:t>
            </a:r>
            <a:endParaRPr lang="en-US" sz="1950" dirty="0"/>
          </a:p>
        </p:txBody>
      </p:sp>
      <p:sp>
        <p:nvSpPr>
          <p:cNvPr id="20" name="Connector line-1792383981547-93752006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4f01fea8-17a8-4514-bbc4-461d3995e4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2026-10-19T04:26:39Z</dcterms:created>
  <dcterms:modified xsi:type="dcterms:W3CDTF">2026-10-19T04:26:39Z</dcterms:modified>
</cp:coreProperties>
</file>