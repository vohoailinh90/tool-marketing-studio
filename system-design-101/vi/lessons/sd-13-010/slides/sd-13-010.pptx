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ExtraBold"/>
      <p:regular r:id="rId20"/>
    </p:embeddedFont>
    <p:embeddedFont>
      <p:font typeface="Be Vietnam Pro SemiBold"/>
      <p:regular r:id="rId21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Relationship Id="rId21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2476500"/>
          </a:xfrm>
          <a:prstGeom prst="rect">
            <a:avLst/>
          </a:prstGeom>
          <a:noFill/>
          <a:ln/>
        </p:spPr>
        <p:txBody>
          <a:bodyPr wrap="square" lIns="0" tIns="61722" rIns="0" bIns="-61722" rtlCol="0" anchor="t"/>
          <a:lstStyle/>
          <a:p>
            <a:pPr algn="l" indent="0" marL="0">
              <a:lnSpc>
                <a:spcPts val="8748"/>
              </a:lnSpc>
              <a:buNone/>
            </a:pP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Bảng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tuần</a:t>
            </a:r>
            <a:r>
              <a:rPr lang="en-US" sz="81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hoàn</a:t>
            </a:r>
            <a:r>
              <a:rPr lang="en-US" sz="8100" dirty="0" spc="-2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Kubernetes:</a:t>
            </a:r>
            <a:r>
              <a:rPr lang="en-US" sz="8100" dirty="0" spc="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đọc</a:t>
            </a:r>
            <a:r>
              <a:rPr lang="en-US" sz="8100" dirty="0" spc="2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để</a:t>
            </a:r>
            <a:r>
              <a:rPr lang="en-US" sz="8100" dirty="0" spc="-3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cứu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000500"/>
            <a:ext cx="16459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Gom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30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30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00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5334000"/>
            <a:ext cx="3810000" cy="2476500"/>
          </a:xfrm>
          <a:prstGeom prst="roundRect">
            <a:avLst>
              <a:gd name="adj" fmla="val 7692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1100" y="55245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01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181100" y="6096000"/>
            <a:ext cx="32766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1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Thành</a:t>
            </a:r>
            <a:r>
              <a:rPr lang="en-US" sz="2700" dirty="0" spc="-5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phần</a:t>
            </a:r>
            <a:r>
              <a:rPr lang="en-US" sz="2700" dirty="0" spc="-9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lõi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4991100" y="5334000"/>
            <a:ext cx="3810000" cy="2476500"/>
          </a:xfrm>
          <a:prstGeom prst="roundRect">
            <a:avLst>
              <a:gd name="adj" fmla="val 7692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257800" y="55245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02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5257800" y="6096000"/>
            <a:ext cx="32766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1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Thành</a:t>
            </a:r>
            <a:r>
              <a:rPr lang="en-US" sz="2700" dirty="0" spc="-5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phần</a:t>
            </a:r>
            <a:r>
              <a:rPr lang="en-US" sz="2700" dirty="0" spc="-2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tùy</a:t>
            </a:r>
            <a:r>
              <a:rPr lang="en-US" sz="2700" dirty="0" spc="-9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chọn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9067800" y="5334000"/>
            <a:ext cx="3810000" cy="2476500"/>
          </a:xfrm>
          <a:prstGeom prst="roundRect">
            <a:avLst>
              <a:gd name="adj" fmla="val 7692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334500" y="55245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03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9334500" y="6096000"/>
            <a:ext cx="32766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1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Đối</a:t>
            </a:r>
            <a:r>
              <a:rPr lang="en-US" sz="2700" dirty="0" spc="6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tượng</a:t>
            </a:r>
            <a:r>
              <a:rPr lang="en-US" sz="2700" dirty="0" spc="0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API</a:t>
            </a:r>
            <a:endParaRPr lang="en-US" sz="2700" dirty="0"/>
          </a:p>
        </p:txBody>
      </p:sp>
      <p:sp>
        <p:nvSpPr>
          <p:cNvPr id="14" name="Shape 12"/>
          <p:cNvSpPr/>
          <p:nvPr/>
        </p:nvSpPr>
        <p:spPr>
          <a:xfrm>
            <a:off x="13144500" y="5334000"/>
            <a:ext cx="3810000" cy="2476500"/>
          </a:xfrm>
          <a:prstGeom prst="roundRect">
            <a:avLst>
              <a:gd name="adj" fmla="val 7692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3411200" y="55245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04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3411200" y="6096000"/>
            <a:ext cx="32766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4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Dự</a:t>
            </a:r>
            <a:r>
              <a:rPr lang="en-US" sz="2700" dirty="0" spc="3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án</a:t>
            </a:r>
            <a:r>
              <a:rPr lang="en-US" sz="2700" dirty="0" spc="-7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hệ</a:t>
            </a:r>
            <a:r>
              <a:rPr lang="en-US" sz="2700" dirty="0" spc="0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sinh</a:t>
            </a:r>
            <a:r>
              <a:rPr lang="en-US" sz="2700" dirty="0" spc="-1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thái</a:t>
            </a:r>
            <a:endParaRPr lang="en-US" sz="270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aad55b8a-b44d-41c5-95b2-b6340648a70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Đọc</a:t>
            </a:r>
            <a:r>
              <a:rPr lang="en-US" sz="6900" dirty="0" spc="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để</a:t>
            </a:r>
            <a:r>
              <a:rPr lang="en-US" sz="6900" dirty="0" spc="-3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</a:t>
            </a:r>
            <a:r>
              <a:rPr lang="en-US" sz="69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cứu,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900" dirty="0" spc="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để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học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thuộc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8001000" cy="4476750"/>
          </a:xfrm>
          <a:prstGeom prst="roundRect">
            <a:avLst>
              <a:gd name="adj" fmla="val 5957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42900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22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NÊN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333500" y="4191000"/>
            <a:ext cx="7239000" cy="304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Bản</a:t>
            </a:r>
            <a:r>
              <a:rPr lang="en-US" sz="5400" dirty="0" spc="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đồ</a:t>
            </a:r>
            <a:r>
              <a:rPr lang="en-US" sz="5400" dirty="0" spc="-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</a:t>
            </a:r>
            <a:r>
              <a:rPr lang="en-US" sz="54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cứu</a:t>
            </a:r>
            <a:endParaRPr lang="en-US" sz="5400" dirty="0"/>
          </a:p>
        </p:txBody>
      </p:sp>
      <p:sp>
        <p:nvSpPr>
          <p:cNvPr id="7" name="Shape 5"/>
          <p:cNvSpPr/>
          <p:nvPr/>
        </p:nvSpPr>
        <p:spPr>
          <a:xfrm>
            <a:off x="9372600" y="3143250"/>
            <a:ext cx="8001000" cy="4476750"/>
          </a:xfrm>
          <a:prstGeom prst="roundRect">
            <a:avLst>
              <a:gd name="adj" fmla="val 5957"/>
            </a:avLst>
          </a:prstGeom>
          <a:solidFill>
            <a:srgbClr val="E8E0CF"/>
          </a:solidFill>
          <a:ln w="28575">
            <a:solidFill>
              <a:srgbClr val="6B6A6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91700" y="342900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10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9791700" y="4191000"/>
            <a:ext cx="7239000" cy="304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Danh</a:t>
            </a:r>
            <a:r>
              <a:rPr lang="en-US" sz="54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sách học thuộc</a:t>
            </a:r>
            <a:endParaRPr lang="en-US" sz="5400" dirty="0"/>
          </a:p>
        </p:txBody>
      </p:sp>
      <p:sp>
        <p:nvSpPr>
          <p:cNvPr id="10" name="Text 8"/>
          <p:cNvSpPr/>
          <p:nvPr/>
        </p:nvSpPr>
        <p:spPr>
          <a:xfrm>
            <a:off x="914400" y="809625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5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Tách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700" dirty="0" spc="-3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70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cái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700" dirty="0" spc="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70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kèm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cụm, cái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 tự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cài.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2" name="Shape 10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3" name="Shape 11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4" name="Shape 12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5" name="Shape 13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Shape 14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Shape 18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1" name="Text 19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9cc6c4f5-5dfd-44c4-b9a0-8c67d91ec65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6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LOẠI</a:t>
            </a:r>
            <a:r>
              <a:rPr lang="en-US" sz="1950" b="1" spc="30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950" b="1" spc="29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 PHẦN</a:t>
            </a:r>
            <a:r>
              <a:rPr lang="en-US" sz="1950" b="1" spc="27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LÕI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1619250"/>
            <a:ext cx="133350" cy="1238250"/>
          </a:xfrm>
          <a:prstGeom prst="rect">
            <a:avLst/>
          </a:prstGeom>
          <a:solidFill>
            <a:srgbClr val="3DD6A0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1524000"/>
            <a:ext cx="15716250" cy="3143250"/>
          </a:xfrm>
          <a:prstGeom prst="rect">
            <a:avLst/>
          </a:prstGeom>
          <a:noFill/>
          <a:ln/>
        </p:spPr>
        <p:txBody>
          <a:bodyPr wrap="square" lIns="0" tIns="49530" rIns="0" bIns="-49530" rtlCol="0" anchor="t"/>
          <a:lstStyle/>
          <a:p>
            <a:pPr algn="l" indent="0" marL="0">
              <a:lnSpc>
                <a:spcPts val="8580"/>
              </a:lnSpc>
              <a:buNone/>
            </a:pPr>
            <a:r>
              <a:rPr lang="en-US" sz="78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Thứ</a:t>
            </a:r>
            <a:r>
              <a:rPr lang="en-US" sz="7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cụm cần</a:t>
            </a:r>
            <a:r>
              <a:rPr lang="en-US" sz="7800" dirty="0" spc="2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để</a:t>
            </a:r>
            <a:r>
              <a:rPr lang="en-US" sz="78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chạy.</a:t>
            </a:r>
            <a:endParaRPr lang="en-US" sz="7800" dirty="0"/>
          </a:p>
        </p:txBody>
      </p:sp>
      <p:sp>
        <p:nvSpPr>
          <p:cNvPr id="5" name="Text 3"/>
          <p:cNvSpPr/>
          <p:nvPr/>
        </p:nvSpPr>
        <p:spPr>
          <a:xfrm>
            <a:off x="914400" y="5524500"/>
            <a:ext cx="5143500" cy="952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kube-apiserver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6343650" y="5524500"/>
            <a:ext cx="5143500" cy="952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etcd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11772900" y="5524500"/>
            <a:ext cx="5143500" cy="952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7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scheduler</a:t>
            </a:r>
            <a:endParaRPr lang="en-US" sz="2550" dirty="0"/>
          </a:p>
        </p:txBody>
      </p:sp>
      <p:sp>
        <p:nvSpPr>
          <p:cNvPr id="8" name="Text 6"/>
          <p:cNvSpPr/>
          <p:nvPr/>
        </p:nvSpPr>
        <p:spPr>
          <a:xfrm>
            <a:off x="914400" y="6762750"/>
            <a:ext cx="5143500" cy="952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controller</a:t>
            </a:r>
            <a:r>
              <a:rPr lang="en-US" sz="255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manager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6343650" y="6762750"/>
            <a:ext cx="5143500" cy="952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9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kubelet</a:t>
            </a:r>
            <a:endParaRPr lang="en-US" sz="2550" dirty="0"/>
          </a:p>
        </p:txBody>
      </p:sp>
      <p:sp>
        <p:nvSpPr>
          <p:cNvPr id="10" name="Text 8"/>
          <p:cNvSpPr/>
          <p:nvPr/>
        </p:nvSpPr>
        <p:spPr>
          <a:xfrm>
            <a:off x="11772900" y="6762750"/>
            <a:ext cx="5143500" cy="952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7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container</a:t>
            </a:r>
            <a:r>
              <a:rPr lang="en-US" sz="2550" b="1" dirty="0" spc="-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runtime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2" name="Shape 10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3" name="Shape 11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4" name="Shape 12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Shape 16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9" name="Shape 17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0" name="Shape 18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1" name="Text 19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361851f1-2b38-4d16-a24c-411e82a77c5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6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LOẠI</a:t>
            </a: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</a:t>
            </a:r>
            <a:r>
              <a:rPr lang="en-US" sz="1950" b="1" spc="29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 PHẦN</a:t>
            </a:r>
            <a:r>
              <a:rPr lang="en-US" sz="1950" b="1" spc="30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TÙY</a:t>
            </a: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Mặc</a:t>
            </a:r>
            <a:r>
              <a:rPr lang="en-US" sz="6900" dirty="0" spc="2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định</a:t>
            </a:r>
            <a:r>
              <a:rPr lang="en-US" sz="6900" dirty="0" spc="-2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có,</a:t>
            </a:r>
            <a:r>
              <a:rPr lang="en-US" sz="69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nhưng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thay</a:t>
            </a:r>
            <a:r>
              <a:rPr lang="en-US" sz="6900" dirty="0" spc="-9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429000"/>
            <a:ext cx="4953000" cy="1428750"/>
          </a:xfrm>
          <a:prstGeom prst="roundRect">
            <a:avLst>
              <a:gd name="adj" fmla="val 18667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18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kube-proxy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5810250"/>
            <a:ext cx="4953000" cy="1428750"/>
          </a:xfrm>
          <a:prstGeom prst="roundRect">
            <a:avLst>
              <a:gd name="adj" fmla="val 18667"/>
            </a:avLst>
          </a:prstGeom>
          <a:solidFill>
            <a:srgbClr val="FBF8F2"/>
          </a:solidFill>
          <a:ln w="28575">
            <a:solidFill>
              <a:srgbClr val="E8472B"/>
            </a:solidFill>
            <a:prstDash val="lg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Plugin</a:t>
            </a:r>
            <a:r>
              <a:rPr lang="en-US" sz="3300" dirty="0" spc="-9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mạng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12420600" y="4381500"/>
            <a:ext cx="4953000" cy="19050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Service</a:t>
            </a:r>
            <a:endParaRPr lang="en-US" sz="3900" dirty="0"/>
          </a:p>
        </p:txBody>
      </p:sp>
      <p:sp>
        <p:nvSpPr>
          <p:cNvPr id="7" name="Connector line-1792370698345-334275484"/>
          <p:cNvSpPr/>
          <p:nvPr/>
        </p:nvSpPr>
        <p:spPr>
          <a:xfrm>
            <a:off x="5962650" y="4143375"/>
            <a:ext cx="6362700" cy="904875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8" name="Connector line-1792370698345-394759139"/>
          <p:cNvSpPr/>
          <p:nvPr/>
        </p:nvSpPr>
        <p:spPr>
          <a:xfrm flipV="1">
            <a:off x="5962650" y="5715000"/>
            <a:ext cx="6362700" cy="809625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914400" y="2952750"/>
            <a:ext cx="4953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2100" dirty="0" spc="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1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r>
              <a:rPr lang="en-US" sz="210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Service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914400" y="7429500"/>
            <a:ext cx="4953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1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210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kube-proxy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2" name="Shape 10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3" name="Shape 11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4" name="Shape 12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5" name="Shape 13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Shape 14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Shape 18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1" name="Text 19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4cd5fa14-421a-4080-a2c6-2e8a245cd89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428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6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LOẠI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950" b="1" spc="29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1950" b="1" spc="28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(GIAO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 LẬP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1950" b="1" spc="3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DỤNG)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Thứ</a:t>
            </a: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bạn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khai</a:t>
            </a: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báo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5257800" cy="1905000"/>
          </a:xfrm>
          <a:prstGeom prst="roundRect">
            <a:avLst>
              <a:gd name="adj" fmla="val 1400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15100" y="3143250"/>
            <a:ext cx="5257800" cy="1905000"/>
          </a:xfrm>
          <a:prstGeom prst="roundRect">
            <a:avLst>
              <a:gd name="adj" fmla="val 1400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115800" y="3143250"/>
            <a:ext cx="5257800" cy="1905000"/>
          </a:xfrm>
          <a:prstGeom prst="roundRect">
            <a:avLst>
              <a:gd name="adj" fmla="val 1400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5429250"/>
            <a:ext cx="5257800" cy="1905000"/>
          </a:xfrm>
          <a:prstGeom prst="roundRect">
            <a:avLst>
              <a:gd name="adj" fmla="val 1400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15100" y="5429250"/>
            <a:ext cx="5257800" cy="1905000"/>
          </a:xfrm>
          <a:prstGeom prst="roundRect">
            <a:avLst>
              <a:gd name="adj" fmla="val 1400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115800" y="5429250"/>
            <a:ext cx="5257800" cy="1905000"/>
          </a:xfrm>
          <a:prstGeom prst="roundRect">
            <a:avLst>
              <a:gd name="adj" fmla="val 1400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3143250"/>
            <a:ext cx="52578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50" dirty="0" spc="-3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Pod</a:t>
            </a:r>
            <a:endParaRPr lang="en-US" sz="3450" dirty="0"/>
          </a:p>
        </p:txBody>
      </p:sp>
      <p:sp>
        <p:nvSpPr>
          <p:cNvPr id="11" name="Text 9"/>
          <p:cNvSpPr/>
          <p:nvPr/>
        </p:nvSpPr>
        <p:spPr>
          <a:xfrm>
            <a:off x="6515100" y="3143250"/>
            <a:ext cx="52578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50" dirty="0" spc="-2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Deployment</a:t>
            </a:r>
            <a:endParaRPr lang="en-US" sz="3450" dirty="0"/>
          </a:p>
        </p:txBody>
      </p:sp>
      <p:sp>
        <p:nvSpPr>
          <p:cNvPr id="12" name="Text 10"/>
          <p:cNvSpPr/>
          <p:nvPr/>
        </p:nvSpPr>
        <p:spPr>
          <a:xfrm>
            <a:off x="12115800" y="3143250"/>
            <a:ext cx="52578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50" dirty="0" spc="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Service</a:t>
            </a:r>
            <a:endParaRPr lang="en-US" sz="3450" dirty="0"/>
          </a:p>
        </p:txBody>
      </p:sp>
      <p:sp>
        <p:nvSpPr>
          <p:cNvPr id="13" name="Text 11"/>
          <p:cNvSpPr/>
          <p:nvPr/>
        </p:nvSpPr>
        <p:spPr>
          <a:xfrm>
            <a:off x="914400" y="5429250"/>
            <a:ext cx="52578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50" dirty="0" spc="-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ConfigMap</a:t>
            </a:r>
            <a:endParaRPr lang="en-US" sz="3450" dirty="0"/>
          </a:p>
        </p:txBody>
      </p:sp>
      <p:sp>
        <p:nvSpPr>
          <p:cNvPr id="14" name="Text 12"/>
          <p:cNvSpPr/>
          <p:nvPr/>
        </p:nvSpPr>
        <p:spPr>
          <a:xfrm>
            <a:off x="6515100" y="5429250"/>
            <a:ext cx="52578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50" dirty="0" spc="-18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Secret</a:t>
            </a:r>
            <a:endParaRPr lang="en-US" sz="3450" dirty="0"/>
          </a:p>
        </p:txBody>
      </p:sp>
      <p:sp>
        <p:nvSpPr>
          <p:cNvPr id="15" name="Text 13"/>
          <p:cNvSpPr/>
          <p:nvPr/>
        </p:nvSpPr>
        <p:spPr>
          <a:xfrm>
            <a:off x="12115800" y="5429250"/>
            <a:ext cx="52578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50" dirty="0" spc="-18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Ingress</a:t>
            </a:r>
            <a:endParaRPr lang="en-US" sz="3450" dirty="0"/>
          </a:p>
        </p:txBody>
      </p:sp>
      <p:sp>
        <p:nvSpPr>
          <p:cNvPr id="16" name="Text 14"/>
          <p:cNvSpPr/>
          <p:nvPr/>
        </p:nvSpPr>
        <p:spPr>
          <a:xfrm>
            <a:off x="914400" y="781050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API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2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225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250" dirty="0" spc="2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2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dụng.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Shape 18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1" name="Shape 19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2" name="Shape 20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3" name="Shape 21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4" name="Shape 22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5" name="Shape 23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6" name="Shape 24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7" name="Text 25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a7a498aa-1610-4e39-961a-1ca99389bf0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6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LOẠI</a:t>
            </a:r>
            <a:r>
              <a:rPr lang="en-US" sz="1950" b="1" spc="30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</a:t>
            </a:r>
            <a:r>
              <a:rPr lang="en-US" sz="1950" b="1" spc="29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</a:t>
            </a:r>
            <a:r>
              <a:rPr lang="en-US" sz="1950" b="1" spc="29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 HỆ</a:t>
            </a:r>
            <a:r>
              <a:rPr lang="en-US" sz="195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SINH</a:t>
            </a: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Thứ</a:t>
            </a: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bạn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chọn</a:t>
            </a:r>
            <a:r>
              <a:rPr lang="en-US" sz="6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thêm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2571750"/>
          </a:xfrm>
          <a:prstGeom prst="roundRect">
            <a:avLst>
              <a:gd name="adj" fmla="val 1037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lgDash"/>
          </a:ln>
        </p:spPr>
      </p:sp>
      <p:sp>
        <p:nvSpPr>
          <p:cNvPr id="5" name="Text 3"/>
          <p:cNvSpPr/>
          <p:nvPr/>
        </p:nvSpPr>
        <p:spPr>
          <a:xfrm>
            <a:off x="1295400" y="3048000"/>
            <a:ext cx="9525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10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100" b="1" spc="21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100" b="1" spc="22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KUBERNETES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295400" y="3810000"/>
            <a:ext cx="4762500" cy="11430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14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Helm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762750" y="3810000"/>
            <a:ext cx="4762500" cy="11430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16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Prometheus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12230100" y="3810000"/>
            <a:ext cx="4762500" cy="11430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27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Istio...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914400" y="5905500"/>
            <a:ext cx="16459200" cy="1905000"/>
          </a:xfrm>
          <a:prstGeom prst="roundRect">
            <a:avLst>
              <a:gd name="adj" fmla="val 14000"/>
            </a:avLst>
          </a:prstGeom>
          <a:solidFill>
            <a:srgbClr val="2A2E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dirty="0" spc="-1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Kubernetes</a:t>
            </a:r>
            <a:endParaRPr lang="en-US" sz="4800" dirty="0"/>
          </a:p>
        </p:txBody>
      </p:sp>
      <p:sp>
        <p:nvSpPr>
          <p:cNvPr id="10" name="Shape 8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1" name="Shape 9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2" name="Shape 10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3" name="Shape 11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4" name="Shape 12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6" name="Shape 14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Shape 16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9" name="Shape 17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0" name="Text 18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c30c0116-2c19-41e6-b083-6a41fb634fa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1950" b="1" spc="2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Giới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16459200" cy="1524000"/>
          </a:xfrm>
          <a:prstGeom prst="roundRect">
            <a:avLst>
              <a:gd name="adj" fmla="val 15000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31470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914400" y="4762500"/>
            <a:ext cx="16459200" cy="1524000"/>
          </a:xfrm>
          <a:prstGeom prst="roundRect">
            <a:avLst>
              <a:gd name="adj" fmla="val 15000"/>
            </a:avLst>
          </a:prstGeom>
          <a:solidFill>
            <a:srgbClr val="E8E0CF"/>
          </a:solidFill>
          <a:ln/>
        </p:spPr>
      </p:sp>
      <p:sp>
        <p:nvSpPr>
          <p:cNvPr id="7" name="Text 5"/>
          <p:cNvSpPr/>
          <p:nvPr/>
        </p:nvSpPr>
        <p:spPr>
          <a:xfrm>
            <a:off x="1295400" y="512445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14400" y="6572250"/>
            <a:ext cx="16459200" cy="1524000"/>
          </a:xfrm>
          <a:prstGeom prst="roundRect">
            <a:avLst>
              <a:gd name="adj" fmla="val 15000"/>
            </a:avLst>
          </a:prstGeom>
          <a:solidFill>
            <a:srgbClr val="E8E0CF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693420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2476500" y="2952750"/>
            <a:ext cx="14478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Không</a:t>
            </a:r>
            <a:r>
              <a:rPr lang="en-US" sz="31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cho</a:t>
            </a:r>
            <a:r>
              <a:rPr lang="en-US" sz="31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biết</a:t>
            </a:r>
            <a:r>
              <a:rPr lang="en-US" sz="31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thành</a:t>
            </a:r>
            <a:r>
              <a:rPr lang="en-US" sz="31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phần</a:t>
            </a:r>
            <a:r>
              <a:rPr lang="en-US" sz="31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nào</a:t>
            </a:r>
            <a:r>
              <a:rPr lang="en-US" sz="3150" dirty="0" spc="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</a:t>
            </a:r>
            <a:r>
              <a:rPr lang="en-US" sz="31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duy</a:t>
            </a:r>
            <a:r>
              <a:rPr lang="en-US" sz="3150" dirty="0" spc="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trì</a:t>
            </a:r>
            <a:r>
              <a:rPr lang="en-US" sz="315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tốt.</a:t>
            </a:r>
            <a:endParaRPr lang="en-US" sz="3150" dirty="0"/>
          </a:p>
        </p:txBody>
      </p:sp>
      <p:sp>
        <p:nvSpPr>
          <p:cNvPr id="11" name="Text 9"/>
          <p:cNvSpPr/>
          <p:nvPr/>
        </p:nvSpPr>
        <p:spPr>
          <a:xfrm>
            <a:off x="2476500" y="4762500"/>
            <a:ext cx="14478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Không</a:t>
            </a:r>
            <a:r>
              <a:rPr lang="en-US" sz="31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cho</a:t>
            </a:r>
            <a:r>
              <a:rPr lang="en-US" sz="31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biết</a:t>
            </a:r>
            <a:r>
              <a:rPr lang="en-US" sz="31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thành</a:t>
            </a:r>
            <a:r>
              <a:rPr lang="en-US" sz="31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phần</a:t>
            </a:r>
            <a:r>
              <a:rPr lang="en-US" sz="31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nào</a:t>
            </a:r>
            <a:r>
              <a:rPr lang="en-US" sz="31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hợp</a:t>
            </a:r>
            <a:r>
              <a:rPr lang="en-US" sz="315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với</a:t>
            </a:r>
            <a:r>
              <a:rPr lang="en-US" sz="31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bạn.</a:t>
            </a:r>
            <a:endParaRPr lang="en-US" sz="3150" dirty="0"/>
          </a:p>
        </p:txBody>
      </p:sp>
      <p:sp>
        <p:nvSpPr>
          <p:cNvPr id="12" name="Text 10"/>
          <p:cNvSpPr/>
          <p:nvPr/>
        </p:nvSpPr>
        <p:spPr>
          <a:xfrm>
            <a:off x="2476500" y="6572250"/>
            <a:ext cx="14478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Bảng</a:t>
            </a:r>
            <a:r>
              <a:rPr lang="en-US" sz="31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nhanh</a:t>
            </a:r>
            <a:r>
              <a:rPr lang="en-US" sz="31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lỗi</a:t>
            </a:r>
            <a:r>
              <a:rPr lang="en-US" sz="31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thời.</a:t>
            </a:r>
            <a:endParaRPr lang="en-US" sz="3150" dirty="0"/>
          </a:p>
        </p:txBody>
      </p:sp>
      <p:sp>
        <p:nvSpPr>
          <p:cNvPr id="13" name="Shape 11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4" name="Shape 12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5" name="Shape 13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Shape 14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0" name="Shape 18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1" name="Shape 19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2" name="Shape 20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3" name="Text 21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3df669d9-bee1-4de0-8218-656011766b6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7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Helm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6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thành</a:t>
            </a:r>
            <a:r>
              <a:rPr lang="en-US" sz="6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phần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lõi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không?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4000500"/>
            <a:ext cx="133350" cy="2190750"/>
          </a:xfrm>
          <a:prstGeom prst="rect">
            <a:avLst/>
          </a:prstGeom>
          <a:solidFill>
            <a:srgbClr val="FFB454"/>
          </a:solidFill>
          <a:ln/>
        </p:spPr>
      </p:sp>
      <p:sp>
        <p:nvSpPr>
          <p:cNvPr id="5" name="Text 3"/>
          <p:cNvSpPr/>
          <p:nvPr/>
        </p:nvSpPr>
        <p:spPr>
          <a:xfrm>
            <a:off x="1428750" y="3810000"/>
            <a:ext cx="15716250" cy="2571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0" dirty="0" spc="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Không.</a:t>
            </a:r>
            <a:endParaRPr lang="en-US" sz="15000" dirty="0"/>
          </a:p>
        </p:txBody>
      </p:sp>
      <p:sp>
        <p:nvSpPr>
          <p:cNvPr id="6" name="Text 4"/>
          <p:cNvSpPr/>
          <p:nvPr/>
        </p:nvSpPr>
        <p:spPr>
          <a:xfrm>
            <a:off x="914400" y="6858000"/>
            <a:ext cx="16459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Helm</a:t>
            </a:r>
            <a:r>
              <a:rPr lang="en-US" sz="30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</a:t>
            </a:r>
            <a:r>
              <a:rPr lang="en-US" sz="300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công</a:t>
            </a:r>
            <a:r>
              <a:rPr lang="en-US" sz="30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cụ</a:t>
            </a:r>
            <a:r>
              <a:rPr lang="en-US" sz="3000" dirty="0" spc="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đóng</a:t>
            </a:r>
            <a:r>
              <a:rPr lang="en-US" sz="30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gói</a:t>
            </a:r>
            <a:r>
              <a:rPr lang="en-US" sz="30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riêng,</a:t>
            </a:r>
            <a:r>
              <a:rPr lang="en-US" sz="30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thuộc</a:t>
            </a:r>
            <a:r>
              <a:rPr lang="en-US" sz="30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hệ</a:t>
            </a:r>
            <a:r>
              <a:rPr lang="en-US" sz="30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sinh</a:t>
            </a:r>
            <a:r>
              <a:rPr lang="en-US" sz="30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thái.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914400" y="7620000"/>
            <a:ext cx="16459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Cụm</a:t>
            </a:r>
            <a:r>
              <a:rPr lang="en-US" sz="30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300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 không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Helm.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9" name="Shape 7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0" name="Shape 8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1" name="Shape 9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2" name="Shape 10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3" name="Shape 11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4" name="Shape 12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6" name="Shape 14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Text 16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562fd19e-78ef-4266-bea2-87d52f7ea23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</a:t>
            </a:r>
            <a:r>
              <a:rPr lang="en-US" sz="1950" b="1" spc="28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Phân biệt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bốn</a:t>
            </a:r>
            <a:r>
              <a:rPr lang="en-US" sz="69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loại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6459200" cy="1009650"/>
          </a:xfrm>
          <a:prstGeom prst="roundRect">
            <a:avLst>
              <a:gd name="adj" fmla="val 2075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3924300"/>
            <a:ext cx="16459200" cy="1009650"/>
          </a:xfrm>
          <a:prstGeom prst="roundRect">
            <a:avLst>
              <a:gd name="adj" fmla="val 2075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5086350"/>
            <a:ext cx="16459200" cy="1009650"/>
          </a:xfrm>
          <a:prstGeom prst="roundRect">
            <a:avLst>
              <a:gd name="adj" fmla="val 2075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6248400"/>
            <a:ext cx="16459200" cy="1009650"/>
          </a:xfrm>
          <a:prstGeom prst="roundRect">
            <a:avLst>
              <a:gd name="adj" fmla="val 2075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2762250"/>
            <a:ext cx="133350" cy="100965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9" name="Shape 7"/>
          <p:cNvSpPr/>
          <p:nvPr/>
        </p:nvSpPr>
        <p:spPr>
          <a:xfrm>
            <a:off x="914400" y="3924300"/>
            <a:ext cx="133350" cy="100965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10" name="Shape 8"/>
          <p:cNvSpPr/>
          <p:nvPr/>
        </p:nvSpPr>
        <p:spPr>
          <a:xfrm>
            <a:off x="914400" y="5086350"/>
            <a:ext cx="133350" cy="1009650"/>
          </a:xfrm>
          <a:prstGeom prst="rect">
            <a:avLst/>
          </a:prstGeom>
          <a:solidFill>
            <a:srgbClr val="1F3FD1"/>
          </a:solidFill>
          <a:ln/>
        </p:spPr>
      </p:sp>
      <p:sp>
        <p:nvSpPr>
          <p:cNvPr id="11" name="Shape 9"/>
          <p:cNvSpPr/>
          <p:nvPr/>
        </p:nvSpPr>
        <p:spPr>
          <a:xfrm>
            <a:off x="914400" y="6248400"/>
            <a:ext cx="133350" cy="100965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12" name="Text 10"/>
          <p:cNvSpPr/>
          <p:nvPr/>
        </p:nvSpPr>
        <p:spPr>
          <a:xfrm>
            <a:off x="1333500" y="2762250"/>
            <a:ext cx="4953000" cy="1009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1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Thành</a:t>
            </a:r>
            <a:r>
              <a:rPr lang="en-US" sz="2700" dirty="0" spc="-5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phần</a:t>
            </a:r>
            <a:r>
              <a:rPr lang="en-US" sz="2700" dirty="0" spc="-9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lõi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6667500" y="2762250"/>
            <a:ext cx="10477500" cy="1009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Thứ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cụm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70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chạy.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1333500" y="3924300"/>
            <a:ext cx="4953000" cy="1009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1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Thành</a:t>
            </a:r>
            <a:r>
              <a:rPr lang="en-US" sz="2700" dirty="0" spc="-5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phần</a:t>
            </a:r>
            <a:r>
              <a:rPr lang="en-US" sz="2700" dirty="0" spc="-2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tùy</a:t>
            </a:r>
            <a:r>
              <a:rPr lang="en-US" sz="2700" dirty="0" spc="-9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chọn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6667500" y="3924300"/>
            <a:ext cx="10477500" cy="1009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270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định,</a:t>
            </a:r>
            <a:r>
              <a:rPr lang="en-US" sz="27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 pháp khác.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1333500" y="5086350"/>
            <a:ext cx="4953000" cy="1009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1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Đối</a:t>
            </a:r>
            <a:r>
              <a:rPr lang="en-US" sz="2700" dirty="0" spc="6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tượng</a:t>
            </a:r>
            <a:r>
              <a:rPr lang="en-US" sz="2700" dirty="0" spc="0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API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6667500" y="5086350"/>
            <a:ext cx="10477500" cy="1009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Thứ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báo.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1333500" y="6248400"/>
            <a:ext cx="4953000" cy="1009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4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Dự</a:t>
            </a:r>
            <a:r>
              <a:rPr lang="en-US" sz="2700" dirty="0" spc="3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án</a:t>
            </a:r>
            <a:r>
              <a:rPr lang="en-US" sz="2700" dirty="0" spc="-7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hệ</a:t>
            </a:r>
            <a:r>
              <a:rPr lang="en-US" sz="2700" dirty="0" spc="0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sinh</a:t>
            </a:r>
            <a:r>
              <a:rPr lang="en-US" sz="2700" dirty="0" spc="-1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thái</a:t>
            </a:r>
            <a:endParaRPr lang="en-US" sz="2700" dirty="0"/>
          </a:p>
        </p:txBody>
      </p:sp>
      <p:sp>
        <p:nvSpPr>
          <p:cNvPr id="19" name="Text 17"/>
          <p:cNvSpPr/>
          <p:nvPr/>
        </p:nvSpPr>
        <p:spPr>
          <a:xfrm>
            <a:off x="6667500" y="6248400"/>
            <a:ext cx="10477500" cy="1009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Thứ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 thêm.</a:t>
            </a:r>
            <a:endParaRPr lang="en-US" sz="2700" dirty="0"/>
          </a:p>
        </p:txBody>
      </p:sp>
      <p:sp>
        <p:nvSpPr>
          <p:cNvPr id="20" name="Text 18"/>
          <p:cNvSpPr/>
          <p:nvPr/>
        </p:nvSpPr>
        <p:spPr>
          <a:xfrm>
            <a:off x="914400" y="771525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Cách</a:t>
            </a:r>
            <a:r>
              <a:rPr lang="en-US" sz="240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tra:</a:t>
            </a:r>
            <a:r>
              <a:rPr lang="en-US" sz="240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tìm</a:t>
            </a:r>
            <a:r>
              <a:rPr lang="en-US" sz="24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theo bài</a:t>
            </a:r>
            <a:r>
              <a:rPr lang="en-US" sz="24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toán</a:t>
            </a:r>
            <a:r>
              <a:rPr lang="en-US" sz="240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trước,</a:t>
            </a:r>
            <a:r>
              <a:rPr lang="en-US" sz="2400" dirty="0" spc="-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rồi</a:t>
            </a: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mở</a:t>
            </a:r>
            <a:r>
              <a:rPr lang="en-US" sz="24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tài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liệu</a:t>
            </a: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dự</a:t>
            </a:r>
            <a:r>
              <a:rPr lang="en-US" sz="240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án.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914400" y="828675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2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Làm</a:t>
            </a: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quen:</a:t>
            </a:r>
            <a:r>
              <a:rPr lang="en-US" sz="24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lõi</a:t>
            </a:r>
            <a:r>
              <a:rPr lang="en-US" sz="2400" dirty="0" spc="-2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400" dirty="0" spc="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đối</a:t>
            </a:r>
            <a:r>
              <a:rPr lang="en-US" sz="240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tượng</a:t>
            </a:r>
            <a:r>
              <a:rPr lang="en-US" sz="24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API</a:t>
            </a:r>
            <a:r>
              <a:rPr lang="en-US" sz="240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trước,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hệ</a:t>
            </a:r>
            <a:r>
              <a:rPr lang="en-US" sz="24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sinh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thái</a:t>
            </a: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sau.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3" name="Shape 21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4" name="Shape 22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5" name="Shape 23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6" name="Shape 24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7" name="Shape 25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8" name="Shape 26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9" name="Shape 27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0" name="Shape 28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1" name="Shape 29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2" name="Text 30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76673ef5-8bbd-4768-b58f-d50dbe16030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950" b="1" spc="2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950" b="1" spc="2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1428750"/>
            <a:ext cx="164592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295400" y="1428750"/>
            <a:ext cx="1571625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API</a:t>
            </a:r>
            <a:r>
              <a:rPr lang="en-US" sz="33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33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33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r>
              <a:rPr lang="en-US" sz="33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33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3300" b="1" dirty="0" spc="3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33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38100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30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914400" y="4476750"/>
            <a:ext cx="5257800" cy="12382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ByteByteGo</a:t>
            </a:r>
            <a:r>
              <a:rPr lang="en-US" sz="2100" dirty="0" spc="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(bản chụp</a:t>
            </a:r>
            <a:r>
              <a:rPr lang="en-US" sz="210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cố</a:t>
            </a:r>
            <a:r>
              <a:rPr lang="en-US" sz="2100" dirty="0" spc="1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định)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6515100" y="4476750"/>
            <a:ext cx="5257800" cy="12382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Thành</a:t>
            </a:r>
            <a:r>
              <a:rPr lang="en-US" sz="2100" dirty="0" spc="-4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phần</a:t>
            </a:r>
            <a:r>
              <a:rPr lang="en-US" sz="2100" dirty="0" spc="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cụm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2115800" y="4476750"/>
            <a:ext cx="5257800" cy="12382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67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Tài</a:t>
            </a:r>
            <a:r>
              <a:rPr lang="en-US" sz="2100" dirty="0" spc="-3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liệu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0" name="Shape 8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1" name="Shape 9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2" name="Shape 10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3" name="Shape 11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4" name="Shape 12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Shape 16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9" name="Text 17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0ba3c2d1-a75c-46ff-a627-db5e907c45c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2026-10-19T14:04:41Z</dcterms:created>
  <dcterms:modified xsi:type="dcterms:W3CDTF">2026-10-19T14:04:41Z</dcterms:modified>
</cp:coreProperties>
</file>