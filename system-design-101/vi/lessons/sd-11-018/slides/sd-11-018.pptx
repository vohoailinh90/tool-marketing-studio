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  <p:embeddedFont>
      <p:font typeface="Bricolage Grotesque"/>
      <p:bold r:id="rId18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906000" cy="4000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kho: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 ở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phối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hợp?</a:t>
            </a:r>
            <a:endParaRPr lang="en-US" sz="3000" dirty="0"/>
          </a:p>
        </p:txBody>
      </p:sp>
      <p:sp>
        <p:nvSpPr>
          <p:cNvPr id="5" name="Connector line-1792420246159-300607201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Mã</a:t>
            </a:r>
            <a:r>
              <a:rPr lang="en-US" sz="2100" b="1" dirty="0" spc="-2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 nguồn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0" y="3810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57531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1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100" dirty="0"/>
          </a:p>
        </p:txBody>
      </p:sp>
      <p:sp>
        <p:nvSpPr>
          <p:cNvPr id="11" name="Connector line-1792420246181-896644532"/>
          <p:cNvSpPr/>
          <p:nvPr/>
        </p:nvSpPr>
        <p:spPr>
          <a:xfrm flipV="1">
            <a:off x="12439650" y="4171950"/>
            <a:ext cx="895350" cy="9715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2" name="Connector line-1792420246182-140769723"/>
          <p:cNvSpPr/>
          <p:nvPr/>
        </p:nvSpPr>
        <p:spPr>
          <a:xfrm>
            <a:off x="12439650" y="5143500"/>
            <a:ext cx="895350" cy="9715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4" name="Moda image moda-export-watermark-8570daeb-3e4e-418f-88a3-0f73af4318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2857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được;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chỗ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4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4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4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45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4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45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4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kỷ</a:t>
            </a:r>
            <a:r>
              <a:rPr lang="en-US" sz="34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34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428750" y="685800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34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450" b="1" dirty="0" spc="-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4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4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4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34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450" b="1" dirty="0" spc="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4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kho.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780348c-66a8-4846-a5c4-7aaf7789ba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6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400425"/>
            <a:ext cx="914400" cy="9144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8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238" dirty="0"/>
          </a:p>
        </p:txBody>
      </p:sp>
      <p:sp>
        <p:nvSpPr>
          <p:cNvPr id="6" name="Text 4"/>
          <p:cNvSpPr/>
          <p:nvPr/>
        </p:nvSpPr>
        <p:spPr>
          <a:xfrm>
            <a:off x="2571750" y="34004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chạm nhiều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31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commit.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5114925"/>
            <a:ext cx="914400" cy="9144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238" dirty="0"/>
          </a:p>
        </p:txBody>
      </p:sp>
      <p:sp>
        <p:nvSpPr>
          <p:cNvPr id="9" name="Text 7"/>
          <p:cNvSpPr/>
          <p:nvPr/>
        </p:nvSpPr>
        <p:spPr>
          <a:xfrm>
            <a:off x="2571750" y="51149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31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829425"/>
            <a:ext cx="914400" cy="9144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8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238" dirty="0"/>
          </a:p>
        </p:txBody>
      </p:sp>
      <p:sp>
        <p:nvSpPr>
          <p:cNvPr id="12" name="Text 10"/>
          <p:cNvSpPr/>
          <p:nvPr/>
        </p:nvSpPr>
        <p:spPr>
          <a:xfrm>
            <a:off x="2571750" y="68294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Cái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giá: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 chế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sở</a:t>
            </a:r>
            <a:r>
              <a:rPr lang="en-US" sz="3150" dirty="0" spc="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hữu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5120a96-ea42-4583-8317-4217a08041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6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trùng</a:t>
            </a:r>
            <a:r>
              <a:rPr lang="en-US" sz="6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ranh</a:t>
            </a:r>
            <a:r>
              <a:rPr lang="en-US" sz="6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lúc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 của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858000" y="44767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801600" y="44767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850" dirty="0"/>
          </a:p>
        </p:txBody>
      </p:sp>
      <p:sp>
        <p:nvSpPr>
          <p:cNvPr id="8" name="Connector line-1792420286119-89203677"/>
          <p:cNvSpPr/>
          <p:nvPr/>
        </p:nvSpPr>
        <p:spPr>
          <a:xfrm>
            <a:off x="5486400" y="5191125"/>
            <a:ext cx="13716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420286119-26389235"/>
          <p:cNvSpPr/>
          <p:nvPr/>
        </p:nvSpPr>
        <p:spPr>
          <a:xfrm>
            <a:off x="11430000" y="5191125"/>
            <a:ext cx="13716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E3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8580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Lúc</a:t>
            </a:r>
            <a:r>
              <a:rPr lang="en-US" sz="2850" dirty="0" spc="9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đó,</a:t>
            </a:r>
            <a:r>
              <a:rPr lang="en-US" sz="2850" dirty="0" spc="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85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8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85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8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4028469-627c-40e1-acd1-641324b9dd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63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3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CFE8E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Cái</a:t>
            </a:r>
            <a:r>
              <a:rPr lang="en-US" sz="28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giá</a:t>
            </a:r>
            <a:r>
              <a:rPr lang="en-US" sz="28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850" dirty="0" spc="-1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</a:t>
            </a:r>
            <a:endParaRPr lang="en-US" sz="2850" dirty="0"/>
          </a:p>
        </p:txBody>
      </p:sp>
      <p:sp>
        <p:nvSpPr>
          <p:cNvPr id="7" name="Text richtext-1792420322301-299372179"/>
          <p:cNvSpPr/>
          <p:nvPr/>
        </p:nvSpPr>
        <p:spPr>
          <a:xfrm>
            <a:off x="1333500" y="4381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mã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 nhiên hợp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1432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850" dirty="0" spc="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điều</a:t>
            </a:r>
            <a:r>
              <a:rPr lang="en-US" sz="285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285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endParaRPr lang="en-US" sz="2850" dirty="0"/>
          </a:p>
        </p:txBody>
      </p:sp>
      <p:sp>
        <p:nvSpPr>
          <p:cNvPr id="11" name="Text richtext-1792420322333-826482984"/>
          <p:cNvSpPr/>
          <p:nvPr/>
        </p:nvSpPr>
        <p:spPr>
          <a:xfrm>
            <a:off x="9791700" y="4381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Bazel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6380da0-07db-4d2b-9eae-abc6b33772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716250" cy="209550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63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dịch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hiếm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chung: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63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kho?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16459200" cy="3619500"/>
          </a:xfrm>
          <a:prstGeom prst="roundRect">
            <a:avLst>
              <a:gd name="adj" fmla="val 7368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295900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48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4800" dirty="0" spc="-4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4800" dirty="0" spc="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đủ.</a:t>
            </a:r>
            <a:endParaRPr lang="en-US" sz="4800" dirty="0"/>
          </a:p>
        </p:txBody>
      </p:sp>
      <p:sp>
        <p:nvSpPr>
          <p:cNvPr id="7" name="Text richtext-1792420323659-827203198"/>
          <p:cNvSpPr/>
          <p:nvPr/>
        </p:nvSpPr>
        <p:spPr>
          <a:xfrm>
            <a:off x="1333500" y="6381750"/>
            <a:ext cx="15621000" cy="1809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 lớn</a:t>
            </a:r>
            <a:r>
              <a:rPr lang="en-US" sz="30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hiếm khi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 thì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111a56c-9ffd-40dc-a750-02ce3e52e7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chung: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bốn.</a:t>
            </a:r>
            <a:endParaRPr lang="en-US" sz="6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1432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937760"/>
                <a:gridCol w="658368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​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8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r>
                        <a:rPr lang="en-US" sz="285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47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Số</a:t>
                      </a:r>
                      <a:r>
                        <a:rPr lang="en-US" sz="2850" b="1" dirty="0" spc="-1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850" b="1" dirty="0" spc="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</a:t>
                      </a:r>
                      <a:r>
                        <a:rPr lang="en-US" sz="2850" b="1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850" b="1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buộc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viện</a:t>
                      </a:r>
                      <a:r>
                        <a:rPr lang="en-US" sz="2850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Phiên</a:t>
                      </a:r>
                      <a:r>
                        <a:rPr lang="en-US" sz="2850" b="1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8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lẫn</a:t>
                      </a:r>
                      <a:r>
                        <a:rPr lang="en-US" sz="2850" b="1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lộn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Có,</a:t>
                      </a:r>
                      <a:r>
                        <a:rPr lang="en-US" sz="2850" dirty="0" spc="-1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8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</a:t>
                      </a: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ba</a:t>
                      </a: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nâng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dc949300-e25c-4ee4-a086-84d1fc796b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5336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pPr algn="l" indent="0" marL="0"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8250" y="48196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(polyrepo)</a:t>
            </a:r>
            <a:pPr algn="l" indent="0" marL="0"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dịch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2286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15500" y="22860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38100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38100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Potvin,</a:t>
            </a:r>
            <a:r>
              <a:rPr lang="en-US" sz="24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Levenberg: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Why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4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Stores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Billions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Lines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 in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Single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Repository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5524500"/>
            <a:ext cx="80010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5524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Bazel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79ebc48-a959-4dea-a73c-91e2af82a3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2026-10-19T14:32:31Z</dcterms:created>
  <dcterms:modified xsi:type="dcterms:W3CDTF">2026-10-19T14:32:31Z</dcterms:modified>
</cp:coreProperties>
</file>