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reverse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proxy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chỗ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8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8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01350" y="1981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bị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01350" y="34099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01350" y="48387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01350" y="62674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01350" y="7696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cấu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db12446-992b-4681-9399-6abd7ad81c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thẻ,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7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2381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40957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048500" y="5905500"/>
            <a:ext cx="209550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334500" y="5905500"/>
            <a:ext cx="3524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0492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1390724-3b16-4901-87c6-4a1ad9045f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47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550" dirty="0"/>
          </a:p>
        </p:txBody>
      </p:sp>
      <p:sp>
        <p:nvSpPr>
          <p:cNvPr id="5" name="Connector line-1792373634970-606437575"/>
          <p:cNvSpPr/>
          <p:nvPr/>
        </p:nvSpPr>
        <p:spPr>
          <a:xfrm>
            <a:off x="2667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524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endParaRPr lang="en-US" sz="2550" dirty="0"/>
          </a:p>
        </p:txBody>
      </p:sp>
      <p:sp>
        <p:nvSpPr>
          <p:cNvPr id="7" name="Connector line-1792373634975-310038354"/>
          <p:cNvSpPr/>
          <p:nvPr/>
        </p:nvSpPr>
        <p:spPr>
          <a:xfrm>
            <a:off x="9144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001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550" dirty="0"/>
          </a:p>
        </p:txBody>
      </p:sp>
      <p:sp>
        <p:nvSpPr>
          <p:cNvPr id="9" name="Connector line-1792373634978-75081962"/>
          <p:cNvSpPr/>
          <p:nvPr/>
        </p:nvSpPr>
        <p:spPr>
          <a:xfrm>
            <a:off x="15621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0" name="Connector line-1792373634978-136312400"/>
          <p:cNvSpPr/>
          <p:nvPr/>
        </p:nvSpPr>
        <p:spPr>
          <a:xfrm>
            <a:off x="2762250" y="4095750"/>
            <a:ext cx="62865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2857500" y="36195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/api/users</a:t>
            </a:r>
            <a:endParaRPr lang="en-US" sz="2550" dirty="0"/>
          </a:p>
        </p:txBody>
      </p:sp>
      <p:sp>
        <p:nvSpPr>
          <p:cNvPr id="12" name="Connector line-1792373634990-544308384"/>
          <p:cNvSpPr/>
          <p:nvPr/>
        </p:nvSpPr>
        <p:spPr>
          <a:xfrm>
            <a:off x="9239250" y="51435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9334500" y="46672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/users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2762250" y="4667250"/>
            <a:ext cx="59055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09900" y="4762500"/>
            <a:ext cx="5524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endParaRPr lang="en-US" sz="2100" dirty="0"/>
          </a:p>
        </p:txBody>
      </p:sp>
      <p:sp>
        <p:nvSpPr>
          <p:cNvPr id="16" name="Connector line-1792373634998-964495499"/>
          <p:cNvSpPr/>
          <p:nvPr/>
        </p:nvSpPr>
        <p:spPr>
          <a:xfrm>
            <a:off x="9239250" y="68580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9334500" y="63817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$host</a:t>
            </a:r>
            <a:endParaRPr lang="en-US" sz="2100" dirty="0"/>
          </a:p>
        </p:txBody>
      </p:sp>
      <p:sp>
        <p:nvSpPr>
          <p:cNvPr id="18" name="Connector line-1792373635001-859251890"/>
          <p:cNvSpPr/>
          <p:nvPr/>
        </p:nvSpPr>
        <p:spPr>
          <a:xfrm>
            <a:off x="9239250" y="809625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9334500" y="76200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X-Forwarded-For</a:t>
            </a:r>
            <a:r>
              <a:rPr lang="en-US" sz="21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$remote_addr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2762250" y="6477000"/>
            <a:ext cx="5905500" cy="1905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1" name="Text richtext-1792373635004-595120856"/>
          <p:cNvSpPr/>
          <p:nvPr/>
        </p:nvSpPr>
        <p:spPr>
          <a:xfrm>
            <a:off x="3009900" y="6619875"/>
            <a:ext cx="55245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 ghi</a:t>
            </a:r>
            <a:r>
              <a:rPr lang="en-US" sz="21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09e036f-38fd-4d32-aefb-cd5694f575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mã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502</a:t>
            </a:r>
            <a:endParaRPr lang="en-US" sz="8117" dirty="0"/>
          </a:p>
        </p:txBody>
      </p:sp>
      <p:sp>
        <p:nvSpPr>
          <p:cNvPr id="6" name="Text richtext-1792373649236-671068425"/>
          <p:cNvSpPr/>
          <p:nvPr/>
        </p:nvSpPr>
        <p:spPr>
          <a:xfrm>
            <a:off x="13906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504</a:t>
            </a:r>
            <a:endParaRPr lang="en-US" sz="8117" dirty="0"/>
          </a:p>
        </p:txBody>
      </p:sp>
      <p:sp>
        <p:nvSpPr>
          <p:cNvPr id="9" name="Text richtext-1792373649250-162032281"/>
          <p:cNvSpPr/>
          <p:nvPr/>
        </p:nvSpPr>
        <p:spPr>
          <a:xfrm>
            <a:off x="98488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gửi,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1" name="Text richtext-1792373649260-251411019"/>
          <p:cNvSpPr/>
          <p:nvPr/>
        </p:nvSpPr>
        <p:spPr>
          <a:xfrm>
            <a:off x="1390650" y="7191375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header,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lặng: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proxy_read_timeout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c4783d1-a80f-4056-85a9-7264d790a5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endParaRPr lang="en-US" sz="6900" dirty="0"/>
          </a:p>
        </p:txBody>
      </p:sp>
      <p:sp>
        <p:nvSpPr>
          <p:cNvPr id="4" name="Connector line-1792373670092-366557790"/>
          <p:cNvSpPr/>
          <p:nvPr/>
        </p:nvSpPr>
        <p:spPr>
          <a:xfrm>
            <a:off x="1333500" y="4000500"/>
            <a:ext cx="15621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858250" y="37147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8191500" y="304800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1.29.7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33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239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550" b="1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 GHI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33500" y="5619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19250" y="5791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keepalive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(trong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33500" y="65722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19250" y="67437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proxy_http_version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333500" y="7524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19250" y="7696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proxy_set_header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""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5631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822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Text richtext-1792373670116-6186368"/>
          <p:cNvSpPr/>
          <p:nvPr/>
        </p:nvSpPr>
        <p:spPr>
          <a:xfrm>
            <a:off x="9982200" y="56197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80868e2-3537-4e92-815f-62f3a43d13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2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reload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5" name="Connector line-1792373691538-780189890"/>
          <p:cNvSpPr/>
          <p:nvPr/>
        </p:nvSpPr>
        <p:spPr>
          <a:xfrm>
            <a:off x="47625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1435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8" name="Connector line-1792373691544-242308868"/>
          <p:cNvSpPr/>
          <p:nvPr/>
        </p:nvSpPr>
        <p:spPr>
          <a:xfrm>
            <a:off x="89916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3726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-s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3726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mới</a:t>
            </a:r>
            <a:endParaRPr lang="en-US" sz="2550" dirty="0"/>
          </a:p>
        </p:txBody>
      </p:sp>
      <p:sp>
        <p:nvSpPr>
          <p:cNvPr id="11" name="Connector line-1792373691550-246578220"/>
          <p:cNvSpPr/>
          <p:nvPr/>
        </p:nvSpPr>
        <p:spPr>
          <a:xfrm>
            <a:off x="132207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6017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36017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-4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6953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7524750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r>
              <a:rPr lang="en-US" sz="36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-t</a:t>
            </a: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&amp;&amp;</a:t>
            </a:r>
            <a:r>
              <a:rPr lang="en-US" sz="36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-s</a:t>
            </a:r>
            <a:r>
              <a:rPr lang="en-US" sz="36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baa5f77-9f3f-44a7-87f5-3f8d96ec78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Chỉnh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timeout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giữ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36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 nhau</a:t>
            </a:r>
            <a:r>
              <a:rPr lang="en-US" sz="3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7536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3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3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năng.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36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7536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 -t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reload;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901a3ed-19ed-41c2-9cfd-55d0c43a0e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7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/api/,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7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7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</a:t>
            </a:r>
            <a:r>
              <a:rPr lang="en-US" sz="27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7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191500" cy="3048000"/>
          </a:xfrm>
          <a:prstGeom prst="rect">
            <a:avLst/>
          </a:prstGeom>
          <a:noFill/>
          <a:ln/>
        </p:spPr>
        <p:txBody>
          <a:bodyPr wrap="square" lIns="0" tIns="223838" rIns="0" bIns="-223838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/users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7" name="Text richtext-1792373721372-304051933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phần URI: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URI: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location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regex,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8191500" cy="20002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905625"/>
            <a:ext cx="74295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rewrite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6545e7f-4772-44b7-9428-227c5cb844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Host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620000" y="29718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$proxy_host;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$host.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X-Forwarded-For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620000" y="42291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khai: ghi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$remote_addr.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4864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$proxy_add_x_forwarded_for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620000" y="54864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thêm;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khi phía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proxy_connect_timeout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7620000" y="67437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nối;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75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nginx</a:t>
            </a:r>
            <a:r>
              <a:rPr lang="en-US" sz="255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-s</a:t>
            </a:r>
            <a:r>
              <a:rPr lang="en-US" sz="25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reload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7620000" y="8001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e22478f-626b-42d6-8330-d2bbeab377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HyperText</a:t>
                      </a:r>
                      <a:r>
                        <a:rPr lang="en-US" sz="2100" dirty="0" spc="-3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Transfer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siêu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752742-337723159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ngx_http_proxy_module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ngx_http_upstream_module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025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025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025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025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1.29.7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47b1c-abe0-4b51-b8f7-0d3abb852f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2026-10-19T02:54:07Z</dcterms:created>
  <dcterms:modified xsi:type="dcterms:W3CDTF">2026-10-19T02:54:07Z</dcterms:modified>
</cp:coreProperties>
</file>