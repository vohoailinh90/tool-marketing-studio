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191500" cy="4476750"/>
          </a:xfrm>
          <a:prstGeom prst="rect">
            <a:avLst/>
          </a:prstGeom>
          <a:noFill/>
          <a:ln/>
        </p:spPr>
        <p:txBody>
          <a:bodyPr wrap="square" lIns="0" tIns="56579" rIns="0" bIns="-56579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6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Redis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6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 liệu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sập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nào: RDB</a:t>
            </a:r>
            <a:r>
              <a:rPr lang="en-US" sz="66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6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AOF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6675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1500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khóa,</a:t>
            </a:r>
            <a:r>
              <a:rPr lang="en-US" sz="3000" dirty="0" spc="-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kill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-9.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95250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4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715500" y="2000250"/>
            <a:ext cx="7620000" cy="1714500"/>
          </a:xfrm>
          <a:prstGeom prst="roundRect">
            <a:avLst>
              <a:gd name="adj" fmla="val 14444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0" y="2495550"/>
            <a:ext cx="428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3000" b="1" dirty="0" spc="-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30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287500" y="2152650"/>
            <a:ext cx="2762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9715500" y="4095750"/>
            <a:ext cx="7620000" cy="1714500"/>
          </a:xfrm>
          <a:prstGeom prst="roundRect">
            <a:avLst>
              <a:gd name="adj" fmla="val 14444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96500" y="4591050"/>
            <a:ext cx="428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00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4097000" y="42481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 spc="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1000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9715500" y="6191250"/>
            <a:ext cx="7620000" cy="1714500"/>
          </a:xfrm>
          <a:prstGeom prst="roundRect">
            <a:avLst>
              <a:gd name="adj" fmla="val 14444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96500" y="6686550"/>
            <a:ext cx="4286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3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AOF</a:t>
            </a:r>
            <a:r>
              <a:rPr lang="en-US" sz="3000" b="1" dirty="0" spc="-2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everysec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4097000" y="6343650"/>
            <a:ext cx="29527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dirty="0" spc="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1500</a:t>
            </a:r>
            <a:endParaRPr lang="en-US" sz="72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8b47f7c-e6b9-4478-8615-3d350db15f0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cách, hai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65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RDB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Chụp</a:t>
            </a:r>
            <a:r>
              <a:rPr lang="en-US" sz="48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48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kỳ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95400" y="5334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 nhanh.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6500"/>
            </a:avLst>
          </a:prstGeom>
          <a:solidFill>
            <a:srgbClr val="FBF8F2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3600" y="32385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AOF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53600" y="381000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48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753600" y="5334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7334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 ở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sập,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 thử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dirty="0" spc="-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443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b6fd698-9ddb-45ed-9a6a-c872107c0a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8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7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7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lưu: còn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0</a:t>
            </a:r>
            <a:r>
              <a:rPr lang="en-US" sz="7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4000500" cy="123825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1500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7143750" y="3048000"/>
            <a:ext cx="4000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RAM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373100" y="3048000"/>
            <a:ext cx="4000500" cy="1238250"/>
          </a:xfrm>
          <a:prstGeom prst="roundRect">
            <a:avLst>
              <a:gd name="adj" fmla="val 50000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Đĩa:</a:t>
            </a:r>
            <a:r>
              <a:rPr lang="en-US" sz="255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550" dirty="0"/>
          </a:p>
        </p:txBody>
      </p:sp>
      <p:sp>
        <p:nvSpPr>
          <p:cNvPr id="7" name="Connector line-1792441951451-34700113"/>
          <p:cNvSpPr/>
          <p:nvPr/>
        </p:nvSpPr>
        <p:spPr>
          <a:xfrm>
            <a:off x="4953000" y="3667125"/>
            <a:ext cx="2095500" cy="0"/>
          </a:xfrm>
          <a:prstGeom prst="line">
            <a:avLst/>
          </a:prstGeom>
          <a:noFill/>
          <a:ln w="57150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41951452-369202365"/>
          <p:cNvSpPr/>
          <p:nvPr/>
        </p:nvSpPr>
        <p:spPr>
          <a:xfrm>
            <a:off x="11182350" y="3667125"/>
            <a:ext cx="2095500" cy="0"/>
          </a:xfrm>
          <a:prstGeom prst="line">
            <a:avLst/>
          </a:prstGeom>
          <a:noFill/>
          <a:ln w="57150">
            <a:solidFill>
              <a:srgbClr val="E8472B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906250" y="3343275"/>
            <a:ext cx="647700" cy="6477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1906250" y="3400425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✕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143750" y="457200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kill</a:t>
            </a: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-9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334000"/>
            <a:ext cx="8572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599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</a:t>
            </a:r>
            <a:endParaRPr lang="en-US" sz="20599" dirty="0"/>
          </a:p>
        </p:txBody>
      </p:sp>
      <p:sp>
        <p:nvSpPr>
          <p:cNvPr id="13" name="Text 11"/>
          <p:cNvSpPr/>
          <p:nvPr/>
        </p:nvSpPr>
        <p:spPr>
          <a:xfrm>
            <a:off x="4000500" y="6096000"/>
            <a:ext cx="13144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39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39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9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39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9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39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9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chết</a:t>
            </a:r>
            <a:endParaRPr lang="en-US" sz="39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4305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fb213dcf-ac49-4f74-b0a6-00b236ff6d2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8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9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Ảnh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</a:t>
            </a:r>
            <a:r>
              <a:rPr lang="en-US" sz="75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cũ,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75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1000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0477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750" dirty="0" spc="2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1000</a:t>
            </a:r>
            <a:endParaRPr lang="en-US" sz="24750" dirty="0"/>
          </a:p>
        </p:txBody>
      </p:sp>
      <p:sp>
        <p:nvSpPr>
          <p:cNvPr id="5" name="Text 3"/>
          <p:cNvSpPr/>
          <p:nvPr/>
        </p:nvSpPr>
        <p:spPr>
          <a:xfrm>
            <a:off x="11811000" y="3810000"/>
            <a:ext cx="552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 còn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1811000" y="4572000"/>
            <a:ext cx="55245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550" dirty="0" spc="-1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dirty="0" spc="-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55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1000 khóa.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7048500"/>
            <a:ext cx="10972800" cy="666750"/>
          </a:xfrm>
          <a:prstGeom prst="roundRect">
            <a:avLst>
              <a:gd name="adj" fmla="val 20000"/>
            </a:avLst>
          </a:prstGeom>
          <a:solidFill>
            <a:srgbClr val="7C93FF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0" y="7048500"/>
            <a:ext cx="5486400" cy="66675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F3EEE3"/>
            </a:solidFill>
            <a:prstDash val="lgDash"/>
          </a:ln>
        </p:spPr>
      </p:sp>
      <p:sp>
        <p:nvSpPr>
          <p:cNvPr id="9" name="Text 7"/>
          <p:cNvSpPr/>
          <p:nvPr/>
        </p:nvSpPr>
        <p:spPr>
          <a:xfrm>
            <a:off x="1143000" y="7162800"/>
            <a:ext cx="10477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1000 khóa</a:t>
            </a:r>
            <a:r>
              <a:rPr lang="en-US" sz="22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115800" y="7162800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Mất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500</a:t>
            </a:r>
            <a:r>
              <a:rPr lang="en-US" sz="2400" dirty="0" spc="-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phần</a:t>
            </a:r>
            <a:r>
              <a:rPr lang="en-US" sz="2400" dirty="0" spc="0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7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1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7166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ab396d0d-3822-4587-88cd-88337a7546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b="1" spc="28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</a:t>
            </a:r>
            <a:r>
              <a:rPr lang="en-US" sz="195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950" b="1" spc="28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EVERYSEC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75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ghi</a:t>
            </a:r>
            <a:r>
              <a:rPr lang="en-US" sz="7500" dirty="0" spc="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75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3771900" cy="3238500"/>
          </a:xfrm>
          <a:prstGeom prst="roundRect">
            <a:avLst>
              <a:gd name="adj" fmla="val 764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43500" y="2857500"/>
            <a:ext cx="3771900" cy="3238500"/>
          </a:xfrm>
          <a:prstGeom prst="roundRect">
            <a:avLst>
              <a:gd name="adj" fmla="val 764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72600" y="2857500"/>
            <a:ext cx="3771900" cy="3238500"/>
          </a:xfrm>
          <a:prstGeom prst="roundRect">
            <a:avLst>
              <a:gd name="adj" fmla="val 764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01700" y="2857500"/>
            <a:ext cx="3771900" cy="3238500"/>
          </a:xfrm>
          <a:prstGeom prst="roundRect">
            <a:avLst>
              <a:gd name="adj" fmla="val 7647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8250" y="30480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67350" y="30480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696450" y="30480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13925550" y="3048000"/>
            <a:ext cx="114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1238250" y="4095750"/>
            <a:ext cx="3143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Sửa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RAM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5467350" y="4095750"/>
            <a:ext cx="3143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Nối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lệnh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25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AOF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9696450" y="4095750"/>
            <a:ext cx="3143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write()</a:t>
            </a:r>
            <a:r>
              <a:rPr lang="en-US" sz="25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đưa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bộ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r>
              <a:rPr lang="en-US" sz="25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25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tệp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925550" y="4095750"/>
            <a:ext cx="3143250" cy="18097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fsync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endParaRPr lang="en-US" sz="2550" dirty="0"/>
          </a:p>
        </p:txBody>
      </p:sp>
      <p:sp>
        <p:nvSpPr>
          <p:cNvPr id="16" name="Connector line-1792441984968-411636937"/>
          <p:cNvSpPr/>
          <p:nvPr/>
        </p:nvSpPr>
        <p:spPr>
          <a:xfrm>
            <a:off x="4743450" y="4476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441984968-710074660"/>
          <p:cNvSpPr/>
          <p:nvPr/>
        </p:nvSpPr>
        <p:spPr>
          <a:xfrm>
            <a:off x="8972550" y="4476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8" name="Connector line-1792441984968-427706682"/>
          <p:cNvSpPr/>
          <p:nvPr/>
        </p:nvSpPr>
        <p:spPr>
          <a:xfrm>
            <a:off x="13201650" y="4476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601700" y="6381750"/>
            <a:ext cx="37719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3830300" y="6515100"/>
            <a:ext cx="3333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everysec: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giây,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3601700" y="7524750"/>
            <a:ext cx="3771900" cy="952500"/>
          </a:xfrm>
          <a:prstGeom prst="roundRect">
            <a:avLst>
              <a:gd name="adj" fmla="val 20000"/>
            </a:avLst>
          </a:prstGeom>
          <a:solidFill>
            <a:srgbClr val="F3DFB8"/>
          </a:solidFill>
          <a:ln/>
        </p:spPr>
      </p:sp>
      <p:sp>
        <p:nvSpPr>
          <p:cNvPr id="22" name="Text 20"/>
          <p:cNvSpPr/>
          <p:nvPr/>
        </p:nvSpPr>
        <p:spPr>
          <a:xfrm>
            <a:off x="13830300" y="7658100"/>
            <a:ext cx="3333750" cy="7239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always:</a:t>
            </a:r>
            <a:r>
              <a:rPr lang="en-US" sz="19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19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19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14400" y="657225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17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8117" dirty="0" spc="18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đủ</a:t>
            </a:r>
            <a:r>
              <a:rPr lang="en-US" sz="8117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1500</a:t>
            </a:r>
            <a:endParaRPr lang="en-US" sz="8117" dirty="0"/>
          </a:p>
        </p:txBody>
      </p:sp>
      <p:sp>
        <p:nvSpPr>
          <p:cNvPr id="24" name="Text 22"/>
          <p:cNvSpPr/>
          <p:nvPr/>
        </p:nvSpPr>
        <p:spPr>
          <a:xfrm>
            <a:off x="914400" y="790575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kill -9.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0027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b245a05-a8ee-4465-9c4f-807c5a58a2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8671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9720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0769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71818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7622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8671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9720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0769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7181850"/>
            <a:ext cx="133350" cy="952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2819400"/>
            <a:ext cx="85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1333500" y="3924300"/>
            <a:ext cx="85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333500" y="5029200"/>
            <a:ext cx="85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333500" y="6134100"/>
            <a:ext cx="85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333500" y="7239000"/>
            <a:ext cx="857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2381250" y="30099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kill</a:t>
            </a:r>
            <a:r>
              <a:rPr lang="en-US" sz="28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-9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giết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trình,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85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2381250" y="41148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Mất</a:t>
            </a:r>
            <a:r>
              <a:rPr lang="en-US" sz="28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điện: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fsync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quyết</a:t>
            </a:r>
            <a:r>
              <a:rPr lang="en-US" sz="2850" dirty="0" spc="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định,</a:t>
            </a:r>
            <a:r>
              <a:rPr lang="en-US" sz="285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everysec</a:t>
            </a:r>
            <a:r>
              <a:rPr lang="en-US" sz="285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85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2381250" y="52197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fsync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hoãn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write():</a:t>
            </a: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mất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endParaRPr lang="en-US" sz="2850" dirty="0"/>
          </a:p>
        </p:txBody>
      </p:sp>
      <p:sp>
        <p:nvSpPr>
          <p:cNvPr id="22" name="Text 20"/>
          <p:cNvSpPr/>
          <p:nvPr/>
        </p:nvSpPr>
        <p:spPr>
          <a:xfrm>
            <a:off x="2381250" y="63246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fork()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lớn:</a:t>
            </a:r>
            <a:r>
              <a:rPr lang="en-US" sz="28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Redis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8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ngừng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phục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vụ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2381250" y="7429500"/>
            <a:ext cx="14668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always: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đợt</a:t>
            </a:r>
            <a:r>
              <a:rPr lang="en-US" sz="28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chờ</a:t>
            </a:r>
            <a:r>
              <a:rPr lang="en-US" sz="28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fsync</a:t>
            </a:r>
            <a:endParaRPr lang="en-US" sz="2850" dirty="0"/>
          </a:p>
        </p:txBody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28888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9661e807-a22b-4623-b2d1-96f2b2ab3bf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8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ĐÁP</a:t>
            </a:r>
            <a:r>
              <a:rPr lang="en-US" sz="1950" b="1" spc="298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đệm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giỏ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hàng: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bật</a:t>
            </a:r>
            <a:r>
              <a:rPr lang="en-US" sz="69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191000" y="2762250"/>
            <a:ext cx="6096000" cy="5715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1950" b="1" dirty="0" spc="-5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0" y="2762250"/>
            <a:ext cx="6896100" cy="5715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000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4191000" y="3524250"/>
            <a:ext cx="6096000" cy="2095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6750" y="381000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RDB</a:t>
            </a:r>
            <a:r>
              <a:rPr lang="en-US" sz="28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28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thậm</a:t>
            </a:r>
            <a:r>
              <a:rPr lang="en-US" sz="28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8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3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b="1" dirty="0" spc="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850" dirty="0"/>
          </a:p>
        </p:txBody>
      </p:sp>
      <p:sp>
        <p:nvSpPr>
          <p:cNvPr id="9" name="Shape 7"/>
          <p:cNvSpPr/>
          <p:nvPr/>
        </p:nvSpPr>
        <p:spPr>
          <a:xfrm>
            <a:off x="10477500" y="3524250"/>
            <a:ext cx="6896100" cy="2095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0763250" y="3810000"/>
            <a:ext cx="63246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chính; RDB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5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6286500"/>
            <a:ext cx="304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giỏ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2850" dirty="0"/>
          </a:p>
        </p:txBody>
      </p:sp>
      <p:sp>
        <p:nvSpPr>
          <p:cNvPr id="12" name="Shape 10"/>
          <p:cNvSpPr/>
          <p:nvPr/>
        </p:nvSpPr>
        <p:spPr>
          <a:xfrm>
            <a:off x="4191000" y="5810250"/>
            <a:ext cx="6096000" cy="2095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6750" y="6096000"/>
            <a:ext cx="5524500" cy="1524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indent="0" marL="0">
              <a:lnSpc>
                <a:spcPts val="3563"/>
              </a:lnSpc>
              <a:buNone/>
            </a:pPr>
            <a:r>
              <a:rPr lang="en-US" sz="2850" b="1" dirty="0" spc="-3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AOF</a:t>
            </a:r>
            <a:r>
              <a:rPr lang="en-US" sz="2850" b="1" dirty="0" spc="-7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b="1" dirty="0" spc="-2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everysec,</a:t>
            </a:r>
            <a:r>
              <a:rPr lang="en-US" sz="285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8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10477500" y="5810250"/>
            <a:ext cx="6896100" cy="2095500"/>
          </a:xfrm>
          <a:prstGeom prst="roundRect">
            <a:avLst>
              <a:gd name="adj" fmla="val 10000"/>
            </a:avLst>
          </a:prstGeom>
          <a:solidFill>
            <a:srgbClr val="1E212B"/>
          </a:solidFill>
          <a:ln/>
        </p:spPr>
      </p:sp>
      <p:sp>
        <p:nvSpPr>
          <p:cNvPr id="15" name="Text 13"/>
          <p:cNvSpPr/>
          <p:nvPr/>
        </p:nvSpPr>
        <p:spPr>
          <a:xfrm>
            <a:off x="10763250" y="6096000"/>
            <a:ext cx="63246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sập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57500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-1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2d1679b8-348c-49d9-8c1c-1364672c3e4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4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950" b="1" spc="287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5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-7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AOF</a:t>
            </a:r>
            <a:r>
              <a:rPr lang="en-US" sz="75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500" dirty="0" spc="-2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Redis</a:t>
            </a:r>
            <a:r>
              <a:rPr lang="en-US" sz="7500" dirty="0" spc="-2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7.0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95250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0289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appendonly.aof.1.base.rdb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371600" y="36576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dạng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572000"/>
            <a:ext cx="95250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7200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8387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appendonly.aof.1.incr.aof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371600" y="54673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tăng: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9525000" cy="1619250"/>
          </a:xfrm>
          <a:prstGeom prst="roundRect">
            <a:avLst>
              <a:gd name="adj" fmla="val 12941"/>
            </a:avLst>
          </a:prstGeom>
          <a:solidFill>
            <a:srgbClr val="1E212B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6381750"/>
            <a:ext cx="133350" cy="1619250"/>
          </a:xfrm>
          <a:prstGeom prst="roundRect">
            <a:avLst>
              <a:gd name="adj" fmla="val 50000"/>
            </a:avLst>
          </a:prstGeom>
          <a:solidFill>
            <a:srgbClr val="D8D3C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664845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appendonly.aof.manifest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71600" y="7277100"/>
            <a:ext cx="876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858500" y="2762250"/>
            <a:ext cx="6515100" cy="1619250"/>
          </a:xfrm>
          <a:prstGeom prst="roundRect">
            <a:avLst>
              <a:gd name="adj" fmla="val 12941"/>
            </a:avLst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44250" y="299085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BGREWRITEAOF: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4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ở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0858500" y="4572000"/>
            <a:ext cx="6515100" cy="1619250"/>
          </a:xfrm>
          <a:prstGeom prst="roundRect">
            <a:avLst>
              <a:gd name="adj" fmla="val 12941"/>
            </a:avLst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44250" y="480060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0858500" y="6381750"/>
            <a:ext cx="6515100" cy="1619250"/>
          </a:xfrm>
          <a:prstGeom prst="roundRect">
            <a:avLst>
              <a:gd name="adj" fmla="val 12941"/>
            </a:avLst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44250" y="661035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0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RDB: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khởi</a:t>
            </a:r>
            <a:r>
              <a:rPr lang="en-US" sz="24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nạp từ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AOF.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86113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623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136853c8-30d5-4005-92e2-f54a2906e5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b="1" spc="302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0" kern="0" dirty="0">
                <a:solidFill>
                  <a:srgbClr val="D8D3C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500" dirty="0" spc="-8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5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95750"/>
            <a:ext cx="80010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5334000"/>
            <a:ext cx="80010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38250" y="31432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RDB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8250" y="438150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AOF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238250" y="5619750"/>
            <a:ext cx="190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6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333750" y="3190875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33750" y="4429125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33750" y="5667375"/>
            <a:ext cx="533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2857500"/>
            <a:ext cx="8001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3333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9372600" y="4095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372600" y="4857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5619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8" name="Shape 16"/>
          <p:cNvSpPr/>
          <p:nvPr/>
        </p:nvSpPr>
        <p:spPr>
          <a:xfrm>
            <a:off x="9372600" y="6381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372600" y="7143750"/>
            <a:ext cx="8001000" cy="6477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3486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1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(bài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601200" y="4248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Persistence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0" y="5010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 aof.c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601200" y="5772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server.c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9601200" y="6534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Redis: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Diagnosing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latency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issues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9601200" y="72961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Redis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7.0.15:</a:t>
            </a:r>
            <a:r>
              <a:rPr lang="en-US" sz="21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redis.conf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6206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9067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928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479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76513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05125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33738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14725" y="9382125"/>
            <a:ext cx="209550" cy="2095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715500"/>
            <a:ext cx="762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 ·</a:t>
            </a:r>
            <a:r>
              <a:rPr lang="en-US" sz="1650" dirty="0" spc="1" kern="0">
                <a:solidFill>
                  <a:srgbClr val="9A98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b5f3406f-8203-43f4-9b46-fb8d0875dd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2026-10-19T20:34:08Z</dcterms:created>
  <dcterms:modified xsi:type="dcterms:W3CDTF">2026-10-19T20:34:08Z</dcterms:modified>
</cp:coreProperties>
</file>