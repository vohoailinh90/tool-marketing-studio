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191500" cy="5905500"/>
          </a:xfrm>
          <a:prstGeom prst="rect">
            <a:avLst/>
          </a:prstGeom>
          <a:noFill/>
          <a:ln/>
        </p:spPr>
        <p:txBody>
          <a:bodyPr wrap="square" lIns="0" tIns="66866" rIns="0" bIns="-66866" rtlCol="0" anchor="t"/>
          <a:lstStyle/>
          <a:p>
            <a:pPr algn="l" indent="0" marL="0">
              <a:lnSpc>
                <a:spcPts val="8586"/>
              </a:lnSpc>
              <a:buNone/>
            </a:pP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Container</a:t>
            </a:r>
            <a:r>
              <a:rPr lang="en-US" sz="8100" dirty="0" spc="-2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Docker</a:t>
            </a:r>
            <a:r>
              <a:rPr lang="en-US" sz="8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81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ngay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8100" dirty="0" spc="-3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khởi</a:t>
            </a:r>
            <a:r>
              <a:rPr lang="en-US" sz="8100" dirty="0" spc="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động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81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mãi: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manh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mối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7429500"/>
            <a:ext cx="81915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Biến</a:t>
            </a:r>
            <a:r>
              <a:rPr lang="en-US" sz="27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27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2700" dirty="0" spc="-1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Restarting?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914400" y="95250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DevOps</a:t>
            </a:r>
            <a:r>
              <a:rPr lang="en-US" sz="16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CI/CD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563100" y="1809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2095500"/>
            <a:ext cx="857250" cy="857250"/>
          </a:xfrm>
          <a:prstGeom prst="ellipse">
            <a:avLst/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896600" y="2076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0896600" y="2609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100" dirty="0"/>
          </a:p>
        </p:txBody>
      </p:sp>
      <p:sp>
        <p:nvSpPr>
          <p:cNvPr id="10" name="Shape 8"/>
          <p:cNvSpPr/>
          <p:nvPr/>
        </p:nvSpPr>
        <p:spPr>
          <a:xfrm>
            <a:off x="9563100" y="3524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91700" y="3810000"/>
            <a:ext cx="857250" cy="857250"/>
          </a:xfrm>
          <a:prstGeom prst="ellipse">
            <a:avLst/>
          </a:prstGeom>
          <a:solidFill>
            <a:srgbClr val="FF6A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10896600" y="3790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Nhật</a:t>
            </a:r>
            <a:r>
              <a:rPr lang="en-US" sz="25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10896600" y="4324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5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100" dirty="0"/>
          </a:p>
        </p:txBody>
      </p:sp>
      <p:sp>
        <p:nvSpPr>
          <p:cNvPr id="14" name="Shape 12"/>
          <p:cNvSpPr/>
          <p:nvPr/>
        </p:nvSpPr>
        <p:spPr>
          <a:xfrm>
            <a:off x="9563100" y="52387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791700" y="5524500"/>
            <a:ext cx="857250" cy="857250"/>
          </a:xfrm>
          <a:prstGeom prst="ellipse">
            <a:avLst/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10896600" y="55054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</a:t>
            </a:r>
            <a:endParaRPr lang="en-US" sz="2550" dirty="0"/>
          </a:p>
        </p:txBody>
      </p:sp>
      <p:sp>
        <p:nvSpPr>
          <p:cNvPr id="17" name="Text 15"/>
          <p:cNvSpPr/>
          <p:nvPr/>
        </p:nvSpPr>
        <p:spPr>
          <a:xfrm>
            <a:off x="10896600" y="60388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1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100" dirty="0"/>
          </a:p>
        </p:txBody>
      </p:sp>
      <p:sp>
        <p:nvSpPr>
          <p:cNvPr id="18" name="Shape 16"/>
          <p:cNvSpPr/>
          <p:nvPr/>
        </p:nvSpPr>
        <p:spPr>
          <a:xfrm>
            <a:off x="9563100" y="6953250"/>
            <a:ext cx="7810500" cy="1428750"/>
          </a:xfrm>
          <a:prstGeom prst="roundRect">
            <a:avLst>
              <a:gd name="adj" fmla="val 18667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791700" y="7239000"/>
            <a:ext cx="857250" cy="857250"/>
          </a:xfrm>
          <a:prstGeom prst="ellipse">
            <a:avLst/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700" dirty="0"/>
          </a:p>
        </p:txBody>
      </p:sp>
      <p:sp>
        <p:nvSpPr>
          <p:cNvPr id="20" name="Text 18"/>
          <p:cNvSpPr/>
          <p:nvPr/>
        </p:nvSpPr>
        <p:spPr>
          <a:xfrm>
            <a:off x="10896600" y="7219950"/>
            <a:ext cx="6286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Chính</a:t>
            </a:r>
            <a:r>
              <a:rPr lang="en-US" sz="25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5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5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5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550" dirty="0"/>
          </a:p>
        </p:txBody>
      </p:sp>
      <p:sp>
        <p:nvSpPr>
          <p:cNvPr id="21" name="Text 19"/>
          <p:cNvSpPr/>
          <p:nvPr/>
        </p:nvSpPr>
        <p:spPr>
          <a:xfrm>
            <a:off x="10896600" y="7753350"/>
            <a:ext cx="62865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5f8e1af0-bd3d-4e54-a875-67748474a37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143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2381250"/>
            <a:ext cx="152400" cy="238125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</p:sp>
      <p:sp>
        <p:nvSpPr>
          <p:cNvPr id="4" name="Text 2"/>
          <p:cNvSpPr/>
          <p:nvPr/>
        </p:nvSpPr>
        <p:spPr>
          <a:xfrm>
            <a:off x="1524000" y="2190750"/>
            <a:ext cx="15621000" cy="2857500"/>
          </a:xfrm>
          <a:prstGeom prst="rect">
            <a:avLst/>
          </a:prstGeom>
          <a:noFill/>
          <a:ln/>
        </p:spPr>
        <p:txBody>
          <a:bodyPr wrap="square" lIns="0" tIns="59436" rIns="0" bIns="-59436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78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Docker</a:t>
            </a:r>
            <a:r>
              <a:rPr lang="en-US" sz="78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7800" dirty="0" spc="-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trạng</a:t>
            </a:r>
            <a:r>
              <a:rPr lang="en-US" sz="78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thái</a:t>
            </a:r>
            <a:r>
              <a:rPr lang="en-US" sz="7800" dirty="0" spc="-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</a:t>
            </a:r>
            <a:r>
              <a:rPr lang="en-US" sz="7800" dirty="0" spc="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đến</a:t>
            </a:r>
            <a:r>
              <a:rPr lang="en-US" sz="78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78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bạn</a:t>
            </a:r>
            <a:r>
              <a:rPr lang="en-US" sz="7800" dirty="0" spc="-1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r>
              <a:rPr lang="en-US" sz="7800" dirty="0" spc="-7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container.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1524000" y="571500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biến</a:t>
            </a:r>
            <a:r>
              <a:rPr lang="en-US" sz="30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30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khỏi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ps,</a:t>
            </a:r>
            <a:r>
              <a:rPr lang="en-US" sz="30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30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cứ</a:t>
            </a:r>
            <a:r>
              <a:rPr lang="en-US" sz="30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524000" y="6572250"/>
            <a:ext cx="1524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30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30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30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30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30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3000" dirty="0" spc="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3510520f-3729-4599-ba13-e78973c67da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29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950" b="1" spc="25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hay</a:t>
            </a:r>
            <a:r>
              <a:rPr lang="en-US" sz="6900" dirty="0" spc="-1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Restarting?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335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3335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Exited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3335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3335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4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Kèm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7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thoát: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manh mối</a:t>
            </a:r>
            <a:r>
              <a:rPr lang="en-US" sz="2700" dirty="0" spc="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tiên.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372600" y="3048000"/>
            <a:ext cx="8001000" cy="4191000"/>
          </a:xfrm>
          <a:prstGeom prst="roundRect">
            <a:avLst>
              <a:gd name="adj" fmla="val 6364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34290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TRẠNG</a:t>
            </a:r>
            <a:r>
              <a:rPr lang="en-US" sz="2550" b="1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91700" y="4000500"/>
            <a:ext cx="7239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1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Restarting</a:t>
            </a:r>
            <a:endParaRPr lang="en-US" sz="5400" dirty="0"/>
          </a:p>
        </p:txBody>
      </p:sp>
      <p:sp>
        <p:nvSpPr>
          <p:cNvPr id="12" name="Text 10"/>
          <p:cNvSpPr/>
          <p:nvPr/>
        </p:nvSpPr>
        <p:spPr>
          <a:xfrm>
            <a:off x="9791700" y="5143500"/>
            <a:ext cx="7239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700" dirty="0" spc="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9791700" y="5810250"/>
            <a:ext cx="7239000" cy="104775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t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 chính</a:t>
            </a:r>
            <a:r>
              <a:rPr lang="en-US" sz="27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27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2700" dirty="0" spc="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7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914400" y="7620000"/>
            <a:ext cx="16459200" cy="1143000"/>
          </a:xfrm>
          <a:prstGeom prst="roundRect">
            <a:avLst>
              <a:gd name="adj" fmla="val 16667"/>
            </a:avLst>
          </a:prstGeom>
          <a:solidFill>
            <a:srgbClr val="2A2E3A"/>
          </a:solidFill>
          <a:ln/>
        </p:spPr>
      </p:sp>
      <p:sp>
        <p:nvSpPr>
          <p:cNvPr id="15" name="Text 13"/>
          <p:cNvSpPr/>
          <p:nvPr/>
        </p:nvSpPr>
        <p:spPr>
          <a:xfrm>
            <a:off x="1333500" y="7905750"/>
            <a:ext cx="15811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--filter</a:t>
            </a:r>
            <a:r>
              <a:rPr lang="en-US" sz="2550" dirty="0" spc="-1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status=exited</a:t>
            </a:r>
            <a:pPr algn="l" indent="0" marL="0">
              <a:buNone/>
            </a:pP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sót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ac04a154-7c88-413d-9d91-376773c150e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29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950" b="1" spc="29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6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b="1" spc="29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Đọc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dòng nhật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cuối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ps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-a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Exited</a:t>
            </a:r>
            <a:r>
              <a:rPr lang="en-US" sz="25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kèm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8" name="Connector line-1792374284568-65977691"/>
          <p:cNvSpPr/>
          <p:nvPr/>
        </p:nvSpPr>
        <p:spPr>
          <a:xfrm>
            <a:off x="581025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9" name="Shape 7"/>
          <p:cNvSpPr/>
          <p:nvPr/>
        </p:nvSpPr>
        <p:spPr>
          <a:xfrm>
            <a:off x="676275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8D9D0"/>
          </a:solidFill>
          <a:ln w="38100">
            <a:solidFill>
              <a:srgbClr val="E8472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14375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-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endParaRPr lang="en-US" sz="1950" dirty="0"/>
          </a:p>
        </p:txBody>
      </p:sp>
      <p:sp>
        <p:nvSpPr>
          <p:cNvPr id="11" name="Text 9"/>
          <p:cNvSpPr/>
          <p:nvPr/>
        </p:nvSpPr>
        <p:spPr>
          <a:xfrm>
            <a:off x="714375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4857750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--tail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5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tên-container</a:t>
            </a:r>
            <a:endParaRPr lang="en-US" sz="2550" dirty="0"/>
          </a:p>
        </p:txBody>
      </p:sp>
      <p:sp>
        <p:nvSpPr>
          <p:cNvPr id="13" name="Text 11"/>
          <p:cNvSpPr/>
          <p:nvPr/>
        </p:nvSpPr>
        <p:spPr>
          <a:xfrm>
            <a:off x="7143750" y="5524500"/>
            <a:ext cx="4000500" cy="762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50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cuối.</a:t>
            </a:r>
            <a:endParaRPr lang="en-US" sz="2550" dirty="0"/>
          </a:p>
        </p:txBody>
      </p:sp>
      <p:sp>
        <p:nvSpPr>
          <p:cNvPr id="14" name="Connector line-1792374284579-716937092"/>
          <p:cNvSpPr/>
          <p:nvPr/>
        </p:nvSpPr>
        <p:spPr>
          <a:xfrm>
            <a:off x="11658600" y="5048250"/>
            <a:ext cx="857250" cy="0"/>
          </a:xfrm>
          <a:prstGeom prst="line">
            <a:avLst/>
          </a:prstGeom>
          <a:noFill/>
          <a:ln w="38100">
            <a:solidFill>
              <a:srgbClr val="14161C"/>
            </a:solidFill>
            <a:prstDash val="solid"/>
            <a:headEnd type="none"/>
            <a:tailEnd type="triangle" w="lg" len="lg"/>
          </a:ln>
        </p:spPr>
      </p:sp>
      <p:sp>
        <p:nvSpPr>
          <p:cNvPr id="15" name="Shape 13"/>
          <p:cNvSpPr/>
          <p:nvPr/>
        </p:nvSpPr>
        <p:spPr>
          <a:xfrm>
            <a:off x="12611100" y="3429000"/>
            <a:ext cx="4762500" cy="3238500"/>
          </a:xfrm>
          <a:prstGeom prst="roundRect">
            <a:avLst>
              <a:gd name="adj" fmla="val 8235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2992100" y="3771900"/>
            <a:ext cx="400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b="1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</a:t>
            </a:r>
            <a:r>
              <a:rPr lang="en-US" sz="1950" b="1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LỖI?</a:t>
            </a:r>
            <a:endParaRPr lang="en-US" sz="1950" dirty="0"/>
          </a:p>
        </p:txBody>
      </p:sp>
      <p:sp>
        <p:nvSpPr>
          <p:cNvPr id="17" name="Text 15"/>
          <p:cNvSpPr/>
          <p:nvPr/>
        </p:nvSpPr>
        <p:spPr>
          <a:xfrm>
            <a:off x="12992100" y="4286250"/>
            <a:ext cx="4000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12992100" y="5143500"/>
            <a:ext cx="40005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914400" y="75247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dirty="0" spc="-3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7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thứ tự,</a:t>
            </a:r>
            <a:r>
              <a:rPr lang="en-US" sz="27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7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 cần.</a:t>
            </a:r>
            <a:endParaRPr lang="en-US" sz="27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800d87ef-b4f5-450a-b4f5-58f71102c33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950" b="1" spc="29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95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95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 TIẾT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5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trường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-2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State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4381500" cy="1714500"/>
          </a:xfrm>
          <a:prstGeom prst="roundRect">
            <a:avLst>
              <a:gd name="adj" fmla="val 15556"/>
            </a:avLst>
          </a:prstGeom>
          <a:solidFill>
            <a:srgbClr val="1E212B"/>
          </a:solidFill>
          <a:ln w="38100">
            <a:solidFill>
              <a:srgbClr val="7C93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4953000"/>
            <a:ext cx="381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50" b="1" dirty="0" spc="-2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85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00150" y="5572125"/>
            <a:ext cx="381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tên-container</a:t>
            </a:r>
            <a:endParaRPr lang="en-US" sz="1950" dirty="0"/>
          </a:p>
        </p:txBody>
      </p:sp>
      <p:sp>
        <p:nvSpPr>
          <p:cNvPr id="7" name="Connector line-1792374301797-441765695"/>
          <p:cNvSpPr/>
          <p:nvPr/>
        </p:nvSpPr>
        <p:spPr>
          <a:xfrm flipV="1">
            <a:off x="5334000" y="371475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8" name="Connector line-1792374301797-706992919"/>
          <p:cNvSpPr/>
          <p:nvPr/>
        </p:nvSpPr>
        <p:spPr>
          <a:xfrm>
            <a:off x="5334000" y="5334000"/>
            <a:ext cx="1333500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9" name="Connector line-1792374301798-992666868"/>
          <p:cNvSpPr/>
          <p:nvPr/>
        </p:nvSpPr>
        <p:spPr>
          <a:xfrm>
            <a:off x="5334000" y="5334000"/>
            <a:ext cx="1333500" cy="161925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triangle" w="lg" len="lg"/>
          </a:ln>
        </p:spPr>
      </p:sp>
      <p:sp>
        <p:nvSpPr>
          <p:cNvPr id="10" name="Shape 8"/>
          <p:cNvSpPr/>
          <p:nvPr/>
        </p:nvSpPr>
        <p:spPr>
          <a:xfrm>
            <a:off x="6762750" y="30480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143750" y="32861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State.ExitCode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7143750" y="38100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10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6762750" y="466725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143750" y="490537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State.OOMKilled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7143750" y="542925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true: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100" dirty="0" spc="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2100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10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6762750" y="6286500"/>
            <a:ext cx="10610850" cy="1333500"/>
          </a:xfrm>
          <a:prstGeom prst="roundRect">
            <a:avLst>
              <a:gd name="adj" fmla="val 1714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43750" y="6524625"/>
            <a:ext cx="9906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State.Error</a:t>
            </a:r>
            <a:endParaRPr lang="en-US" sz="2550" dirty="0"/>
          </a:p>
        </p:txBody>
      </p:sp>
      <p:sp>
        <p:nvSpPr>
          <p:cNvPr id="18" name="Text 16"/>
          <p:cNvSpPr/>
          <p:nvPr/>
        </p:nvSpPr>
        <p:spPr>
          <a:xfrm>
            <a:off x="7143750" y="7048500"/>
            <a:ext cx="9906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Trường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 trạng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 chi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tiết.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14400" y="8096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false:</a:t>
            </a:r>
            <a:r>
              <a:rPr lang="en-US" sz="255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1bf98c69-7763-449b-9ad2-5fa81e878b0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MANH MỐI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950" b="1" spc="29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950" b="1" spc="27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95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 ĐỘNG LẠI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--restart: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 lại hay không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190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no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810250" y="32194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Mặc</a:t>
            </a:r>
            <a:r>
              <a:rPr lang="en-US" sz="2550" dirty="0" spc="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định.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" y="4191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4533900"/>
            <a:ext cx="4286250" cy="476250"/>
          </a:xfrm>
          <a:prstGeom prst="rect">
            <a:avLst/>
          </a:prstGeom>
          <a:noFill/>
          <a:ln/>
        </p:spPr>
        <p:txBody>
          <a:bodyPr wrap="square" lIns="0" tIns="17796" rIns="0" bIns="-17796" rtlCol="0" anchor="t"/>
          <a:lstStyle/>
          <a:p>
            <a:pPr algn="l" indent="0" marL="0">
              <a:lnSpc>
                <a:spcPts val="3188"/>
              </a:lnSpc>
              <a:buNone/>
            </a:pPr>
            <a:r>
              <a:rPr lang="en-US" sz="2550" b="1" dirty="0" spc="-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on-failure</a:t>
            </a:r>
            <a:r>
              <a:rPr lang="en-US" sz="2550" b="1" dirty="0" spc="-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[:số lần]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5810250" y="4552950"/>
            <a:ext cx="5429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0.</a:t>
            </a:r>
            <a:endParaRPr lang="en-US" sz="2550" dirty="0"/>
          </a:p>
        </p:txBody>
      </p:sp>
      <p:sp>
        <p:nvSpPr>
          <p:cNvPr id="10" name="Shape 8"/>
          <p:cNvSpPr/>
          <p:nvPr/>
        </p:nvSpPr>
        <p:spPr>
          <a:xfrm>
            <a:off x="914400" y="55245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95400" y="5857875"/>
            <a:ext cx="3619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always</a:t>
            </a:r>
            <a:endParaRPr lang="en-US" sz="2700" dirty="0"/>
          </a:p>
        </p:txBody>
      </p:sp>
      <p:sp>
        <p:nvSpPr>
          <p:cNvPr id="12" name="Shape 10"/>
          <p:cNvSpPr/>
          <p:nvPr/>
        </p:nvSpPr>
        <p:spPr>
          <a:xfrm>
            <a:off x="914400" y="6858000"/>
            <a:ext cx="10477500" cy="1143000"/>
          </a:xfrm>
          <a:prstGeom prst="roundRect">
            <a:avLst>
              <a:gd name="adj" fmla="val 16667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95400" y="7191375"/>
            <a:ext cx="4381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unless-stopped</a:t>
            </a:r>
            <a:endParaRPr lang="en-US" sz="2700" dirty="0"/>
          </a:p>
        </p:txBody>
      </p:sp>
      <p:sp>
        <p:nvSpPr>
          <p:cNvPr id="14" name="Shape 12"/>
          <p:cNvSpPr/>
          <p:nvPr/>
        </p:nvSpPr>
        <p:spPr>
          <a:xfrm>
            <a:off x="12001500" y="2857500"/>
            <a:ext cx="5372100" cy="5143500"/>
          </a:xfrm>
          <a:prstGeom prst="roundRect">
            <a:avLst>
              <a:gd name="adj" fmla="val 5185"/>
            </a:avLst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2382500" y="3238500"/>
            <a:ext cx="46101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1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VÒNG</a:t>
            </a: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RESTARTING</a:t>
            </a:r>
            <a:endParaRPr lang="en-US" sz="1950" dirty="0"/>
          </a:p>
        </p:txBody>
      </p:sp>
      <p:sp>
        <p:nvSpPr>
          <p:cNvPr id="16" name="Text 14"/>
          <p:cNvSpPr/>
          <p:nvPr/>
        </p:nvSpPr>
        <p:spPr>
          <a:xfrm>
            <a:off x="12382500" y="3810000"/>
            <a:ext cx="4610100" cy="1333500"/>
          </a:xfrm>
          <a:prstGeom prst="rect">
            <a:avLst/>
          </a:prstGeom>
          <a:noFill/>
          <a:ln/>
        </p:spPr>
        <p:txBody>
          <a:bodyPr wrap="square" lIns="0" tIns="6668" rIns="0" bIns="-6668" rtlCol="0" anchor="t"/>
          <a:lstStyle/>
          <a:p>
            <a:pPr algn="l" indent="0" marL="0">
              <a:lnSpc>
                <a:spcPts val="3750"/>
              </a:lnSpc>
              <a:buNone/>
            </a:pPr>
            <a:r>
              <a:rPr lang="en-US" sz="3000" dirty="0" spc="-3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 nhân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thoát.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2382500" y="5334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1950" dirty="0" spc="-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update</a:t>
            </a:r>
            <a:endParaRPr lang="en-US" sz="1950" dirty="0"/>
          </a:p>
        </p:txBody>
      </p:sp>
      <p:sp>
        <p:nvSpPr>
          <p:cNvPr id="18" name="Text 16"/>
          <p:cNvSpPr/>
          <p:nvPr/>
        </p:nvSpPr>
        <p:spPr>
          <a:xfrm>
            <a:off x="12382500" y="5715000"/>
            <a:ext cx="46101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--restart=no</a:t>
            </a:r>
            <a:endParaRPr lang="en-US" sz="1950" dirty="0"/>
          </a:p>
        </p:txBody>
      </p:sp>
      <p:sp>
        <p:nvSpPr>
          <p:cNvPr id="19" name="Text 17"/>
          <p:cNvSpPr/>
          <p:nvPr/>
        </p:nvSpPr>
        <p:spPr>
          <a:xfrm>
            <a:off x="12382500" y="6286500"/>
            <a:ext cx="4610100" cy="11430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</a:t>
            </a:r>
            <a:r>
              <a:rPr lang="en-US" sz="2550" dirty="0" spc="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triệu</a:t>
            </a:r>
            <a:r>
              <a:rPr lang="en-US" sz="2550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chứng.</a:t>
            </a:r>
            <a:endParaRPr lang="en-US" sz="255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a9a173ca-3e3a-4ad7-9a69-b965c04bac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950" b="1" spc="2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950" b="1" spc="27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chưa</a:t>
            </a:r>
            <a:r>
              <a:rPr lang="en-US" sz="6900" dirty="0" spc="-9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xóa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954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--rm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12954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dirty="0" spc="-2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xóa</a:t>
            </a:r>
            <a:r>
              <a:rPr lang="en-US" sz="25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55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nó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12954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cờ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tìm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65532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342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30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69342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Container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550" dirty="0" spc="-2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5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69342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bàn</a:t>
            </a: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550" dirty="0" spc="-3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kéo</a:t>
            </a:r>
            <a:r>
              <a:rPr lang="en-US" sz="255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image,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5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build.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12192000" y="3048000"/>
            <a:ext cx="5181600" cy="5143500"/>
          </a:xfrm>
          <a:prstGeom prst="roundRect">
            <a:avLst>
              <a:gd name="adj" fmla="val 5185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573000" y="3429000"/>
            <a:ext cx="44196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Mã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30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ứng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dụng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12573000" y="4286250"/>
            <a:ext cx="4419600" cy="1905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tự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</a:t>
            </a:r>
            <a:r>
              <a:rPr lang="en-US" sz="2550" dirty="0" spc="2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5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12573000" y="6667500"/>
            <a:ext cx="4419600" cy="11430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mã,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5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giữa</a:t>
            </a:r>
            <a:r>
              <a:rPr lang="en-US" sz="25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550" dirty="0" spc="2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9AA0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bea4f784-de66-4f9d-984f-3c8a3cef622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302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30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7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619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228600" rIns="0" bIns="-228600" rtlCol="0" anchor="t"/>
          <a:lstStyle/>
          <a:p>
            <a:pPr algn="l" indent="0" marL="0">
              <a:lnSpc>
                <a:spcPts val="22500"/>
              </a:lnSpc>
              <a:buNone/>
            </a:pPr>
            <a:r>
              <a:rPr lang="en-US" sz="225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137</a:t>
            </a:r>
            <a:endParaRPr lang="en-US" sz="22500" dirty="0"/>
          </a:p>
        </p:txBody>
      </p:sp>
      <p:sp>
        <p:nvSpPr>
          <p:cNvPr id="4" name="Text 2"/>
          <p:cNvSpPr/>
          <p:nvPr/>
        </p:nvSpPr>
        <p:spPr>
          <a:xfrm>
            <a:off x="914400" y="49530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Thoát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55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request,</a:t>
            </a:r>
            <a:r>
              <a:rPr lang="en-US" sz="255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dòng lỗi.</a:t>
            </a:r>
            <a:endParaRPr lang="en-US" sz="2550" dirty="0"/>
          </a:p>
        </p:txBody>
      </p:sp>
      <p:sp>
        <p:nvSpPr>
          <p:cNvPr id="5" name="Text 3"/>
          <p:cNvSpPr/>
          <p:nvPr/>
        </p:nvSpPr>
        <p:spPr>
          <a:xfrm>
            <a:off x="914400" y="6667500"/>
            <a:ext cx="7239000" cy="13335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128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+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9:</a:t>
            </a: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SIGKILL.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manh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mối.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8953500" y="1619250"/>
            <a:ext cx="8420100" cy="6477000"/>
          </a:xfrm>
          <a:prstGeom prst="roundRect">
            <a:avLst>
              <a:gd name="adj" fmla="val 4118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72600" y="2000250"/>
            <a:ext cx="7620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BƯỚC</a:t>
            </a:r>
            <a:r>
              <a:rPr lang="en-US" sz="195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 TIẾP</a:t>
            </a:r>
            <a:endParaRPr lang="en-US" sz="1950" dirty="0"/>
          </a:p>
        </p:txBody>
      </p:sp>
      <p:sp>
        <p:nvSpPr>
          <p:cNvPr id="8" name="Text 6"/>
          <p:cNvSpPr/>
          <p:nvPr/>
        </p:nvSpPr>
        <p:spPr>
          <a:xfrm>
            <a:off x="9372600" y="25717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inspect:</a:t>
            </a: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State.OOMKilled</a:t>
            </a:r>
            <a:endParaRPr lang="en-US" sz="2550" dirty="0"/>
          </a:p>
        </p:txBody>
      </p:sp>
      <p:sp>
        <p:nvSpPr>
          <p:cNvPr id="9" name="Shape 7"/>
          <p:cNvSpPr/>
          <p:nvPr/>
        </p:nvSpPr>
        <p:spPr>
          <a:xfrm>
            <a:off x="9372600" y="38100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15500" y="40481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true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9715500" y="45720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Tăng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--memory,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giảm</a:t>
            </a:r>
            <a:r>
              <a:rPr lang="en-US" sz="25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 của</a:t>
            </a:r>
            <a:r>
              <a:rPr lang="en-US" sz="2550" dirty="0" spc="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2550" dirty="0"/>
          </a:p>
        </p:txBody>
      </p:sp>
      <p:sp>
        <p:nvSpPr>
          <p:cNvPr id="12" name="Shape 10"/>
          <p:cNvSpPr/>
          <p:nvPr/>
        </p:nvSpPr>
        <p:spPr>
          <a:xfrm>
            <a:off x="9372600" y="5905500"/>
            <a:ext cx="7620000" cy="1809750"/>
          </a:xfrm>
          <a:prstGeom prst="roundRect">
            <a:avLst>
              <a:gd name="adj" fmla="val 10526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15500" y="6143625"/>
            <a:ext cx="6953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false</a:t>
            </a:r>
            <a:endParaRPr lang="en-US" sz="2550" dirty="0"/>
          </a:p>
        </p:txBody>
      </p:sp>
      <p:sp>
        <p:nvSpPr>
          <p:cNvPr id="14" name="Text 12"/>
          <p:cNvSpPr/>
          <p:nvPr/>
        </p:nvSpPr>
        <p:spPr>
          <a:xfrm>
            <a:off x="9715500" y="6667500"/>
            <a:ext cx="6953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3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dirty="0" spc="-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kernel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chủ.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7" name="Moda image moda-export-watermark-05142f07-f39d-4d41-9841-aa949d909be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tiết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đáng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00150" y="3048000"/>
            <a:ext cx="762000" cy="762000"/>
          </a:xfrm>
          <a:prstGeom prst="ellipse">
            <a:avLst/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530" dirty="0"/>
          </a:p>
        </p:txBody>
      </p:sp>
      <p:sp>
        <p:nvSpPr>
          <p:cNvPr id="6" name="Text 4"/>
          <p:cNvSpPr/>
          <p:nvPr/>
        </p:nvSpPr>
        <p:spPr>
          <a:xfrm>
            <a:off x="2286000" y="2952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Tiến</a:t>
            </a:r>
            <a:r>
              <a:rPr lang="en-US" sz="25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 (PID</a:t>
            </a:r>
            <a:r>
              <a:rPr lang="en-US" sz="25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1)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quyết</a:t>
            </a:r>
            <a:r>
              <a:rPr lang="en-US" sz="2550" b="1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550" b="1" dirty="0" spc="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đời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container.</a:t>
            </a:r>
            <a:endParaRPr lang="en-US" sz="2550" dirty="0"/>
          </a:p>
        </p:txBody>
      </p:sp>
      <p:sp>
        <p:nvSpPr>
          <p:cNvPr id="7" name="Text 5"/>
          <p:cNvSpPr/>
          <p:nvPr/>
        </p:nvSpPr>
        <p:spPr>
          <a:xfrm>
            <a:off x="2286000" y="3476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Lệnh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10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 trả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về: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286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00150" y="4572000"/>
            <a:ext cx="762000" cy="762000"/>
          </a:xfrm>
          <a:prstGeom prst="ellipse">
            <a:avLst/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6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530" dirty="0"/>
          </a:p>
        </p:txBody>
      </p:sp>
      <p:sp>
        <p:nvSpPr>
          <p:cNvPr id="10" name="Text 8"/>
          <p:cNvSpPr/>
          <p:nvPr/>
        </p:nvSpPr>
        <p:spPr>
          <a:xfrm>
            <a:off x="2286000" y="4476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5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55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foreground.</a:t>
            </a:r>
            <a:endParaRPr lang="en-US" sz="2550" dirty="0"/>
          </a:p>
        </p:txBody>
      </p:sp>
      <p:sp>
        <p:nvSpPr>
          <p:cNvPr id="11" name="Text 9"/>
          <p:cNvSpPr/>
          <p:nvPr/>
        </p:nvSpPr>
        <p:spPr>
          <a:xfrm>
            <a:off x="2286000" y="5000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Như</a:t>
            </a:r>
            <a:r>
              <a:rPr lang="en-US" sz="210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21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ubuntu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bash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-it: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810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00150" y="6096000"/>
            <a:ext cx="762000" cy="762000"/>
          </a:xfrm>
          <a:prstGeom prst="ellipse">
            <a:avLst/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4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530" dirty="0"/>
          </a:p>
        </p:txBody>
      </p:sp>
      <p:sp>
        <p:nvSpPr>
          <p:cNvPr id="14" name="Text 12"/>
          <p:cNvSpPr/>
          <p:nvPr/>
        </p:nvSpPr>
        <p:spPr>
          <a:xfrm>
            <a:off x="2286000" y="6000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25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 của</a:t>
            </a:r>
            <a:r>
              <a:rPr lang="en-US" sz="2550" b="1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125,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126,</a:t>
            </a:r>
            <a:r>
              <a:rPr lang="en-US" sz="25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127.</a:t>
            </a:r>
            <a:endParaRPr lang="en-US" sz="2550" dirty="0"/>
          </a:p>
        </p:txBody>
      </p:sp>
      <p:sp>
        <p:nvSpPr>
          <p:cNvPr id="15" name="Text 13"/>
          <p:cNvSpPr/>
          <p:nvPr/>
        </p:nvSpPr>
        <p:spPr>
          <a:xfrm>
            <a:off x="2286000" y="6524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Docker,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</a:t>
            </a:r>
            <a:r>
              <a:rPr lang="en-US" sz="21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thấy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lệnh.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7334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28575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00150" y="7620000"/>
            <a:ext cx="762000" cy="762000"/>
          </a:xfrm>
          <a:prstGeom prst="ellipse">
            <a:avLst/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30" dirty="0" spc="-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530" dirty="0"/>
          </a:p>
        </p:txBody>
      </p:sp>
      <p:sp>
        <p:nvSpPr>
          <p:cNvPr id="18" name="Text 16"/>
          <p:cNvSpPr/>
          <p:nvPr/>
        </p:nvSpPr>
        <p:spPr>
          <a:xfrm>
            <a:off x="2286000" y="7524750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 events:</a:t>
            </a:r>
            <a:r>
              <a:rPr lang="en-US" sz="25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die,</a:t>
            </a:r>
            <a:r>
              <a:rPr lang="en-US" sz="25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oom,</a:t>
            </a:r>
            <a:r>
              <a:rPr lang="en-US" sz="25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kill,</a:t>
            </a:r>
            <a:r>
              <a:rPr lang="en-US" sz="255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restart.</a:t>
            </a:r>
            <a:endParaRPr lang="en-US" sz="2550" dirty="0"/>
          </a:p>
        </p:txBody>
      </p:sp>
      <p:sp>
        <p:nvSpPr>
          <p:cNvPr id="19" name="Text 17"/>
          <p:cNvSpPr/>
          <p:nvPr/>
        </p:nvSpPr>
        <p:spPr>
          <a:xfrm>
            <a:off x="2286000" y="8048625"/>
            <a:ext cx="148590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3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Lọc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theo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2100" dirty="0" spc="-1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</a:t>
            </a:r>
            <a:r>
              <a:rPr lang="en-US" sz="21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gần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nhất.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noFill/>
          <a:ln w="19050">
            <a:solidFill>
              <a:srgbClr val="6B6A6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2" name="Moda image moda-export-watermark-f83b8251-1a43-4b54-97ed-08d59fd164e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76300"/>
            <a:ext cx="1333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950" b="1" spc="2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950" b="1" spc="24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219200"/>
            <a:ext cx="16459200" cy="1047750"/>
          </a:xfrm>
          <a:prstGeom prst="rect">
            <a:avLst/>
          </a:prstGeom>
          <a:noFill/>
          <a:ln/>
        </p:spPr>
        <p:txBody>
          <a:bodyPr wrap="square" lIns="0" tIns="43815" rIns="0" bIns="-43815" rtlCol="0" anchor="t"/>
          <a:lstStyle/>
          <a:p>
            <a:pPr algn="l" indent="0" marL="0">
              <a:lnSpc>
                <a:spcPts val="7590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viết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tắt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003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SIGKILL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1238250" y="35242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SIGnal</a:t>
            </a: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KILL: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 hiệu</a:t>
            </a:r>
            <a:r>
              <a:rPr lang="en-US" sz="195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9,</a:t>
            </a:r>
            <a:r>
              <a:rPr lang="en-US" sz="19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buộc</a:t>
            </a:r>
            <a:r>
              <a:rPr lang="en-US" sz="195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dừng</a:t>
            </a:r>
            <a:r>
              <a:rPr lang="en-US" sz="19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ngay.</a:t>
            </a:r>
            <a:endParaRPr lang="en-US" sz="1950" dirty="0"/>
          </a:p>
        </p:txBody>
      </p:sp>
      <p:sp>
        <p:nvSpPr>
          <p:cNvPr id="7" name="Shape 5"/>
          <p:cNvSpPr/>
          <p:nvPr/>
        </p:nvSpPr>
        <p:spPr>
          <a:xfrm>
            <a:off x="914400" y="438150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38250" y="461962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spc="-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PID</a:t>
            </a:r>
            <a:endParaRPr lang="en-US" sz="2550" dirty="0"/>
          </a:p>
        </p:txBody>
      </p:sp>
      <p:sp>
        <p:nvSpPr>
          <p:cNvPr id="9" name="Text 7"/>
          <p:cNvSpPr/>
          <p:nvPr/>
        </p:nvSpPr>
        <p:spPr>
          <a:xfrm>
            <a:off x="1238250" y="514350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Process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IDentifier: mã</a:t>
            </a:r>
            <a:r>
              <a:rPr lang="en-US" sz="1950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tiến</a:t>
            </a:r>
            <a:r>
              <a:rPr lang="en-US" sz="1950" dirty="0" spc="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trình.</a:t>
            </a:r>
            <a:endParaRPr lang="en-US" sz="1950" dirty="0"/>
          </a:p>
        </p:txBody>
      </p:sp>
      <p:sp>
        <p:nvSpPr>
          <p:cNvPr id="10" name="Shape 8"/>
          <p:cNvSpPr/>
          <p:nvPr/>
        </p:nvSpPr>
        <p:spPr>
          <a:xfrm>
            <a:off x="914400" y="6000750"/>
            <a:ext cx="9525000" cy="1428750"/>
          </a:xfrm>
          <a:prstGeom prst="roundRect">
            <a:avLst>
              <a:gd name="adj" fmla="val 13333"/>
            </a:avLst>
          </a:prstGeom>
          <a:solidFill>
            <a:srgbClr val="1E212B"/>
          </a:solidFill>
          <a:ln w="28575">
            <a:solidFill>
              <a:srgbClr val="3A3F4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6238875"/>
            <a:ext cx="285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b="1" dirty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OOM</a:t>
            </a:r>
            <a:endParaRPr lang="en-US" sz="2550" dirty="0"/>
          </a:p>
        </p:txBody>
      </p:sp>
      <p:sp>
        <p:nvSpPr>
          <p:cNvPr id="12" name="Text 10"/>
          <p:cNvSpPr/>
          <p:nvPr/>
        </p:nvSpPr>
        <p:spPr>
          <a:xfrm>
            <a:off x="1238250" y="6762750"/>
            <a:ext cx="8953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Out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Of</a:t>
            </a:r>
            <a:r>
              <a:rPr lang="en-US" sz="19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Memory:</a:t>
            </a:r>
            <a:r>
              <a:rPr lang="en-US" sz="19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 bộ</a:t>
            </a:r>
            <a:r>
              <a:rPr lang="en-US" sz="19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nhớ.</a:t>
            </a:r>
            <a:endParaRPr lang="en-US" sz="1950" dirty="0"/>
          </a:p>
        </p:txBody>
      </p:sp>
      <p:sp>
        <p:nvSpPr>
          <p:cNvPr id="13" name="Shape 11"/>
          <p:cNvSpPr/>
          <p:nvPr/>
        </p:nvSpPr>
        <p:spPr>
          <a:xfrm>
            <a:off x="10896600" y="2762250"/>
            <a:ext cx="6477000" cy="6096000"/>
          </a:xfrm>
          <a:prstGeom prst="roundRect">
            <a:avLst>
              <a:gd name="adj" fmla="val 3750"/>
            </a:avLst>
          </a:prstGeom>
          <a:solidFill>
            <a:srgbClr val="2A2E3A"/>
          </a:solidFill>
          <a:ln/>
        </p:spPr>
      </p:sp>
      <p:sp>
        <p:nvSpPr>
          <p:cNvPr id="14" name="Text 12"/>
          <p:cNvSpPr/>
          <p:nvPr/>
        </p:nvSpPr>
        <p:spPr>
          <a:xfrm>
            <a:off x="11239500" y="3048000"/>
            <a:ext cx="5810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5" name="Text richtext-1792374395815-771533477"/>
          <p:cNvSpPr/>
          <p:nvPr/>
        </p:nvSpPr>
        <p:spPr>
          <a:xfrm>
            <a:off x="11239500" y="3571875"/>
            <a:ext cx="5810250" cy="5143500"/>
          </a:xfrm>
          <a:prstGeom prst="rect">
            <a:avLst/>
          </a:prstGeom>
          <a:noFill/>
          <a:ln/>
        </p:spPr>
        <p:txBody>
          <a:bodyPr wrap="square" lIns="0" tIns="3834" rIns="0" bIns="-3834" rtlCol="0" anchor="t"/>
          <a:lstStyle/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1725" dirty="0" spc="-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725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snapshot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725" dirty="0" spc="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run</a:t>
            </a:r>
            <a:r>
              <a:rPr lang="en-US" sz="1725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sách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khởi</a:t>
            </a:r>
            <a:r>
              <a:rPr lang="en-US" sz="1725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inspect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events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logs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Docker:</a:t>
            </a:r>
            <a:r>
              <a:rPr lang="en-US" sz="1725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docker</a:t>
            </a:r>
            <a:r>
              <a:rPr lang="en-US" sz="1725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container</a:t>
            </a:r>
            <a:r>
              <a:rPr lang="en-US" sz="1725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ls</a:t>
            </a:r>
            <a:r>
              <a:rPr lang="en-US" sz="1725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725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 lọc</a:t>
            </a:r>
            <a:r>
              <a:rPr lang="en-US" sz="1725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status</a:t>
            </a:r>
            <a:endParaRPr lang="en-US" sz="1725" dirty="0"/>
          </a:p>
          <a:p>
            <a:pPr algn="l" marL="228600" indent="-156516">
              <a:lnSpc>
                <a:spcPts val="2415"/>
              </a:lnSpc>
              <a:buSzPct val="100000"/>
              <a:buFont typeface="Arial"/>
              <a:buChar char="•"/>
            </a:pP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Bash:</a:t>
            </a:r>
            <a:r>
              <a:rPr lang="en-US" sz="1725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725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1725" dirty="0" spc="-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thoát</a:t>
            </a:r>
            <a:endParaRPr lang="en-US" sz="1725" dirty="0"/>
          </a:p>
        </p:txBody>
      </p:sp>
      <p:sp>
        <p:nvSpPr>
          <p:cNvPr id="16" name="Shape 14"/>
          <p:cNvSpPr/>
          <p:nvPr/>
        </p:nvSpPr>
        <p:spPr>
          <a:xfrm>
            <a:off x="914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00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485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771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057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3431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6289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91465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200400" y="9391650"/>
            <a:ext cx="171450" cy="171450"/>
          </a:xfrm>
          <a:prstGeom prst="ellipse">
            <a:avLst/>
          </a:prstGeom>
          <a:solidFill>
            <a:srgbClr val="E4E1D8"/>
          </a:solidFill>
          <a:ln w="19050">
            <a:solidFill>
              <a:srgbClr val="E4E1D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486150" y="9391650"/>
            <a:ext cx="171450" cy="1714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677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26 ·</a:t>
            </a:r>
            <a:r>
              <a:rPr lang="en-US" sz="180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9d3159b3-424a-47aa-a342-14c5674e503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2026-10-19T04:13:53Z</dcterms:created>
  <dcterms:modified xsi:type="dcterms:W3CDTF">2026-10-19T04:13:53Z</dcterms:modified>
</cp:coreProperties>
</file>