
<file path=[Content_Types].xml><?xml version="1.0" encoding="utf-8"?>
<Types xmlns="http://schemas.openxmlformats.org/package/2006/content-types">
  <Default Extension="fntdata" ContentType="application/x-fontdata"/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false" autoCompressPictures="0" embedTrueTypeFonts="true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8288000" cy="10287000"/>
  <p:notesSz cx="10287000" cy="18288000"/>
  <p:embeddedFontLst>
    <p:embeddedFont>
      <p:font typeface="Be Vietnam Pro"/>
      <p:regular r:id="rId19"/>
      <p:bold r:id="rId17"/>
    </p:embeddedFont>
    <p:embeddedFont>
      <p:font typeface="Bricolage Grotesque ExtraBold"/>
      <p:regular r:id="rId18"/>
    </p:embeddedFont>
  </p:embeddedFontLst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Relationship Id="rId17" Type="http://schemas.openxmlformats.org/officeDocument/2006/relationships/font" Target="fonts/font1.fntdata"/><Relationship Id="rId18" Type="http://schemas.openxmlformats.org/officeDocument/2006/relationships/font" Target="fonts/font2.fntdata"/><Relationship Id="rId19" Type="http://schemas.openxmlformats.org/officeDocument/2006/relationships/font" Target="fonts/font3.fntdata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14400"/>
            <a:ext cx="85725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75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800" b="1" spc="299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800" b="1" spc="301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800" b="1" spc="300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b="1" spc="295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800" b="1" spc="298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26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8191500" cy="5905500"/>
          </a:xfrm>
          <a:prstGeom prst="rect">
            <a:avLst/>
          </a:prstGeom>
          <a:noFill/>
          <a:ln/>
        </p:spPr>
        <p:txBody>
          <a:bodyPr wrap="square" lIns="0" tIns="66866" rIns="0" bIns="-66866" rtlCol="0" anchor="t"/>
          <a:lstStyle/>
          <a:p>
            <a:pPr algn="l" indent="0" marL="0">
              <a:lnSpc>
                <a:spcPts val="8586"/>
              </a:lnSpc>
              <a:buNone/>
            </a:pPr>
            <a:r>
              <a:rPr lang="en-US" sz="810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Container</a:t>
            </a:r>
            <a:r>
              <a:rPr lang="en-US" sz="8100" dirty="0" spc="-2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Docker</a:t>
            </a:r>
            <a:r>
              <a:rPr lang="en-US" sz="8100" dirty="0" spc="-5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thoát</a:t>
            </a:r>
            <a:r>
              <a:rPr lang="en-US" sz="8100" dirty="0" spc="-16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ngay</a:t>
            </a:r>
            <a:r>
              <a:rPr lang="en-US" sz="8100" dirty="0" spc="-7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hoặc</a:t>
            </a:r>
            <a:r>
              <a:rPr lang="en-US" sz="8100" dirty="0" spc="-34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khởi</a:t>
            </a:r>
            <a:r>
              <a:rPr lang="en-US" sz="8100" dirty="0" spc="1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động</a:t>
            </a:r>
            <a:r>
              <a:rPr lang="en-US" sz="8100" dirty="0" spc="-4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lại</a:t>
            </a:r>
            <a:r>
              <a:rPr lang="en-US" sz="8100" dirty="0" spc="-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mãi:</a:t>
            </a:r>
            <a:r>
              <a:rPr lang="en-US" sz="8100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bốn</a:t>
            </a:r>
            <a:r>
              <a:rPr lang="en-US" sz="8100" dirty="0" spc="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manh</a:t>
            </a:r>
            <a:r>
              <a:rPr lang="en-US" sz="8100" dirty="0" spc="-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mối</a:t>
            </a:r>
            <a:endParaRPr lang="en-US" sz="8100" dirty="0"/>
          </a:p>
        </p:txBody>
      </p:sp>
      <p:sp>
        <p:nvSpPr>
          <p:cNvPr id="4" name="Text 2"/>
          <p:cNvSpPr/>
          <p:nvPr/>
        </p:nvSpPr>
        <p:spPr>
          <a:xfrm>
            <a:off x="914400" y="7429500"/>
            <a:ext cx="8191500" cy="1047750"/>
          </a:xfrm>
          <a:prstGeom prst="rect">
            <a:avLst/>
          </a:prstGeom>
          <a:noFill/>
          <a:ln/>
        </p:spPr>
        <p:txBody>
          <a:bodyPr wrap="square" lIns="0" tIns="14573" rIns="0" bIns="-14573" rtlCol="0" anchor="t"/>
          <a:lstStyle/>
          <a:p>
            <a:pPr algn="l" indent="0" marL="0">
              <a:lnSpc>
                <a:spcPts val="3510"/>
              </a:lnSpc>
              <a:buNone/>
            </a:pPr>
            <a:r>
              <a:rPr lang="en-US" sz="2700" dirty="0" spc="-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Biến</a:t>
            </a:r>
            <a:r>
              <a:rPr lang="en-US" sz="2700" dirty="0" spc="-14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mất</a:t>
            </a:r>
            <a:r>
              <a:rPr lang="en-US" sz="270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khỏi</a:t>
            </a:r>
            <a:r>
              <a:rPr lang="en-US" sz="2700" dirty="0" spc="-2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docker</a:t>
            </a:r>
            <a:r>
              <a:rPr lang="en-US" sz="2700" dirty="0" spc="-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ps,</a:t>
            </a:r>
            <a:r>
              <a:rPr lang="en-US" sz="2700" dirty="0" spc="-1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hay</a:t>
            </a:r>
            <a:r>
              <a:rPr lang="en-US" sz="270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cứ</a:t>
            </a:r>
            <a:r>
              <a:rPr lang="en-US" sz="2700" dirty="0" spc="-18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Restarting?</a:t>
            </a:r>
            <a:endParaRPr lang="en-US" sz="2700" dirty="0"/>
          </a:p>
        </p:txBody>
      </p:sp>
      <p:sp>
        <p:nvSpPr>
          <p:cNvPr id="5" name="Text 3"/>
          <p:cNvSpPr/>
          <p:nvPr/>
        </p:nvSpPr>
        <p:spPr>
          <a:xfrm>
            <a:off x="914400" y="9525000"/>
            <a:ext cx="85725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6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system-design-101</a:t>
            </a:r>
            <a:r>
              <a:rPr lang="en-US" sz="1650" dirty="0" spc="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nhóm</a:t>
            </a:r>
            <a:r>
              <a:rPr lang="en-US" sz="1650" dirty="0" spc="-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DevOps</a:t>
            </a:r>
            <a:r>
              <a:rPr lang="en-US" sz="1650" dirty="0" spc="-7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1650" dirty="0" spc="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CI/CD</a:t>
            </a:r>
            <a:endParaRPr lang="en-US" sz="1650" dirty="0"/>
          </a:p>
        </p:txBody>
      </p:sp>
      <p:sp>
        <p:nvSpPr>
          <p:cNvPr id="6" name="Shape 4"/>
          <p:cNvSpPr/>
          <p:nvPr/>
        </p:nvSpPr>
        <p:spPr>
          <a:xfrm>
            <a:off x="9563100" y="1809750"/>
            <a:ext cx="7810500" cy="1428750"/>
          </a:xfrm>
          <a:prstGeom prst="roundRect">
            <a:avLst>
              <a:gd name="adj" fmla="val 18667"/>
            </a:avLst>
          </a:prstGeom>
          <a:solidFill>
            <a:srgbClr val="1E212B"/>
          </a:solidFill>
          <a:ln w="28575">
            <a:solidFill>
              <a:srgbClr val="3DD6A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9791700" y="2095500"/>
            <a:ext cx="857250" cy="857250"/>
          </a:xfrm>
          <a:prstGeom prst="ellipse">
            <a:avLst/>
          </a:prstGeom>
          <a:solidFill>
            <a:srgbClr val="3DD6A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700" dirty="0" spc="-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1</a:t>
            </a:r>
            <a:endParaRPr lang="en-US" sz="2700" dirty="0"/>
          </a:p>
        </p:txBody>
      </p:sp>
      <p:sp>
        <p:nvSpPr>
          <p:cNvPr id="8" name="Text 6"/>
          <p:cNvSpPr/>
          <p:nvPr/>
        </p:nvSpPr>
        <p:spPr>
          <a:xfrm>
            <a:off x="10896600" y="2076450"/>
            <a:ext cx="628650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550" b="1" dirty="0" spc="-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Mã</a:t>
            </a:r>
            <a:r>
              <a:rPr lang="en-US" sz="2550" b="1" dirty="0" spc="-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thoát</a:t>
            </a:r>
            <a:endParaRPr lang="en-US" sz="2550" dirty="0"/>
          </a:p>
        </p:txBody>
      </p:sp>
      <p:sp>
        <p:nvSpPr>
          <p:cNvPr id="9" name="Text 7"/>
          <p:cNvSpPr/>
          <p:nvPr/>
        </p:nvSpPr>
        <p:spPr>
          <a:xfrm>
            <a:off x="10896600" y="2609850"/>
            <a:ext cx="6286500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b="1" dirty="0" spc="-20" kern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docker</a:t>
            </a:r>
            <a:r>
              <a:rPr lang="en-US" sz="2100" b="1" dirty="0" spc="1" kern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ps</a:t>
            </a:r>
            <a:r>
              <a:rPr lang="en-US" sz="2100" b="1" dirty="0" spc="-3" kern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-a</a:t>
            </a:r>
            <a:endParaRPr lang="en-US" sz="2100" dirty="0"/>
          </a:p>
        </p:txBody>
      </p:sp>
      <p:sp>
        <p:nvSpPr>
          <p:cNvPr id="10" name="Shape 8"/>
          <p:cNvSpPr/>
          <p:nvPr/>
        </p:nvSpPr>
        <p:spPr>
          <a:xfrm>
            <a:off x="9563100" y="3524250"/>
            <a:ext cx="7810500" cy="1428750"/>
          </a:xfrm>
          <a:prstGeom prst="roundRect">
            <a:avLst>
              <a:gd name="adj" fmla="val 18667"/>
            </a:avLst>
          </a:prstGeom>
          <a:solidFill>
            <a:srgbClr val="1E212B"/>
          </a:solidFill>
          <a:ln w="28575">
            <a:solidFill>
              <a:srgbClr val="FF6A4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9791700" y="3810000"/>
            <a:ext cx="857250" cy="857250"/>
          </a:xfrm>
          <a:prstGeom prst="ellipse">
            <a:avLst/>
          </a:prstGeom>
          <a:solidFill>
            <a:srgbClr val="FF6A4D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700" dirty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2</a:t>
            </a:r>
            <a:endParaRPr lang="en-US" sz="2700" dirty="0"/>
          </a:p>
        </p:txBody>
      </p:sp>
      <p:sp>
        <p:nvSpPr>
          <p:cNvPr id="12" name="Text 10"/>
          <p:cNvSpPr/>
          <p:nvPr/>
        </p:nvSpPr>
        <p:spPr>
          <a:xfrm>
            <a:off x="10896600" y="3790950"/>
            <a:ext cx="628650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550" b="1" dirty="0" spc="-8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Nhật</a:t>
            </a:r>
            <a:r>
              <a:rPr lang="en-US" sz="2550" b="1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ký</a:t>
            </a:r>
            <a:endParaRPr lang="en-US" sz="2550" dirty="0"/>
          </a:p>
        </p:txBody>
      </p:sp>
      <p:sp>
        <p:nvSpPr>
          <p:cNvPr id="13" name="Text 11"/>
          <p:cNvSpPr/>
          <p:nvPr/>
        </p:nvSpPr>
        <p:spPr>
          <a:xfrm>
            <a:off x="10896600" y="4324350"/>
            <a:ext cx="6286500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b="1" dirty="0" spc="-20" kern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docker</a:t>
            </a:r>
            <a:r>
              <a:rPr lang="en-US" sz="2100" b="1" dirty="0" spc="-5" kern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logs</a:t>
            </a:r>
            <a:endParaRPr lang="en-US" sz="2100" dirty="0"/>
          </a:p>
        </p:txBody>
      </p:sp>
      <p:sp>
        <p:nvSpPr>
          <p:cNvPr id="14" name="Shape 12"/>
          <p:cNvSpPr/>
          <p:nvPr/>
        </p:nvSpPr>
        <p:spPr>
          <a:xfrm>
            <a:off x="9563100" y="5238750"/>
            <a:ext cx="7810500" cy="1428750"/>
          </a:xfrm>
          <a:prstGeom prst="roundRect">
            <a:avLst>
              <a:gd name="adj" fmla="val 18667"/>
            </a:avLst>
          </a:prstGeom>
          <a:solidFill>
            <a:srgbClr val="1E212B"/>
          </a:solidFill>
          <a:ln w="28575">
            <a:solidFill>
              <a:srgbClr val="7C93FF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9791700" y="5524500"/>
            <a:ext cx="857250" cy="857250"/>
          </a:xfrm>
          <a:prstGeom prst="ellipse">
            <a:avLst/>
          </a:prstGeom>
          <a:solidFill>
            <a:srgbClr val="7C93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700" dirty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3</a:t>
            </a:r>
            <a:endParaRPr lang="en-US" sz="2700" dirty="0"/>
          </a:p>
        </p:txBody>
      </p:sp>
      <p:sp>
        <p:nvSpPr>
          <p:cNvPr id="16" name="Text 14"/>
          <p:cNvSpPr/>
          <p:nvPr/>
        </p:nvSpPr>
        <p:spPr>
          <a:xfrm>
            <a:off x="10896600" y="5505450"/>
            <a:ext cx="628650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550" b="1" dirty="0" spc="-3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Trạng</a:t>
            </a:r>
            <a:r>
              <a:rPr lang="en-US" sz="2550" b="1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thái</a:t>
            </a:r>
            <a:r>
              <a:rPr lang="en-US" sz="2550" b="1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chi</a:t>
            </a:r>
            <a:r>
              <a:rPr lang="en-US" sz="2550" b="1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tiết</a:t>
            </a:r>
            <a:endParaRPr lang="en-US" sz="2550" dirty="0"/>
          </a:p>
        </p:txBody>
      </p:sp>
      <p:sp>
        <p:nvSpPr>
          <p:cNvPr id="17" name="Text 15"/>
          <p:cNvSpPr/>
          <p:nvPr/>
        </p:nvSpPr>
        <p:spPr>
          <a:xfrm>
            <a:off x="10896600" y="6038850"/>
            <a:ext cx="6286500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b="1" dirty="0" spc="-20" kern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docker</a:t>
            </a:r>
            <a:r>
              <a:rPr lang="en-US" sz="2100" b="1" dirty="0" spc="-3" kern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inspect</a:t>
            </a:r>
            <a:endParaRPr lang="en-US" sz="2100" dirty="0"/>
          </a:p>
        </p:txBody>
      </p:sp>
      <p:sp>
        <p:nvSpPr>
          <p:cNvPr id="18" name="Shape 16"/>
          <p:cNvSpPr/>
          <p:nvPr/>
        </p:nvSpPr>
        <p:spPr>
          <a:xfrm>
            <a:off x="9563100" y="6953250"/>
            <a:ext cx="7810500" cy="1428750"/>
          </a:xfrm>
          <a:prstGeom prst="roundRect">
            <a:avLst>
              <a:gd name="adj" fmla="val 18667"/>
            </a:avLst>
          </a:prstGeom>
          <a:solidFill>
            <a:srgbClr val="1E212B"/>
          </a:solidFill>
          <a:ln w="28575">
            <a:solidFill>
              <a:srgbClr val="FFB454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9791700" y="7239000"/>
            <a:ext cx="857250" cy="857250"/>
          </a:xfrm>
          <a:prstGeom prst="ellipse">
            <a:avLst/>
          </a:prstGeom>
          <a:solidFill>
            <a:srgbClr val="FFB454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700" dirty="0" spc="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4</a:t>
            </a:r>
            <a:endParaRPr lang="en-US" sz="2700" dirty="0"/>
          </a:p>
        </p:txBody>
      </p:sp>
      <p:sp>
        <p:nvSpPr>
          <p:cNvPr id="20" name="Text 18"/>
          <p:cNvSpPr/>
          <p:nvPr/>
        </p:nvSpPr>
        <p:spPr>
          <a:xfrm>
            <a:off x="10896600" y="7219950"/>
            <a:ext cx="628650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550" b="1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Chính</a:t>
            </a:r>
            <a:r>
              <a:rPr lang="en-US" sz="2550" b="1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sách</a:t>
            </a:r>
            <a:r>
              <a:rPr lang="en-US" sz="2550" b="1" dirty="0" spc="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khởi</a:t>
            </a:r>
            <a:r>
              <a:rPr lang="en-US" sz="2550" b="1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động</a:t>
            </a:r>
            <a:r>
              <a:rPr lang="en-US" sz="2550" b="1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lại</a:t>
            </a:r>
            <a:endParaRPr lang="en-US" sz="2550" dirty="0"/>
          </a:p>
        </p:txBody>
      </p:sp>
      <p:sp>
        <p:nvSpPr>
          <p:cNvPr id="21" name="Text 19"/>
          <p:cNvSpPr/>
          <p:nvPr/>
        </p:nvSpPr>
        <p:spPr>
          <a:xfrm>
            <a:off x="10896600" y="7753350"/>
            <a:ext cx="6286500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b="1" dirty="0" spc="-10" kern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--restart</a:t>
            </a:r>
            <a:endParaRPr lang="en-US" sz="2100" dirty="0"/>
          </a:p>
        </p:txBody>
      </p:sp>
      <p:sp>
        <p:nvSpPr>
          <p:cNvPr id="22" name="Shape 20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3" name="Moda image moda-export-watermark-5f8e1af0-bd3d-4e54-a875-67748474a377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876300"/>
            <a:ext cx="11430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302" kern="0" dirty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TÌNH</a:t>
            </a:r>
            <a:r>
              <a:rPr lang="en-US" sz="1950" b="1" spc="301" kern="0" dirty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HUỐNG</a:t>
            </a:r>
            <a:endParaRPr lang="en-US" sz="1950" dirty="0"/>
          </a:p>
        </p:txBody>
      </p:sp>
      <p:sp>
        <p:nvSpPr>
          <p:cNvPr id="3" name="Shape 1"/>
          <p:cNvSpPr/>
          <p:nvPr/>
        </p:nvSpPr>
        <p:spPr>
          <a:xfrm>
            <a:off x="914400" y="2381250"/>
            <a:ext cx="152400" cy="2381250"/>
          </a:xfrm>
          <a:prstGeom prst="roundRect">
            <a:avLst>
              <a:gd name="adj" fmla="val 50000"/>
            </a:avLst>
          </a:prstGeom>
          <a:solidFill>
            <a:srgbClr val="14161C"/>
          </a:solidFill>
          <a:ln/>
        </p:spPr>
      </p:sp>
      <p:sp>
        <p:nvSpPr>
          <p:cNvPr id="4" name="Text 2"/>
          <p:cNvSpPr/>
          <p:nvPr/>
        </p:nvSpPr>
        <p:spPr>
          <a:xfrm>
            <a:off x="1524000" y="2190750"/>
            <a:ext cx="15621000" cy="2857500"/>
          </a:xfrm>
          <a:prstGeom prst="rect">
            <a:avLst/>
          </a:prstGeom>
          <a:noFill/>
          <a:ln/>
        </p:spPr>
        <p:txBody>
          <a:bodyPr wrap="square" lIns="0" tIns="59436" rIns="0" bIns="-59436" rtlCol="0" anchor="t"/>
          <a:lstStyle/>
          <a:p>
            <a:pPr algn="l" indent="0" marL="0">
              <a:lnSpc>
                <a:spcPts val="8424"/>
              </a:lnSpc>
              <a:buNone/>
            </a:pPr>
            <a:r>
              <a:rPr lang="en-US" sz="7800" dirty="0" spc="-3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Docker</a:t>
            </a:r>
            <a:r>
              <a:rPr lang="en-US" sz="780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giữ</a:t>
            </a:r>
            <a:r>
              <a:rPr lang="en-US" sz="7800" dirty="0" spc="-27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trạng</a:t>
            </a:r>
            <a:r>
              <a:rPr lang="en-US" sz="7800" dirty="0" spc="-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thái</a:t>
            </a:r>
            <a:r>
              <a:rPr lang="en-US" sz="7800" dirty="0" spc="-1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thoát</a:t>
            </a:r>
            <a:r>
              <a:rPr lang="en-US" sz="7800" dirty="0" spc="19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đến</a:t>
            </a:r>
            <a:r>
              <a:rPr lang="en-US" sz="7800" dirty="0" spc="-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khi</a:t>
            </a:r>
            <a:r>
              <a:rPr lang="en-US" sz="7800" dirty="0" spc="-5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bạn</a:t>
            </a:r>
            <a:r>
              <a:rPr lang="en-US" sz="7800" dirty="0" spc="-11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xóa</a:t>
            </a:r>
            <a:r>
              <a:rPr lang="en-US" sz="7800" dirty="0" spc="-7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container.</a:t>
            </a:r>
            <a:endParaRPr lang="en-US" sz="7800" dirty="0"/>
          </a:p>
        </p:txBody>
      </p:sp>
      <p:sp>
        <p:nvSpPr>
          <p:cNvPr id="5" name="Text 3"/>
          <p:cNvSpPr/>
          <p:nvPr/>
        </p:nvSpPr>
        <p:spPr>
          <a:xfrm>
            <a:off x="1524000" y="5715000"/>
            <a:ext cx="1524000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dirty="0" spc="-15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Container</a:t>
            </a:r>
            <a:r>
              <a:rPr lang="en-US" sz="3000" dirty="0" spc="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biến</a:t>
            </a:r>
            <a:r>
              <a:rPr lang="en-US" sz="3000" dirty="0" spc="-16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mất</a:t>
            </a:r>
            <a:r>
              <a:rPr lang="en-US" sz="3000" dirty="0" spc="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khỏi</a:t>
            </a:r>
            <a:r>
              <a:rPr lang="en-US" sz="3000" dirty="0" spc="-2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docker</a:t>
            </a:r>
            <a:r>
              <a:rPr lang="en-US" sz="300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ps,</a:t>
            </a:r>
            <a:r>
              <a:rPr lang="en-US" sz="3000" dirty="0" spc="-1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hay</a:t>
            </a:r>
            <a:r>
              <a:rPr lang="en-US" sz="300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cứ</a:t>
            </a:r>
            <a:r>
              <a:rPr lang="en-US" sz="3000" dirty="0" spc="-2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Restarting.</a:t>
            </a:r>
            <a:endParaRPr lang="en-US" sz="3000" dirty="0"/>
          </a:p>
        </p:txBody>
      </p:sp>
      <p:sp>
        <p:nvSpPr>
          <p:cNvPr id="6" name="Text 4"/>
          <p:cNvSpPr/>
          <p:nvPr/>
        </p:nvSpPr>
        <p:spPr>
          <a:xfrm>
            <a:off x="1524000" y="6572250"/>
            <a:ext cx="1524000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Bốn</a:t>
            </a:r>
            <a:r>
              <a:rPr lang="en-US" sz="300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chỗ</a:t>
            </a:r>
            <a:r>
              <a:rPr lang="en-US" sz="300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cho</a:t>
            </a:r>
            <a:r>
              <a:rPr lang="en-US" sz="3000" dirty="0" spc="-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biết</a:t>
            </a:r>
            <a:r>
              <a:rPr lang="en-US" sz="3000" dirty="0" spc="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vì</a:t>
            </a:r>
            <a:r>
              <a:rPr lang="en-US" sz="3000" dirty="0" spc="-7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sao</a:t>
            </a:r>
            <a:r>
              <a:rPr lang="en-US" sz="300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nó</a:t>
            </a:r>
            <a:r>
              <a:rPr lang="en-US" sz="3000" dirty="0" spc="2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dừng.</a:t>
            </a:r>
            <a:endParaRPr lang="en-US" sz="3000" dirty="0"/>
          </a:p>
        </p:txBody>
      </p:sp>
      <p:sp>
        <p:nvSpPr>
          <p:cNvPr id="7" name="Text 5"/>
          <p:cNvSpPr/>
          <p:nvPr/>
        </p:nvSpPr>
        <p:spPr>
          <a:xfrm>
            <a:off x="914400" y="9677400"/>
            <a:ext cx="85725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 spc="-1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8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800" dirty="0" spc="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80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8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26 ·</a:t>
            </a:r>
            <a:r>
              <a:rPr lang="en-US" sz="1800" dirty="0" spc="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02/10</a:t>
            </a:r>
            <a:endParaRPr lang="en-US" sz="1800" dirty="0"/>
          </a:p>
        </p:txBody>
      </p:sp>
      <p:sp>
        <p:nvSpPr>
          <p:cNvPr id="8" name="Shape 6"/>
          <p:cNvSpPr/>
          <p:nvPr/>
        </p:nvSpPr>
        <p:spPr>
          <a:xfrm>
            <a:off x="914400" y="9391650"/>
            <a:ext cx="171450" cy="1714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200150" y="9391650"/>
            <a:ext cx="171450" cy="171450"/>
          </a:xfrm>
          <a:prstGeom prst="ellipse">
            <a:avLst/>
          </a:prstGeom>
          <a:solidFill>
            <a:srgbClr val="E8472B"/>
          </a:solidFill>
          <a:ln w="19050">
            <a:solidFill>
              <a:srgbClr val="E8472B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1485900" y="9391650"/>
            <a:ext cx="171450" cy="171450"/>
          </a:xfrm>
          <a:prstGeom prst="ellipse">
            <a:avLst/>
          </a:prstGeom>
          <a:noFill/>
          <a:ln w="19050">
            <a:solidFill>
              <a:srgbClr val="6B6A66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1771650" y="9391650"/>
            <a:ext cx="171450" cy="171450"/>
          </a:xfrm>
          <a:prstGeom prst="ellipse">
            <a:avLst/>
          </a:prstGeom>
          <a:noFill/>
          <a:ln w="19050">
            <a:solidFill>
              <a:srgbClr val="6B6A66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2057400" y="9391650"/>
            <a:ext cx="171450" cy="171450"/>
          </a:xfrm>
          <a:prstGeom prst="ellipse">
            <a:avLst/>
          </a:prstGeom>
          <a:noFill/>
          <a:ln w="19050">
            <a:solidFill>
              <a:srgbClr val="6B6A66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2343150" y="9391650"/>
            <a:ext cx="171450" cy="171450"/>
          </a:xfrm>
          <a:prstGeom prst="ellipse">
            <a:avLst/>
          </a:prstGeom>
          <a:noFill/>
          <a:ln w="19050">
            <a:solidFill>
              <a:srgbClr val="6B6A66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2628900" y="9391650"/>
            <a:ext cx="171450" cy="171450"/>
          </a:xfrm>
          <a:prstGeom prst="ellipse">
            <a:avLst/>
          </a:prstGeom>
          <a:noFill/>
          <a:ln w="19050">
            <a:solidFill>
              <a:srgbClr val="6B6A66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2914650" y="9391650"/>
            <a:ext cx="171450" cy="171450"/>
          </a:xfrm>
          <a:prstGeom prst="ellipse">
            <a:avLst/>
          </a:prstGeom>
          <a:noFill/>
          <a:ln w="19050">
            <a:solidFill>
              <a:srgbClr val="6B6A66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3200400" y="9391650"/>
            <a:ext cx="171450" cy="171450"/>
          </a:xfrm>
          <a:prstGeom prst="ellipse">
            <a:avLst/>
          </a:prstGeom>
          <a:noFill/>
          <a:ln w="19050">
            <a:solidFill>
              <a:srgbClr val="6B6A66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3486150" y="9391650"/>
            <a:ext cx="171450" cy="171450"/>
          </a:xfrm>
          <a:prstGeom prst="ellipse">
            <a:avLst/>
          </a:prstGeom>
          <a:noFill/>
          <a:ln w="19050">
            <a:solidFill>
              <a:srgbClr val="6B6A66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19" name="Moda image moda-export-watermark-3510520f-3729-4599-ba13-e78973c67dab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876300"/>
            <a:ext cx="13335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99" kern="0" dirty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MANH MỐI</a:t>
            </a:r>
            <a:r>
              <a:rPr lang="en-US" sz="1950" b="1" spc="301" kern="0" dirty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</a:t>
            </a:r>
            <a:r>
              <a:rPr lang="en-US" sz="1950" b="1" spc="296" kern="0" dirty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950" b="1" spc="298" kern="0" dirty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MÃ</a:t>
            </a:r>
            <a:r>
              <a:rPr lang="en-US" sz="1950" b="1" spc="254" kern="0" dirty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THOÁT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219200"/>
            <a:ext cx="16459200" cy="1047750"/>
          </a:xfrm>
          <a:prstGeom prst="rect">
            <a:avLst/>
          </a:prstGeom>
          <a:noFill/>
          <a:ln/>
        </p:spPr>
        <p:txBody>
          <a:bodyPr wrap="square" lIns="0" tIns="43815" rIns="0" bIns="-43815" rtlCol="0" anchor="t"/>
          <a:lstStyle/>
          <a:p>
            <a:pPr algn="l" indent="0" marL="0">
              <a:lnSpc>
                <a:spcPts val="7590"/>
              </a:lnSpc>
              <a:buNone/>
            </a:pPr>
            <a:r>
              <a:rPr lang="en-US" sz="6900" dirty="0" spc="-15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Exited</a:t>
            </a:r>
            <a:r>
              <a:rPr lang="en-US" sz="690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hay</a:t>
            </a:r>
            <a:r>
              <a:rPr lang="en-US" sz="6900" dirty="0" spc="-1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Restarting?</a:t>
            </a:r>
            <a:endParaRPr lang="en-US" sz="6900" dirty="0"/>
          </a:p>
        </p:txBody>
      </p:sp>
      <p:sp>
        <p:nvSpPr>
          <p:cNvPr id="4" name="Shape 2"/>
          <p:cNvSpPr/>
          <p:nvPr/>
        </p:nvSpPr>
        <p:spPr>
          <a:xfrm>
            <a:off x="914400" y="3048000"/>
            <a:ext cx="8001000" cy="4191000"/>
          </a:xfrm>
          <a:prstGeom prst="roundRect">
            <a:avLst>
              <a:gd name="adj" fmla="val 6364"/>
            </a:avLst>
          </a:prstGeom>
          <a:solidFill>
            <a:srgbClr val="1E212B"/>
          </a:solidFill>
          <a:ln w="28575">
            <a:solidFill>
              <a:srgbClr val="3DD6A0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333500" y="3429000"/>
            <a:ext cx="723900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550" b="1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TRẠNG</a:t>
            </a:r>
            <a:r>
              <a:rPr lang="en-US" sz="2550" b="1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THÁI</a:t>
            </a:r>
            <a:endParaRPr lang="en-US" sz="2550" dirty="0"/>
          </a:p>
        </p:txBody>
      </p:sp>
      <p:sp>
        <p:nvSpPr>
          <p:cNvPr id="6" name="Text 4"/>
          <p:cNvSpPr/>
          <p:nvPr/>
        </p:nvSpPr>
        <p:spPr>
          <a:xfrm>
            <a:off x="1333500" y="4000500"/>
            <a:ext cx="7239000" cy="857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5400" dirty="0" spc="-13" kern="0">
                <a:solidFill>
                  <a:srgbClr val="3DD6A0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Exited</a:t>
            </a:r>
            <a:endParaRPr lang="en-US" sz="5400" dirty="0"/>
          </a:p>
        </p:txBody>
      </p:sp>
      <p:sp>
        <p:nvSpPr>
          <p:cNvPr id="7" name="Text 5"/>
          <p:cNvSpPr/>
          <p:nvPr/>
        </p:nvSpPr>
        <p:spPr>
          <a:xfrm>
            <a:off x="1333500" y="5143500"/>
            <a:ext cx="723900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700" dirty="0" spc="-1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Container</a:t>
            </a:r>
            <a:r>
              <a:rPr lang="en-US" sz="2700" dirty="0" spc="16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đã</a:t>
            </a:r>
            <a:r>
              <a:rPr lang="en-US" sz="2700" dirty="0" spc="15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dừng.</a:t>
            </a:r>
            <a:endParaRPr lang="en-US" sz="2700" dirty="0"/>
          </a:p>
        </p:txBody>
      </p:sp>
      <p:sp>
        <p:nvSpPr>
          <p:cNvPr id="8" name="Text 6"/>
          <p:cNvSpPr/>
          <p:nvPr/>
        </p:nvSpPr>
        <p:spPr>
          <a:xfrm>
            <a:off x="1333500" y="5810250"/>
            <a:ext cx="7239000" cy="1047750"/>
          </a:xfrm>
          <a:prstGeom prst="rect">
            <a:avLst/>
          </a:prstGeom>
          <a:noFill/>
          <a:ln/>
        </p:spPr>
        <p:txBody>
          <a:bodyPr wrap="square" lIns="0" tIns="14573" rIns="0" bIns="-14573" rtlCol="0" anchor="t"/>
          <a:lstStyle/>
          <a:p>
            <a:pPr algn="l" indent="0" marL="0">
              <a:lnSpc>
                <a:spcPts val="3510"/>
              </a:lnSpc>
              <a:buNone/>
            </a:pPr>
            <a:r>
              <a:rPr lang="en-US" sz="2700" dirty="0" spc="-49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Kèm</a:t>
            </a:r>
            <a:r>
              <a:rPr lang="en-US" sz="270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mã</a:t>
            </a:r>
            <a:r>
              <a:rPr lang="en-US" sz="2700" dirty="0" spc="-1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thoát:</a:t>
            </a:r>
            <a:r>
              <a:rPr lang="en-US" sz="2700" dirty="0" spc="-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manh mối</a:t>
            </a:r>
            <a:r>
              <a:rPr lang="en-US" sz="2700" dirty="0" spc="1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đầu</a:t>
            </a:r>
            <a:r>
              <a:rPr lang="en-US" sz="270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tiên.</a:t>
            </a:r>
            <a:endParaRPr lang="en-US" sz="2700" dirty="0"/>
          </a:p>
        </p:txBody>
      </p:sp>
      <p:sp>
        <p:nvSpPr>
          <p:cNvPr id="9" name="Shape 7"/>
          <p:cNvSpPr/>
          <p:nvPr/>
        </p:nvSpPr>
        <p:spPr>
          <a:xfrm>
            <a:off x="9372600" y="3048000"/>
            <a:ext cx="8001000" cy="4191000"/>
          </a:xfrm>
          <a:prstGeom prst="roundRect">
            <a:avLst>
              <a:gd name="adj" fmla="val 6364"/>
            </a:avLst>
          </a:prstGeom>
          <a:solidFill>
            <a:srgbClr val="1E212B"/>
          </a:solidFill>
          <a:ln w="28575">
            <a:solidFill>
              <a:srgbClr val="3A3F4D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9791700" y="3429000"/>
            <a:ext cx="723900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550" b="1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TRẠNG</a:t>
            </a:r>
            <a:r>
              <a:rPr lang="en-US" sz="2550" b="1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THÁI</a:t>
            </a:r>
            <a:endParaRPr lang="en-US" sz="2550" dirty="0"/>
          </a:p>
        </p:txBody>
      </p:sp>
      <p:sp>
        <p:nvSpPr>
          <p:cNvPr id="11" name="Text 9"/>
          <p:cNvSpPr/>
          <p:nvPr/>
        </p:nvSpPr>
        <p:spPr>
          <a:xfrm>
            <a:off x="9791700" y="4000500"/>
            <a:ext cx="7239000" cy="857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5400" dirty="0" spc="-1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Restarting</a:t>
            </a:r>
            <a:endParaRPr lang="en-US" sz="5400" dirty="0"/>
          </a:p>
        </p:txBody>
      </p:sp>
      <p:sp>
        <p:nvSpPr>
          <p:cNvPr id="12" name="Text 10"/>
          <p:cNvSpPr/>
          <p:nvPr/>
        </p:nvSpPr>
        <p:spPr>
          <a:xfrm>
            <a:off x="9791700" y="5143500"/>
            <a:ext cx="723900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700" dirty="0" spc="-1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Container</a:t>
            </a:r>
            <a:r>
              <a:rPr lang="en-US" sz="2700" dirty="0" spc="8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đang</a:t>
            </a:r>
            <a:r>
              <a:rPr lang="en-US" sz="270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tự</a:t>
            </a:r>
            <a:r>
              <a:rPr lang="en-US" sz="2700" dirty="0" spc="-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khởi</a:t>
            </a:r>
            <a:r>
              <a:rPr lang="en-US" sz="2700" dirty="0" spc="9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động</a:t>
            </a:r>
            <a:r>
              <a:rPr lang="en-US" sz="270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lại.</a:t>
            </a:r>
            <a:endParaRPr lang="en-US" sz="2700" dirty="0"/>
          </a:p>
        </p:txBody>
      </p:sp>
      <p:sp>
        <p:nvSpPr>
          <p:cNvPr id="13" name="Text 11"/>
          <p:cNvSpPr/>
          <p:nvPr/>
        </p:nvSpPr>
        <p:spPr>
          <a:xfrm>
            <a:off x="9791700" y="5810250"/>
            <a:ext cx="7239000" cy="1047750"/>
          </a:xfrm>
          <a:prstGeom prst="rect">
            <a:avLst/>
          </a:prstGeom>
          <a:noFill/>
          <a:ln/>
        </p:spPr>
        <p:txBody>
          <a:bodyPr wrap="square" lIns="0" tIns="14573" rIns="0" bIns="-14573" rtlCol="0" anchor="t"/>
          <a:lstStyle/>
          <a:p>
            <a:pPr algn="l" indent="0" marL="0">
              <a:lnSpc>
                <a:spcPts val="3510"/>
              </a:lnSpc>
              <a:buNone/>
            </a:pPr>
            <a:r>
              <a:rPr lang="en-US" sz="270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Do chính</a:t>
            </a:r>
            <a:r>
              <a:rPr lang="en-US" sz="2700" dirty="0" spc="-6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sách</a:t>
            </a:r>
            <a:r>
              <a:rPr lang="en-US" sz="2700" dirty="0" spc="-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khởi</a:t>
            </a:r>
            <a:r>
              <a:rPr lang="en-US" sz="2700" dirty="0" spc="9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động</a:t>
            </a:r>
            <a:r>
              <a:rPr lang="en-US" sz="270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lại.</a:t>
            </a:r>
            <a:endParaRPr lang="en-US" sz="2700" dirty="0"/>
          </a:p>
        </p:txBody>
      </p:sp>
      <p:sp>
        <p:nvSpPr>
          <p:cNvPr id="14" name="Shape 12"/>
          <p:cNvSpPr/>
          <p:nvPr/>
        </p:nvSpPr>
        <p:spPr>
          <a:xfrm>
            <a:off x="914400" y="7620000"/>
            <a:ext cx="16459200" cy="1143000"/>
          </a:xfrm>
          <a:prstGeom prst="roundRect">
            <a:avLst>
              <a:gd name="adj" fmla="val 16667"/>
            </a:avLst>
          </a:prstGeom>
          <a:solidFill>
            <a:srgbClr val="2A2E3A"/>
          </a:solidFill>
          <a:ln/>
        </p:spPr>
      </p:sp>
      <p:sp>
        <p:nvSpPr>
          <p:cNvPr id="15" name="Text 13"/>
          <p:cNvSpPr/>
          <p:nvPr/>
        </p:nvSpPr>
        <p:spPr>
          <a:xfrm>
            <a:off x="1333500" y="7905750"/>
            <a:ext cx="1581150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550" dirty="0" spc="-4" kern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--filter</a:t>
            </a:r>
            <a:r>
              <a:rPr lang="en-US" sz="2550" dirty="0" spc="-18" kern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status=exited</a:t>
            </a:r>
            <a:pPr algn="l" indent="0" marL="0">
              <a:buNone/>
            </a:pPr>
            <a:r>
              <a:rPr lang="en-US" sz="2550" dirty="0" spc="-5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bỏ</a:t>
            </a:r>
            <a:r>
              <a:rPr lang="en-US" sz="2550" dirty="0" spc="-1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sót</a:t>
            </a:r>
            <a:r>
              <a:rPr lang="en-US" sz="2550" dirty="0" spc="-1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container</a:t>
            </a:r>
            <a:r>
              <a:rPr lang="en-US" sz="2550" dirty="0" spc="1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đang</a:t>
            </a:r>
            <a:r>
              <a:rPr lang="en-US" sz="2550" dirty="0" spc="-16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Restarting.</a:t>
            </a:r>
            <a:endParaRPr lang="en-US" sz="2550" dirty="0"/>
          </a:p>
        </p:txBody>
      </p:sp>
      <p:sp>
        <p:nvSpPr>
          <p:cNvPr id="16" name="Shape 14"/>
          <p:cNvSpPr/>
          <p:nvPr/>
        </p:nvSpPr>
        <p:spPr>
          <a:xfrm>
            <a:off x="914400" y="9391650"/>
            <a:ext cx="171450" cy="171450"/>
          </a:xfrm>
          <a:prstGeom prst="ellipse">
            <a:avLst/>
          </a:prstGeom>
          <a:solidFill>
            <a:srgbClr val="E4E1D8"/>
          </a:solidFill>
          <a:ln w="19050">
            <a:solidFill>
              <a:srgbClr val="E4E1D8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200150" y="9391650"/>
            <a:ext cx="171450" cy="171450"/>
          </a:xfrm>
          <a:prstGeom prst="ellipse">
            <a:avLst/>
          </a:prstGeom>
          <a:solidFill>
            <a:srgbClr val="E4E1D8"/>
          </a:solidFill>
          <a:ln w="19050">
            <a:solidFill>
              <a:srgbClr val="E4E1D8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1485900" y="9391650"/>
            <a:ext cx="171450" cy="171450"/>
          </a:xfrm>
          <a:prstGeom prst="ellipse">
            <a:avLst/>
          </a:prstGeom>
          <a:solidFill>
            <a:srgbClr val="FF6A4D"/>
          </a:solidFill>
          <a:ln w="19050">
            <a:solidFill>
              <a:srgbClr val="FF6A4D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1771650" y="9391650"/>
            <a:ext cx="171450" cy="171450"/>
          </a:xfrm>
          <a:prstGeom prst="ellipse">
            <a:avLst/>
          </a:prstGeom>
          <a:noFill/>
          <a:ln w="19050">
            <a:solidFill>
              <a:srgbClr val="9AA0B5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2057400" y="9391650"/>
            <a:ext cx="171450" cy="171450"/>
          </a:xfrm>
          <a:prstGeom prst="ellipse">
            <a:avLst/>
          </a:prstGeom>
          <a:noFill/>
          <a:ln w="19050">
            <a:solidFill>
              <a:srgbClr val="9AA0B5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2343150" y="9391650"/>
            <a:ext cx="171450" cy="171450"/>
          </a:xfrm>
          <a:prstGeom prst="ellipse">
            <a:avLst/>
          </a:prstGeom>
          <a:noFill/>
          <a:ln w="19050">
            <a:solidFill>
              <a:srgbClr val="9AA0B5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2628900" y="9391650"/>
            <a:ext cx="171450" cy="171450"/>
          </a:xfrm>
          <a:prstGeom prst="ellipse">
            <a:avLst/>
          </a:prstGeom>
          <a:noFill/>
          <a:ln w="19050">
            <a:solidFill>
              <a:srgbClr val="9AA0B5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2914650" y="9391650"/>
            <a:ext cx="171450" cy="171450"/>
          </a:xfrm>
          <a:prstGeom prst="ellipse">
            <a:avLst/>
          </a:prstGeom>
          <a:noFill/>
          <a:ln w="19050">
            <a:solidFill>
              <a:srgbClr val="9AA0B5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200400" y="9391650"/>
            <a:ext cx="171450" cy="171450"/>
          </a:xfrm>
          <a:prstGeom prst="ellipse">
            <a:avLst/>
          </a:prstGeom>
          <a:noFill/>
          <a:ln w="19050">
            <a:solidFill>
              <a:srgbClr val="9AA0B5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3486150" y="9391650"/>
            <a:ext cx="171450" cy="171450"/>
          </a:xfrm>
          <a:prstGeom prst="ellipse">
            <a:avLst/>
          </a:prstGeom>
          <a:noFill/>
          <a:ln w="19050">
            <a:solidFill>
              <a:srgbClr val="9AA0B5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914400" y="9677400"/>
            <a:ext cx="85725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 spc="-1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8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800" dirty="0" spc="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800" dirty="0" spc="-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8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26 ·</a:t>
            </a:r>
            <a:r>
              <a:rPr lang="en-US" sz="180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03/10</a:t>
            </a:r>
            <a:endParaRPr lang="en-US" sz="1800" dirty="0"/>
          </a:p>
        </p:txBody>
      </p:sp>
      <p:sp>
        <p:nvSpPr>
          <p:cNvPr id="27" name="Shape 25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8" name="Moda image moda-export-watermark-ac04a154-7c88-413d-9d91-376773c150e8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876300"/>
            <a:ext cx="13335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99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MANH MỐI</a:t>
            </a:r>
            <a:r>
              <a:rPr lang="en-US" sz="1950" b="1" spc="297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</a:t>
            </a:r>
            <a:r>
              <a:rPr lang="en-US" sz="1950" b="1" spc="296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950" b="1" spc="260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NHẬT</a:t>
            </a:r>
            <a:r>
              <a:rPr lang="en-US" sz="1950" b="1" spc="298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KÝ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219200"/>
            <a:ext cx="16459200" cy="1047750"/>
          </a:xfrm>
          <a:prstGeom prst="rect">
            <a:avLst/>
          </a:prstGeom>
          <a:noFill/>
          <a:ln/>
        </p:spPr>
        <p:txBody>
          <a:bodyPr wrap="square" lIns="0" tIns="43815" rIns="0" bIns="-43815" rtlCol="0" anchor="t"/>
          <a:lstStyle/>
          <a:p>
            <a:pPr algn="l" indent="0" marL="0">
              <a:lnSpc>
                <a:spcPts val="7590"/>
              </a:lnSpc>
              <a:buNone/>
            </a:pPr>
            <a:r>
              <a:rPr lang="en-US" sz="6900" dirty="0" spc="-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Đọc</a:t>
            </a:r>
            <a:r>
              <a:rPr lang="en-US" sz="6900" dirty="0" spc="-57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vài</a:t>
            </a:r>
            <a:r>
              <a:rPr lang="en-US" sz="6900" dirty="0" spc="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dòng nhật</a:t>
            </a:r>
            <a:r>
              <a:rPr lang="en-US" sz="6900" dirty="0" spc="-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ký</a:t>
            </a:r>
            <a:r>
              <a:rPr lang="en-US" sz="690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cuối</a:t>
            </a:r>
            <a:endParaRPr lang="en-US" sz="6900" dirty="0"/>
          </a:p>
        </p:txBody>
      </p:sp>
      <p:sp>
        <p:nvSpPr>
          <p:cNvPr id="4" name="Shape 2"/>
          <p:cNvSpPr/>
          <p:nvPr/>
        </p:nvSpPr>
        <p:spPr>
          <a:xfrm>
            <a:off x="914400" y="3429000"/>
            <a:ext cx="4762500" cy="3238500"/>
          </a:xfrm>
          <a:prstGeom prst="roundRect">
            <a:avLst>
              <a:gd name="adj" fmla="val 8235"/>
            </a:avLst>
          </a:prstGeom>
          <a:solidFill>
            <a:srgbClr val="FBF8F2"/>
          </a:solidFill>
          <a:ln w="28575">
            <a:solidFill>
              <a:srgbClr val="DDD5C1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295400" y="3771900"/>
            <a:ext cx="40005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BƯỚC</a:t>
            </a:r>
            <a:r>
              <a:rPr lang="en-US" sz="1950" b="1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</a:t>
            </a:r>
            <a:endParaRPr lang="en-US" sz="1950" dirty="0"/>
          </a:p>
        </p:txBody>
      </p:sp>
      <p:sp>
        <p:nvSpPr>
          <p:cNvPr id="6" name="Text 4"/>
          <p:cNvSpPr/>
          <p:nvPr/>
        </p:nvSpPr>
        <p:spPr>
          <a:xfrm>
            <a:off x="1295400" y="4286250"/>
            <a:ext cx="400050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550" b="1" dirty="0" spc="-2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docker</a:t>
            </a:r>
            <a:r>
              <a:rPr lang="en-US" sz="2550" b="1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ps</a:t>
            </a:r>
            <a:r>
              <a:rPr lang="en-US" sz="2550" b="1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-a</a:t>
            </a:r>
            <a:endParaRPr lang="en-US" sz="2550" dirty="0"/>
          </a:p>
        </p:txBody>
      </p:sp>
      <p:sp>
        <p:nvSpPr>
          <p:cNvPr id="7" name="Text 5"/>
          <p:cNvSpPr/>
          <p:nvPr/>
        </p:nvSpPr>
        <p:spPr>
          <a:xfrm>
            <a:off x="1295400" y="5143500"/>
            <a:ext cx="4000500" cy="1143000"/>
          </a:xfrm>
          <a:prstGeom prst="rect">
            <a:avLst/>
          </a:prstGeom>
          <a:noFill/>
          <a:ln/>
        </p:spPr>
        <p:txBody>
          <a:bodyPr wrap="square" lIns="0" tIns="13764" rIns="0" bIns="-13764" rtlCol="0" anchor="t"/>
          <a:lstStyle/>
          <a:p>
            <a:pPr algn="l" indent="0" marL="0">
              <a:lnSpc>
                <a:spcPts val="3315"/>
              </a:lnSpc>
              <a:buNone/>
            </a:pPr>
            <a:r>
              <a:rPr lang="en-US" sz="2550" dirty="0" spc="-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Exited</a:t>
            </a:r>
            <a:r>
              <a:rPr lang="en-US" sz="2550" dirty="0" spc="-2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kèm</a:t>
            </a:r>
            <a:r>
              <a:rPr lang="en-US" sz="2550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mã</a:t>
            </a:r>
            <a:r>
              <a:rPr lang="en-US" sz="2550" dirty="0" spc="-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thoát.</a:t>
            </a:r>
            <a:endParaRPr lang="en-US" sz="2550" dirty="0"/>
          </a:p>
        </p:txBody>
      </p:sp>
      <p:sp>
        <p:nvSpPr>
          <p:cNvPr id="8" name="Connector line-1792374284568-65977691"/>
          <p:cNvSpPr/>
          <p:nvPr/>
        </p:nvSpPr>
        <p:spPr>
          <a:xfrm>
            <a:off x="5810250" y="5048250"/>
            <a:ext cx="857250" cy="0"/>
          </a:xfrm>
          <a:prstGeom prst="line">
            <a:avLst/>
          </a:prstGeom>
          <a:noFill/>
          <a:ln w="38100">
            <a:solidFill>
              <a:srgbClr val="14161C"/>
            </a:solidFill>
            <a:prstDash val="solid"/>
            <a:headEnd type="none"/>
            <a:tailEnd type="triangle" w="lg" len="lg"/>
          </a:ln>
        </p:spPr>
      </p:sp>
      <p:sp>
        <p:nvSpPr>
          <p:cNvPr id="9" name="Shape 7"/>
          <p:cNvSpPr/>
          <p:nvPr/>
        </p:nvSpPr>
        <p:spPr>
          <a:xfrm>
            <a:off x="6762750" y="3429000"/>
            <a:ext cx="4762500" cy="3238500"/>
          </a:xfrm>
          <a:prstGeom prst="roundRect">
            <a:avLst>
              <a:gd name="adj" fmla="val 8235"/>
            </a:avLst>
          </a:prstGeom>
          <a:solidFill>
            <a:srgbClr val="F8D9D0"/>
          </a:solidFill>
          <a:ln w="38100">
            <a:solidFill>
              <a:srgbClr val="E8472B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7143750" y="3771900"/>
            <a:ext cx="40005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dirty="0" spc="-1" kern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BƯỚC</a:t>
            </a:r>
            <a:r>
              <a:rPr lang="en-US" sz="1950" b="1" dirty="0" spc="-2" kern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</a:t>
            </a:r>
            <a:endParaRPr lang="en-US" sz="1950" dirty="0"/>
          </a:p>
        </p:txBody>
      </p:sp>
      <p:sp>
        <p:nvSpPr>
          <p:cNvPr id="11" name="Text 9"/>
          <p:cNvSpPr/>
          <p:nvPr/>
        </p:nvSpPr>
        <p:spPr>
          <a:xfrm>
            <a:off x="7143750" y="4286250"/>
            <a:ext cx="400050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550" b="1" dirty="0" spc="-2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docker</a:t>
            </a:r>
            <a:r>
              <a:rPr lang="en-US" sz="2550" b="1" dirty="0" spc="-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logs</a:t>
            </a:r>
            <a:endParaRPr lang="en-US" sz="2550" dirty="0"/>
          </a:p>
        </p:txBody>
      </p:sp>
      <p:sp>
        <p:nvSpPr>
          <p:cNvPr id="12" name="Text 10"/>
          <p:cNvSpPr/>
          <p:nvPr/>
        </p:nvSpPr>
        <p:spPr>
          <a:xfrm>
            <a:off x="7143750" y="4857750"/>
            <a:ext cx="438150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550" dirty="0" spc="-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--tail</a:t>
            </a:r>
            <a:r>
              <a:rPr lang="en-US" sz="255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50</a:t>
            </a:r>
            <a:r>
              <a:rPr lang="en-US" sz="2550" dirty="0" spc="-1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tên-container</a:t>
            </a:r>
            <a:endParaRPr lang="en-US" sz="2550" dirty="0"/>
          </a:p>
        </p:txBody>
      </p:sp>
      <p:sp>
        <p:nvSpPr>
          <p:cNvPr id="13" name="Text 11"/>
          <p:cNvSpPr/>
          <p:nvPr/>
        </p:nvSpPr>
        <p:spPr>
          <a:xfrm>
            <a:off x="7143750" y="5524500"/>
            <a:ext cx="4000500" cy="762000"/>
          </a:xfrm>
          <a:prstGeom prst="rect">
            <a:avLst/>
          </a:prstGeom>
          <a:noFill/>
          <a:ln/>
        </p:spPr>
        <p:txBody>
          <a:bodyPr wrap="square" lIns="0" tIns="13764" rIns="0" bIns="-13764" rtlCol="0" anchor="t"/>
          <a:lstStyle/>
          <a:p>
            <a:pPr algn="l" indent="0" marL="0">
              <a:lnSpc>
                <a:spcPts val="3315"/>
              </a:lnSpc>
              <a:buNone/>
            </a:pPr>
            <a:r>
              <a:rPr lang="en-US" sz="2550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50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dòng</a:t>
            </a: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cuối.</a:t>
            </a:r>
            <a:endParaRPr lang="en-US" sz="2550" dirty="0"/>
          </a:p>
        </p:txBody>
      </p:sp>
      <p:sp>
        <p:nvSpPr>
          <p:cNvPr id="14" name="Connector line-1792374284579-716937092"/>
          <p:cNvSpPr/>
          <p:nvPr/>
        </p:nvSpPr>
        <p:spPr>
          <a:xfrm>
            <a:off x="11658600" y="5048250"/>
            <a:ext cx="857250" cy="0"/>
          </a:xfrm>
          <a:prstGeom prst="line">
            <a:avLst/>
          </a:prstGeom>
          <a:noFill/>
          <a:ln w="38100">
            <a:solidFill>
              <a:srgbClr val="14161C"/>
            </a:solidFill>
            <a:prstDash val="solid"/>
            <a:headEnd type="none"/>
            <a:tailEnd type="triangle" w="lg" len="lg"/>
          </a:ln>
        </p:spPr>
      </p:sp>
      <p:sp>
        <p:nvSpPr>
          <p:cNvPr id="15" name="Shape 13"/>
          <p:cNvSpPr/>
          <p:nvPr/>
        </p:nvSpPr>
        <p:spPr>
          <a:xfrm>
            <a:off x="12611100" y="3429000"/>
            <a:ext cx="4762500" cy="3238500"/>
          </a:xfrm>
          <a:prstGeom prst="roundRect">
            <a:avLst>
              <a:gd name="adj" fmla="val 8235"/>
            </a:avLst>
          </a:prstGeom>
          <a:solidFill>
            <a:srgbClr val="FBF8F2"/>
          </a:solidFill>
          <a:ln w="28575">
            <a:solidFill>
              <a:srgbClr val="DDD5C1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12992100" y="3771900"/>
            <a:ext cx="40005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KHÔNG</a:t>
            </a:r>
            <a:r>
              <a:rPr lang="en-US" sz="1950" b="1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CÓ</a:t>
            </a:r>
            <a:r>
              <a:rPr lang="en-US" sz="1950" b="1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DÒNG</a:t>
            </a:r>
            <a:r>
              <a:rPr lang="en-US" sz="1950" b="1" dirty="0" spc="-17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LỖI?</a:t>
            </a:r>
            <a:endParaRPr lang="en-US" sz="1950" dirty="0"/>
          </a:p>
        </p:txBody>
      </p:sp>
      <p:sp>
        <p:nvSpPr>
          <p:cNvPr id="17" name="Text 15"/>
          <p:cNvSpPr/>
          <p:nvPr/>
        </p:nvSpPr>
        <p:spPr>
          <a:xfrm>
            <a:off x="12992100" y="4286250"/>
            <a:ext cx="400050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550" b="1" dirty="0" spc="-2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docker</a:t>
            </a:r>
            <a:r>
              <a:rPr lang="en-US" sz="2550" b="1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inspect</a:t>
            </a:r>
            <a:endParaRPr lang="en-US" sz="2550" dirty="0"/>
          </a:p>
        </p:txBody>
      </p:sp>
      <p:sp>
        <p:nvSpPr>
          <p:cNvPr id="18" name="Text 16"/>
          <p:cNvSpPr/>
          <p:nvPr/>
        </p:nvSpPr>
        <p:spPr>
          <a:xfrm>
            <a:off x="12992100" y="5143500"/>
            <a:ext cx="4000500" cy="1143000"/>
          </a:xfrm>
          <a:prstGeom prst="rect">
            <a:avLst/>
          </a:prstGeom>
          <a:noFill/>
          <a:ln/>
        </p:spPr>
        <p:txBody>
          <a:bodyPr wrap="square" lIns="0" tIns="13764" rIns="0" bIns="-13764" rtlCol="0" anchor="t"/>
          <a:lstStyle/>
          <a:p>
            <a:pPr algn="l" indent="0" marL="0">
              <a:lnSpc>
                <a:spcPts val="3315"/>
              </a:lnSpc>
              <a:buNone/>
            </a:pPr>
            <a:r>
              <a:rPr lang="en-US" sz="2550" dirty="0" spc="-3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Xem</a:t>
            </a:r>
            <a:r>
              <a:rPr lang="en-US" sz="2550" dirty="0" spc="-1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trạng</a:t>
            </a: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thái</a:t>
            </a:r>
            <a:r>
              <a:rPr lang="en-US" sz="25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chi</a:t>
            </a:r>
            <a:r>
              <a:rPr lang="en-US" sz="255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tiết.</a:t>
            </a:r>
            <a:endParaRPr lang="en-US" sz="2550" dirty="0"/>
          </a:p>
        </p:txBody>
      </p:sp>
      <p:sp>
        <p:nvSpPr>
          <p:cNvPr id="19" name="Text 17"/>
          <p:cNvSpPr/>
          <p:nvPr/>
        </p:nvSpPr>
        <p:spPr>
          <a:xfrm>
            <a:off x="914400" y="7524750"/>
            <a:ext cx="1645920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700" dirty="0" spc="-37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Làm</a:t>
            </a:r>
            <a:r>
              <a:rPr lang="en-US" sz="2700" dirty="0" spc="-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theo</a:t>
            </a:r>
            <a:r>
              <a:rPr lang="en-US" sz="270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thứ tự,</a:t>
            </a:r>
            <a:r>
              <a:rPr lang="en-US" sz="2700" dirty="0" spc="-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hoặc</a:t>
            </a:r>
            <a:r>
              <a:rPr lang="en-US" sz="27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chỉ</a:t>
            </a:r>
            <a:r>
              <a:rPr lang="en-US" sz="2700" dirty="0" spc="1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đọc</a:t>
            </a:r>
            <a:r>
              <a:rPr lang="en-US" sz="27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chỗ cần.</a:t>
            </a:r>
            <a:endParaRPr lang="en-US" sz="2700" dirty="0"/>
          </a:p>
        </p:txBody>
      </p:sp>
      <p:sp>
        <p:nvSpPr>
          <p:cNvPr id="20" name="Shape 18"/>
          <p:cNvSpPr/>
          <p:nvPr/>
        </p:nvSpPr>
        <p:spPr>
          <a:xfrm>
            <a:off x="914400" y="9391650"/>
            <a:ext cx="171450" cy="1714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1200150" y="9391650"/>
            <a:ext cx="171450" cy="1714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485900" y="9391650"/>
            <a:ext cx="171450" cy="1714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1771650" y="9391650"/>
            <a:ext cx="171450" cy="171450"/>
          </a:xfrm>
          <a:prstGeom prst="ellipse">
            <a:avLst/>
          </a:prstGeom>
          <a:solidFill>
            <a:srgbClr val="E8472B"/>
          </a:solidFill>
          <a:ln w="19050">
            <a:solidFill>
              <a:srgbClr val="E8472B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2057400" y="9391650"/>
            <a:ext cx="171450" cy="171450"/>
          </a:xfrm>
          <a:prstGeom prst="ellipse">
            <a:avLst/>
          </a:prstGeom>
          <a:noFill/>
          <a:ln w="19050">
            <a:solidFill>
              <a:srgbClr val="6B6A66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343150" y="9391650"/>
            <a:ext cx="171450" cy="171450"/>
          </a:xfrm>
          <a:prstGeom prst="ellipse">
            <a:avLst/>
          </a:prstGeom>
          <a:noFill/>
          <a:ln w="19050">
            <a:solidFill>
              <a:srgbClr val="6B6A66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2628900" y="9391650"/>
            <a:ext cx="171450" cy="171450"/>
          </a:xfrm>
          <a:prstGeom prst="ellipse">
            <a:avLst/>
          </a:prstGeom>
          <a:noFill/>
          <a:ln w="19050">
            <a:solidFill>
              <a:srgbClr val="6B6A66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2914650" y="9391650"/>
            <a:ext cx="171450" cy="171450"/>
          </a:xfrm>
          <a:prstGeom prst="ellipse">
            <a:avLst/>
          </a:prstGeom>
          <a:noFill/>
          <a:ln w="19050">
            <a:solidFill>
              <a:srgbClr val="6B6A66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3200400" y="9391650"/>
            <a:ext cx="171450" cy="171450"/>
          </a:xfrm>
          <a:prstGeom prst="ellipse">
            <a:avLst/>
          </a:prstGeom>
          <a:noFill/>
          <a:ln w="19050">
            <a:solidFill>
              <a:srgbClr val="6B6A66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3486150" y="9391650"/>
            <a:ext cx="171450" cy="171450"/>
          </a:xfrm>
          <a:prstGeom prst="ellipse">
            <a:avLst/>
          </a:prstGeom>
          <a:noFill/>
          <a:ln w="19050">
            <a:solidFill>
              <a:srgbClr val="6B6A66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914400" y="9677400"/>
            <a:ext cx="85725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 spc="-1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8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800" dirty="0" spc="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80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8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26 ·</a:t>
            </a:r>
            <a:r>
              <a:rPr lang="en-US" sz="1800" dirty="0" spc="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04/10</a:t>
            </a:r>
            <a:endParaRPr lang="en-US" sz="1800" dirty="0"/>
          </a:p>
        </p:txBody>
      </p:sp>
      <p:sp>
        <p:nvSpPr>
          <p:cNvPr id="31" name="Shape 29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32" name="Moda image moda-export-watermark-800d87ef-b4f5-450a-b4f5-58f71102c335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876300"/>
            <a:ext cx="13335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99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MANH MỐI</a:t>
            </a:r>
            <a:r>
              <a:rPr lang="en-US" sz="1950" b="1" spc="300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3</a:t>
            </a:r>
            <a:r>
              <a:rPr lang="en-US" sz="1950" b="1" spc="296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950" b="1" spc="300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TRẠNG</a:t>
            </a:r>
            <a:r>
              <a:rPr lang="en-US" sz="1950" b="1" spc="301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THÁI</a:t>
            </a:r>
            <a:r>
              <a:rPr lang="en-US" sz="1950" b="1" spc="300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CHI TIẾT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219200"/>
            <a:ext cx="16459200" cy="1047750"/>
          </a:xfrm>
          <a:prstGeom prst="rect">
            <a:avLst/>
          </a:prstGeom>
          <a:noFill/>
          <a:ln/>
        </p:spPr>
        <p:txBody>
          <a:bodyPr wrap="square" lIns="0" tIns="43815" rIns="0" bIns="-43815" rtlCol="0" anchor="t"/>
          <a:lstStyle/>
          <a:p>
            <a:pPr algn="l" indent="0" marL="0">
              <a:lnSpc>
                <a:spcPts val="7590"/>
              </a:lnSpc>
              <a:buNone/>
            </a:pPr>
            <a:r>
              <a:rPr lang="en-US" sz="6900" dirty="0" spc="-4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Ba</a:t>
            </a:r>
            <a:r>
              <a:rPr lang="en-US" sz="6900" dirty="0" spc="-58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trường</a:t>
            </a:r>
            <a:r>
              <a:rPr lang="en-US" sz="690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của</a:t>
            </a:r>
            <a:r>
              <a:rPr lang="en-US" sz="6900" dirty="0" spc="-2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State</a:t>
            </a:r>
            <a:endParaRPr lang="en-US" sz="6900" dirty="0"/>
          </a:p>
        </p:txBody>
      </p:sp>
      <p:sp>
        <p:nvSpPr>
          <p:cNvPr id="4" name="Shape 2"/>
          <p:cNvSpPr/>
          <p:nvPr/>
        </p:nvSpPr>
        <p:spPr>
          <a:xfrm>
            <a:off x="914400" y="4476750"/>
            <a:ext cx="4381500" cy="1714500"/>
          </a:xfrm>
          <a:prstGeom prst="roundRect">
            <a:avLst>
              <a:gd name="adj" fmla="val 15556"/>
            </a:avLst>
          </a:prstGeom>
          <a:solidFill>
            <a:srgbClr val="1E212B"/>
          </a:solidFill>
          <a:ln w="38100">
            <a:solidFill>
              <a:srgbClr val="7C93FF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200150" y="4953000"/>
            <a:ext cx="381000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850" b="1" dirty="0" spc="-24" kern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docker</a:t>
            </a:r>
            <a:r>
              <a:rPr lang="en-US" sz="2850" b="1" dirty="0" spc="0" kern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inspect</a:t>
            </a:r>
            <a:endParaRPr lang="en-US" sz="2850" dirty="0"/>
          </a:p>
        </p:txBody>
      </p:sp>
      <p:sp>
        <p:nvSpPr>
          <p:cNvPr id="6" name="Text 4"/>
          <p:cNvSpPr/>
          <p:nvPr/>
        </p:nvSpPr>
        <p:spPr>
          <a:xfrm>
            <a:off x="1200150" y="5572125"/>
            <a:ext cx="3810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950" dirty="0" spc="-8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tên-container</a:t>
            </a:r>
            <a:endParaRPr lang="en-US" sz="1950" dirty="0"/>
          </a:p>
        </p:txBody>
      </p:sp>
      <p:sp>
        <p:nvSpPr>
          <p:cNvPr id="7" name="Connector line-1792374301797-441765695"/>
          <p:cNvSpPr/>
          <p:nvPr/>
        </p:nvSpPr>
        <p:spPr>
          <a:xfrm flipV="1">
            <a:off x="5334000" y="3714750"/>
            <a:ext cx="1333500" cy="1619250"/>
          </a:xfrm>
          <a:prstGeom prst="line">
            <a:avLst/>
          </a:prstGeom>
          <a:noFill/>
          <a:ln w="28575">
            <a:solidFill>
              <a:srgbClr val="7C93FF"/>
            </a:solidFill>
            <a:prstDash val="solid"/>
            <a:headEnd type="none"/>
            <a:tailEnd type="triangle" w="lg" len="lg"/>
          </a:ln>
        </p:spPr>
      </p:sp>
      <p:sp>
        <p:nvSpPr>
          <p:cNvPr id="8" name="Connector line-1792374301797-706992919"/>
          <p:cNvSpPr/>
          <p:nvPr/>
        </p:nvSpPr>
        <p:spPr>
          <a:xfrm>
            <a:off x="5334000" y="5334000"/>
            <a:ext cx="1333500" cy="0"/>
          </a:xfrm>
          <a:prstGeom prst="line">
            <a:avLst/>
          </a:prstGeom>
          <a:noFill/>
          <a:ln w="28575">
            <a:solidFill>
              <a:srgbClr val="7C93FF"/>
            </a:solidFill>
            <a:prstDash val="solid"/>
            <a:headEnd type="none"/>
            <a:tailEnd type="triangle" w="lg" len="lg"/>
          </a:ln>
        </p:spPr>
      </p:sp>
      <p:sp>
        <p:nvSpPr>
          <p:cNvPr id="9" name="Connector line-1792374301798-992666868"/>
          <p:cNvSpPr/>
          <p:nvPr/>
        </p:nvSpPr>
        <p:spPr>
          <a:xfrm>
            <a:off x="5334000" y="5334000"/>
            <a:ext cx="1333500" cy="1619250"/>
          </a:xfrm>
          <a:prstGeom prst="line">
            <a:avLst/>
          </a:prstGeom>
          <a:noFill/>
          <a:ln w="28575">
            <a:solidFill>
              <a:srgbClr val="7C93FF"/>
            </a:solidFill>
            <a:prstDash val="solid"/>
            <a:headEnd type="none"/>
            <a:tailEnd type="triangle" w="lg" len="lg"/>
          </a:ln>
        </p:spPr>
      </p:sp>
      <p:sp>
        <p:nvSpPr>
          <p:cNvPr id="10" name="Shape 8"/>
          <p:cNvSpPr/>
          <p:nvPr/>
        </p:nvSpPr>
        <p:spPr>
          <a:xfrm>
            <a:off x="6762750" y="3048000"/>
            <a:ext cx="10610850" cy="1333500"/>
          </a:xfrm>
          <a:prstGeom prst="roundRect">
            <a:avLst>
              <a:gd name="adj" fmla="val 17143"/>
            </a:avLst>
          </a:prstGeom>
          <a:solidFill>
            <a:srgbClr val="1E212B"/>
          </a:solidFill>
          <a:ln w="28575">
            <a:solidFill>
              <a:srgbClr val="3A3F4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7143750" y="3286125"/>
            <a:ext cx="990600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550" b="1" dirty="0" spc="-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State.ExitCode</a:t>
            </a:r>
            <a:endParaRPr lang="en-US" sz="2550" dirty="0"/>
          </a:p>
        </p:txBody>
      </p:sp>
      <p:sp>
        <p:nvSpPr>
          <p:cNvPr id="12" name="Text 10"/>
          <p:cNvSpPr/>
          <p:nvPr/>
        </p:nvSpPr>
        <p:spPr>
          <a:xfrm>
            <a:off x="7143750" y="3810000"/>
            <a:ext cx="9906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Mã</a:t>
            </a:r>
            <a:r>
              <a:rPr lang="en-US" sz="2100" dirty="0" spc="-1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thoát</a:t>
            </a:r>
            <a:r>
              <a:rPr lang="en-US" sz="210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của</a:t>
            </a:r>
            <a:r>
              <a:rPr lang="en-US" sz="2100" dirty="0" spc="-8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container.</a:t>
            </a:r>
            <a:endParaRPr lang="en-US" sz="2100" dirty="0"/>
          </a:p>
        </p:txBody>
      </p:sp>
      <p:sp>
        <p:nvSpPr>
          <p:cNvPr id="13" name="Shape 11"/>
          <p:cNvSpPr/>
          <p:nvPr/>
        </p:nvSpPr>
        <p:spPr>
          <a:xfrm>
            <a:off x="6762750" y="4667250"/>
            <a:ext cx="10610850" cy="1333500"/>
          </a:xfrm>
          <a:prstGeom prst="roundRect">
            <a:avLst>
              <a:gd name="adj" fmla="val 17143"/>
            </a:avLst>
          </a:prstGeom>
          <a:solidFill>
            <a:srgbClr val="1E212B"/>
          </a:solidFill>
          <a:ln w="28575">
            <a:solidFill>
              <a:srgbClr val="7C93FF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143750" y="4905375"/>
            <a:ext cx="990600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550" b="1" dirty="0" spc="-5" kern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State.OOMKilled</a:t>
            </a:r>
            <a:endParaRPr lang="en-US" sz="2550" dirty="0"/>
          </a:p>
        </p:txBody>
      </p:sp>
      <p:sp>
        <p:nvSpPr>
          <p:cNvPr id="15" name="Text 13"/>
          <p:cNvSpPr/>
          <p:nvPr/>
        </p:nvSpPr>
        <p:spPr>
          <a:xfrm>
            <a:off x="7143750" y="5429250"/>
            <a:ext cx="9906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true:</a:t>
            </a:r>
            <a:r>
              <a:rPr lang="en-US" sz="2100" dirty="0" spc="-15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kernel</a:t>
            </a:r>
            <a:r>
              <a:rPr lang="en-US" sz="2100" dirty="0" spc="16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dừng</a:t>
            </a:r>
            <a:r>
              <a:rPr lang="en-US" sz="2100" dirty="0" spc="-9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container</a:t>
            </a:r>
            <a:r>
              <a:rPr lang="en-US" sz="210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vì</a:t>
            </a:r>
            <a:r>
              <a:rPr lang="en-US" sz="2100" dirty="0" spc="-6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hết</a:t>
            </a:r>
            <a:r>
              <a:rPr lang="en-US" sz="2100" dirty="0" spc="-8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bộ</a:t>
            </a:r>
            <a:r>
              <a:rPr lang="en-US" sz="2100" dirty="0" spc="-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nhớ.</a:t>
            </a:r>
            <a:endParaRPr lang="en-US" sz="2100" dirty="0"/>
          </a:p>
        </p:txBody>
      </p:sp>
      <p:sp>
        <p:nvSpPr>
          <p:cNvPr id="16" name="Shape 14"/>
          <p:cNvSpPr/>
          <p:nvPr/>
        </p:nvSpPr>
        <p:spPr>
          <a:xfrm>
            <a:off x="6762750" y="6286500"/>
            <a:ext cx="10610850" cy="1333500"/>
          </a:xfrm>
          <a:prstGeom prst="roundRect">
            <a:avLst>
              <a:gd name="adj" fmla="val 17143"/>
            </a:avLst>
          </a:prstGeom>
          <a:solidFill>
            <a:srgbClr val="1E212B"/>
          </a:solidFill>
          <a:ln w="28575">
            <a:solidFill>
              <a:srgbClr val="3A3F4D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7143750" y="6524625"/>
            <a:ext cx="990600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550" b="1" dirty="0" spc="-1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State.Error</a:t>
            </a:r>
            <a:endParaRPr lang="en-US" sz="2550" dirty="0"/>
          </a:p>
        </p:txBody>
      </p:sp>
      <p:sp>
        <p:nvSpPr>
          <p:cNvPr id="18" name="Text 16"/>
          <p:cNvSpPr/>
          <p:nvPr/>
        </p:nvSpPr>
        <p:spPr>
          <a:xfrm>
            <a:off x="7143750" y="7048500"/>
            <a:ext cx="9906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dirty="0" spc="-2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Trường</a:t>
            </a:r>
            <a:r>
              <a:rPr lang="en-US" sz="2100" dirty="0" spc="-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lỗi</a:t>
            </a:r>
            <a:r>
              <a:rPr lang="en-US" sz="2100" dirty="0" spc="-15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trong trạng</a:t>
            </a:r>
            <a:r>
              <a:rPr lang="en-US" sz="210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thái chi</a:t>
            </a:r>
            <a:r>
              <a:rPr lang="en-US" sz="2100" dirty="0" spc="-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tiết.</a:t>
            </a:r>
            <a:endParaRPr lang="en-US" sz="2100" dirty="0"/>
          </a:p>
        </p:txBody>
      </p:sp>
      <p:sp>
        <p:nvSpPr>
          <p:cNvPr id="19" name="Text 17"/>
          <p:cNvSpPr/>
          <p:nvPr/>
        </p:nvSpPr>
        <p:spPr>
          <a:xfrm>
            <a:off x="914400" y="8096250"/>
            <a:ext cx="1645920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550" dirty="0" spc="-17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false:</a:t>
            </a:r>
            <a:r>
              <a:rPr lang="en-US" sz="2550" dirty="0" spc="-15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vẫn</a:t>
            </a:r>
            <a:r>
              <a:rPr lang="en-US" sz="2550" dirty="0" spc="1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đối</a:t>
            </a:r>
            <a:r>
              <a:rPr lang="en-US" sz="25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chiếu</a:t>
            </a:r>
            <a:r>
              <a:rPr lang="en-US" sz="2550" dirty="0" spc="-1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nhật</a:t>
            </a:r>
            <a:r>
              <a:rPr lang="en-US" sz="25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ký</a:t>
            </a:r>
            <a:r>
              <a:rPr lang="en-US" sz="2550" dirty="0" spc="-16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kernel</a:t>
            </a:r>
            <a:r>
              <a:rPr lang="en-US" sz="255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của</a:t>
            </a:r>
            <a:r>
              <a:rPr lang="en-US" sz="2550" dirty="0" spc="-9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máy</a:t>
            </a:r>
            <a:r>
              <a:rPr lang="en-US" sz="255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chủ.</a:t>
            </a:r>
            <a:endParaRPr lang="en-US" sz="2550" dirty="0"/>
          </a:p>
        </p:txBody>
      </p:sp>
      <p:sp>
        <p:nvSpPr>
          <p:cNvPr id="20" name="Shape 18"/>
          <p:cNvSpPr/>
          <p:nvPr/>
        </p:nvSpPr>
        <p:spPr>
          <a:xfrm>
            <a:off x="914400" y="9391650"/>
            <a:ext cx="171450" cy="171450"/>
          </a:xfrm>
          <a:prstGeom prst="ellipse">
            <a:avLst/>
          </a:prstGeom>
          <a:solidFill>
            <a:srgbClr val="E4E1D8"/>
          </a:solidFill>
          <a:ln w="19050">
            <a:solidFill>
              <a:srgbClr val="E4E1D8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1200150" y="9391650"/>
            <a:ext cx="171450" cy="171450"/>
          </a:xfrm>
          <a:prstGeom prst="ellipse">
            <a:avLst/>
          </a:prstGeom>
          <a:solidFill>
            <a:srgbClr val="E4E1D8"/>
          </a:solidFill>
          <a:ln w="19050">
            <a:solidFill>
              <a:srgbClr val="E4E1D8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485900" y="9391650"/>
            <a:ext cx="171450" cy="171450"/>
          </a:xfrm>
          <a:prstGeom prst="ellipse">
            <a:avLst/>
          </a:prstGeom>
          <a:solidFill>
            <a:srgbClr val="E4E1D8"/>
          </a:solidFill>
          <a:ln w="19050">
            <a:solidFill>
              <a:srgbClr val="E4E1D8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1771650" y="9391650"/>
            <a:ext cx="171450" cy="171450"/>
          </a:xfrm>
          <a:prstGeom prst="ellipse">
            <a:avLst/>
          </a:prstGeom>
          <a:solidFill>
            <a:srgbClr val="E4E1D8"/>
          </a:solidFill>
          <a:ln w="19050">
            <a:solidFill>
              <a:srgbClr val="E4E1D8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2057400" y="9391650"/>
            <a:ext cx="171450" cy="171450"/>
          </a:xfrm>
          <a:prstGeom prst="ellipse">
            <a:avLst/>
          </a:prstGeom>
          <a:solidFill>
            <a:srgbClr val="FF6A4D"/>
          </a:solidFill>
          <a:ln w="19050">
            <a:solidFill>
              <a:srgbClr val="FF6A4D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343150" y="9391650"/>
            <a:ext cx="171450" cy="171450"/>
          </a:xfrm>
          <a:prstGeom prst="ellipse">
            <a:avLst/>
          </a:prstGeom>
          <a:noFill/>
          <a:ln w="19050">
            <a:solidFill>
              <a:srgbClr val="9AA0B5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2628900" y="9391650"/>
            <a:ext cx="171450" cy="171450"/>
          </a:xfrm>
          <a:prstGeom prst="ellipse">
            <a:avLst/>
          </a:prstGeom>
          <a:noFill/>
          <a:ln w="19050">
            <a:solidFill>
              <a:srgbClr val="9AA0B5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2914650" y="9391650"/>
            <a:ext cx="171450" cy="171450"/>
          </a:xfrm>
          <a:prstGeom prst="ellipse">
            <a:avLst/>
          </a:prstGeom>
          <a:noFill/>
          <a:ln w="19050">
            <a:solidFill>
              <a:srgbClr val="9AA0B5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3200400" y="9391650"/>
            <a:ext cx="171450" cy="171450"/>
          </a:xfrm>
          <a:prstGeom prst="ellipse">
            <a:avLst/>
          </a:prstGeom>
          <a:noFill/>
          <a:ln w="19050">
            <a:solidFill>
              <a:srgbClr val="9AA0B5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3486150" y="9391650"/>
            <a:ext cx="171450" cy="171450"/>
          </a:xfrm>
          <a:prstGeom prst="ellipse">
            <a:avLst/>
          </a:prstGeom>
          <a:noFill/>
          <a:ln w="19050">
            <a:solidFill>
              <a:srgbClr val="9AA0B5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914400" y="9677400"/>
            <a:ext cx="85725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 spc="-1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8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800" dirty="0" spc="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800" dirty="0" spc="-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8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26 ·</a:t>
            </a:r>
            <a:r>
              <a:rPr lang="en-US" sz="1800" dirty="0" spc="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05/10</a:t>
            </a:r>
            <a:endParaRPr lang="en-US" sz="1800" dirty="0"/>
          </a:p>
        </p:txBody>
      </p:sp>
      <p:sp>
        <p:nvSpPr>
          <p:cNvPr id="31" name="Shape 29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32" name="Moda image moda-export-watermark-1bf98c69-7763-449b-9ad2-5fa81e878b01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876300"/>
            <a:ext cx="13335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99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MANH MỐI</a:t>
            </a:r>
            <a:r>
              <a:rPr lang="en-US" sz="1950" b="1" spc="301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4</a:t>
            </a:r>
            <a:r>
              <a:rPr lang="en-US" sz="1950" b="1" spc="297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950" b="1" spc="300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CHÍNH</a:t>
            </a:r>
            <a:r>
              <a:rPr lang="en-US" sz="1950" b="1" spc="276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SÁCH</a:t>
            </a:r>
            <a:r>
              <a:rPr lang="en-US" sz="1950" b="1" spc="301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KHỞI ĐỘNG LẠI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219200"/>
            <a:ext cx="16459200" cy="1047750"/>
          </a:xfrm>
          <a:prstGeom prst="rect">
            <a:avLst/>
          </a:prstGeom>
          <a:noFill/>
          <a:ln/>
        </p:spPr>
        <p:txBody>
          <a:bodyPr wrap="square" lIns="0" tIns="43815" rIns="0" bIns="-43815" rtlCol="0" anchor="t"/>
          <a:lstStyle/>
          <a:p>
            <a:pPr algn="l" indent="0" marL="0">
              <a:lnSpc>
                <a:spcPts val="7590"/>
              </a:lnSpc>
              <a:buNone/>
            </a:pPr>
            <a:r>
              <a:rPr lang="en-US" sz="6900" dirty="0" spc="-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--restart:</a:t>
            </a:r>
            <a:r>
              <a:rPr lang="en-US" sz="690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chạy lại hay không</a:t>
            </a:r>
            <a:endParaRPr lang="en-US" sz="6900" dirty="0"/>
          </a:p>
        </p:txBody>
      </p:sp>
      <p:sp>
        <p:nvSpPr>
          <p:cNvPr id="4" name="Shape 2"/>
          <p:cNvSpPr/>
          <p:nvPr/>
        </p:nvSpPr>
        <p:spPr>
          <a:xfrm>
            <a:off x="914400" y="2857500"/>
            <a:ext cx="10477500" cy="1143000"/>
          </a:xfrm>
          <a:prstGeom prst="roundRect">
            <a:avLst>
              <a:gd name="adj" fmla="val 16667"/>
            </a:avLst>
          </a:prstGeom>
          <a:solidFill>
            <a:srgbClr val="FBF8F2"/>
          </a:solidFill>
          <a:ln w="28575">
            <a:solidFill>
              <a:srgbClr val="DDD5C1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295400" y="3190875"/>
            <a:ext cx="361950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700" b="1" dirty="0" spc="-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no</a:t>
            </a:r>
            <a:endParaRPr lang="en-US" sz="2700" dirty="0"/>
          </a:p>
        </p:txBody>
      </p:sp>
      <p:sp>
        <p:nvSpPr>
          <p:cNvPr id="6" name="Text 4"/>
          <p:cNvSpPr/>
          <p:nvPr/>
        </p:nvSpPr>
        <p:spPr>
          <a:xfrm>
            <a:off x="5810250" y="3219450"/>
            <a:ext cx="542925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5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Mặc</a:t>
            </a:r>
            <a:r>
              <a:rPr lang="en-US" sz="2550" dirty="0" spc="18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định.</a:t>
            </a:r>
            <a:endParaRPr lang="en-US" sz="2550" dirty="0"/>
          </a:p>
        </p:txBody>
      </p:sp>
      <p:sp>
        <p:nvSpPr>
          <p:cNvPr id="7" name="Shape 5"/>
          <p:cNvSpPr/>
          <p:nvPr/>
        </p:nvSpPr>
        <p:spPr>
          <a:xfrm>
            <a:off x="914400" y="4191000"/>
            <a:ext cx="10477500" cy="1143000"/>
          </a:xfrm>
          <a:prstGeom prst="roundRect">
            <a:avLst>
              <a:gd name="adj" fmla="val 16667"/>
            </a:avLst>
          </a:prstGeom>
          <a:solidFill>
            <a:srgbClr val="F3DFB8"/>
          </a:solidFill>
          <a:ln w="28575">
            <a:solidFill>
              <a:srgbClr val="B45309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295400" y="4533900"/>
            <a:ext cx="4286250" cy="476250"/>
          </a:xfrm>
          <a:prstGeom prst="rect">
            <a:avLst/>
          </a:prstGeom>
          <a:noFill/>
          <a:ln/>
        </p:spPr>
        <p:txBody>
          <a:bodyPr wrap="square" lIns="0" tIns="17796" rIns="0" bIns="-17796" rtlCol="0" anchor="t"/>
          <a:lstStyle/>
          <a:p>
            <a:pPr algn="l" indent="0" marL="0">
              <a:lnSpc>
                <a:spcPts val="3188"/>
              </a:lnSpc>
              <a:buNone/>
            </a:pPr>
            <a:r>
              <a:rPr lang="en-US" sz="2550" b="1" dirty="0" spc="-8" kern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on-failure[:số</a:t>
            </a:r>
            <a:r>
              <a:rPr lang="en-US" sz="2550" b="1" dirty="0" spc="-3" kern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lần]</a:t>
            </a:r>
            <a:endParaRPr lang="en-US" sz="2550" dirty="0"/>
          </a:p>
        </p:txBody>
      </p:sp>
      <p:sp>
        <p:nvSpPr>
          <p:cNvPr id="9" name="Text 7"/>
          <p:cNvSpPr/>
          <p:nvPr/>
        </p:nvSpPr>
        <p:spPr>
          <a:xfrm>
            <a:off x="5810250" y="4552950"/>
            <a:ext cx="542925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Chỉ</a:t>
            </a:r>
            <a:r>
              <a:rPr lang="en-US" sz="2550" dirty="0" spc="-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chạy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lại</a:t>
            </a:r>
            <a:r>
              <a:rPr lang="en-US" sz="25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khi</a:t>
            </a:r>
            <a:r>
              <a:rPr lang="en-US" sz="2550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mã</a:t>
            </a:r>
            <a:r>
              <a:rPr lang="en-US" sz="2550" dirty="0" spc="-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thoát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khác</a:t>
            </a: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0.</a:t>
            </a:r>
            <a:endParaRPr lang="en-US" sz="2550" dirty="0"/>
          </a:p>
        </p:txBody>
      </p:sp>
      <p:sp>
        <p:nvSpPr>
          <p:cNvPr id="10" name="Shape 8"/>
          <p:cNvSpPr/>
          <p:nvPr/>
        </p:nvSpPr>
        <p:spPr>
          <a:xfrm>
            <a:off x="914400" y="5524500"/>
            <a:ext cx="10477500" cy="1143000"/>
          </a:xfrm>
          <a:prstGeom prst="roundRect">
            <a:avLst>
              <a:gd name="adj" fmla="val 16667"/>
            </a:avLst>
          </a:prstGeom>
          <a:solidFill>
            <a:srgbClr val="FBF8F2"/>
          </a:solidFill>
          <a:ln w="28575">
            <a:solidFill>
              <a:srgbClr val="DDD5C1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295400" y="5857875"/>
            <a:ext cx="361950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700" b="1" dirty="0" spc="-2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always</a:t>
            </a:r>
            <a:endParaRPr lang="en-US" sz="2700" dirty="0"/>
          </a:p>
        </p:txBody>
      </p:sp>
      <p:sp>
        <p:nvSpPr>
          <p:cNvPr id="12" name="Shape 10"/>
          <p:cNvSpPr/>
          <p:nvPr/>
        </p:nvSpPr>
        <p:spPr>
          <a:xfrm>
            <a:off x="914400" y="6858000"/>
            <a:ext cx="10477500" cy="1143000"/>
          </a:xfrm>
          <a:prstGeom prst="roundRect">
            <a:avLst>
              <a:gd name="adj" fmla="val 16667"/>
            </a:avLst>
          </a:prstGeom>
          <a:solidFill>
            <a:srgbClr val="FBF8F2"/>
          </a:solidFill>
          <a:ln w="28575">
            <a:solidFill>
              <a:srgbClr val="DDD5C1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1295400" y="7191375"/>
            <a:ext cx="438150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700" b="1" dirty="0" spc="-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unless-stopped</a:t>
            </a:r>
            <a:endParaRPr lang="en-US" sz="2700" dirty="0"/>
          </a:p>
        </p:txBody>
      </p:sp>
      <p:sp>
        <p:nvSpPr>
          <p:cNvPr id="14" name="Shape 12"/>
          <p:cNvSpPr/>
          <p:nvPr/>
        </p:nvSpPr>
        <p:spPr>
          <a:xfrm>
            <a:off x="12001500" y="2857500"/>
            <a:ext cx="5372100" cy="5143500"/>
          </a:xfrm>
          <a:prstGeom prst="roundRect">
            <a:avLst>
              <a:gd name="adj" fmla="val 5185"/>
            </a:avLst>
          </a:prstGeom>
          <a:solidFill>
            <a:srgbClr val="14161C"/>
          </a:solidFill>
          <a:ln/>
        </p:spPr>
      </p:sp>
      <p:sp>
        <p:nvSpPr>
          <p:cNvPr id="15" name="Text 13"/>
          <p:cNvSpPr/>
          <p:nvPr/>
        </p:nvSpPr>
        <p:spPr>
          <a:xfrm>
            <a:off x="12382500" y="3238500"/>
            <a:ext cx="46101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17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VÒNG</a:t>
            </a:r>
            <a:r>
              <a:rPr lang="en-US" sz="1950" b="1" spc="197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RESTARTING</a:t>
            </a:r>
            <a:endParaRPr lang="en-US" sz="1950" dirty="0"/>
          </a:p>
        </p:txBody>
      </p:sp>
      <p:sp>
        <p:nvSpPr>
          <p:cNvPr id="16" name="Text 14"/>
          <p:cNvSpPr/>
          <p:nvPr/>
        </p:nvSpPr>
        <p:spPr>
          <a:xfrm>
            <a:off x="12382500" y="3810000"/>
            <a:ext cx="4610100" cy="1333500"/>
          </a:xfrm>
          <a:prstGeom prst="rect">
            <a:avLst/>
          </a:prstGeom>
          <a:noFill/>
          <a:ln/>
        </p:spPr>
        <p:txBody>
          <a:bodyPr wrap="square" lIns="0" tIns="6668" rIns="0" bIns="-6668" rtlCol="0" anchor="t"/>
          <a:lstStyle/>
          <a:p>
            <a:pPr algn="l" indent="0" marL="0">
              <a:lnSpc>
                <a:spcPts val="3750"/>
              </a:lnSpc>
              <a:buNone/>
            </a:pPr>
            <a:r>
              <a:rPr lang="en-US" sz="3000" dirty="0" spc="-3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Sửa</a:t>
            </a:r>
            <a:r>
              <a:rPr lang="en-US" sz="3000" dirty="0" spc="-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nguyên nhân</a:t>
            </a:r>
            <a:r>
              <a:rPr lang="en-US" sz="3000" dirty="0" spc="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thoát.</a:t>
            </a:r>
            <a:endParaRPr lang="en-US" sz="3000" dirty="0"/>
          </a:p>
        </p:txBody>
      </p:sp>
      <p:sp>
        <p:nvSpPr>
          <p:cNvPr id="17" name="Text 15"/>
          <p:cNvSpPr/>
          <p:nvPr/>
        </p:nvSpPr>
        <p:spPr>
          <a:xfrm>
            <a:off x="12382500" y="5334000"/>
            <a:ext cx="461010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dirty="0" spc="-17" kern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docker</a:t>
            </a:r>
            <a:r>
              <a:rPr lang="en-US" sz="1950" dirty="0" spc="-13" kern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update</a:t>
            </a:r>
            <a:endParaRPr lang="en-US" sz="1950" dirty="0"/>
          </a:p>
        </p:txBody>
      </p:sp>
      <p:sp>
        <p:nvSpPr>
          <p:cNvPr id="18" name="Text 16"/>
          <p:cNvSpPr/>
          <p:nvPr/>
        </p:nvSpPr>
        <p:spPr>
          <a:xfrm>
            <a:off x="12382500" y="5715000"/>
            <a:ext cx="461010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dirty="0" spc="-10" kern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--restart=no</a:t>
            </a:r>
            <a:endParaRPr lang="en-US" sz="1950" dirty="0"/>
          </a:p>
        </p:txBody>
      </p:sp>
      <p:sp>
        <p:nvSpPr>
          <p:cNvPr id="19" name="Text 17"/>
          <p:cNvSpPr/>
          <p:nvPr/>
        </p:nvSpPr>
        <p:spPr>
          <a:xfrm>
            <a:off x="12382500" y="6286500"/>
            <a:ext cx="4610100" cy="1143000"/>
          </a:xfrm>
          <a:prstGeom prst="rect">
            <a:avLst/>
          </a:prstGeom>
          <a:noFill/>
          <a:ln/>
        </p:spPr>
        <p:txBody>
          <a:bodyPr wrap="square" lIns="0" tIns="13764" rIns="0" bIns="-13764" rtlCol="0" anchor="t"/>
          <a:lstStyle/>
          <a:p>
            <a:pPr algn="l" indent="0" marL="0">
              <a:lnSpc>
                <a:spcPts val="3315"/>
              </a:lnSpc>
              <a:buNone/>
            </a:pPr>
            <a:r>
              <a:rPr lang="en-US" sz="2550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chỉ</a:t>
            </a:r>
            <a:r>
              <a:rPr lang="en-US" sz="255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che</a:t>
            </a:r>
            <a:r>
              <a:rPr lang="en-US" sz="2550" dirty="0" spc="1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triệu</a:t>
            </a:r>
            <a:r>
              <a:rPr lang="en-US" sz="2550" dirty="0" spc="15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chứng.</a:t>
            </a:r>
            <a:endParaRPr lang="en-US" sz="2550" dirty="0"/>
          </a:p>
        </p:txBody>
      </p:sp>
      <p:sp>
        <p:nvSpPr>
          <p:cNvPr id="20" name="Shape 18"/>
          <p:cNvSpPr/>
          <p:nvPr/>
        </p:nvSpPr>
        <p:spPr>
          <a:xfrm>
            <a:off x="914400" y="9391650"/>
            <a:ext cx="171450" cy="1714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1200150" y="9391650"/>
            <a:ext cx="171450" cy="1714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485900" y="9391650"/>
            <a:ext cx="171450" cy="1714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1771650" y="9391650"/>
            <a:ext cx="171450" cy="1714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2057400" y="9391650"/>
            <a:ext cx="171450" cy="1714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343150" y="9391650"/>
            <a:ext cx="171450" cy="171450"/>
          </a:xfrm>
          <a:prstGeom prst="ellipse">
            <a:avLst/>
          </a:prstGeom>
          <a:solidFill>
            <a:srgbClr val="E8472B"/>
          </a:solidFill>
          <a:ln w="19050">
            <a:solidFill>
              <a:srgbClr val="E8472B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2628900" y="9391650"/>
            <a:ext cx="171450" cy="171450"/>
          </a:xfrm>
          <a:prstGeom prst="ellipse">
            <a:avLst/>
          </a:prstGeom>
          <a:noFill/>
          <a:ln w="19050">
            <a:solidFill>
              <a:srgbClr val="6B6A66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2914650" y="9391650"/>
            <a:ext cx="171450" cy="171450"/>
          </a:xfrm>
          <a:prstGeom prst="ellipse">
            <a:avLst/>
          </a:prstGeom>
          <a:noFill/>
          <a:ln w="19050">
            <a:solidFill>
              <a:srgbClr val="6B6A66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3200400" y="9391650"/>
            <a:ext cx="171450" cy="171450"/>
          </a:xfrm>
          <a:prstGeom prst="ellipse">
            <a:avLst/>
          </a:prstGeom>
          <a:noFill/>
          <a:ln w="19050">
            <a:solidFill>
              <a:srgbClr val="6B6A66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3486150" y="9391650"/>
            <a:ext cx="171450" cy="171450"/>
          </a:xfrm>
          <a:prstGeom prst="ellipse">
            <a:avLst/>
          </a:prstGeom>
          <a:noFill/>
          <a:ln w="19050">
            <a:solidFill>
              <a:srgbClr val="6B6A66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914400" y="9677400"/>
            <a:ext cx="85725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 spc="-1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8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800" dirty="0" spc="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80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8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26 ·</a:t>
            </a:r>
            <a:r>
              <a:rPr lang="en-US" sz="1800" dirty="0" spc="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06/10</a:t>
            </a:r>
            <a:endParaRPr lang="en-US" sz="1800" dirty="0"/>
          </a:p>
        </p:txBody>
      </p:sp>
      <p:sp>
        <p:nvSpPr>
          <p:cNvPr id="31" name="Shape 29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32" name="Moda image moda-export-watermark-a9a173ca-3e3a-4ad7-9a69-b965c04bacc5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876300"/>
            <a:ext cx="13335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303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GIỚI</a:t>
            </a:r>
            <a:r>
              <a:rPr lang="en-US" sz="1950" b="1" spc="299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HẠN</a:t>
            </a:r>
            <a:r>
              <a:rPr lang="en-US" sz="1950" b="1" spc="279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CẦN</a:t>
            </a:r>
            <a:r>
              <a:rPr lang="en-US" sz="1950" b="1" spc="300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NHỚ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219200"/>
            <a:ext cx="16459200" cy="1047750"/>
          </a:xfrm>
          <a:prstGeom prst="rect">
            <a:avLst/>
          </a:prstGeom>
          <a:noFill/>
          <a:ln/>
        </p:spPr>
        <p:txBody>
          <a:bodyPr wrap="square" lIns="0" tIns="43815" rIns="0" bIns="-43815" rtlCol="0" anchor="t"/>
          <a:lstStyle/>
          <a:p>
            <a:pPr algn="l" indent="0" marL="0">
              <a:lnSpc>
                <a:spcPts val="7590"/>
              </a:lnSpc>
              <a:buNone/>
            </a:pPr>
            <a:r>
              <a:rPr lang="en-US" sz="6900" dirty="0" spc="8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Chỉ</a:t>
            </a:r>
            <a:r>
              <a:rPr lang="en-US" sz="6900" dirty="0" spc="-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còn</a:t>
            </a:r>
            <a:r>
              <a:rPr lang="en-US" sz="690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khi</a:t>
            </a:r>
            <a:r>
              <a:rPr lang="en-US" sz="6900" dirty="0" spc="-47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chưa</a:t>
            </a:r>
            <a:r>
              <a:rPr lang="en-US" sz="6900" dirty="0" spc="-97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xóa</a:t>
            </a:r>
            <a:endParaRPr lang="en-US" sz="6900" dirty="0"/>
          </a:p>
        </p:txBody>
      </p:sp>
      <p:sp>
        <p:nvSpPr>
          <p:cNvPr id="4" name="Shape 2"/>
          <p:cNvSpPr/>
          <p:nvPr/>
        </p:nvSpPr>
        <p:spPr>
          <a:xfrm>
            <a:off x="914400" y="3048000"/>
            <a:ext cx="5181600" cy="5143500"/>
          </a:xfrm>
          <a:prstGeom prst="roundRect">
            <a:avLst>
              <a:gd name="adj" fmla="val 5185"/>
            </a:avLst>
          </a:prstGeom>
          <a:solidFill>
            <a:srgbClr val="1E212B"/>
          </a:solidFill>
          <a:ln w="28575">
            <a:solidFill>
              <a:srgbClr val="3A3F4D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295400" y="3429000"/>
            <a:ext cx="441960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--rm</a:t>
            </a:r>
            <a:endParaRPr lang="en-US" sz="3000" dirty="0"/>
          </a:p>
        </p:txBody>
      </p:sp>
      <p:sp>
        <p:nvSpPr>
          <p:cNvPr id="6" name="Text 4"/>
          <p:cNvSpPr/>
          <p:nvPr/>
        </p:nvSpPr>
        <p:spPr>
          <a:xfrm>
            <a:off x="1295400" y="4286250"/>
            <a:ext cx="4419600" cy="1905000"/>
          </a:xfrm>
          <a:prstGeom prst="rect">
            <a:avLst/>
          </a:prstGeom>
          <a:noFill/>
          <a:ln/>
        </p:spPr>
        <p:txBody>
          <a:bodyPr wrap="square" lIns="0" tIns="9700" rIns="0" bIns="-9700" rtlCol="0" anchor="t"/>
          <a:lstStyle/>
          <a:p>
            <a:pPr algn="l" indent="0" marL="0">
              <a:lnSpc>
                <a:spcPts val="3443"/>
              </a:lnSpc>
              <a:buNone/>
            </a:pPr>
            <a:r>
              <a:rPr lang="en-US" sz="2550" dirty="0" spc="-2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Docker</a:t>
            </a:r>
            <a:r>
              <a:rPr lang="en-US" sz="2550" dirty="0" spc="-2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xóa</a:t>
            </a:r>
            <a:r>
              <a:rPr lang="en-US" sz="2550" dirty="0" spc="-1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container</a:t>
            </a:r>
            <a:r>
              <a:rPr lang="en-US" sz="2550" dirty="0" spc="-19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ngay</a:t>
            </a:r>
            <a:r>
              <a:rPr lang="en-US" sz="255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khi nó</a:t>
            </a:r>
            <a:r>
              <a:rPr lang="en-US" sz="2550" dirty="0" spc="-7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thoát.</a:t>
            </a:r>
            <a:endParaRPr lang="en-US" sz="2550" dirty="0"/>
          </a:p>
        </p:txBody>
      </p:sp>
      <p:sp>
        <p:nvSpPr>
          <p:cNvPr id="7" name="Text 5"/>
          <p:cNvSpPr/>
          <p:nvPr/>
        </p:nvSpPr>
        <p:spPr>
          <a:xfrm>
            <a:off x="1295400" y="6667500"/>
            <a:ext cx="4419600" cy="1143000"/>
          </a:xfrm>
          <a:prstGeom prst="rect">
            <a:avLst/>
          </a:prstGeom>
          <a:noFill/>
          <a:ln/>
        </p:spPr>
        <p:txBody>
          <a:bodyPr wrap="square" lIns="0" tIns="9700" rIns="0" bIns="-9700" rtlCol="0" anchor="t"/>
          <a:lstStyle/>
          <a:p>
            <a:pPr algn="l" indent="0" marL="0">
              <a:lnSpc>
                <a:spcPts val="3443"/>
              </a:lnSpc>
              <a:buNone/>
            </a:pPr>
            <a:r>
              <a:rPr lang="en-US" sz="2550" dirty="0" spc="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Bỏ</a:t>
            </a:r>
            <a:r>
              <a:rPr lang="en-US" sz="25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cờ</a:t>
            </a:r>
            <a:r>
              <a:rPr lang="en-US" sz="2550" dirty="0" spc="-1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này</a:t>
            </a:r>
            <a:r>
              <a:rPr lang="en-US" sz="25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khi</a:t>
            </a:r>
            <a:r>
              <a:rPr lang="en-US" sz="2550" dirty="0" spc="1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đang</a:t>
            </a:r>
            <a:r>
              <a:rPr lang="en-US" sz="2550" dirty="0" spc="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tìm</a:t>
            </a:r>
            <a:r>
              <a:rPr lang="en-US" sz="25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lỗi.</a:t>
            </a:r>
            <a:endParaRPr lang="en-US" sz="2550" dirty="0"/>
          </a:p>
        </p:txBody>
      </p:sp>
      <p:sp>
        <p:nvSpPr>
          <p:cNvPr id="8" name="Shape 6"/>
          <p:cNvSpPr/>
          <p:nvPr/>
        </p:nvSpPr>
        <p:spPr>
          <a:xfrm>
            <a:off x="6553200" y="3048000"/>
            <a:ext cx="5181600" cy="5143500"/>
          </a:xfrm>
          <a:prstGeom prst="roundRect">
            <a:avLst>
              <a:gd name="adj" fmla="val 5185"/>
            </a:avLst>
          </a:prstGeom>
          <a:solidFill>
            <a:srgbClr val="1E212B"/>
          </a:solidFill>
          <a:ln w="28575">
            <a:solidFill>
              <a:srgbClr val="3A3F4D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934200" y="3429000"/>
            <a:ext cx="441960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dirty="0" spc="4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Chỉ</a:t>
            </a:r>
            <a:r>
              <a:rPr lang="en-US" sz="3000" dirty="0" spc="-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khi</a:t>
            </a:r>
            <a:r>
              <a:rPr lang="en-US" sz="3000" dirty="0" spc="7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đã</a:t>
            </a:r>
            <a:r>
              <a:rPr lang="en-US" sz="3000" dirty="0" spc="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chạy</a:t>
            </a:r>
            <a:endParaRPr lang="en-US" sz="3000" dirty="0"/>
          </a:p>
        </p:txBody>
      </p:sp>
      <p:sp>
        <p:nvSpPr>
          <p:cNvPr id="10" name="Text 8"/>
          <p:cNvSpPr/>
          <p:nvPr/>
        </p:nvSpPr>
        <p:spPr>
          <a:xfrm>
            <a:off x="6934200" y="4286250"/>
            <a:ext cx="4419600" cy="1905000"/>
          </a:xfrm>
          <a:prstGeom prst="rect">
            <a:avLst/>
          </a:prstGeom>
          <a:noFill/>
          <a:ln/>
        </p:spPr>
        <p:txBody>
          <a:bodyPr wrap="square" lIns="0" tIns="9700" rIns="0" bIns="-9700" rtlCol="0" anchor="t"/>
          <a:lstStyle/>
          <a:p>
            <a:pPr algn="l" indent="0" marL="0">
              <a:lnSpc>
                <a:spcPts val="3443"/>
              </a:lnSpc>
              <a:buNone/>
            </a:pPr>
            <a:r>
              <a:rPr lang="en-US" sz="2550" dirty="0" spc="-1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Container</a:t>
            </a:r>
            <a:r>
              <a:rPr lang="en-US" sz="2550" dirty="0" spc="17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đã</a:t>
            </a:r>
            <a:r>
              <a:rPr lang="en-US" sz="2550" dirty="0" spc="-7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chạy</a:t>
            </a:r>
            <a:r>
              <a:rPr lang="en-US" sz="2550" dirty="0" spc="-27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rồi</a:t>
            </a:r>
            <a:r>
              <a:rPr lang="en-US" sz="2550" dirty="0" spc="17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dừng.</a:t>
            </a:r>
            <a:endParaRPr lang="en-US" sz="2550" dirty="0"/>
          </a:p>
        </p:txBody>
      </p:sp>
      <p:sp>
        <p:nvSpPr>
          <p:cNvPr id="11" name="Text 9"/>
          <p:cNvSpPr/>
          <p:nvPr/>
        </p:nvSpPr>
        <p:spPr>
          <a:xfrm>
            <a:off x="6934200" y="6667500"/>
            <a:ext cx="4419600" cy="1143000"/>
          </a:xfrm>
          <a:prstGeom prst="rect">
            <a:avLst/>
          </a:prstGeom>
          <a:noFill/>
          <a:ln/>
        </p:spPr>
        <p:txBody>
          <a:bodyPr wrap="square" lIns="0" tIns="9700" rIns="0" bIns="-9700" rtlCol="0" anchor="t"/>
          <a:lstStyle/>
          <a:p>
            <a:pPr algn="l" indent="0" marL="0">
              <a:lnSpc>
                <a:spcPts val="3443"/>
              </a:lnSpc>
              <a:buNone/>
            </a:pPr>
            <a:r>
              <a:rPr lang="en-US" sz="255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Không</a:t>
            </a:r>
            <a:r>
              <a:rPr lang="en-US" sz="2550" dirty="0" spc="-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bàn</a:t>
            </a:r>
            <a:r>
              <a:rPr lang="en-US" sz="255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lỗi</a:t>
            </a:r>
            <a:r>
              <a:rPr lang="en-US" sz="2550" dirty="0" spc="-3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kéo</a:t>
            </a:r>
            <a:r>
              <a:rPr lang="en-US" sz="2550" dirty="0" spc="-7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image,</a:t>
            </a:r>
            <a:r>
              <a:rPr lang="en-US" sz="25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mạng</a:t>
            </a:r>
            <a:r>
              <a:rPr lang="en-US" sz="2550" dirty="0" spc="-1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hay</a:t>
            </a:r>
            <a:r>
              <a:rPr lang="en-US" sz="25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build.</a:t>
            </a:r>
            <a:endParaRPr lang="en-US" sz="2550" dirty="0"/>
          </a:p>
        </p:txBody>
      </p:sp>
      <p:sp>
        <p:nvSpPr>
          <p:cNvPr id="12" name="Shape 10"/>
          <p:cNvSpPr/>
          <p:nvPr/>
        </p:nvSpPr>
        <p:spPr>
          <a:xfrm>
            <a:off x="12192000" y="3048000"/>
            <a:ext cx="5181600" cy="5143500"/>
          </a:xfrm>
          <a:prstGeom prst="roundRect">
            <a:avLst>
              <a:gd name="adj" fmla="val 5185"/>
            </a:avLst>
          </a:prstGeom>
          <a:solidFill>
            <a:srgbClr val="1E212B"/>
          </a:solidFill>
          <a:ln w="28575">
            <a:solidFill>
              <a:srgbClr val="3A3F4D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12573000" y="3429000"/>
            <a:ext cx="441960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dirty="0" spc="4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Mã</a:t>
            </a:r>
            <a:r>
              <a:rPr lang="en-US" sz="300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do</a:t>
            </a:r>
            <a:r>
              <a:rPr lang="en-US" sz="3000" dirty="0" spc="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ứng</a:t>
            </a:r>
            <a:r>
              <a:rPr lang="en-US" sz="3000" dirty="0" spc="-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dụng</a:t>
            </a:r>
            <a:endParaRPr lang="en-US" sz="3000" dirty="0"/>
          </a:p>
        </p:txBody>
      </p:sp>
      <p:sp>
        <p:nvSpPr>
          <p:cNvPr id="14" name="Text 12"/>
          <p:cNvSpPr/>
          <p:nvPr/>
        </p:nvSpPr>
        <p:spPr>
          <a:xfrm>
            <a:off x="12573000" y="4286250"/>
            <a:ext cx="4419600" cy="1905000"/>
          </a:xfrm>
          <a:prstGeom prst="rect">
            <a:avLst/>
          </a:prstGeom>
          <a:noFill/>
          <a:ln/>
        </p:spPr>
        <p:txBody>
          <a:bodyPr wrap="square" lIns="0" tIns="9700" rIns="0" bIns="-9700" rtlCol="0" anchor="t"/>
          <a:lstStyle/>
          <a:p>
            <a:pPr algn="l" indent="0" marL="0">
              <a:lnSpc>
                <a:spcPts val="3443"/>
              </a:lnSpc>
              <a:buNone/>
            </a:pPr>
            <a:r>
              <a:rPr lang="en-US" sz="255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Ứng</a:t>
            </a:r>
            <a:r>
              <a:rPr lang="en-US" sz="255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dụng tự</a:t>
            </a:r>
            <a:r>
              <a:rPr lang="en-US" sz="2550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quy</a:t>
            </a:r>
            <a:r>
              <a:rPr lang="en-US" sz="2550" dirty="0" spc="2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định</a:t>
            </a:r>
            <a:r>
              <a:rPr lang="en-US" sz="2550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mã</a:t>
            </a:r>
            <a:r>
              <a:rPr lang="en-US" sz="2550" dirty="0" spc="-7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thoát.</a:t>
            </a:r>
            <a:endParaRPr lang="en-US" sz="2550" dirty="0"/>
          </a:p>
        </p:txBody>
      </p:sp>
      <p:sp>
        <p:nvSpPr>
          <p:cNvPr id="15" name="Text 13"/>
          <p:cNvSpPr/>
          <p:nvPr/>
        </p:nvSpPr>
        <p:spPr>
          <a:xfrm>
            <a:off x="12573000" y="6667500"/>
            <a:ext cx="4419600" cy="1143000"/>
          </a:xfrm>
          <a:prstGeom prst="rect">
            <a:avLst/>
          </a:prstGeom>
          <a:noFill/>
          <a:ln/>
        </p:spPr>
        <p:txBody>
          <a:bodyPr wrap="square" lIns="0" tIns="9700" rIns="0" bIns="-9700" rtlCol="0" anchor="t"/>
          <a:lstStyle/>
          <a:p>
            <a:pPr algn="l" indent="0" marL="0">
              <a:lnSpc>
                <a:spcPts val="3443"/>
              </a:lnSpc>
              <a:buNone/>
            </a:pPr>
            <a:r>
              <a:rPr lang="en-US" sz="255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Cùng</a:t>
            </a:r>
            <a:r>
              <a:rPr lang="en-US" sz="25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mã,</a:t>
            </a:r>
            <a:r>
              <a:rPr lang="en-US" sz="25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khác</a:t>
            </a:r>
            <a:r>
              <a:rPr lang="en-US" sz="25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nghĩa</a:t>
            </a:r>
            <a:r>
              <a:rPr lang="en-US" sz="2550" dirty="0" spc="6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giữa</a:t>
            </a:r>
            <a:r>
              <a:rPr lang="en-US" sz="25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các</a:t>
            </a:r>
            <a:r>
              <a:rPr lang="en-US" sz="2550" dirty="0" spc="2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ứng</a:t>
            </a:r>
            <a:r>
              <a:rPr lang="en-US" sz="25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dụng.</a:t>
            </a:r>
            <a:endParaRPr lang="en-US" sz="2550" dirty="0"/>
          </a:p>
        </p:txBody>
      </p:sp>
      <p:sp>
        <p:nvSpPr>
          <p:cNvPr id="16" name="Shape 14"/>
          <p:cNvSpPr/>
          <p:nvPr/>
        </p:nvSpPr>
        <p:spPr>
          <a:xfrm>
            <a:off x="914400" y="9391650"/>
            <a:ext cx="171450" cy="171450"/>
          </a:xfrm>
          <a:prstGeom prst="ellipse">
            <a:avLst/>
          </a:prstGeom>
          <a:solidFill>
            <a:srgbClr val="E4E1D8"/>
          </a:solidFill>
          <a:ln w="19050">
            <a:solidFill>
              <a:srgbClr val="E4E1D8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200150" y="9391650"/>
            <a:ext cx="171450" cy="171450"/>
          </a:xfrm>
          <a:prstGeom prst="ellipse">
            <a:avLst/>
          </a:prstGeom>
          <a:solidFill>
            <a:srgbClr val="E4E1D8"/>
          </a:solidFill>
          <a:ln w="19050">
            <a:solidFill>
              <a:srgbClr val="E4E1D8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1485900" y="9391650"/>
            <a:ext cx="171450" cy="171450"/>
          </a:xfrm>
          <a:prstGeom prst="ellipse">
            <a:avLst/>
          </a:prstGeom>
          <a:solidFill>
            <a:srgbClr val="E4E1D8"/>
          </a:solidFill>
          <a:ln w="19050">
            <a:solidFill>
              <a:srgbClr val="E4E1D8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1771650" y="9391650"/>
            <a:ext cx="171450" cy="171450"/>
          </a:xfrm>
          <a:prstGeom prst="ellipse">
            <a:avLst/>
          </a:prstGeom>
          <a:solidFill>
            <a:srgbClr val="E4E1D8"/>
          </a:solidFill>
          <a:ln w="19050">
            <a:solidFill>
              <a:srgbClr val="E4E1D8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2057400" y="9391650"/>
            <a:ext cx="171450" cy="171450"/>
          </a:xfrm>
          <a:prstGeom prst="ellipse">
            <a:avLst/>
          </a:prstGeom>
          <a:solidFill>
            <a:srgbClr val="E4E1D8"/>
          </a:solidFill>
          <a:ln w="19050">
            <a:solidFill>
              <a:srgbClr val="E4E1D8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2343150" y="9391650"/>
            <a:ext cx="171450" cy="171450"/>
          </a:xfrm>
          <a:prstGeom prst="ellipse">
            <a:avLst/>
          </a:prstGeom>
          <a:solidFill>
            <a:srgbClr val="E4E1D8"/>
          </a:solidFill>
          <a:ln w="19050">
            <a:solidFill>
              <a:srgbClr val="E4E1D8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2628900" y="9391650"/>
            <a:ext cx="171450" cy="171450"/>
          </a:xfrm>
          <a:prstGeom prst="ellipse">
            <a:avLst/>
          </a:prstGeom>
          <a:solidFill>
            <a:srgbClr val="FF6A4D"/>
          </a:solidFill>
          <a:ln w="19050">
            <a:solidFill>
              <a:srgbClr val="FF6A4D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2914650" y="9391650"/>
            <a:ext cx="171450" cy="171450"/>
          </a:xfrm>
          <a:prstGeom prst="ellipse">
            <a:avLst/>
          </a:prstGeom>
          <a:noFill/>
          <a:ln w="19050">
            <a:solidFill>
              <a:srgbClr val="9AA0B5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200400" y="9391650"/>
            <a:ext cx="171450" cy="171450"/>
          </a:xfrm>
          <a:prstGeom prst="ellipse">
            <a:avLst/>
          </a:prstGeom>
          <a:noFill/>
          <a:ln w="19050">
            <a:solidFill>
              <a:srgbClr val="9AA0B5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3486150" y="9391650"/>
            <a:ext cx="171450" cy="171450"/>
          </a:xfrm>
          <a:prstGeom prst="ellipse">
            <a:avLst/>
          </a:prstGeom>
          <a:noFill/>
          <a:ln w="19050">
            <a:solidFill>
              <a:srgbClr val="9AA0B5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914400" y="9677400"/>
            <a:ext cx="85725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 spc="-1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8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800" dirty="0" spc="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800" dirty="0" spc="-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8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26 ·</a:t>
            </a:r>
            <a:r>
              <a:rPr lang="en-US" sz="1800" dirty="0" spc="-1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07/10</a:t>
            </a:r>
            <a:endParaRPr lang="en-US" sz="1800" dirty="0"/>
          </a:p>
        </p:txBody>
      </p:sp>
      <p:sp>
        <p:nvSpPr>
          <p:cNvPr id="27" name="Shape 25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8" name="Moda image moda-export-watermark-bea4f784-de66-4f9d-984f-3c8a3cef6222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876300"/>
            <a:ext cx="13335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301" kern="0" dirty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NHÌN</a:t>
            </a:r>
            <a:r>
              <a:rPr lang="en-US" sz="1950" b="1" spc="302" kern="0" dirty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HÌNH</a:t>
            </a:r>
            <a:r>
              <a:rPr lang="en-US" sz="1950" b="1" spc="301" kern="0" dirty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THỬ</a:t>
            </a:r>
            <a:r>
              <a:rPr lang="en-US" sz="1950" b="1" spc="300" kern="0" dirty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TRẢ</a:t>
            </a:r>
            <a:r>
              <a:rPr lang="en-US" sz="1950" b="1" spc="279" kern="0" dirty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LỜI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619250"/>
            <a:ext cx="7239000" cy="3429000"/>
          </a:xfrm>
          <a:prstGeom prst="rect">
            <a:avLst/>
          </a:prstGeom>
          <a:noFill/>
          <a:ln/>
        </p:spPr>
        <p:txBody>
          <a:bodyPr wrap="square" lIns="0" tIns="228600" rIns="0" bIns="-228600" rtlCol="0" anchor="t"/>
          <a:lstStyle/>
          <a:p>
            <a:pPr algn="l" indent="0" marL="0">
              <a:lnSpc>
                <a:spcPts val="22500"/>
              </a:lnSpc>
              <a:buNone/>
            </a:pPr>
            <a:r>
              <a:rPr lang="en-US" sz="22500" dirty="0" spc="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137</a:t>
            </a:r>
            <a:endParaRPr lang="en-US" sz="22500" dirty="0"/>
          </a:p>
        </p:txBody>
      </p:sp>
      <p:sp>
        <p:nvSpPr>
          <p:cNvPr id="4" name="Text 2"/>
          <p:cNvSpPr/>
          <p:nvPr/>
        </p:nvSpPr>
        <p:spPr>
          <a:xfrm>
            <a:off x="914400" y="4953000"/>
            <a:ext cx="7239000" cy="1333500"/>
          </a:xfrm>
          <a:prstGeom prst="rect">
            <a:avLst/>
          </a:prstGeom>
          <a:noFill/>
          <a:ln/>
        </p:spPr>
        <p:txBody>
          <a:bodyPr wrap="square" lIns="0" tIns="9700" rIns="0" bIns="-9700" rtlCol="0" anchor="t"/>
          <a:lstStyle/>
          <a:p>
            <a:pPr algn="l" indent="0" marL="0">
              <a:lnSpc>
                <a:spcPts val="3443"/>
              </a:lnSpc>
              <a:buNone/>
            </a:pPr>
            <a:r>
              <a:rPr lang="en-US" sz="2550" dirty="0" spc="-1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Thoát</a:t>
            </a:r>
            <a:r>
              <a:rPr lang="en-US" sz="2550" dirty="0" spc="-6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sau</a:t>
            </a:r>
            <a:r>
              <a:rPr lang="en-US" sz="25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nhiều</a:t>
            </a:r>
            <a:r>
              <a:rPr lang="en-US" sz="2550" dirty="0" spc="-15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request,</a:t>
            </a:r>
            <a:r>
              <a:rPr lang="en-US" sz="2550" dirty="0" spc="-18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docker</a:t>
            </a:r>
            <a:r>
              <a:rPr lang="en-US" sz="2550" dirty="0" spc="-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logs</a:t>
            </a:r>
            <a:r>
              <a:rPr lang="en-US" sz="25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</a:t>
            </a:r>
            <a:r>
              <a:rPr lang="en-US" sz="25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có</a:t>
            </a:r>
            <a:r>
              <a:rPr lang="en-US" sz="25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dòng lỗi.</a:t>
            </a:r>
            <a:endParaRPr lang="en-US" sz="2550" dirty="0"/>
          </a:p>
        </p:txBody>
      </p:sp>
      <p:sp>
        <p:nvSpPr>
          <p:cNvPr id="5" name="Text 3"/>
          <p:cNvSpPr/>
          <p:nvPr/>
        </p:nvSpPr>
        <p:spPr>
          <a:xfrm>
            <a:off x="914400" y="6667500"/>
            <a:ext cx="7239000" cy="1333500"/>
          </a:xfrm>
          <a:prstGeom prst="rect">
            <a:avLst/>
          </a:prstGeom>
          <a:noFill/>
          <a:ln/>
        </p:spPr>
        <p:txBody>
          <a:bodyPr wrap="square" lIns="0" tIns="9700" rIns="0" bIns="-9700" rtlCol="0" anchor="t"/>
          <a:lstStyle/>
          <a:p>
            <a:pPr algn="l" indent="0" marL="0">
              <a:lnSpc>
                <a:spcPts val="3443"/>
              </a:lnSpc>
              <a:buNone/>
            </a:pPr>
            <a:r>
              <a:rPr lang="en-US" sz="2550" dirty="0" spc="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Thường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là</a:t>
            </a:r>
            <a:r>
              <a:rPr lang="en-US" sz="255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128</a:t>
            </a: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+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9:</a:t>
            </a:r>
            <a:r>
              <a:rPr lang="en-US" sz="255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SIGKILL.</a:t>
            </a:r>
            <a:r>
              <a:rPr lang="en-US" sz="2550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Chỉ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là manh</a:t>
            </a: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mối.</a:t>
            </a:r>
            <a:endParaRPr lang="en-US" sz="2550" dirty="0"/>
          </a:p>
        </p:txBody>
      </p:sp>
      <p:sp>
        <p:nvSpPr>
          <p:cNvPr id="6" name="Shape 4"/>
          <p:cNvSpPr/>
          <p:nvPr/>
        </p:nvSpPr>
        <p:spPr>
          <a:xfrm>
            <a:off x="8953500" y="1619250"/>
            <a:ext cx="8420100" cy="6477000"/>
          </a:xfrm>
          <a:prstGeom prst="roundRect">
            <a:avLst>
              <a:gd name="adj" fmla="val 4118"/>
            </a:avLst>
          </a:prstGeom>
          <a:solidFill>
            <a:srgbClr val="FBF8F2"/>
          </a:solidFill>
          <a:ln w="28575">
            <a:solidFill>
              <a:srgbClr val="DDD5C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9372600" y="2000250"/>
            <a:ext cx="7620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24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BƯỚC</a:t>
            </a:r>
            <a:r>
              <a:rPr lang="en-US" sz="1950" b="1" spc="223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KIỂM</a:t>
            </a:r>
            <a:r>
              <a:rPr lang="en-US" sz="1950" b="1" spc="225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TRA TIẾP</a:t>
            </a:r>
            <a:endParaRPr lang="en-US" sz="1950" dirty="0"/>
          </a:p>
        </p:txBody>
      </p:sp>
      <p:sp>
        <p:nvSpPr>
          <p:cNvPr id="8" name="Text 6"/>
          <p:cNvSpPr/>
          <p:nvPr/>
        </p:nvSpPr>
        <p:spPr>
          <a:xfrm>
            <a:off x="9372600" y="2571750"/>
            <a:ext cx="7620000" cy="952500"/>
          </a:xfrm>
          <a:prstGeom prst="rect">
            <a:avLst/>
          </a:prstGeom>
          <a:noFill/>
          <a:ln/>
        </p:spPr>
        <p:txBody>
          <a:bodyPr wrap="square" lIns="0" tIns="13764" rIns="0" bIns="-13764" rtlCol="0" anchor="t"/>
          <a:lstStyle/>
          <a:p>
            <a:pPr algn="l" indent="0" marL="0">
              <a:lnSpc>
                <a:spcPts val="3315"/>
              </a:lnSpc>
              <a:buNone/>
            </a:pPr>
            <a:r>
              <a:rPr lang="en-US" sz="2550" b="1" dirty="0" spc="-2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docker</a:t>
            </a:r>
            <a:r>
              <a:rPr lang="en-US" sz="2550" b="1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inspect:</a:t>
            </a:r>
            <a:r>
              <a:rPr lang="en-US" sz="2550" b="1" dirty="0" spc="-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State.OOMKilled</a:t>
            </a:r>
            <a:endParaRPr lang="en-US" sz="2550" dirty="0"/>
          </a:p>
        </p:txBody>
      </p:sp>
      <p:sp>
        <p:nvSpPr>
          <p:cNvPr id="9" name="Shape 7"/>
          <p:cNvSpPr/>
          <p:nvPr/>
        </p:nvSpPr>
        <p:spPr>
          <a:xfrm>
            <a:off x="9372600" y="3810000"/>
            <a:ext cx="7620000" cy="1809750"/>
          </a:xfrm>
          <a:prstGeom prst="roundRect">
            <a:avLst>
              <a:gd name="adj" fmla="val 10526"/>
            </a:avLst>
          </a:prstGeom>
          <a:solidFill>
            <a:srgbClr val="DDE3FA"/>
          </a:solidFill>
          <a:ln w="28575">
            <a:solidFill>
              <a:srgbClr val="1F3FD1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9715500" y="4048125"/>
            <a:ext cx="695325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550" b="1" dirty="0" kern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true</a:t>
            </a:r>
            <a:endParaRPr lang="en-US" sz="2550" dirty="0"/>
          </a:p>
        </p:txBody>
      </p:sp>
      <p:sp>
        <p:nvSpPr>
          <p:cNvPr id="11" name="Text 9"/>
          <p:cNvSpPr/>
          <p:nvPr/>
        </p:nvSpPr>
        <p:spPr>
          <a:xfrm>
            <a:off x="9715500" y="4572000"/>
            <a:ext cx="6953250" cy="952500"/>
          </a:xfrm>
          <a:prstGeom prst="rect">
            <a:avLst/>
          </a:prstGeom>
          <a:noFill/>
          <a:ln/>
        </p:spPr>
        <p:txBody>
          <a:bodyPr wrap="square" lIns="0" tIns="13764" rIns="0" bIns="-13764" rtlCol="0" anchor="t"/>
          <a:lstStyle/>
          <a:p>
            <a:pPr algn="l" indent="0" marL="0">
              <a:lnSpc>
                <a:spcPts val="3315"/>
              </a:lnSpc>
              <a:buNone/>
            </a:pPr>
            <a:r>
              <a:rPr lang="en-US" sz="2550" dirty="0" spc="-5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Tăng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--memory,</a:t>
            </a:r>
            <a:r>
              <a:rPr lang="en-US" sz="2550" dirty="0" spc="-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hay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giảm</a:t>
            </a:r>
            <a:r>
              <a:rPr lang="en-US" sz="2550" dirty="0" spc="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mức</a:t>
            </a:r>
            <a:r>
              <a:rPr lang="en-US" sz="25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dùng của</a:t>
            </a:r>
            <a:r>
              <a:rPr lang="en-US" sz="2550" dirty="0" spc="2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ứng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dụng.</a:t>
            </a:r>
            <a:endParaRPr lang="en-US" sz="2550" dirty="0"/>
          </a:p>
        </p:txBody>
      </p:sp>
      <p:sp>
        <p:nvSpPr>
          <p:cNvPr id="12" name="Shape 10"/>
          <p:cNvSpPr/>
          <p:nvPr/>
        </p:nvSpPr>
        <p:spPr>
          <a:xfrm>
            <a:off x="9372600" y="5905500"/>
            <a:ext cx="7620000" cy="1809750"/>
          </a:xfrm>
          <a:prstGeom prst="roundRect">
            <a:avLst>
              <a:gd name="adj" fmla="val 10526"/>
            </a:avLst>
          </a:prstGeom>
          <a:solidFill>
            <a:srgbClr val="FBF8F2"/>
          </a:solidFill>
          <a:ln w="28575">
            <a:solidFill>
              <a:srgbClr val="DDD5C1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9715500" y="6143625"/>
            <a:ext cx="695325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550" b="1" dirty="0" spc="-1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false</a:t>
            </a:r>
            <a:endParaRPr lang="en-US" sz="2550" dirty="0"/>
          </a:p>
        </p:txBody>
      </p:sp>
      <p:sp>
        <p:nvSpPr>
          <p:cNvPr id="14" name="Text 12"/>
          <p:cNvSpPr/>
          <p:nvPr/>
        </p:nvSpPr>
        <p:spPr>
          <a:xfrm>
            <a:off x="9715500" y="6667500"/>
            <a:ext cx="6953250" cy="952500"/>
          </a:xfrm>
          <a:prstGeom prst="rect">
            <a:avLst/>
          </a:prstGeom>
          <a:noFill/>
          <a:ln/>
        </p:spPr>
        <p:txBody>
          <a:bodyPr wrap="square" lIns="0" tIns="13764" rIns="0" bIns="-13764" rtlCol="0" anchor="t"/>
          <a:lstStyle/>
          <a:p>
            <a:pPr algn="l" indent="0" marL="0">
              <a:lnSpc>
                <a:spcPts val="3315"/>
              </a:lnSpc>
              <a:buNone/>
            </a:pPr>
            <a:r>
              <a:rPr lang="en-US" sz="2550" dirty="0" spc="-3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Xem</a:t>
            </a:r>
            <a:r>
              <a:rPr lang="en-US" sz="2550" dirty="0" spc="-1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docker</a:t>
            </a:r>
            <a:r>
              <a:rPr lang="en-US" sz="2550" dirty="0" spc="-2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events</a:t>
            </a:r>
            <a:r>
              <a:rPr lang="en-US" sz="2550" dirty="0" spc="-1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2550" dirty="0" spc="-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nhật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ký</a:t>
            </a:r>
            <a:r>
              <a:rPr lang="en-US" sz="2550" dirty="0" spc="-1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kernel</a:t>
            </a:r>
            <a:r>
              <a:rPr lang="en-US" sz="25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của</a:t>
            </a:r>
            <a:r>
              <a:rPr lang="en-US" sz="2550" dirty="0" spc="-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máy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chủ.</a:t>
            </a:r>
            <a:endParaRPr lang="en-US" sz="2550" dirty="0"/>
          </a:p>
        </p:txBody>
      </p:sp>
      <p:sp>
        <p:nvSpPr>
          <p:cNvPr id="15" name="Shape 13"/>
          <p:cNvSpPr/>
          <p:nvPr/>
        </p:nvSpPr>
        <p:spPr>
          <a:xfrm>
            <a:off x="914400" y="9391650"/>
            <a:ext cx="171450" cy="1714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200150" y="9391650"/>
            <a:ext cx="171450" cy="1714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485900" y="9391650"/>
            <a:ext cx="171450" cy="1714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1771650" y="9391650"/>
            <a:ext cx="171450" cy="1714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2057400" y="9391650"/>
            <a:ext cx="171450" cy="1714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2343150" y="9391650"/>
            <a:ext cx="171450" cy="1714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2628900" y="9391650"/>
            <a:ext cx="171450" cy="1714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2914650" y="9391650"/>
            <a:ext cx="171450" cy="171450"/>
          </a:xfrm>
          <a:prstGeom prst="ellipse">
            <a:avLst/>
          </a:prstGeom>
          <a:solidFill>
            <a:srgbClr val="E8472B"/>
          </a:solidFill>
          <a:ln w="19050">
            <a:solidFill>
              <a:srgbClr val="E8472B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3200400" y="9391650"/>
            <a:ext cx="171450" cy="171450"/>
          </a:xfrm>
          <a:prstGeom prst="ellipse">
            <a:avLst/>
          </a:prstGeom>
          <a:noFill/>
          <a:ln w="19050">
            <a:solidFill>
              <a:srgbClr val="6B6A66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486150" y="9391650"/>
            <a:ext cx="171450" cy="171450"/>
          </a:xfrm>
          <a:prstGeom prst="ellipse">
            <a:avLst/>
          </a:prstGeom>
          <a:noFill/>
          <a:ln w="19050">
            <a:solidFill>
              <a:srgbClr val="6B6A66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914400" y="9677400"/>
            <a:ext cx="85725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 spc="-1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8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800" dirty="0" spc="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80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8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26 ·</a:t>
            </a:r>
            <a:r>
              <a:rPr lang="en-US" sz="1800" dirty="0" spc="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08/10</a:t>
            </a:r>
            <a:endParaRPr lang="en-US" sz="1800" dirty="0"/>
          </a:p>
        </p:txBody>
      </p:sp>
      <p:sp>
        <p:nvSpPr>
          <p:cNvPr id="26" name="Shape 24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7" name="Moda image moda-export-watermark-05142f07-f39d-4d41-9841-aa949d909be5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876300"/>
            <a:ext cx="13335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99" kern="0" dirty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XEM</a:t>
            </a:r>
            <a:r>
              <a:rPr lang="en-US" sz="1950" b="1" spc="287" kern="0" dirty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SÂU</a:t>
            </a:r>
            <a:r>
              <a:rPr lang="en-US" sz="1950" b="1" spc="300" kern="0" dirty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HƠN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219200"/>
            <a:ext cx="16459200" cy="1047750"/>
          </a:xfrm>
          <a:prstGeom prst="rect">
            <a:avLst/>
          </a:prstGeom>
          <a:noFill/>
          <a:ln/>
        </p:spPr>
        <p:txBody>
          <a:bodyPr wrap="square" lIns="0" tIns="43815" rIns="0" bIns="-43815" rtlCol="0" anchor="t"/>
          <a:lstStyle/>
          <a:p>
            <a:pPr algn="l" indent="0" marL="0">
              <a:lnSpc>
                <a:spcPts val="7590"/>
              </a:lnSpc>
              <a:buNone/>
            </a:pPr>
            <a:r>
              <a:rPr lang="en-US" sz="6900" dirty="0" spc="-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Bốn</a:t>
            </a:r>
            <a:r>
              <a:rPr lang="en-US" sz="690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chi</a:t>
            </a:r>
            <a:r>
              <a:rPr lang="en-US" sz="6900" dirty="0" spc="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tiết</a:t>
            </a:r>
            <a:r>
              <a:rPr lang="en-US" sz="6900" dirty="0" spc="8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đáng</a:t>
            </a:r>
            <a:r>
              <a:rPr lang="en-US" sz="6900" dirty="0" spc="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nhớ</a:t>
            </a:r>
            <a:endParaRPr lang="en-US" sz="6900" dirty="0"/>
          </a:p>
        </p:txBody>
      </p:sp>
      <p:sp>
        <p:nvSpPr>
          <p:cNvPr id="4" name="Shape 2"/>
          <p:cNvSpPr/>
          <p:nvPr/>
        </p:nvSpPr>
        <p:spPr>
          <a:xfrm>
            <a:off x="914400" y="2762250"/>
            <a:ext cx="16459200" cy="1333500"/>
          </a:xfrm>
          <a:prstGeom prst="roundRect">
            <a:avLst>
              <a:gd name="adj" fmla="val 17143"/>
            </a:avLst>
          </a:prstGeom>
          <a:solidFill>
            <a:srgbClr val="FBF8F2"/>
          </a:solidFill>
          <a:ln w="28575">
            <a:solidFill>
              <a:srgbClr val="DDD5C1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200150" y="3048000"/>
            <a:ext cx="762000" cy="762000"/>
          </a:xfrm>
          <a:prstGeom prst="ellipse">
            <a:avLst/>
          </a:prstGeom>
          <a:solidFill>
            <a:srgbClr val="0F766E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530" dirty="0" spc="-3" kern="0">
                <a:solidFill>
                  <a:srgbClr val="FFFFFF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1</a:t>
            </a:r>
            <a:endParaRPr lang="en-US" sz="2530" dirty="0"/>
          </a:p>
        </p:txBody>
      </p:sp>
      <p:sp>
        <p:nvSpPr>
          <p:cNvPr id="6" name="Text 4"/>
          <p:cNvSpPr/>
          <p:nvPr/>
        </p:nvSpPr>
        <p:spPr>
          <a:xfrm>
            <a:off x="2286000" y="2952750"/>
            <a:ext cx="1485900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550" b="1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Tiến</a:t>
            </a:r>
            <a:r>
              <a:rPr lang="en-US" sz="2550" b="1" dirty="0" spc="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trình</a:t>
            </a:r>
            <a:r>
              <a:rPr lang="en-US" sz="2550" b="1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chính (PID</a:t>
            </a:r>
            <a:r>
              <a:rPr lang="en-US" sz="2550" b="1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1)</a:t>
            </a:r>
            <a:r>
              <a:rPr lang="en-US" sz="2550" b="1" dirty="0" spc="-1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quyết</a:t>
            </a:r>
            <a:r>
              <a:rPr lang="en-US" sz="2550" b="1" dirty="0" spc="1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định</a:t>
            </a:r>
            <a:r>
              <a:rPr lang="en-US" sz="2550" b="1" dirty="0" spc="1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đời</a:t>
            </a:r>
            <a:r>
              <a:rPr lang="en-US" sz="2550" b="1" dirty="0" spc="-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container.</a:t>
            </a:r>
            <a:endParaRPr lang="en-US" sz="2550" dirty="0"/>
          </a:p>
        </p:txBody>
      </p:sp>
      <p:sp>
        <p:nvSpPr>
          <p:cNvPr id="7" name="Text 5"/>
          <p:cNvSpPr/>
          <p:nvPr/>
        </p:nvSpPr>
        <p:spPr>
          <a:xfrm>
            <a:off x="2286000" y="3476625"/>
            <a:ext cx="1485900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dirty="0" spc="-2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Lệnh</a:t>
            </a:r>
            <a:r>
              <a:rPr lang="en-US" sz="2100" dirty="0" spc="-8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chạy</a:t>
            </a:r>
            <a:r>
              <a:rPr lang="en-US" sz="210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nền</a:t>
            </a:r>
            <a:r>
              <a:rPr lang="en-US" sz="2100" dirty="0" spc="-2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rồi trả</a:t>
            </a:r>
            <a:r>
              <a:rPr lang="en-US" sz="2100" dirty="0" spc="-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về:</a:t>
            </a:r>
            <a:r>
              <a:rPr lang="en-US" sz="2100" dirty="0" spc="-9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container</a:t>
            </a:r>
            <a:r>
              <a:rPr lang="en-US" sz="2100" dirty="0" spc="-1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thoát</a:t>
            </a:r>
            <a:r>
              <a:rPr lang="en-US" sz="2100" dirty="0" spc="-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ngay.</a:t>
            </a:r>
            <a:endParaRPr lang="en-US" sz="2100" dirty="0"/>
          </a:p>
        </p:txBody>
      </p:sp>
      <p:sp>
        <p:nvSpPr>
          <p:cNvPr id="8" name="Shape 6"/>
          <p:cNvSpPr/>
          <p:nvPr/>
        </p:nvSpPr>
        <p:spPr>
          <a:xfrm>
            <a:off x="914400" y="4286250"/>
            <a:ext cx="16459200" cy="1333500"/>
          </a:xfrm>
          <a:prstGeom prst="roundRect">
            <a:avLst>
              <a:gd name="adj" fmla="val 17143"/>
            </a:avLst>
          </a:prstGeom>
          <a:solidFill>
            <a:srgbClr val="FBF8F2"/>
          </a:solidFill>
          <a:ln w="28575">
            <a:solidFill>
              <a:srgbClr val="DDD5C1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1200150" y="4572000"/>
            <a:ext cx="762000" cy="762000"/>
          </a:xfrm>
          <a:prstGeom prst="ellipse">
            <a:avLst/>
          </a:prstGeom>
          <a:solidFill>
            <a:srgbClr val="E8472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530" dirty="0" spc="-6" kern="0">
                <a:solidFill>
                  <a:srgbClr val="FFFFFF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2</a:t>
            </a:r>
            <a:endParaRPr lang="en-US" sz="2530" dirty="0"/>
          </a:p>
        </p:txBody>
      </p:sp>
      <p:sp>
        <p:nvSpPr>
          <p:cNvPr id="10" name="Text 8"/>
          <p:cNvSpPr/>
          <p:nvPr/>
        </p:nvSpPr>
        <p:spPr>
          <a:xfrm>
            <a:off x="2286000" y="4476750"/>
            <a:ext cx="1485900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550" b="1" dirty="0" spc="-1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Chạy</a:t>
            </a:r>
            <a:r>
              <a:rPr lang="en-US" sz="2550" b="1" dirty="0" spc="2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ứng</a:t>
            </a:r>
            <a:r>
              <a:rPr lang="en-US" sz="2550" b="1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dụng</a:t>
            </a:r>
            <a:r>
              <a:rPr lang="en-US" sz="2550" b="1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ở</a:t>
            </a:r>
            <a:r>
              <a:rPr lang="en-US" sz="2550" b="1" dirty="0" spc="-1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foreground.</a:t>
            </a:r>
            <a:endParaRPr lang="en-US" sz="2550" dirty="0"/>
          </a:p>
        </p:txBody>
      </p:sp>
      <p:sp>
        <p:nvSpPr>
          <p:cNvPr id="11" name="Text 9"/>
          <p:cNvSpPr/>
          <p:nvPr/>
        </p:nvSpPr>
        <p:spPr>
          <a:xfrm>
            <a:off x="2286000" y="5000625"/>
            <a:ext cx="1485900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Như</a:t>
            </a:r>
            <a:r>
              <a:rPr lang="en-US" sz="2100" dirty="0" spc="-17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docker</a:t>
            </a:r>
            <a:r>
              <a:rPr lang="en-US" sz="21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run</a:t>
            </a:r>
            <a:r>
              <a:rPr lang="en-US" sz="2100" dirty="0" spc="-7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ubuntu</a:t>
            </a:r>
            <a:r>
              <a:rPr lang="en-US" sz="2100" dirty="0" spc="-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bash</a:t>
            </a:r>
            <a:r>
              <a:rPr lang="en-US" sz="21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</a:t>
            </a:r>
            <a:r>
              <a:rPr lang="en-US" sz="2100" dirty="0" spc="-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có</a:t>
            </a:r>
            <a:r>
              <a:rPr lang="en-US" sz="210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-it:</a:t>
            </a:r>
            <a:r>
              <a:rPr lang="en-US" sz="2100" dirty="0" spc="-1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thoát</a:t>
            </a:r>
            <a:r>
              <a:rPr lang="en-US" sz="2100" dirty="0" spc="-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ngay.</a:t>
            </a:r>
            <a:endParaRPr lang="en-US" sz="2100" dirty="0"/>
          </a:p>
        </p:txBody>
      </p:sp>
      <p:sp>
        <p:nvSpPr>
          <p:cNvPr id="12" name="Shape 10"/>
          <p:cNvSpPr/>
          <p:nvPr/>
        </p:nvSpPr>
        <p:spPr>
          <a:xfrm>
            <a:off x="914400" y="5810250"/>
            <a:ext cx="16459200" cy="1333500"/>
          </a:xfrm>
          <a:prstGeom prst="roundRect">
            <a:avLst>
              <a:gd name="adj" fmla="val 17143"/>
            </a:avLst>
          </a:prstGeom>
          <a:solidFill>
            <a:srgbClr val="FBF8F2"/>
          </a:solidFill>
          <a:ln w="28575">
            <a:solidFill>
              <a:srgbClr val="DDD5C1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1200150" y="6096000"/>
            <a:ext cx="762000" cy="762000"/>
          </a:xfrm>
          <a:prstGeom prst="ellipse">
            <a:avLst/>
          </a:prstGeom>
          <a:solidFill>
            <a:srgbClr val="1F3FD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530" dirty="0" spc="4" kern="0">
                <a:solidFill>
                  <a:srgbClr val="FFFFFF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3</a:t>
            </a:r>
            <a:endParaRPr lang="en-US" sz="2530" dirty="0"/>
          </a:p>
        </p:txBody>
      </p:sp>
      <p:sp>
        <p:nvSpPr>
          <p:cNvPr id="14" name="Text 12"/>
          <p:cNvSpPr/>
          <p:nvPr/>
        </p:nvSpPr>
        <p:spPr>
          <a:xfrm>
            <a:off x="2286000" y="6000750"/>
            <a:ext cx="1485900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550" b="1" dirty="0" spc="-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Mã</a:t>
            </a:r>
            <a:r>
              <a:rPr lang="en-US" sz="2550" b="1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riêng của</a:t>
            </a:r>
            <a:r>
              <a:rPr lang="en-US" sz="2550" b="1" dirty="0" spc="-1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docker</a:t>
            </a:r>
            <a:r>
              <a:rPr lang="en-US" sz="2550" b="1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run:</a:t>
            </a:r>
            <a:r>
              <a:rPr lang="en-US" sz="2550" b="1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125,</a:t>
            </a:r>
            <a:r>
              <a:rPr lang="en-US" sz="2550" b="1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126,</a:t>
            </a:r>
            <a:r>
              <a:rPr lang="en-US" sz="2550" b="1" dirty="0" spc="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127.</a:t>
            </a:r>
            <a:endParaRPr lang="en-US" sz="2550" dirty="0"/>
          </a:p>
        </p:txBody>
      </p:sp>
      <p:sp>
        <p:nvSpPr>
          <p:cNvPr id="15" name="Text 13"/>
          <p:cNvSpPr/>
          <p:nvPr/>
        </p:nvSpPr>
        <p:spPr>
          <a:xfrm>
            <a:off x="2286000" y="6524625"/>
            <a:ext cx="1485900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dirty="0" spc="-29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Lỗi</a:t>
            </a:r>
            <a:r>
              <a:rPr lang="en-US" sz="2100" dirty="0" spc="-1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Docker,</a:t>
            </a:r>
            <a:r>
              <a:rPr lang="en-US" sz="21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</a:t>
            </a:r>
            <a:r>
              <a:rPr lang="en-US" sz="2100" dirty="0" spc="6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thực</a:t>
            </a:r>
            <a:r>
              <a:rPr lang="en-US" sz="21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thi</a:t>
            </a:r>
            <a:r>
              <a:rPr lang="en-US" sz="2100" dirty="0" spc="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được,</a:t>
            </a:r>
            <a:r>
              <a:rPr lang="en-US" sz="210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</a:t>
            </a:r>
            <a:r>
              <a:rPr lang="en-US" sz="2100" dirty="0" spc="-9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thấy</a:t>
            </a:r>
            <a:r>
              <a:rPr lang="en-US" sz="210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lệnh.</a:t>
            </a:r>
            <a:endParaRPr lang="en-US" sz="2100" dirty="0"/>
          </a:p>
        </p:txBody>
      </p:sp>
      <p:sp>
        <p:nvSpPr>
          <p:cNvPr id="16" name="Shape 14"/>
          <p:cNvSpPr/>
          <p:nvPr/>
        </p:nvSpPr>
        <p:spPr>
          <a:xfrm>
            <a:off x="914400" y="7334250"/>
            <a:ext cx="16459200" cy="1333500"/>
          </a:xfrm>
          <a:prstGeom prst="roundRect">
            <a:avLst>
              <a:gd name="adj" fmla="val 17143"/>
            </a:avLst>
          </a:prstGeom>
          <a:solidFill>
            <a:srgbClr val="FBF8F2"/>
          </a:solidFill>
          <a:ln w="28575">
            <a:solidFill>
              <a:srgbClr val="DDD5C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1200150" y="7620000"/>
            <a:ext cx="762000" cy="762000"/>
          </a:xfrm>
          <a:prstGeom prst="ellipse">
            <a:avLst/>
          </a:prstGeom>
          <a:solidFill>
            <a:srgbClr val="B45309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530" dirty="0" spc="-2" kern="0">
                <a:solidFill>
                  <a:srgbClr val="FFFFFF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4</a:t>
            </a:r>
            <a:endParaRPr lang="en-US" sz="2530" dirty="0"/>
          </a:p>
        </p:txBody>
      </p:sp>
      <p:sp>
        <p:nvSpPr>
          <p:cNvPr id="18" name="Text 16"/>
          <p:cNvSpPr/>
          <p:nvPr/>
        </p:nvSpPr>
        <p:spPr>
          <a:xfrm>
            <a:off x="2286000" y="7524750"/>
            <a:ext cx="1485900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550" b="1" dirty="0" spc="-2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docker events:</a:t>
            </a:r>
            <a:r>
              <a:rPr lang="en-US" sz="2550" b="1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die,</a:t>
            </a:r>
            <a:r>
              <a:rPr lang="en-US" sz="2550" b="1" dirty="0" spc="-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oom,</a:t>
            </a:r>
            <a:r>
              <a:rPr lang="en-US" sz="2550" b="1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kill,</a:t>
            </a:r>
            <a:r>
              <a:rPr lang="en-US" sz="2550" b="1" dirty="0" spc="-1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restart.</a:t>
            </a:r>
            <a:endParaRPr lang="en-US" sz="2550" dirty="0"/>
          </a:p>
        </p:txBody>
      </p:sp>
      <p:sp>
        <p:nvSpPr>
          <p:cNvPr id="19" name="Text 17"/>
          <p:cNvSpPr/>
          <p:nvPr/>
        </p:nvSpPr>
        <p:spPr>
          <a:xfrm>
            <a:off x="2286000" y="8048625"/>
            <a:ext cx="1485900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dirty="0" spc="-3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Lọc</a:t>
            </a:r>
            <a:r>
              <a:rPr lang="en-US" sz="2100" dirty="0" spc="-5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theo</a:t>
            </a:r>
            <a:r>
              <a:rPr lang="en-US" sz="2100" dirty="0" spc="-9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container</a:t>
            </a:r>
            <a:r>
              <a:rPr lang="en-US" sz="2100" dirty="0" spc="-15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trong</a:t>
            </a:r>
            <a:r>
              <a:rPr lang="en-US" sz="2100" dirty="0" spc="-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</a:t>
            </a:r>
            <a:r>
              <a:rPr lang="en-US" sz="210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phút</a:t>
            </a:r>
            <a:r>
              <a:rPr lang="en-US" sz="2100" dirty="0" spc="-1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gần</a:t>
            </a:r>
            <a:r>
              <a:rPr lang="en-US" sz="2100" dirty="0" spc="-8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nhất.</a:t>
            </a:r>
            <a:endParaRPr lang="en-US" sz="2100" dirty="0"/>
          </a:p>
        </p:txBody>
      </p:sp>
      <p:sp>
        <p:nvSpPr>
          <p:cNvPr id="20" name="Shape 18"/>
          <p:cNvSpPr/>
          <p:nvPr/>
        </p:nvSpPr>
        <p:spPr>
          <a:xfrm>
            <a:off x="914400" y="9391650"/>
            <a:ext cx="171450" cy="1714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1200150" y="9391650"/>
            <a:ext cx="171450" cy="1714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485900" y="9391650"/>
            <a:ext cx="171450" cy="1714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1771650" y="9391650"/>
            <a:ext cx="171450" cy="1714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2057400" y="9391650"/>
            <a:ext cx="171450" cy="1714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343150" y="9391650"/>
            <a:ext cx="171450" cy="1714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2628900" y="9391650"/>
            <a:ext cx="171450" cy="1714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2914650" y="9391650"/>
            <a:ext cx="171450" cy="1714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3200400" y="9391650"/>
            <a:ext cx="171450" cy="171450"/>
          </a:xfrm>
          <a:prstGeom prst="ellipse">
            <a:avLst/>
          </a:prstGeom>
          <a:solidFill>
            <a:srgbClr val="E8472B"/>
          </a:solidFill>
          <a:ln w="19050">
            <a:solidFill>
              <a:srgbClr val="E8472B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3486150" y="9391650"/>
            <a:ext cx="171450" cy="171450"/>
          </a:xfrm>
          <a:prstGeom prst="ellipse">
            <a:avLst/>
          </a:prstGeom>
          <a:noFill/>
          <a:ln w="19050">
            <a:solidFill>
              <a:srgbClr val="6B6A66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914400" y="9677400"/>
            <a:ext cx="85725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 spc="-1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8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800" dirty="0" spc="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80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8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26 ·</a:t>
            </a:r>
            <a:r>
              <a:rPr lang="en-US" sz="1800" dirty="0" spc="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09/10</a:t>
            </a:r>
            <a:endParaRPr lang="en-US" sz="1800" dirty="0"/>
          </a:p>
        </p:txBody>
      </p:sp>
      <p:sp>
        <p:nvSpPr>
          <p:cNvPr id="31" name="Shape 29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32" name="Moda image moda-export-watermark-f83b8251-1a43-4b54-97ed-08d59fd164ed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876300"/>
            <a:ext cx="13335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302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TỪ</a:t>
            </a:r>
            <a:r>
              <a:rPr lang="en-US" sz="1950" b="1" spc="301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VIẾT</a:t>
            </a:r>
            <a:r>
              <a:rPr lang="en-US" sz="1950" b="1" spc="202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TẮT</a:t>
            </a:r>
            <a:r>
              <a:rPr lang="en-US" sz="1950" b="1" spc="249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1950" b="1" spc="300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NGUỒN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219200"/>
            <a:ext cx="16459200" cy="1047750"/>
          </a:xfrm>
          <a:prstGeom prst="rect">
            <a:avLst/>
          </a:prstGeom>
          <a:noFill/>
          <a:ln/>
        </p:spPr>
        <p:txBody>
          <a:bodyPr wrap="square" lIns="0" tIns="43815" rIns="0" bIns="-43815" rtlCol="0" anchor="t"/>
          <a:lstStyle/>
          <a:p>
            <a:pPr algn="l" indent="0" marL="0">
              <a:lnSpc>
                <a:spcPts val="7590"/>
              </a:lnSpc>
              <a:buNone/>
            </a:pPr>
            <a:r>
              <a:rPr lang="en-US" sz="6900" dirty="0" spc="-4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Ba</a:t>
            </a:r>
            <a:r>
              <a:rPr lang="en-US" sz="6900" dirty="0" spc="-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từ</a:t>
            </a:r>
            <a:r>
              <a:rPr lang="en-US" sz="6900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viết</a:t>
            </a:r>
            <a:r>
              <a:rPr lang="en-US" sz="6900" dirty="0" spc="-5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tắt</a:t>
            </a:r>
            <a:r>
              <a:rPr lang="en-US" sz="6900" dirty="0" spc="-1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trong</a:t>
            </a:r>
            <a:r>
              <a:rPr lang="en-US" sz="6900" dirty="0" spc="-4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bài</a:t>
            </a:r>
            <a:endParaRPr lang="en-US" sz="6900" dirty="0"/>
          </a:p>
        </p:txBody>
      </p:sp>
      <p:sp>
        <p:nvSpPr>
          <p:cNvPr id="4" name="Shape 2"/>
          <p:cNvSpPr/>
          <p:nvPr/>
        </p:nvSpPr>
        <p:spPr>
          <a:xfrm>
            <a:off x="914400" y="2762250"/>
            <a:ext cx="9525000" cy="1428750"/>
          </a:xfrm>
          <a:prstGeom prst="roundRect">
            <a:avLst>
              <a:gd name="adj" fmla="val 13333"/>
            </a:avLst>
          </a:prstGeom>
          <a:solidFill>
            <a:srgbClr val="1E212B"/>
          </a:solidFill>
          <a:ln w="28575">
            <a:solidFill>
              <a:srgbClr val="3A3F4D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238250" y="3000375"/>
            <a:ext cx="285750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550" b="1" dirty="0" spc="1" kern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SIGKILL</a:t>
            </a:r>
            <a:endParaRPr lang="en-US" sz="2550" dirty="0"/>
          </a:p>
        </p:txBody>
      </p:sp>
      <p:sp>
        <p:nvSpPr>
          <p:cNvPr id="6" name="Text 4"/>
          <p:cNvSpPr/>
          <p:nvPr/>
        </p:nvSpPr>
        <p:spPr>
          <a:xfrm>
            <a:off x="1238250" y="3524250"/>
            <a:ext cx="895350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dirty="0" spc="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SIGnal</a:t>
            </a:r>
            <a:r>
              <a:rPr lang="en-US" sz="195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KILL:</a:t>
            </a:r>
            <a:r>
              <a:rPr lang="en-US" sz="1950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tín hiệu</a:t>
            </a:r>
            <a:r>
              <a:rPr lang="en-US" sz="1950" dirty="0" spc="-8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số</a:t>
            </a:r>
            <a:r>
              <a:rPr lang="en-US" sz="1950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9,</a:t>
            </a:r>
            <a:r>
              <a:rPr lang="en-US" sz="1950" dirty="0" spc="-4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buộc</a:t>
            </a:r>
            <a:r>
              <a:rPr lang="en-US" sz="1950" dirty="0" spc="17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dừng</a:t>
            </a:r>
            <a:r>
              <a:rPr lang="en-US" sz="1950" dirty="0" spc="-1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ngay.</a:t>
            </a:r>
            <a:endParaRPr lang="en-US" sz="1950" dirty="0"/>
          </a:p>
        </p:txBody>
      </p:sp>
      <p:sp>
        <p:nvSpPr>
          <p:cNvPr id="7" name="Shape 5"/>
          <p:cNvSpPr/>
          <p:nvPr/>
        </p:nvSpPr>
        <p:spPr>
          <a:xfrm>
            <a:off x="914400" y="4381500"/>
            <a:ext cx="9525000" cy="1428750"/>
          </a:xfrm>
          <a:prstGeom prst="roundRect">
            <a:avLst>
              <a:gd name="adj" fmla="val 13333"/>
            </a:avLst>
          </a:prstGeom>
          <a:solidFill>
            <a:srgbClr val="1E212B"/>
          </a:solidFill>
          <a:ln w="28575">
            <a:solidFill>
              <a:srgbClr val="3A3F4D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238250" y="4619625"/>
            <a:ext cx="285750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550" b="1" dirty="0" spc="-1" kern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PID</a:t>
            </a:r>
            <a:endParaRPr lang="en-US" sz="2550" dirty="0"/>
          </a:p>
        </p:txBody>
      </p:sp>
      <p:sp>
        <p:nvSpPr>
          <p:cNvPr id="9" name="Text 7"/>
          <p:cNvSpPr/>
          <p:nvPr/>
        </p:nvSpPr>
        <p:spPr>
          <a:xfrm>
            <a:off x="1238250" y="5143500"/>
            <a:ext cx="895350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dirty="0" spc="-1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Process</a:t>
            </a:r>
            <a:r>
              <a:rPr lang="en-US" sz="195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IDentifier: mã</a:t>
            </a:r>
            <a:r>
              <a:rPr lang="en-US" sz="1950" dirty="0" spc="-7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số</a:t>
            </a:r>
            <a:r>
              <a:rPr lang="en-US" sz="1950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tiến</a:t>
            </a:r>
            <a:r>
              <a:rPr lang="en-US" sz="1950" dirty="0" spc="5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trình.</a:t>
            </a:r>
            <a:endParaRPr lang="en-US" sz="1950" dirty="0"/>
          </a:p>
        </p:txBody>
      </p:sp>
      <p:sp>
        <p:nvSpPr>
          <p:cNvPr id="10" name="Shape 8"/>
          <p:cNvSpPr/>
          <p:nvPr/>
        </p:nvSpPr>
        <p:spPr>
          <a:xfrm>
            <a:off x="914400" y="6000750"/>
            <a:ext cx="9525000" cy="1428750"/>
          </a:xfrm>
          <a:prstGeom prst="roundRect">
            <a:avLst>
              <a:gd name="adj" fmla="val 13333"/>
            </a:avLst>
          </a:prstGeom>
          <a:solidFill>
            <a:srgbClr val="1E212B"/>
          </a:solidFill>
          <a:ln w="28575">
            <a:solidFill>
              <a:srgbClr val="3A3F4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238250" y="6238875"/>
            <a:ext cx="285750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550" b="1" dirty="0" kern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OOM</a:t>
            </a:r>
            <a:endParaRPr lang="en-US" sz="2550" dirty="0"/>
          </a:p>
        </p:txBody>
      </p:sp>
      <p:sp>
        <p:nvSpPr>
          <p:cNvPr id="12" name="Text 10"/>
          <p:cNvSpPr/>
          <p:nvPr/>
        </p:nvSpPr>
        <p:spPr>
          <a:xfrm>
            <a:off x="1238250" y="6762750"/>
            <a:ext cx="895350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Out</a:t>
            </a:r>
            <a:r>
              <a:rPr lang="en-US" sz="195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Of</a:t>
            </a:r>
            <a:r>
              <a:rPr lang="en-US" sz="1950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Memory:</a:t>
            </a:r>
            <a:r>
              <a:rPr lang="en-US" sz="1950" dirty="0" spc="-6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hết bộ</a:t>
            </a:r>
            <a:r>
              <a:rPr lang="en-US" sz="195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nhớ.</a:t>
            </a:r>
            <a:endParaRPr lang="en-US" sz="1950" dirty="0"/>
          </a:p>
        </p:txBody>
      </p:sp>
      <p:sp>
        <p:nvSpPr>
          <p:cNvPr id="13" name="Shape 11"/>
          <p:cNvSpPr/>
          <p:nvPr/>
        </p:nvSpPr>
        <p:spPr>
          <a:xfrm>
            <a:off x="10896600" y="2762250"/>
            <a:ext cx="6477000" cy="6096000"/>
          </a:xfrm>
          <a:prstGeom prst="roundRect">
            <a:avLst>
              <a:gd name="adj" fmla="val 3750"/>
            </a:avLst>
          </a:prstGeom>
          <a:solidFill>
            <a:srgbClr val="2A2E3A"/>
          </a:solidFill>
          <a:ln/>
        </p:spPr>
      </p:sp>
      <p:sp>
        <p:nvSpPr>
          <p:cNvPr id="14" name="Text 12"/>
          <p:cNvSpPr/>
          <p:nvPr/>
        </p:nvSpPr>
        <p:spPr>
          <a:xfrm>
            <a:off x="11239500" y="3048000"/>
            <a:ext cx="581025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25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NGUỒN ĐỐI</a:t>
            </a:r>
            <a:r>
              <a:rPr lang="en-US" sz="1800" b="1" spc="227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CHIẾU</a:t>
            </a:r>
            <a:endParaRPr lang="en-US" sz="1800" dirty="0"/>
          </a:p>
        </p:txBody>
      </p:sp>
      <p:sp>
        <p:nvSpPr>
          <p:cNvPr id="15" name="Text richtext-1792374395815-771533477"/>
          <p:cNvSpPr/>
          <p:nvPr/>
        </p:nvSpPr>
        <p:spPr>
          <a:xfrm>
            <a:off x="11239500" y="3571875"/>
            <a:ext cx="5810250" cy="5143500"/>
          </a:xfrm>
          <a:prstGeom prst="rect">
            <a:avLst/>
          </a:prstGeom>
          <a:noFill/>
          <a:ln/>
        </p:spPr>
        <p:txBody>
          <a:bodyPr wrap="square" lIns="0" tIns="3834" rIns="0" bIns="-3834" rtlCol="0" anchor="t"/>
          <a:lstStyle/>
          <a:p>
            <a:pPr algn="l" marL="228600" indent="-156516">
              <a:lnSpc>
                <a:spcPts val="2415"/>
              </a:lnSpc>
              <a:buSzPct val="100000"/>
              <a:buFont typeface="Arial"/>
              <a:buChar char="•"/>
            </a:pPr>
            <a:r>
              <a:rPr lang="en-US" sz="1725" dirty="0" spc="-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ByteByteGo</a:t>
            </a:r>
            <a:r>
              <a:rPr lang="en-US" sz="1725" dirty="0" spc="-9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tại</a:t>
            </a:r>
            <a:r>
              <a:rPr lang="en-US" sz="1725" dirty="0" spc="-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snapshot</a:t>
            </a:r>
            <a:r>
              <a:rPr lang="en-US" sz="1725" dirty="0" spc="-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cố</a:t>
            </a:r>
            <a:r>
              <a:rPr lang="en-US" sz="1725" dirty="0" spc="15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định</a:t>
            </a:r>
            <a:endParaRPr lang="en-US" sz="1725" dirty="0"/>
          </a:p>
          <a:p>
            <a:pPr algn="l" marL="228600" indent="-156516">
              <a:lnSpc>
                <a:spcPts val="2415"/>
              </a:lnSpc>
              <a:buSzPct val="100000"/>
              <a:buFont typeface="Arial"/>
              <a:buChar char="•"/>
            </a:pPr>
            <a:r>
              <a:rPr lang="en-US" sz="1725" dirty="0" spc="-1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Docker:</a:t>
            </a:r>
            <a:r>
              <a:rPr lang="en-US" sz="1725" dirty="0" spc="-16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docker</a:t>
            </a:r>
            <a:r>
              <a:rPr lang="en-US" sz="1725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run</a:t>
            </a:r>
            <a:r>
              <a:rPr lang="en-US" sz="1725" dirty="0" spc="-1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1725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mã</a:t>
            </a:r>
            <a:r>
              <a:rPr lang="en-US" sz="1725" dirty="0" spc="-7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thoát</a:t>
            </a:r>
            <a:endParaRPr lang="en-US" sz="1725" dirty="0"/>
          </a:p>
          <a:p>
            <a:pPr algn="l" marL="228600" indent="-156516">
              <a:lnSpc>
                <a:spcPts val="2415"/>
              </a:lnSpc>
              <a:buSzPct val="100000"/>
              <a:buFont typeface="Arial"/>
              <a:buChar char="•"/>
            </a:pPr>
            <a:r>
              <a:rPr lang="en-US" sz="1725" dirty="0" spc="-1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Docker:</a:t>
            </a:r>
            <a:r>
              <a:rPr lang="en-US" sz="1725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chính</a:t>
            </a:r>
            <a:r>
              <a:rPr lang="en-US" sz="1725" dirty="0" spc="-4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sách</a:t>
            </a:r>
            <a:r>
              <a:rPr lang="en-US" sz="1725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khởi</a:t>
            </a:r>
            <a:r>
              <a:rPr lang="en-US" sz="1725" dirty="0" spc="7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động</a:t>
            </a:r>
            <a:r>
              <a:rPr lang="en-US" sz="1725" dirty="0" spc="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lại</a:t>
            </a:r>
            <a:endParaRPr lang="en-US" sz="1725" dirty="0"/>
          </a:p>
          <a:p>
            <a:pPr algn="l" marL="228600" indent="-156516">
              <a:lnSpc>
                <a:spcPts val="2415"/>
              </a:lnSpc>
              <a:buSzPct val="100000"/>
              <a:buFont typeface="Arial"/>
              <a:buChar char="•"/>
            </a:pPr>
            <a:r>
              <a:rPr lang="en-US" sz="1725" dirty="0" spc="-1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Docker:</a:t>
            </a:r>
            <a:r>
              <a:rPr lang="en-US" sz="1725" dirty="0" spc="-16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docker</a:t>
            </a:r>
            <a:r>
              <a:rPr lang="en-US" sz="1725" dirty="0" spc="-8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container</a:t>
            </a:r>
            <a:r>
              <a:rPr lang="en-US" sz="1725" dirty="0" spc="-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inspect</a:t>
            </a:r>
            <a:endParaRPr lang="en-US" sz="1725" dirty="0"/>
          </a:p>
          <a:p>
            <a:pPr algn="l" marL="228600" indent="-156516">
              <a:lnSpc>
                <a:spcPts val="2415"/>
              </a:lnSpc>
              <a:buSzPct val="100000"/>
              <a:buFont typeface="Arial"/>
              <a:buChar char="•"/>
            </a:pPr>
            <a:r>
              <a:rPr lang="en-US" sz="1725" dirty="0" spc="-1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Docker:</a:t>
            </a:r>
            <a:r>
              <a:rPr lang="en-US" sz="1725" dirty="0" spc="-16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docker</a:t>
            </a:r>
            <a:r>
              <a:rPr lang="en-US" sz="1725" dirty="0" spc="-15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events</a:t>
            </a:r>
            <a:endParaRPr lang="en-US" sz="1725" dirty="0"/>
          </a:p>
          <a:p>
            <a:pPr algn="l" marL="228600" indent="-156516">
              <a:lnSpc>
                <a:spcPts val="2415"/>
              </a:lnSpc>
              <a:buSzPct val="100000"/>
              <a:buFont typeface="Arial"/>
              <a:buChar char="•"/>
            </a:pPr>
            <a:r>
              <a:rPr lang="en-US" sz="1725" dirty="0" spc="-1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Docker:</a:t>
            </a:r>
            <a:r>
              <a:rPr lang="en-US" sz="1725" dirty="0" spc="-16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docker</a:t>
            </a:r>
            <a:r>
              <a:rPr lang="en-US" sz="1725" dirty="0" spc="-8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container</a:t>
            </a:r>
            <a:r>
              <a:rPr lang="en-US" sz="1725" dirty="0" spc="-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logs</a:t>
            </a:r>
            <a:endParaRPr lang="en-US" sz="1725" dirty="0"/>
          </a:p>
          <a:p>
            <a:pPr algn="l" marL="228600" indent="-156516">
              <a:lnSpc>
                <a:spcPts val="2415"/>
              </a:lnSpc>
              <a:buSzPct val="100000"/>
              <a:buFont typeface="Arial"/>
              <a:buChar char="•"/>
            </a:pPr>
            <a:r>
              <a:rPr lang="en-US" sz="1725" dirty="0" spc="-1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Docker:</a:t>
            </a:r>
            <a:r>
              <a:rPr lang="en-US" sz="1725" dirty="0" spc="-16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docker</a:t>
            </a:r>
            <a:r>
              <a:rPr lang="en-US" sz="1725" dirty="0" spc="-8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container</a:t>
            </a:r>
            <a:r>
              <a:rPr lang="en-US" sz="1725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ls</a:t>
            </a:r>
            <a:r>
              <a:rPr lang="en-US" sz="1725" dirty="0" spc="-1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1725" dirty="0" spc="-4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bộ lọc</a:t>
            </a:r>
            <a:r>
              <a:rPr lang="en-US" sz="1725" dirty="0" spc="-1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status</a:t>
            </a:r>
            <a:endParaRPr lang="en-US" sz="1725" dirty="0"/>
          </a:p>
          <a:p>
            <a:pPr algn="l" marL="228600" indent="-156516">
              <a:lnSpc>
                <a:spcPts val="2415"/>
              </a:lnSpc>
              <a:buSzPct val="100000"/>
              <a:buFont typeface="Arial"/>
              <a:buChar char="•"/>
            </a:pPr>
            <a:r>
              <a:rPr lang="en-US" sz="1725" dirty="0" spc="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Bash:</a:t>
            </a:r>
            <a:r>
              <a:rPr lang="en-US" sz="1725" dirty="0" spc="-1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trạng</a:t>
            </a:r>
            <a:r>
              <a:rPr lang="en-US" sz="1725" dirty="0" spc="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thái</a:t>
            </a:r>
            <a:r>
              <a:rPr lang="en-US" sz="1725" dirty="0" spc="-7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thoát</a:t>
            </a:r>
            <a:endParaRPr lang="en-US" sz="1725" dirty="0"/>
          </a:p>
        </p:txBody>
      </p:sp>
      <p:sp>
        <p:nvSpPr>
          <p:cNvPr id="16" name="Shape 14"/>
          <p:cNvSpPr/>
          <p:nvPr/>
        </p:nvSpPr>
        <p:spPr>
          <a:xfrm>
            <a:off x="914400" y="9391650"/>
            <a:ext cx="171450" cy="171450"/>
          </a:xfrm>
          <a:prstGeom prst="ellipse">
            <a:avLst/>
          </a:prstGeom>
          <a:solidFill>
            <a:srgbClr val="E4E1D8"/>
          </a:solidFill>
          <a:ln w="19050">
            <a:solidFill>
              <a:srgbClr val="E4E1D8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200150" y="9391650"/>
            <a:ext cx="171450" cy="171450"/>
          </a:xfrm>
          <a:prstGeom prst="ellipse">
            <a:avLst/>
          </a:prstGeom>
          <a:solidFill>
            <a:srgbClr val="E4E1D8"/>
          </a:solidFill>
          <a:ln w="19050">
            <a:solidFill>
              <a:srgbClr val="E4E1D8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1485900" y="9391650"/>
            <a:ext cx="171450" cy="171450"/>
          </a:xfrm>
          <a:prstGeom prst="ellipse">
            <a:avLst/>
          </a:prstGeom>
          <a:solidFill>
            <a:srgbClr val="E4E1D8"/>
          </a:solidFill>
          <a:ln w="19050">
            <a:solidFill>
              <a:srgbClr val="E4E1D8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1771650" y="9391650"/>
            <a:ext cx="171450" cy="171450"/>
          </a:xfrm>
          <a:prstGeom prst="ellipse">
            <a:avLst/>
          </a:prstGeom>
          <a:solidFill>
            <a:srgbClr val="E4E1D8"/>
          </a:solidFill>
          <a:ln w="19050">
            <a:solidFill>
              <a:srgbClr val="E4E1D8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2057400" y="9391650"/>
            <a:ext cx="171450" cy="171450"/>
          </a:xfrm>
          <a:prstGeom prst="ellipse">
            <a:avLst/>
          </a:prstGeom>
          <a:solidFill>
            <a:srgbClr val="E4E1D8"/>
          </a:solidFill>
          <a:ln w="19050">
            <a:solidFill>
              <a:srgbClr val="E4E1D8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2343150" y="9391650"/>
            <a:ext cx="171450" cy="171450"/>
          </a:xfrm>
          <a:prstGeom prst="ellipse">
            <a:avLst/>
          </a:prstGeom>
          <a:solidFill>
            <a:srgbClr val="E4E1D8"/>
          </a:solidFill>
          <a:ln w="19050">
            <a:solidFill>
              <a:srgbClr val="E4E1D8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2628900" y="9391650"/>
            <a:ext cx="171450" cy="171450"/>
          </a:xfrm>
          <a:prstGeom prst="ellipse">
            <a:avLst/>
          </a:prstGeom>
          <a:solidFill>
            <a:srgbClr val="E4E1D8"/>
          </a:solidFill>
          <a:ln w="19050">
            <a:solidFill>
              <a:srgbClr val="E4E1D8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2914650" y="9391650"/>
            <a:ext cx="171450" cy="171450"/>
          </a:xfrm>
          <a:prstGeom prst="ellipse">
            <a:avLst/>
          </a:prstGeom>
          <a:solidFill>
            <a:srgbClr val="E4E1D8"/>
          </a:solidFill>
          <a:ln w="19050">
            <a:solidFill>
              <a:srgbClr val="E4E1D8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200400" y="9391650"/>
            <a:ext cx="171450" cy="171450"/>
          </a:xfrm>
          <a:prstGeom prst="ellipse">
            <a:avLst/>
          </a:prstGeom>
          <a:solidFill>
            <a:srgbClr val="E4E1D8"/>
          </a:solidFill>
          <a:ln w="19050">
            <a:solidFill>
              <a:srgbClr val="E4E1D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3486150" y="9391650"/>
            <a:ext cx="171450" cy="171450"/>
          </a:xfrm>
          <a:prstGeom prst="ellipse">
            <a:avLst/>
          </a:prstGeom>
          <a:solidFill>
            <a:srgbClr val="FF6A4D"/>
          </a:solidFill>
          <a:ln w="19050">
            <a:solidFill>
              <a:srgbClr val="FF6A4D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914400" y="9677400"/>
            <a:ext cx="85725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 spc="-1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8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800" dirty="0" spc="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800" dirty="0" spc="-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8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26 ·</a:t>
            </a:r>
            <a:r>
              <a:rPr lang="en-US" sz="1800" dirty="0" spc="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10/10</a:t>
            </a:r>
            <a:endParaRPr lang="en-US" sz="1800" dirty="0"/>
          </a:p>
        </p:txBody>
      </p:sp>
      <p:sp>
        <p:nvSpPr>
          <p:cNvPr id="27" name="Shape 25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8" name="Moda image moda-export-watermark-9d3159b3-424a-47aa-a342-14c5674e503a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2026-10-19T04:18:21Z</dcterms:created>
  <dcterms:modified xsi:type="dcterms:W3CDTF">2026-10-19T04:18:21Z</dcterms:modified>
</cp:coreProperties>
</file>