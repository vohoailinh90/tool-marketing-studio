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kích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33: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379004214-682348185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230100" y="2571750"/>
            <a:ext cx="5143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611100" y="3905250"/>
            <a:ext cx="4762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36</a:t>
            </a:r>
            <a:r>
              <a:rPr lang="en-US" sz="24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92100" y="5238750"/>
            <a:ext cx="4381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 xuống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373100" y="6572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35,5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khớp</a:t>
            </a:r>
            <a:r>
              <a:rPr lang="en-US" sz="24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400" dirty="0"/>
          </a:p>
        </p:txBody>
      </p:sp>
      <p:sp>
        <p:nvSpPr>
          <p:cNvPr id="12" name="Connector line-1792379004233-149008124"/>
          <p:cNvSpPr/>
          <p:nvPr/>
        </p:nvSpPr>
        <p:spPr>
          <a:xfrm>
            <a:off x="11715750" y="30289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c588d275-f548-45d1-a173-ddd2a85422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Bán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nếu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36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4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36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la: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762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286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4286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5810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5810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bán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(35,5) khác</a:t>
            </a:r>
            <a:r>
              <a:rPr lang="en-US" sz="30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(36).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c46aaf6-0e28-478e-8797-7ba899113f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3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286500" y="2714625"/>
            <a:ext cx="1047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143250"/>
            <a:ext cx="5143500" cy="228600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14325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86500" y="3143250"/>
            <a:ext cx="110871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0" y="3143250"/>
            <a:ext cx="103251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lỗ: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5143500" cy="228600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7150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6500" y="5715000"/>
            <a:ext cx="110871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0" y="5715000"/>
            <a:ext cx="103251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28d0ae1-78f3-48cd-ade3-3169995b01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rơi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xuống,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5433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3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5285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thị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219700" y="3048000"/>
            <a:ext cx="35433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435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3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543550" y="375285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3048000"/>
            <a:ext cx="35433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8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848850" y="375285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chẳng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35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830300" y="3048000"/>
            <a:ext cx="3543300" cy="2476500"/>
          </a:xfrm>
          <a:prstGeom prst="roundRect">
            <a:avLst>
              <a:gd name="adj" fmla="val 12308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54150" y="375285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endParaRPr lang="en-US" sz="2550" dirty="0"/>
          </a:p>
        </p:txBody>
      </p:sp>
      <p:sp>
        <p:nvSpPr>
          <p:cNvPr id="16" name="Connector line-1792379007137-37749243"/>
          <p:cNvSpPr/>
          <p:nvPr/>
        </p:nvSpPr>
        <p:spPr>
          <a:xfrm>
            <a:off x="4533900" y="4286250"/>
            <a:ext cx="6096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9007138-761410998"/>
          <p:cNvSpPr/>
          <p:nvPr/>
        </p:nvSpPr>
        <p:spPr>
          <a:xfrm>
            <a:off x="8839200" y="4286250"/>
            <a:ext cx="6096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9007138-292060793"/>
          <p:cNvSpPr/>
          <p:nvPr/>
        </p:nvSpPr>
        <p:spPr>
          <a:xfrm>
            <a:off x="13144500" y="4286250"/>
            <a:ext cx="6096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2865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e098361-ffcd-4200-96f0-89f4f4e5c9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Sàn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857500" y="2762250"/>
            <a:ext cx="4953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0" y="2762250"/>
            <a:ext cx="4953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Sàn</a:t>
            </a: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endParaRPr lang="en-US" sz="2250" dirty="0"/>
          </a:p>
        </p:txBody>
      </p:sp>
      <p:sp>
        <p:nvSpPr>
          <p:cNvPr id="6" name="Connector line-1792379008026-349738598"/>
          <p:cNvSpPr/>
          <p:nvPr/>
        </p:nvSpPr>
        <p:spPr>
          <a:xfrm>
            <a:off x="53340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7" name="Connector line-1792379008026-420880876"/>
          <p:cNvSpPr/>
          <p:nvPr/>
        </p:nvSpPr>
        <p:spPr>
          <a:xfrm>
            <a:off x="129540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524500" y="4476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trường: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250" dirty="0"/>
          </a:p>
        </p:txBody>
      </p:sp>
      <p:sp>
        <p:nvSpPr>
          <p:cNvPr id="9" name="Connector line-1792379008029-192554508"/>
          <p:cNvSpPr/>
          <p:nvPr/>
        </p:nvSpPr>
        <p:spPr>
          <a:xfrm>
            <a:off x="5334000" y="5048250"/>
            <a:ext cx="7524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25000" y="5715000"/>
            <a:ext cx="6858000" cy="952500"/>
          </a:xfrm>
          <a:prstGeom prst="roundRect">
            <a:avLst>
              <a:gd name="adj" fmla="val 240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57150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mua</a:t>
            </a: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24500" y="704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lệnh: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35,5</a:t>
            </a:r>
            <a:endParaRPr lang="en-US" sz="2250" dirty="0"/>
          </a:p>
        </p:txBody>
      </p:sp>
      <p:sp>
        <p:nvSpPr>
          <p:cNvPr id="13" name="Connector line-1792379008035-484797605"/>
          <p:cNvSpPr/>
          <p:nvPr/>
        </p:nvSpPr>
        <p:spPr>
          <a:xfrm flipH="1">
            <a:off x="5429250" y="7620000"/>
            <a:ext cx="7524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lgDash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ed52652-48b6-46ee-b43a-9941dea3e1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810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3048000"/>
            <a:ext cx="15316200" cy="3810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35,5.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14400" y="7429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3641ad6-db12-4d42-a46f-6c31ae29b4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67500" y="27622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0" y="27622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650" dirty="0"/>
          </a:p>
        </p:txBody>
      </p:sp>
      <p:sp>
        <p:nvSpPr>
          <p:cNvPr id="7" name="Connector line-1792379045722-710809429"/>
          <p:cNvSpPr/>
          <p:nvPr/>
        </p:nvSpPr>
        <p:spPr>
          <a:xfrm>
            <a:off x="914400" y="3181350"/>
            <a:ext cx="164592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333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3337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667500" y="33337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525000" y="33337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45339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667500" y="45339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525000" y="45339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7340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57340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667500" y="57340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35,5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525000" y="57340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239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3.550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3.600:</a:t>
            </a: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la.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14400" y="8715375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giới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b7d2848-db4f-443e-8d4e-6fd621ef6e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33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79046630-790612414"/>
          <p:cNvSpPr/>
          <p:nvPr/>
        </p:nvSpPr>
        <p:spPr>
          <a:xfrm>
            <a:off x="12954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nhận bao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79046656-822115014"/>
          <p:cNvSpPr/>
          <p:nvPr/>
        </p:nvSpPr>
        <p:spPr>
          <a:xfrm>
            <a:off x="103251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Không: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3.300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la,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191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ví dụ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446e896-9dc3-48a1-a214-dc814ee63f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1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bên,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3.550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3.600,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33.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dd76fac-d6bb-4e8e-8fe3-8b0f18d362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1432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286250" y="27622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5720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86250" y="419100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0007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lệnh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0" y="56197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Sàn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nhiêu,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250" dirty="0"/>
          </a:p>
        </p:txBody>
      </p:sp>
      <p:sp>
        <p:nvSpPr>
          <p:cNvPr id="13" name="Connector line-1792379048356-644913528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richtext-1792379048358-669016790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fd39785-5180-45a4-905c-9ea030a64f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2026-10-19T03:04:31Z</dcterms:created>
  <dcterms:modified xsi:type="dcterms:W3CDTF">2026-10-19T03:04:31Z</dcterms:modified>
</cp:coreProperties>
</file>