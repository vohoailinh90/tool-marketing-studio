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false" autoCompressPictures="0" embedTrueTypeFonts="true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8288000" cy="10287000"/>
  <p:notesSz cx="10287000" cy="18288000"/>
  <p:embeddedFontLst>
    <p:embeddedFont>
      <p:font typeface="Be Vietnam Pro"/>
      <p:regular r:id="rId17"/>
      <p:bold r:id="rId15"/>
    </p:embeddedFont>
    <p:embeddedFont>
      <p:font typeface="Bricolage Grotesque ExtraBold"/>
      <p:regular r:id="rId16"/>
    </p:embeddedFont>
    <p:embeddedFont>
      <p:font typeface="Bricolage Grotesque"/>
      <p:bold r:id="rId18"/>
    </p:embeddedFont>
    <p:embeddedFont>
      <p:font typeface="Be Vietnam Pro ExtraBold"/>
      <p:regular r:id="rId19"/>
    </p:embeddedFont>
    <p:embeddedFont>
      <p:font typeface="Be Vietnam Pro SemiBold"/>
      <p:regular r:id="rId20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Relationship Id="rId15" Type="http://schemas.openxmlformats.org/officeDocument/2006/relationships/font" Target="fonts/font1.fntdata"/><Relationship Id="rId16" Type="http://schemas.openxmlformats.org/officeDocument/2006/relationships/font" Target="fonts/font2.fntdata"/><Relationship Id="rId17" Type="http://schemas.openxmlformats.org/officeDocument/2006/relationships/font" Target="fonts/font3.fntdata"/><Relationship Id="rId18" Type="http://schemas.openxmlformats.org/officeDocument/2006/relationships/font" Target="fonts/font4.fntdata"/><Relationship Id="rId19" Type="http://schemas.openxmlformats.org/officeDocument/2006/relationships/font" Target="fonts/font5.fntdata"/><Relationship Id="rId20" Type="http://schemas.openxmlformats.org/officeDocument/2006/relationships/font" Target="fonts/font6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9525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7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b="1" spc="29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b="1" spc="29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b="1" spc="298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23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619250"/>
            <a:ext cx="10096500" cy="4572000"/>
          </a:xfrm>
          <a:prstGeom prst="rect">
            <a:avLst/>
          </a:prstGeom>
          <a:noFill/>
          <a:ln/>
        </p:spPr>
        <p:txBody>
          <a:bodyPr wrap="square" lIns="0" tIns="50292" rIns="0" bIns="-50292" rtlCol="0" anchor="t"/>
          <a:lstStyle/>
          <a:p>
            <a:pPr algn="l" indent="0" marL="0">
              <a:lnSpc>
                <a:spcPts val="7128"/>
              </a:lnSpc>
              <a:buNone/>
            </a:pPr>
            <a:r>
              <a:rPr lang="en-US" sz="6600" dirty="0" spc="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Bộ</a:t>
            </a:r>
            <a:r>
              <a:rPr lang="en-US" sz="66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phiên</a:t>
            </a:r>
            <a:r>
              <a:rPr lang="en-US" sz="6600" dirty="0" spc="-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bản:</a:t>
            </a:r>
            <a:r>
              <a:rPr lang="en-US" sz="6600" dirty="0" spc="8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dựng</a:t>
            </a:r>
            <a:r>
              <a:rPr lang="en-US" sz="6600" dirty="0" spc="-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lại</a:t>
            </a:r>
            <a:r>
              <a:rPr lang="en-US" sz="66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hôm</a:t>
            </a:r>
            <a:r>
              <a:rPr lang="en-US" sz="66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nay</a:t>
            </a:r>
            <a:r>
              <a:rPr lang="en-US" sz="66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cũng</a:t>
            </a:r>
            <a:r>
              <a:rPr lang="en-US" sz="6600" dirty="0" spc="-3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ra</a:t>
            </a:r>
            <a:r>
              <a:rPr lang="en-US" sz="6600" dirty="0" spc="1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đúng</a:t>
            </a:r>
            <a:r>
              <a:rPr lang="en-US" sz="6600" dirty="0" spc="-39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kết</a:t>
            </a:r>
            <a:r>
              <a:rPr lang="en-US" sz="66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quả</a:t>
            </a:r>
            <a:r>
              <a:rPr lang="en-US" sz="66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của</a:t>
            </a:r>
            <a:r>
              <a:rPr lang="en-US" sz="66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hôm</a:t>
            </a:r>
            <a:r>
              <a:rPr lang="en-US" sz="66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qua</a:t>
            </a:r>
            <a:endParaRPr lang="en-US" sz="6600" dirty="0"/>
          </a:p>
        </p:txBody>
      </p:sp>
      <p:sp>
        <p:nvSpPr>
          <p:cNvPr id="4" name="Text 2"/>
          <p:cNvSpPr/>
          <p:nvPr/>
        </p:nvSpPr>
        <p:spPr>
          <a:xfrm>
            <a:off x="914400" y="6858000"/>
            <a:ext cx="95250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dirty="0" spc="2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Dựng</a:t>
            </a:r>
            <a:r>
              <a:rPr lang="en-US" sz="300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lại</a:t>
            </a:r>
            <a:r>
              <a:rPr lang="en-US" sz="300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tuần</a:t>
            </a:r>
            <a:r>
              <a:rPr lang="en-US" sz="3000" dirty="0" spc="-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sau</a:t>
            </a:r>
            <a:r>
              <a:rPr lang="en-US" sz="3000" dirty="0" spc="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3000" dirty="0" spc="-3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ra</a:t>
            </a:r>
            <a:r>
              <a:rPr lang="en-US" sz="30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y</a:t>
            </a:r>
            <a:r>
              <a:rPr lang="en-US" sz="3000" dirty="0" spc="-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hệt</a:t>
            </a:r>
            <a:r>
              <a:rPr lang="en-US" sz="30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không?</a:t>
            </a:r>
            <a:endParaRPr lang="en-US" sz="3000" dirty="0"/>
          </a:p>
        </p:txBody>
      </p:sp>
      <p:sp>
        <p:nvSpPr>
          <p:cNvPr id="5" name="Connector line-1792421413349-673353410"/>
          <p:cNvSpPr/>
          <p:nvPr/>
        </p:nvSpPr>
        <p:spPr>
          <a:xfrm>
            <a:off x="914400" y="7715250"/>
            <a:ext cx="9525000" cy="0"/>
          </a:xfrm>
          <a:prstGeom prst="line">
            <a:avLst/>
          </a:prstGeom>
          <a:noFill/>
          <a:ln w="19050">
            <a:solidFill>
              <a:srgbClr val="2A2E3B"/>
            </a:solidFill>
            <a:prstDash val="solid"/>
            <a:headEnd type="none"/>
            <a:tailEnd type="none"/>
          </a:ln>
        </p:spPr>
      </p:sp>
      <p:sp>
        <p:nvSpPr>
          <p:cNvPr id="6" name="Text 4"/>
          <p:cNvSpPr/>
          <p:nvPr/>
        </p:nvSpPr>
        <p:spPr>
          <a:xfrm>
            <a:off x="914400" y="7962900"/>
            <a:ext cx="9525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Đóng</a:t>
            </a:r>
            <a:r>
              <a:rPr lang="en-US" sz="2100" dirty="0" spc="-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băng</a:t>
            </a:r>
            <a:r>
              <a:rPr lang="en-US" sz="21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phụ</a:t>
            </a:r>
            <a:r>
              <a:rPr lang="en-US" sz="2100" dirty="0" spc="-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thuộc bằng</a:t>
            </a:r>
            <a:r>
              <a:rPr lang="en-US" sz="2100" dirty="0" spc="-9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bộ</a:t>
            </a:r>
            <a:r>
              <a:rPr lang="en-US" sz="21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phiên</a:t>
            </a:r>
            <a:r>
              <a:rPr lang="en-US" sz="2100" dirty="0" spc="-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bản.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914400" y="9715500"/>
            <a:ext cx="8572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system-design-101</a:t>
            </a:r>
            <a:r>
              <a:rPr lang="en-US" sz="165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nhóm</a:t>
            </a:r>
            <a:r>
              <a:rPr lang="en-US" sz="1650" dirty="0" spc="1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đám</a:t>
            </a:r>
            <a:r>
              <a:rPr lang="en-US" sz="1650" dirty="0" spc="-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mây</a:t>
            </a:r>
            <a:r>
              <a:rPr lang="en-US" sz="1650" dirty="0" spc="-9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65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hệ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thống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phân</a:t>
            </a:r>
            <a:r>
              <a:rPr lang="en-US" sz="1650" dirty="0" spc="-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tán</a:t>
            </a:r>
            <a:endParaRPr lang="en-US" sz="1650" dirty="0"/>
          </a:p>
        </p:txBody>
      </p:sp>
      <p:sp>
        <p:nvSpPr>
          <p:cNvPr id="8" name="Text 6"/>
          <p:cNvSpPr/>
          <p:nvPr/>
        </p:nvSpPr>
        <p:spPr>
          <a:xfrm>
            <a:off x="10991850" y="4419600"/>
            <a:ext cx="1447800" cy="1447800"/>
          </a:xfrm>
          <a:prstGeom prst="ellipse">
            <a:avLst/>
          </a:prstGeom>
          <a:solidFill>
            <a:srgbClr val="F3EEE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 spc="1" kern="0">
                <a:solidFill>
                  <a:srgbClr val="14161C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Bản</a:t>
            </a:r>
            <a:r>
              <a:rPr lang="en-US" sz="1950" b="1" dirty="0" spc="4" kern="0">
                <a:solidFill>
                  <a:srgbClr val="14161C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 dựng</a:t>
            </a:r>
            <a:endParaRPr lang="en-US" sz="1950" dirty="0"/>
          </a:p>
        </p:txBody>
      </p:sp>
      <p:sp>
        <p:nvSpPr>
          <p:cNvPr id="9" name="Text 7"/>
          <p:cNvSpPr/>
          <p:nvPr/>
        </p:nvSpPr>
        <p:spPr>
          <a:xfrm>
            <a:off x="13335000" y="3429000"/>
            <a:ext cx="4000500" cy="723900"/>
          </a:xfrm>
          <a:prstGeom prst="roundRect">
            <a:avLst>
              <a:gd name="adj" fmla="val 50000"/>
            </a:avLst>
          </a:prstGeom>
          <a:solidFill>
            <a:srgbClr val="1E212B"/>
          </a:solidFill>
          <a:ln w="28575">
            <a:solidFill>
              <a:srgbClr val="FF6A4D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4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Bốn</a:t>
            </a:r>
            <a:r>
              <a:rPr lang="en-US" sz="2100" b="1" dirty="0" spc="8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bước</a:t>
            </a:r>
            <a:r>
              <a:rPr lang="en-US" sz="2100" b="1" dirty="0" spc="19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dựng</a:t>
            </a:r>
            <a:endParaRPr lang="en-US" sz="2100" dirty="0"/>
          </a:p>
        </p:txBody>
      </p:sp>
      <p:sp>
        <p:nvSpPr>
          <p:cNvPr id="10" name="Text 8"/>
          <p:cNvSpPr/>
          <p:nvPr/>
        </p:nvSpPr>
        <p:spPr>
          <a:xfrm>
            <a:off x="13335000" y="4781550"/>
            <a:ext cx="4000500" cy="723900"/>
          </a:xfrm>
          <a:prstGeom prst="roundRect">
            <a:avLst>
              <a:gd name="adj" fmla="val 50000"/>
            </a:avLst>
          </a:prstGeom>
          <a:solidFill>
            <a:srgbClr val="1E212B"/>
          </a:solidFill>
          <a:ln w="28575">
            <a:solidFill>
              <a:srgbClr val="7C93F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2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Bộ</a:t>
            </a:r>
            <a:r>
              <a:rPr lang="en-US" sz="2100" b="1" dirty="0" spc="-4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phiên</a:t>
            </a:r>
            <a:r>
              <a:rPr lang="en-US" sz="2100" b="1" dirty="0" spc="1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</a:t>
            </a:r>
            <a:r>
              <a:rPr lang="en-US" sz="2100" b="1" dirty="0" spc="-3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 gì</a:t>
            </a:r>
            <a:endParaRPr lang="en-US" sz="2100" dirty="0"/>
          </a:p>
        </p:txBody>
      </p:sp>
      <p:sp>
        <p:nvSpPr>
          <p:cNvPr id="11" name="Text 9"/>
          <p:cNvSpPr/>
          <p:nvPr/>
        </p:nvSpPr>
        <p:spPr>
          <a:xfrm>
            <a:off x="13335000" y="6134100"/>
            <a:ext cx="4000500" cy="723900"/>
          </a:xfrm>
          <a:prstGeom prst="roundRect">
            <a:avLst>
              <a:gd name="adj" fmla="val 50000"/>
            </a:avLst>
          </a:prstGeom>
          <a:solidFill>
            <a:srgbClr val="1E212B"/>
          </a:solidFill>
          <a:ln w="28575">
            <a:solidFill>
              <a:srgbClr val="FFB454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5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Ý</a:t>
            </a:r>
            <a:r>
              <a:rPr lang="en-US" sz="2100" b="1" dirty="0" spc="4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tưởng</a:t>
            </a:r>
            <a:r>
              <a:rPr lang="en-US" sz="2100" b="1" dirty="0" spc="-7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ngoài Amazon</a:t>
            </a:r>
            <a:endParaRPr lang="en-US" sz="2100" dirty="0"/>
          </a:p>
        </p:txBody>
      </p:sp>
      <p:sp>
        <p:nvSpPr>
          <p:cNvPr id="12" name="Connector line-1792421413379-243403980"/>
          <p:cNvSpPr/>
          <p:nvPr/>
        </p:nvSpPr>
        <p:spPr>
          <a:xfrm flipV="1">
            <a:off x="12439650" y="3790950"/>
            <a:ext cx="895350" cy="1352550"/>
          </a:xfrm>
          <a:prstGeom prst="curvedConnector3">
            <a:avLst/>
          </a:prstGeom>
          <a:noFill/>
          <a:ln w="47625">
            <a:solidFill>
              <a:srgbClr val="FF6A4D"/>
            </a:solidFill>
            <a:prstDash val="solid"/>
            <a:headEnd type="none"/>
            <a:tailEnd type="none"/>
          </a:ln>
        </p:spPr>
      </p:sp>
      <p:sp>
        <p:nvSpPr>
          <p:cNvPr id="13" name="Connector line-1792421413380-641476791"/>
          <p:cNvSpPr/>
          <p:nvPr/>
        </p:nvSpPr>
        <p:spPr>
          <a:xfrm>
            <a:off x="12439650" y="5143500"/>
            <a:ext cx="895350" cy="95"/>
          </a:xfrm>
          <a:custGeom>
            <a:avLst/>
            <a:gdLst/>
            <a:ahLst/>
            <a:cxnLst/>
            <a:rect l="l" t="t" r="r" b="b"/>
            <a:pathLst>
              <a:path w="895350" h="95">
                <a:moveTo>
                  <a:pt x="0" y="0"/>
                </a:moveTo>
                <a:lnTo>
                  <a:pt x="447675" y="0"/>
                </a:lnTo>
                <a:lnTo>
                  <a:pt x="447675" y="0"/>
                </a:lnTo>
                <a:lnTo>
                  <a:pt x="895350" y="0"/>
                </a:lnTo>
              </a:path>
            </a:pathLst>
          </a:custGeom>
          <a:ln w="47625">
            <a:solidFill>
              <a:srgbClr val="7C93FF"/>
            </a:solidFill>
            <a:prstDash val="solid"/>
            <a:headEnd type="none"/>
            <a:tailEnd type="none"/>
          </a:ln>
        </p:spPr>
      </p:sp>
      <p:sp>
        <p:nvSpPr>
          <p:cNvPr id="14" name="Connector line-1792421413380-317859982"/>
          <p:cNvSpPr/>
          <p:nvPr/>
        </p:nvSpPr>
        <p:spPr>
          <a:xfrm>
            <a:off x="12439650" y="5143500"/>
            <a:ext cx="895350" cy="1352550"/>
          </a:xfrm>
          <a:prstGeom prst="curvedConnector3">
            <a:avLst/>
          </a:prstGeom>
          <a:noFill/>
          <a:ln w="47625">
            <a:solidFill>
              <a:srgbClr val="FFB454"/>
            </a:solidFill>
            <a:prstDash val="solid"/>
            <a:headEnd type="none"/>
            <a:tailEnd type="none"/>
          </a:ln>
        </p:spPr>
      </p:sp>
      <p:sp>
        <p:nvSpPr>
          <p:cNvPr id="15" name="Shape 13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16" name="Moda image moda-export-watermark-37af791a-c80a-4274-beda-41b6f8764dc1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4287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93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BỐI</a:t>
            </a:r>
            <a:r>
              <a:rPr lang="en-US" sz="1800" b="1" spc="286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CẢNH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524000"/>
            <a:ext cx="16192500" cy="1143000"/>
          </a:xfrm>
          <a:prstGeom prst="rect">
            <a:avLst/>
          </a:prstGeom>
          <a:noFill/>
          <a:ln/>
        </p:spPr>
        <p:txBody>
          <a:bodyPr wrap="square" lIns="0" tIns="40005" rIns="0" bIns="-40005" rtlCol="0" anchor="t"/>
          <a:lstStyle/>
          <a:p>
            <a:pPr algn="l" indent="0" marL="0">
              <a:lnSpc>
                <a:spcPts val="6930"/>
              </a:lnSpc>
              <a:buNone/>
            </a:pPr>
            <a:r>
              <a:rPr lang="en-US" sz="63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Hôm nay</a:t>
            </a:r>
            <a:r>
              <a:rPr lang="en-US" sz="6300" dirty="0" spc="-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chạy,</a:t>
            </a:r>
            <a:r>
              <a:rPr lang="en-US" sz="63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tuần</a:t>
            </a:r>
            <a:r>
              <a:rPr lang="en-US" sz="6300" dirty="0" spc="-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sau</a:t>
            </a:r>
            <a:r>
              <a:rPr lang="en-US" sz="63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có</a:t>
            </a:r>
            <a:r>
              <a:rPr lang="en-US" sz="6300" dirty="0" spc="1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dựng</a:t>
            </a:r>
            <a:r>
              <a:rPr lang="en-US" sz="63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lại</a:t>
            </a:r>
            <a:r>
              <a:rPr lang="en-US" sz="6300" dirty="0" spc="-8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được?</a:t>
            </a:r>
            <a:endParaRPr lang="en-US" sz="6300" dirty="0"/>
          </a:p>
        </p:txBody>
      </p:sp>
      <p:sp>
        <p:nvSpPr>
          <p:cNvPr id="4" name="Shape 2"/>
          <p:cNvSpPr/>
          <p:nvPr/>
        </p:nvSpPr>
        <p:spPr>
          <a:xfrm>
            <a:off x="914400" y="3143250"/>
            <a:ext cx="8001000" cy="5334000"/>
          </a:xfrm>
          <a:prstGeom prst="roundRect">
            <a:avLst>
              <a:gd name="adj" fmla="val 5000"/>
            </a:avLst>
          </a:prstGeom>
          <a:solidFill>
            <a:srgbClr val="F8D9D0"/>
          </a:solidFill>
          <a:ln/>
        </p:spPr>
      </p:sp>
      <p:sp>
        <p:nvSpPr>
          <p:cNvPr id="5" name="Shape 3"/>
          <p:cNvSpPr/>
          <p:nvPr/>
        </p:nvSpPr>
        <p:spPr>
          <a:xfrm>
            <a:off x="914400" y="3143250"/>
            <a:ext cx="8001000" cy="133350"/>
          </a:xfrm>
          <a:prstGeom prst="roundRect">
            <a:avLst>
              <a:gd name="adj" fmla="val 50000"/>
            </a:avLst>
          </a:prstGeom>
          <a:solidFill>
            <a:srgbClr val="E8472B"/>
          </a:solidFill>
          <a:ln/>
        </p:spPr>
      </p:sp>
      <p:sp>
        <p:nvSpPr>
          <p:cNvPr id="6" name="Text 4"/>
          <p:cNvSpPr/>
          <p:nvPr/>
        </p:nvSpPr>
        <p:spPr>
          <a:xfrm>
            <a:off x="1333500" y="3543300"/>
            <a:ext cx="72390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50" dirty="0" spc="-32" kern="0">
                <a:solidFill>
                  <a:srgbClr val="E8472B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Lấy</a:t>
            </a:r>
            <a:r>
              <a:rPr lang="en-US" sz="2850" dirty="0" spc="4" kern="0">
                <a:solidFill>
                  <a:srgbClr val="E8472B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bản</a:t>
            </a:r>
            <a:r>
              <a:rPr lang="en-US" sz="2850" dirty="0" spc="3" kern="0">
                <a:solidFill>
                  <a:srgbClr val="E8472B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mới</a:t>
            </a:r>
            <a:r>
              <a:rPr lang="en-US" sz="2850" dirty="0" spc="-6" kern="0">
                <a:solidFill>
                  <a:srgbClr val="E8472B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nhất</a:t>
            </a:r>
            <a:endParaRPr lang="en-US" sz="2850" dirty="0"/>
          </a:p>
        </p:txBody>
      </p:sp>
      <p:sp>
        <p:nvSpPr>
          <p:cNvPr id="7" name="Text richtext-1792421416198-958291550"/>
          <p:cNvSpPr/>
          <p:nvPr/>
        </p:nvSpPr>
        <p:spPr>
          <a:xfrm>
            <a:off x="1333500" y="4381500"/>
            <a:ext cx="7239000" cy="3810000"/>
          </a:xfrm>
          <a:prstGeom prst="rect">
            <a:avLst/>
          </a:prstGeom>
          <a:noFill/>
          <a:ln/>
        </p:spPr>
        <p:txBody>
          <a:bodyPr wrap="square" lIns="0" tIns="15383" rIns="0" bIns="-15383" rtlCol="0" anchor="t"/>
          <a:lstStyle/>
          <a:p>
            <a:pPr algn="l" marL="361950" indent="-258592">
              <a:lnSpc>
                <a:spcPts val="3705"/>
              </a:lnSpc>
              <a:spcAft>
                <a:spcPts val="1650"/>
              </a:spcAft>
              <a:buSzPct val="100000"/>
              <a:buFont typeface="Arial"/>
              <a:buChar char="•"/>
            </a:pPr>
            <a:r>
              <a:rPr lang="en-US" sz="28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Mỗi lần</a:t>
            </a:r>
            <a:r>
              <a:rPr lang="en-US" sz="2850" dirty="0" spc="2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dựng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chọn</a:t>
            </a:r>
            <a:r>
              <a:rPr lang="en-US" sz="28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lại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phiên</a:t>
            </a:r>
            <a:r>
              <a:rPr lang="en-US" sz="28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bản.</a:t>
            </a:r>
            <a:endParaRPr lang="en-US" sz="2850" dirty="0"/>
          </a:p>
          <a:p>
            <a:pPr algn="l" marL="361950" indent="-258592">
              <a:lnSpc>
                <a:spcPts val="3705"/>
              </a:lnSpc>
              <a:buSzPct val="100000"/>
              <a:buFont typeface="Arial"/>
              <a:buChar char="•"/>
            </a:pPr>
            <a:r>
              <a:rPr lang="en-US" sz="2850" dirty="0" spc="-6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Kết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quả</a:t>
            </a:r>
            <a:r>
              <a:rPr lang="en-US" sz="2850" dirty="0" spc="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đổi</a:t>
            </a:r>
            <a:r>
              <a:rPr lang="en-US" sz="28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</a:t>
            </a:r>
            <a:r>
              <a:rPr lang="en-US" sz="2850" dirty="0" spc="-1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ngày.</a:t>
            </a:r>
            <a:endParaRPr lang="en-US" sz="2850" dirty="0"/>
          </a:p>
        </p:txBody>
      </p:sp>
      <p:sp>
        <p:nvSpPr>
          <p:cNvPr id="8" name="Shape 6"/>
          <p:cNvSpPr/>
          <p:nvPr/>
        </p:nvSpPr>
        <p:spPr>
          <a:xfrm>
            <a:off x="9372600" y="3143250"/>
            <a:ext cx="8001000" cy="5334000"/>
          </a:xfrm>
          <a:prstGeom prst="roundRect">
            <a:avLst>
              <a:gd name="adj" fmla="val 5000"/>
            </a:avLst>
          </a:prstGeom>
          <a:solidFill>
            <a:srgbClr val="DDE3FA"/>
          </a:solidFill>
          <a:ln/>
        </p:spPr>
      </p:sp>
      <p:sp>
        <p:nvSpPr>
          <p:cNvPr id="9" name="Shape 7"/>
          <p:cNvSpPr/>
          <p:nvPr/>
        </p:nvSpPr>
        <p:spPr>
          <a:xfrm>
            <a:off x="9372600" y="3143250"/>
            <a:ext cx="8001000" cy="133350"/>
          </a:xfrm>
          <a:prstGeom prst="roundRect">
            <a:avLst>
              <a:gd name="adj" fmla="val 50000"/>
            </a:avLst>
          </a:prstGeom>
          <a:solidFill>
            <a:srgbClr val="1F3FD1"/>
          </a:solidFill>
          <a:ln/>
        </p:spPr>
      </p:sp>
      <p:sp>
        <p:nvSpPr>
          <p:cNvPr id="10" name="Text 8"/>
          <p:cNvSpPr/>
          <p:nvPr/>
        </p:nvSpPr>
        <p:spPr>
          <a:xfrm>
            <a:off x="9791700" y="3543300"/>
            <a:ext cx="72390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50" dirty="0" spc="-6" kern="0">
                <a:solidFill>
                  <a:srgbClr val="1F3FD1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Dùng</a:t>
            </a:r>
            <a:r>
              <a:rPr lang="en-US" sz="2850" dirty="0" spc="0" kern="0">
                <a:solidFill>
                  <a:srgbClr val="1F3FD1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bộ</a:t>
            </a:r>
            <a:r>
              <a:rPr lang="en-US" sz="2850" dirty="0" spc="-7" kern="0">
                <a:solidFill>
                  <a:srgbClr val="1F3FD1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phiên</a:t>
            </a:r>
            <a:r>
              <a:rPr lang="en-US" sz="2850" dirty="0" spc="4" kern="0">
                <a:solidFill>
                  <a:srgbClr val="1F3FD1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bản</a:t>
            </a:r>
            <a:endParaRPr lang="en-US" sz="2850" dirty="0"/>
          </a:p>
        </p:txBody>
      </p:sp>
      <p:sp>
        <p:nvSpPr>
          <p:cNvPr id="11" name="Text richtext-1792421416220-538007500"/>
          <p:cNvSpPr/>
          <p:nvPr/>
        </p:nvSpPr>
        <p:spPr>
          <a:xfrm>
            <a:off x="9791700" y="4381500"/>
            <a:ext cx="7239000" cy="3810000"/>
          </a:xfrm>
          <a:prstGeom prst="rect">
            <a:avLst/>
          </a:prstGeom>
          <a:noFill/>
          <a:ln/>
        </p:spPr>
        <p:txBody>
          <a:bodyPr wrap="square" lIns="0" tIns="15383" rIns="0" bIns="-15383" rtlCol="0" anchor="t"/>
          <a:lstStyle/>
          <a:p>
            <a:pPr algn="l" marL="361950" indent="-258592">
              <a:lnSpc>
                <a:spcPts val="3705"/>
              </a:lnSpc>
              <a:spcAft>
                <a:spcPts val="1650"/>
              </a:spcAft>
              <a:buSzPct val="100000"/>
              <a:buFont typeface="Arial"/>
              <a:buChar char="•"/>
            </a:pP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Danh</a:t>
            </a:r>
            <a:r>
              <a:rPr lang="en-US" sz="2850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sách</a:t>
            </a:r>
            <a:r>
              <a:rPr lang="en-US" sz="2850" dirty="0" spc="2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đã</a:t>
            </a:r>
            <a:r>
              <a:rPr lang="en-US" sz="2850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chốt</a:t>
            </a:r>
            <a:r>
              <a:rPr lang="en-US" sz="28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cho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dịch</a:t>
            </a:r>
            <a:r>
              <a:rPr lang="en-US" sz="285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vụ.</a:t>
            </a:r>
            <a:endParaRPr lang="en-US" sz="2850" dirty="0"/>
          </a:p>
          <a:p>
            <a:pPr algn="l" marL="361950" indent="-258592">
              <a:lnSpc>
                <a:spcPts val="3705"/>
              </a:lnSpc>
              <a:buSzPct val="100000"/>
              <a:buFont typeface="Arial"/>
              <a:buChar char="•"/>
            </a:pPr>
            <a:r>
              <a:rPr lang="en-US" sz="2850" dirty="0" spc="2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Dựng</a:t>
            </a:r>
            <a:r>
              <a:rPr lang="en-US" sz="28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lại</a:t>
            </a:r>
            <a:r>
              <a:rPr lang="en-US" sz="2850" dirty="0" spc="-3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ra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đúng</a:t>
            </a:r>
            <a:r>
              <a:rPr lang="en-US" sz="2850" dirty="0" spc="-4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kết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quả cũ.</a:t>
            </a:r>
            <a:endParaRPr lang="en-US" sz="2850" dirty="0"/>
          </a:p>
        </p:txBody>
      </p:sp>
      <p:sp>
        <p:nvSpPr>
          <p:cNvPr id="12" name="Shape 10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219200" y="9391650"/>
            <a:ext cx="190500" cy="19050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14400" y="9715500"/>
            <a:ext cx="666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23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02/08</a:t>
            </a:r>
            <a:endParaRPr lang="en-US" sz="1650" dirty="0"/>
          </a:p>
        </p:txBody>
      </p:sp>
      <p:sp>
        <p:nvSpPr>
          <p:cNvPr id="21" name="Shape 19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2" name="Moda image moda-export-watermark-8ec80992-8afd-4da3-918e-65124606c5a2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4287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93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BỐN</a:t>
            </a:r>
            <a:r>
              <a:rPr lang="en-US" sz="1800" b="1" spc="303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BƯỚC</a:t>
            </a:r>
            <a:r>
              <a:rPr lang="en-US" sz="1800" b="1" spc="319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DỰNG</a:t>
            </a:r>
            <a:endParaRPr lang="en-US" sz="1800" dirty="0"/>
          </a:p>
        </p:txBody>
      </p:sp>
      <p:sp>
        <p:nvSpPr>
          <p:cNvPr id="3" name="Shape 1"/>
          <p:cNvSpPr/>
          <p:nvPr/>
        </p:nvSpPr>
        <p:spPr>
          <a:xfrm>
            <a:off x="914400" y="2190750"/>
            <a:ext cx="133350" cy="2857500"/>
          </a:xfrm>
          <a:prstGeom prst="roundRect">
            <a:avLst>
              <a:gd name="adj" fmla="val 50000"/>
            </a:avLst>
          </a:prstGeom>
          <a:solidFill>
            <a:srgbClr val="E8472B"/>
          </a:solidFill>
          <a:ln/>
        </p:spPr>
      </p:sp>
      <p:sp>
        <p:nvSpPr>
          <p:cNvPr id="4" name="Text 2"/>
          <p:cNvSpPr/>
          <p:nvPr/>
        </p:nvSpPr>
        <p:spPr>
          <a:xfrm>
            <a:off x="1428750" y="2190750"/>
            <a:ext cx="15716250" cy="2857500"/>
          </a:xfrm>
          <a:prstGeom prst="rect">
            <a:avLst/>
          </a:prstGeom>
          <a:noFill/>
          <a:ln/>
        </p:spPr>
        <p:txBody>
          <a:bodyPr wrap="square" lIns="0" tIns="21907" rIns="0" bIns="-21907" rtlCol="0" anchor="t"/>
          <a:lstStyle/>
          <a:p>
            <a:pPr algn="l" indent="0" marL="0">
              <a:lnSpc>
                <a:spcPts val="7935"/>
              </a:lnSpc>
              <a:buNone/>
            </a:pPr>
            <a:r>
              <a:rPr lang="en-US" sz="69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Khai</a:t>
            </a:r>
            <a:r>
              <a:rPr lang="en-US" sz="6900" dirty="0" spc="-2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báo,</a:t>
            </a: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chọn</a:t>
            </a:r>
            <a:r>
              <a:rPr lang="en-US" sz="6900" dirty="0" spc="-2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bộ,</a:t>
            </a:r>
            <a:r>
              <a:rPr lang="en-US" sz="6900" dirty="0" spc="2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dựng,</a:t>
            </a:r>
            <a:r>
              <a:rPr lang="en-US" sz="6900" dirty="0" spc="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đánh phiên</a:t>
            </a:r>
            <a:r>
              <a:rPr lang="en-US" sz="6900" dirty="0" spc="-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bản.</a:t>
            </a:r>
            <a:endParaRPr lang="en-US" sz="6900" dirty="0"/>
          </a:p>
        </p:txBody>
      </p:sp>
      <p:sp>
        <p:nvSpPr>
          <p:cNvPr id="5" name="Text 3"/>
          <p:cNvSpPr/>
          <p:nvPr/>
        </p:nvSpPr>
        <p:spPr>
          <a:xfrm>
            <a:off x="1428750" y="5905500"/>
            <a:ext cx="1571625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50" b="1" dirty="0" spc="40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Dựng</a:t>
            </a:r>
            <a:r>
              <a:rPr lang="en-US" sz="3450" b="1" dirty="0" spc="-1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cục</a:t>
            </a:r>
            <a:r>
              <a:rPr lang="en-US" sz="3450" b="1" dirty="0" spc="-4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bộ</a:t>
            </a:r>
            <a:r>
              <a:rPr lang="en-US" sz="3450" b="1" dirty="0" spc="-17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hay</a:t>
            </a:r>
            <a:r>
              <a:rPr lang="en-US" sz="3450" b="1" dirty="0" spc="1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</a:t>
            </a:r>
            <a:r>
              <a:rPr lang="en-US" sz="3450" b="1" dirty="0" spc="-30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xa,</a:t>
            </a:r>
            <a:r>
              <a:rPr lang="en-US" sz="3450" b="1" dirty="0" spc="8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đều</a:t>
            </a:r>
            <a:r>
              <a:rPr lang="en-US" sz="3450" b="1" dirty="0" spc="0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</a:t>
            </a:r>
            <a:r>
              <a:rPr lang="en-US" sz="3450" b="1" dirty="0" spc="-4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cùng</a:t>
            </a:r>
            <a:r>
              <a:rPr lang="en-US" sz="3450" b="1" dirty="0" spc="-13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3450" b="1" dirty="0" spc="-2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bộ.</a:t>
            </a:r>
            <a:endParaRPr lang="en-US" sz="3450" dirty="0"/>
          </a:p>
        </p:txBody>
      </p:sp>
      <p:sp>
        <p:nvSpPr>
          <p:cNvPr id="6" name="Shape 4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543050" y="9391650"/>
            <a:ext cx="190500" cy="19050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14400" y="9715500"/>
            <a:ext cx="666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23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03/08</a:t>
            </a:r>
            <a:endParaRPr lang="en-US" sz="1650" dirty="0"/>
          </a:p>
        </p:txBody>
      </p:sp>
      <p:sp>
        <p:nvSpPr>
          <p:cNvPr id="15" name="Shape 13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16" name="Moda image moda-export-watermark-d61c3937-c849-46b0-b2dc-1cbd8bdd7e6b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4287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90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BỘ</a:t>
            </a:r>
            <a:r>
              <a:rPr lang="en-US" sz="1800" b="1" spc="300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PHIÊN</a:t>
            </a:r>
            <a:r>
              <a:rPr lang="en-US" sz="1800" b="1" spc="295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</a:t>
            </a:r>
            <a:r>
              <a:rPr lang="en-US" sz="1800" b="1" spc="298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1800" b="1" spc="299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GÌ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524000"/>
            <a:ext cx="16192500" cy="1143000"/>
          </a:xfrm>
          <a:prstGeom prst="rect">
            <a:avLst/>
          </a:prstGeom>
          <a:noFill/>
          <a:ln/>
        </p:spPr>
        <p:txBody>
          <a:bodyPr wrap="square" lIns="0" tIns="40005" rIns="0" bIns="-40005" rtlCol="0" anchor="t"/>
          <a:lstStyle/>
          <a:p>
            <a:pPr algn="l" indent="0" marL="0">
              <a:lnSpc>
                <a:spcPts val="6930"/>
              </a:lnSpc>
              <a:buNone/>
            </a:pPr>
            <a:r>
              <a:rPr lang="en-US" sz="6300" dirty="0" spc="-1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Một</a:t>
            </a:r>
            <a:r>
              <a:rPr lang="en-US" sz="63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danh</a:t>
            </a:r>
            <a:r>
              <a:rPr lang="en-US" sz="63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sách</a:t>
            </a:r>
            <a:r>
              <a:rPr lang="en-US" sz="6300" dirty="0" spc="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phiên</a:t>
            </a:r>
            <a:r>
              <a:rPr lang="en-US" sz="63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bản</a:t>
            </a:r>
            <a:r>
              <a:rPr lang="en-US" sz="6300" dirty="0" spc="1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đã</a:t>
            </a:r>
            <a:r>
              <a:rPr lang="en-US" sz="63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chốt.</a:t>
            </a:r>
            <a:endParaRPr lang="en-US" sz="6300" dirty="0"/>
          </a:p>
        </p:txBody>
      </p:sp>
      <p:sp>
        <p:nvSpPr>
          <p:cNvPr id="4" name="Shape 2"/>
          <p:cNvSpPr/>
          <p:nvPr/>
        </p:nvSpPr>
        <p:spPr>
          <a:xfrm>
            <a:off x="914400" y="3238500"/>
            <a:ext cx="5143500" cy="4000500"/>
          </a:xfrm>
          <a:prstGeom prst="roundRect">
            <a:avLst>
              <a:gd name="adj" fmla="val 6667"/>
            </a:avLst>
          </a:prstGeom>
          <a:solidFill>
            <a:srgbClr val="1E212B"/>
          </a:solidFill>
          <a:ln w="28575">
            <a:solidFill>
              <a:srgbClr val="7C93F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238250" y="3581400"/>
            <a:ext cx="4476750" cy="3333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 spc="-5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Riêng</a:t>
            </a:r>
            <a:r>
              <a:rPr lang="en-US" sz="2700" b="1" dirty="0" spc="-4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cho</a:t>
            </a:r>
            <a:r>
              <a:rPr lang="en-US" sz="2700" b="1" dirty="0" spc="-14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700" b="1" dirty="0" spc="1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dịch</a:t>
            </a:r>
            <a:r>
              <a:rPr lang="en-US" sz="2700" b="1" dirty="0" spc="0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vụ</a:t>
            </a:r>
            <a:endParaRPr lang="en-US" sz="2700" dirty="0"/>
          </a:p>
          <a:p>
            <a:pPr algn="l" indent="0" marL="0">
              <a:buNone/>
            </a:pPr>
            <a:r>
              <a:rPr lang="en-US" sz="270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Không</a:t>
            </a:r>
            <a:r>
              <a:rPr lang="en-US" sz="270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gian</a:t>
            </a:r>
            <a:r>
              <a:rPr lang="en-US" sz="2700" dirty="0" spc="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riêng</a:t>
            </a:r>
            <a:r>
              <a:rPr lang="en-US" sz="27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700" dirty="0" spc="-1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gói</a:t>
            </a:r>
            <a:r>
              <a:rPr lang="en-US" sz="2700" dirty="0" spc="-1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70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phụ</a:t>
            </a:r>
            <a:r>
              <a:rPr lang="en-US" sz="27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thuộc.</a:t>
            </a:r>
            <a:endParaRPr lang="en-US" sz="2700" dirty="0"/>
          </a:p>
        </p:txBody>
      </p:sp>
      <p:sp>
        <p:nvSpPr>
          <p:cNvPr id="6" name="Shape 4"/>
          <p:cNvSpPr/>
          <p:nvPr/>
        </p:nvSpPr>
        <p:spPr>
          <a:xfrm>
            <a:off x="6572250" y="3238500"/>
            <a:ext cx="5143500" cy="4000500"/>
          </a:xfrm>
          <a:prstGeom prst="roundRect">
            <a:avLst>
              <a:gd name="adj" fmla="val 6667"/>
            </a:avLst>
          </a:prstGeom>
          <a:solidFill>
            <a:srgbClr val="1E212B"/>
          </a:solidFill>
          <a:ln w="28575">
            <a:solidFill>
              <a:srgbClr val="7C93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896100" y="3581400"/>
            <a:ext cx="4476750" cy="3333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 spc="-6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Thêm</a:t>
            </a:r>
            <a:r>
              <a:rPr lang="en-US" sz="2700" b="1" dirty="0" spc="-4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phụ</a:t>
            </a:r>
            <a:r>
              <a:rPr lang="en-US" sz="2700" b="1" dirty="0" spc="-3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thuộc</a:t>
            </a:r>
            <a:r>
              <a:rPr lang="en-US" sz="2700" b="1" dirty="0" spc="0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mới</a:t>
            </a:r>
            <a:endParaRPr lang="en-US" sz="2700" dirty="0"/>
          </a:p>
          <a:p>
            <a:pPr algn="l" indent="0" marL="0">
              <a:buNone/>
            </a:pPr>
            <a:r>
              <a:rPr lang="en-US" sz="27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Cũng phải</a:t>
            </a:r>
            <a:r>
              <a:rPr lang="en-US" sz="2700" dirty="0" spc="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đưa</a:t>
            </a:r>
            <a:r>
              <a:rPr lang="en-US" sz="2700" dirty="0" spc="-1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vào</a:t>
            </a:r>
            <a:r>
              <a:rPr lang="en-US" sz="270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 gian</a:t>
            </a:r>
            <a:r>
              <a:rPr lang="en-US" sz="2700" dirty="0" spc="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riêng.</a:t>
            </a:r>
            <a:endParaRPr lang="en-US" sz="2700" dirty="0"/>
          </a:p>
        </p:txBody>
      </p:sp>
      <p:sp>
        <p:nvSpPr>
          <p:cNvPr id="8" name="Shape 6"/>
          <p:cNvSpPr/>
          <p:nvPr/>
        </p:nvSpPr>
        <p:spPr>
          <a:xfrm>
            <a:off x="12230100" y="3238500"/>
            <a:ext cx="5143500" cy="4000500"/>
          </a:xfrm>
          <a:prstGeom prst="roundRect">
            <a:avLst>
              <a:gd name="adj" fmla="val 6667"/>
            </a:avLst>
          </a:prstGeom>
          <a:solidFill>
            <a:srgbClr val="1E212B"/>
          </a:solidFill>
          <a:ln w="28575">
            <a:solidFill>
              <a:srgbClr val="FFB45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2553950" y="3581400"/>
            <a:ext cx="4476750" cy="3333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 spc="2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Bộ</a:t>
            </a:r>
            <a:r>
              <a:rPr lang="en-US" sz="2700" b="1" dirty="0" spc="-10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live:</a:t>
            </a:r>
            <a:r>
              <a:rPr lang="en-US" sz="2700" b="1" dirty="0" spc="-2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chung</a:t>
            </a:r>
            <a:endParaRPr lang="en-US" sz="2700" dirty="0"/>
          </a:p>
          <a:p>
            <a:pPr algn="l" indent="0" marL="0">
              <a:buNone/>
            </a:pPr>
            <a:r>
              <a:rPr lang="en-US" sz="27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Ai</a:t>
            </a:r>
            <a:r>
              <a:rPr lang="en-US" sz="27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cũng</a:t>
            </a:r>
            <a:r>
              <a:rPr lang="en-US" sz="2700" dirty="0" spc="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đưa</a:t>
            </a:r>
            <a:r>
              <a:rPr lang="en-US" sz="270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lên</a:t>
            </a:r>
            <a:r>
              <a:rPr lang="en-US" sz="2700" dirty="0" spc="-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</a:t>
            </a:r>
            <a:r>
              <a:rPr lang="en-US" sz="270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nào</a:t>
            </a:r>
            <a:r>
              <a:rPr lang="en-US" sz="27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tùy</a:t>
            </a:r>
            <a:r>
              <a:rPr lang="en-US" sz="270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ý.</a:t>
            </a:r>
            <a:endParaRPr lang="en-US" sz="2700" dirty="0"/>
          </a:p>
        </p:txBody>
      </p:sp>
      <p:sp>
        <p:nvSpPr>
          <p:cNvPr id="10" name="Shape 8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866900" y="9391650"/>
            <a:ext cx="190500" cy="19050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14400" y="9715500"/>
            <a:ext cx="666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23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04/08</a:t>
            </a:r>
            <a:endParaRPr lang="en-US" sz="1650" dirty="0"/>
          </a:p>
        </p:txBody>
      </p:sp>
      <p:sp>
        <p:nvSpPr>
          <p:cNvPr id="19" name="Shape 17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0" name="Moda image moda-export-watermark-d3ff8d8c-3177-402f-bb9f-a6eeebc6ae78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4287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305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Ý</a:t>
            </a:r>
            <a:r>
              <a:rPr lang="en-US" sz="1800" b="1" spc="300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TƯỞNG</a:t>
            </a:r>
            <a:r>
              <a:rPr lang="en-US" sz="1800" b="1" spc="287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NGOÀI</a:t>
            </a:r>
            <a:r>
              <a:rPr lang="en-US" sz="1800" b="1" spc="299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AMAZON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524000"/>
            <a:ext cx="16192500" cy="1143000"/>
          </a:xfrm>
          <a:prstGeom prst="rect">
            <a:avLst/>
          </a:prstGeom>
          <a:noFill/>
          <a:ln/>
        </p:spPr>
        <p:txBody>
          <a:bodyPr wrap="square" lIns="0" tIns="40005" rIns="0" bIns="-40005" rtlCol="0" anchor="t"/>
          <a:lstStyle/>
          <a:p>
            <a:pPr algn="l" indent="0" marL="0">
              <a:lnSpc>
                <a:spcPts val="6930"/>
              </a:lnSpc>
              <a:buNone/>
            </a:pPr>
            <a:r>
              <a:rPr lang="en-US" sz="63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Công cụ</a:t>
            </a:r>
            <a:r>
              <a:rPr lang="en-US" sz="63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nào</a:t>
            </a:r>
            <a:r>
              <a:rPr lang="en-US" sz="63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cũng</a:t>
            </a:r>
            <a:r>
              <a:rPr lang="en-US" sz="6300" dirty="0" spc="-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chốt</a:t>
            </a:r>
            <a:r>
              <a:rPr lang="en-US" sz="6300" dirty="0" spc="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phiên</a:t>
            </a:r>
            <a:r>
              <a:rPr lang="en-US" sz="63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bản.</a:t>
            </a:r>
            <a:endParaRPr lang="en-US" sz="63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14400" y="3143250"/>
          <a:ext cx="13716000" cy="914400"/>
        </p:xfrm>
        <a:graphic>
          <a:graphicData uri="http://schemas.openxmlformats.org/drawingml/2006/table">
            <a:tbl>
              <a:tblPr/>
              <a:tblGrid>
                <a:gridCol w="6583680"/>
                <a:gridCol w="9875520"/>
              </a:tblGrid>
              <a:tr h="104775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600"/>
                        </a:lnSpc>
                        <a:buNone/>
                      </a:pPr>
                      <a:r>
                        <a:rPr lang="en-US" sz="3000" b="1" dirty="0" spc="-10" kern="0">
                          <a:solidFill>
                            <a:srgbClr val="FFFFFF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Công</a:t>
                      </a:r>
                      <a:r>
                        <a:rPr lang="en-US" sz="3000" b="1" dirty="0" spc="2" kern="0">
                          <a:solidFill>
                            <a:srgbClr val="FFFFFF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cụ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4161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600"/>
                        </a:lnSpc>
                        <a:buNone/>
                      </a:pPr>
                      <a:r>
                        <a:rPr lang="en-US" sz="3000" b="1" dirty="0" spc="5" kern="0">
                          <a:solidFill>
                            <a:srgbClr val="FFFFFF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Cách</a:t>
                      </a:r>
                      <a:r>
                        <a:rPr lang="en-US" sz="3000" b="1" dirty="0" spc="-9" kern="0">
                          <a:solidFill>
                            <a:srgbClr val="FFFFFF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chốt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4161C"/>
                    </a:solidFill>
                  </a:tcPr>
                </a:tc>
              </a:tr>
              <a:tr h="104775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600"/>
                        </a:lnSpc>
                        <a:buNone/>
                      </a:pPr>
                      <a:r>
                        <a:rPr lang="en-US" sz="3000" b="1" dirty="0" spc="-7" kern="0">
                          <a:solidFill>
                            <a:srgbClr val="000000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npm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E8E0C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600"/>
                        </a:lnSpc>
                        <a:buNone/>
                      </a:pPr>
                      <a:r>
                        <a:rPr lang="en-US" sz="3000" dirty="0" spc="-87" kern="0">
                          <a:solidFill>
                            <a:srgbClr val="000000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Tệp</a:t>
                      </a:r>
                      <a:r>
                        <a:rPr lang="en-US" sz="3000" dirty="0" spc="-1" kern="0">
                          <a:solidFill>
                            <a:srgbClr val="000000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khóa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E8E0CF"/>
                    </a:solidFill>
                  </a:tcPr>
                </a:tc>
              </a:tr>
              <a:tr h="104775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600"/>
                        </a:lnSpc>
                        <a:buNone/>
                      </a:pPr>
                      <a:r>
                        <a:rPr lang="en-US" sz="3000" b="1" dirty="0" spc="-3" kern="0">
                          <a:solidFill>
                            <a:srgbClr val="000000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Go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600"/>
                        </a:lnSpc>
                        <a:buNone/>
                      </a:pPr>
                      <a:r>
                        <a:rPr lang="en-US" sz="3000" dirty="0" spc="-87" kern="0">
                          <a:solidFill>
                            <a:srgbClr val="000000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Tệp</a:t>
                      </a:r>
                      <a:r>
                        <a:rPr lang="en-US" sz="3000" dirty="0" spc="-12" kern="0">
                          <a:solidFill>
                            <a:srgbClr val="000000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tổng</a:t>
                      </a:r>
                      <a:r>
                        <a:rPr lang="en-US" sz="3000" dirty="0" spc="3" kern="0">
                          <a:solidFill>
                            <a:srgbClr val="000000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kiểm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BF8F2"/>
                    </a:solidFill>
                  </a:tcPr>
                </a:tc>
              </a:tr>
              <a:tr h="104775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600"/>
                        </a:lnSpc>
                        <a:buNone/>
                      </a:pPr>
                      <a:r>
                        <a:rPr lang="en-US" sz="3000" b="1" dirty="0" spc="-18" kern="0">
                          <a:solidFill>
                            <a:srgbClr val="000000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Cargo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E8E0C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600"/>
                        </a:lnSpc>
                        <a:buNone/>
                      </a:pPr>
                      <a:r>
                        <a:rPr lang="en-US" sz="3000" dirty="0" spc="-87" kern="0">
                          <a:solidFill>
                            <a:srgbClr val="000000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Tệp</a:t>
                      </a:r>
                      <a:r>
                        <a:rPr lang="en-US" sz="3000" dirty="0" spc="-1" kern="0">
                          <a:solidFill>
                            <a:srgbClr val="000000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khóa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E8E0CF"/>
                    </a:solidFill>
                  </a:tcPr>
                </a:tc>
              </a:tr>
              <a:tr h="104775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600"/>
                        </a:lnSpc>
                        <a:buNone/>
                      </a:pPr>
                      <a:r>
                        <a:rPr lang="en-US" sz="3000" b="1" dirty="0" spc="-5" kern="0">
                          <a:solidFill>
                            <a:srgbClr val="000000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Bazel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600"/>
                        </a:lnSpc>
                        <a:buNone/>
                      </a:pPr>
                      <a:r>
                        <a:rPr lang="en-US" sz="3000" dirty="0" spc="-87" kern="0">
                          <a:solidFill>
                            <a:srgbClr val="000000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Tệp</a:t>
                      </a:r>
                      <a:r>
                        <a:rPr lang="en-US" sz="3000" dirty="0" spc="-1" kern="0">
                          <a:solidFill>
                            <a:srgbClr val="000000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khóa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BF8F2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2190750" y="9391650"/>
            <a:ext cx="190500" cy="19050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914400" y="9715500"/>
            <a:ext cx="666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23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05/08</a:t>
            </a:r>
            <a:endParaRPr lang="en-US" sz="1650" dirty="0"/>
          </a:p>
        </p:txBody>
      </p:sp>
      <p:sp>
        <p:nvSpPr>
          <p:cNvPr id="14" name="Shape 11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15" name="Moda image moda-export-watermark-7ae96d22-b42a-49bc-8a3b-a0e3a2cc3363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4287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303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THỬ:</a:t>
            </a:r>
            <a:r>
              <a:rPr lang="en-US" sz="1800" b="1" spc="295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</a:t>
            </a:r>
            <a:r>
              <a:rPr lang="en-US" sz="1800" b="1" spc="300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MỚI</a:t>
            </a:r>
            <a:r>
              <a:rPr lang="en-US" sz="1800" b="1" spc="263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NHẤT</a:t>
            </a:r>
            <a:r>
              <a:rPr lang="en-US" sz="1800" b="1" spc="308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SO</a:t>
            </a:r>
            <a:r>
              <a:rPr lang="en-US" sz="1800" b="1" spc="292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VỚI</a:t>
            </a:r>
            <a:r>
              <a:rPr lang="en-US" sz="1800" b="1" spc="295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BỘ</a:t>
            </a:r>
            <a:r>
              <a:rPr lang="en-US" sz="1800" b="1" spc="275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ĐÃ</a:t>
            </a:r>
            <a:r>
              <a:rPr lang="en-US" sz="1800" b="1" spc="302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CHỤP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524000"/>
            <a:ext cx="16192500" cy="1143000"/>
          </a:xfrm>
          <a:prstGeom prst="rect">
            <a:avLst/>
          </a:prstGeom>
          <a:noFill/>
          <a:ln/>
        </p:spPr>
        <p:txBody>
          <a:bodyPr wrap="square" lIns="0" tIns="40005" rIns="0" bIns="-40005" rtlCol="0" anchor="t"/>
          <a:lstStyle/>
          <a:p>
            <a:pPr algn="l" indent="0" marL="0">
              <a:lnSpc>
                <a:spcPts val="6930"/>
              </a:lnSpc>
              <a:buNone/>
            </a:pPr>
            <a:r>
              <a:rPr lang="en-US" sz="6300" dirty="0" spc="-1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Ngày</a:t>
            </a:r>
            <a:r>
              <a:rPr lang="en-US" sz="6300" dirty="0" spc="2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2,</a:t>
            </a:r>
            <a:r>
              <a:rPr lang="en-US" sz="6300" dirty="0" spc="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thư</a:t>
            </a:r>
            <a:r>
              <a:rPr lang="en-US" sz="6300" dirty="0" spc="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viện</a:t>
            </a:r>
            <a:r>
              <a:rPr lang="en-US" sz="6300" dirty="0" spc="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</a:t>
            </a:r>
            <a:r>
              <a:rPr lang="en-US" sz="6300" dirty="0" spc="-3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ra</a:t>
            </a:r>
            <a:r>
              <a:rPr lang="en-US" sz="6300" dirty="0" spc="-3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2.0.</a:t>
            </a:r>
            <a:endParaRPr lang="en-US" sz="6300" dirty="0"/>
          </a:p>
        </p:txBody>
      </p:sp>
      <p:sp>
        <p:nvSpPr>
          <p:cNvPr id="4" name="Connector line-1792421420227-699642335"/>
          <p:cNvSpPr/>
          <p:nvPr/>
        </p:nvSpPr>
        <p:spPr>
          <a:xfrm>
            <a:off x="1333500" y="3429000"/>
            <a:ext cx="15621000" cy="0"/>
          </a:xfrm>
          <a:prstGeom prst="line">
            <a:avLst/>
          </a:prstGeom>
          <a:noFill/>
          <a:ln w="76200">
            <a:solidFill>
              <a:srgbClr val="14161C"/>
            </a:solidFill>
            <a:prstDash val="solid"/>
            <a:headEnd type="none"/>
            <a:tailEnd type="none"/>
          </a:ln>
        </p:spPr>
      </p:sp>
      <p:sp>
        <p:nvSpPr>
          <p:cNvPr id="5" name="Shape 3"/>
          <p:cNvSpPr/>
          <p:nvPr/>
        </p:nvSpPr>
        <p:spPr>
          <a:xfrm>
            <a:off x="4667250" y="3143250"/>
            <a:ext cx="571500" cy="571500"/>
          </a:xfrm>
          <a:prstGeom prst="ellipse">
            <a:avLst/>
          </a:prstGeom>
          <a:solidFill>
            <a:srgbClr val="0F766E"/>
          </a:solidFill>
          <a:ln w="57150">
            <a:solidFill>
              <a:srgbClr val="F3EEE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3049250" y="3143250"/>
            <a:ext cx="571500" cy="571500"/>
          </a:xfrm>
          <a:prstGeom prst="ellipse">
            <a:avLst/>
          </a:prstGeom>
          <a:solidFill>
            <a:srgbClr val="E8472B"/>
          </a:solidFill>
          <a:ln w="57150">
            <a:solidFill>
              <a:srgbClr val="F3EEE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2857500" y="2762250"/>
            <a:ext cx="4191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700" dirty="0" spc="-17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Ngày</a:t>
            </a:r>
            <a:r>
              <a:rPr lang="en-US" sz="2700" dirty="0" spc="-1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1</a:t>
            </a:r>
            <a:endParaRPr lang="en-US" sz="2700" dirty="0"/>
          </a:p>
        </p:txBody>
      </p:sp>
      <p:sp>
        <p:nvSpPr>
          <p:cNvPr id="8" name="Text 6"/>
          <p:cNvSpPr/>
          <p:nvPr/>
        </p:nvSpPr>
        <p:spPr>
          <a:xfrm>
            <a:off x="11239500" y="2762250"/>
            <a:ext cx="4191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700" dirty="0" spc="-17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Ngày</a:t>
            </a:r>
            <a:r>
              <a:rPr lang="en-US" sz="2700" dirty="0" spc="-4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2:</a:t>
            </a:r>
            <a:r>
              <a:rPr lang="en-US" sz="2700" dirty="0" spc="-3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B</a:t>
            </a:r>
            <a:r>
              <a:rPr lang="en-US" sz="2700" dirty="0" spc="-14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ra</a:t>
            </a:r>
            <a:r>
              <a:rPr lang="en-US" sz="2700" dirty="0" spc="-3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2.0</a:t>
            </a:r>
            <a:endParaRPr lang="en-US" sz="2700" dirty="0"/>
          </a:p>
        </p:txBody>
      </p:sp>
      <p:sp>
        <p:nvSpPr>
          <p:cNvPr id="9" name="Shape 7"/>
          <p:cNvSpPr/>
          <p:nvPr/>
        </p:nvSpPr>
        <p:spPr>
          <a:xfrm>
            <a:off x="2857500" y="4286250"/>
            <a:ext cx="4191000" cy="1809750"/>
          </a:xfrm>
          <a:prstGeom prst="roundRect">
            <a:avLst>
              <a:gd name="adj" fmla="val 12632"/>
            </a:avLst>
          </a:prstGeom>
          <a:solidFill>
            <a:srgbClr val="CFE8E2"/>
          </a:solidFill>
          <a:ln/>
        </p:spPr>
      </p:sp>
      <p:sp>
        <p:nvSpPr>
          <p:cNvPr id="10" name="Text 8"/>
          <p:cNvSpPr/>
          <p:nvPr/>
        </p:nvSpPr>
        <p:spPr>
          <a:xfrm>
            <a:off x="3048000" y="4286250"/>
            <a:ext cx="3810000" cy="1809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dirty="0" spc="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Bản</a:t>
            </a:r>
            <a:r>
              <a:rPr lang="en-US" sz="2550" dirty="0" spc="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mới</a:t>
            </a:r>
            <a:r>
              <a:rPr lang="en-US" sz="2550" dirty="0" spc="-7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nhất:</a:t>
            </a:r>
            <a:r>
              <a:rPr lang="en-US" sz="2550" dirty="0" spc="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B</a:t>
            </a:r>
            <a:r>
              <a:rPr lang="en-US" sz="2550" dirty="0" spc="-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1.1,</a:t>
            </a:r>
            <a:r>
              <a:rPr lang="en-US" sz="2550" dirty="0" spc="5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tương</a:t>
            </a:r>
            <a:r>
              <a:rPr lang="en-US" sz="2550" dirty="0" spc="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thích</a:t>
            </a:r>
            <a:endParaRPr lang="en-US" sz="2550" dirty="0"/>
          </a:p>
        </p:txBody>
      </p:sp>
      <p:sp>
        <p:nvSpPr>
          <p:cNvPr id="11" name="Shape 9"/>
          <p:cNvSpPr/>
          <p:nvPr/>
        </p:nvSpPr>
        <p:spPr>
          <a:xfrm>
            <a:off x="2857500" y="6381750"/>
            <a:ext cx="4191000" cy="1809750"/>
          </a:xfrm>
          <a:prstGeom prst="roundRect">
            <a:avLst>
              <a:gd name="adj" fmla="val 12632"/>
            </a:avLst>
          </a:prstGeom>
          <a:solidFill>
            <a:srgbClr val="CFE8E2"/>
          </a:solidFill>
          <a:ln/>
        </p:spPr>
      </p:sp>
      <p:sp>
        <p:nvSpPr>
          <p:cNvPr id="12" name="Text 10"/>
          <p:cNvSpPr/>
          <p:nvPr/>
        </p:nvSpPr>
        <p:spPr>
          <a:xfrm>
            <a:off x="3048000" y="6381750"/>
            <a:ext cx="3810000" cy="1809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dirty="0" spc="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Bộ</a:t>
            </a:r>
            <a:r>
              <a:rPr lang="en-US" sz="2550" dirty="0" spc="9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đã</a:t>
            </a:r>
            <a:r>
              <a:rPr lang="en-US" sz="2550" dirty="0" spc="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chụp:</a:t>
            </a:r>
            <a:r>
              <a:rPr lang="en-US" sz="2550" dirty="0" spc="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B</a:t>
            </a:r>
            <a:r>
              <a:rPr lang="en-US" sz="2550" dirty="0" spc="-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1.1,</a:t>
            </a:r>
            <a:r>
              <a:rPr lang="en-US" sz="2550" dirty="0" spc="6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tương</a:t>
            </a:r>
            <a:r>
              <a:rPr lang="en-US" sz="2550" dirty="0" spc="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thích</a:t>
            </a:r>
            <a:endParaRPr lang="en-US" sz="2550" dirty="0"/>
          </a:p>
        </p:txBody>
      </p:sp>
      <p:sp>
        <p:nvSpPr>
          <p:cNvPr id="13" name="Shape 11"/>
          <p:cNvSpPr/>
          <p:nvPr/>
        </p:nvSpPr>
        <p:spPr>
          <a:xfrm>
            <a:off x="11239500" y="4286250"/>
            <a:ext cx="4191000" cy="1809750"/>
          </a:xfrm>
          <a:prstGeom prst="roundRect">
            <a:avLst>
              <a:gd name="adj" fmla="val 12632"/>
            </a:avLst>
          </a:prstGeom>
          <a:solidFill>
            <a:srgbClr val="F8D9D0"/>
          </a:solidFill>
          <a:ln w="28575">
            <a:solidFill>
              <a:srgbClr val="E8472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1430000" y="4286250"/>
            <a:ext cx="3810000" cy="1809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dirty="0" spc="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Bản</a:t>
            </a:r>
            <a:r>
              <a:rPr lang="en-US" sz="2550" dirty="0" spc="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mới</a:t>
            </a:r>
            <a:r>
              <a:rPr lang="en-US" sz="2550" dirty="0" spc="-7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nhất:</a:t>
            </a:r>
            <a:r>
              <a:rPr lang="en-US" sz="2550" dirty="0" spc="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B</a:t>
            </a:r>
            <a:r>
              <a:rPr lang="en-US" sz="2550" dirty="0" spc="-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2.0,</a:t>
            </a:r>
            <a:r>
              <a:rPr lang="en-US" sz="2550" dirty="0" spc="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vi</a:t>
            </a:r>
            <a:r>
              <a:rPr lang="en-US" sz="2550" dirty="0" spc="-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phạm</a:t>
            </a:r>
            <a:r>
              <a:rPr lang="en-US" sz="2550" dirty="0" spc="-15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ràng</a:t>
            </a:r>
            <a:r>
              <a:rPr lang="en-US" sz="2550" dirty="0" spc="-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buộc</a:t>
            </a:r>
            <a:endParaRPr lang="en-US" sz="2550" dirty="0"/>
          </a:p>
        </p:txBody>
      </p:sp>
      <p:sp>
        <p:nvSpPr>
          <p:cNvPr id="15" name="Shape 13"/>
          <p:cNvSpPr/>
          <p:nvPr/>
        </p:nvSpPr>
        <p:spPr>
          <a:xfrm>
            <a:off x="11239500" y="6381750"/>
            <a:ext cx="4191000" cy="1809750"/>
          </a:xfrm>
          <a:prstGeom prst="roundRect">
            <a:avLst>
              <a:gd name="adj" fmla="val 12632"/>
            </a:avLst>
          </a:prstGeom>
          <a:solidFill>
            <a:srgbClr val="CFE8E2"/>
          </a:solidFill>
          <a:ln/>
        </p:spPr>
      </p:sp>
      <p:sp>
        <p:nvSpPr>
          <p:cNvPr id="16" name="Text 14"/>
          <p:cNvSpPr/>
          <p:nvPr/>
        </p:nvSpPr>
        <p:spPr>
          <a:xfrm>
            <a:off x="11430000" y="6381750"/>
            <a:ext cx="3810000" cy="1809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dirty="0" spc="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Bộ</a:t>
            </a:r>
            <a:r>
              <a:rPr lang="en-US" sz="2550" dirty="0" spc="9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đã</a:t>
            </a:r>
            <a:r>
              <a:rPr lang="en-US" sz="2550" dirty="0" spc="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chụp:</a:t>
            </a:r>
            <a:r>
              <a:rPr lang="en-US" sz="2550" dirty="0" spc="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B</a:t>
            </a:r>
            <a:r>
              <a:rPr lang="en-US" sz="2550" dirty="0" spc="-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1.1,</a:t>
            </a:r>
            <a:r>
              <a:rPr lang="en-US" sz="2550" dirty="0" spc="-1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vẫn</a:t>
            </a:r>
            <a:r>
              <a:rPr lang="en-US" sz="2550" dirty="0" spc="6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tương</a:t>
            </a:r>
            <a:r>
              <a:rPr lang="en-US" sz="2550" dirty="0" spc="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thích</a:t>
            </a:r>
            <a:endParaRPr lang="en-US" sz="2550" dirty="0"/>
          </a:p>
        </p:txBody>
      </p:sp>
      <p:sp>
        <p:nvSpPr>
          <p:cNvPr id="17" name="Shape 15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514600" y="9391650"/>
            <a:ext cx="190500" cy="19050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914400" y="9715500"/>
            <a:ext cx="666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23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06/08</a:t>
            </a:r>
            <a:endParaRPr lang="en-US" sz="1650" dirty="0"/>
          </a:p>
        </p:txBody>
      </p:sp>
      <p:sp>
        <p:nvSpPr>
          <p:cNvPr id="26" name="Shape 24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7" name="Moda image moda-export-watermark-c9dcab38-25f3-4cbf-86b7-e257b5fb7f05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4287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300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NHÌN</a:t>
            </a:r>
            <a:r>
              <a:rPr lang="en-US" sz="1800" b="1" spc="302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</a:t>
            </a:r>
            <a:r>
              <a:rPr lang="en-US" sz="1800" b="1" spc="297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TRẢ</a:t>
            </a:r>
            <a:r>
              <a:rPr lang="en-US" sz="1800" b="1" spc="279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LỜI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524000"/>
            <a:ext cx="16192500" cy="1905000"/>
          </a:xfrm>
          <a:prstGeom prst="rect">
            <a:avLst/>
          </a:prstGeom>
          <a:noFill/>
          <a:ln/>
        </p:spPr>
        <p:txBody>
          <a:bodyPr wrap="square" lIns="0" tIns="17145" rIns="0" bIns="-17145" rtlCol="0" anchor="t"/>
          <a:lstStyle/>
          <a:p>
            <a:pPr algn="l" indent="0" marL="0">
              <a:lnSpc>
                <a:spcPts val="6210"/>
              </a:lnSpc>
              <a:buNone/>
            </a:pPr>
            <a:r>
              <a:rPr lang="en-US" sz="54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X</a:t>
            </a:r>
            <a:r>
              <a:rPr lang="en-US" sz="5400" dirty="0" spc="-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nâng B</a:t>
            </a:r>
            <a:r>
              <a:rPr lang="en-US" sz="54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lên</a:t>
            </a:r>
            <a:r>
              <a:rPr lang="en-US" sz="5400" dirty="0" spc="-3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2.0,</a:t>
            </a:r>
            <a:r>
              <a:rPr lang="en-US" sz="5400" dirty="0" spc="-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Y</a:t>
            </a:r>
            <a:r>
              <a:rPr lang="en-US" sz="5400" dirty="0" spc="-3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chưa:</a:t>
            </a:r>
            <a:r>
              <a:rPr lang="en-US" sz="54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bộ</a:t>
            </a:r>
            <a:r>
              <a:rPr lang="en-US" sz="54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riêng</a:t>
            </a:r>
            <a:r>
              <a:rPr lang="en-US" sz="5400" dirty="0" spc="-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làm</a:t>
            </a:r>
            <a:r>
              <a:rPr lang="en-US" sz="5400" dirty="0" spc="-7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được?</a:t>
            </a:r>
            <a:endParaRPr lang="en-US" sz="5400" dirty="0"/>
          </a:p>
        </p:txBody>
      </p:sp>
      <p:sp>
        <p:nvSpPr>
          <p:cNvPr id="4" name="Shape 2"/>
          <p:cNvSpPr/>
          <p:nvPr/>
        </p:nvSpPr>
        <p:spPr>
          <a:xfrm>
            <a:off x="914400" y="4000500"/>
            <a:ext cx="16459200" cy="1428750"/>
          </a:xfrm>
          <a:prstGeom prst="roundRect">
            <a:avLst>
              <a:gd name="adj" fmla="val 16000"/>
            </a:avLst>
          </a:prstGeom>
          <a:solidFill>
            <a:srgbClr val="1E212B"/>
          </a:solidFill>
          <a:ln w="28575">
            <a:solidFill>
              <a:srgbClr val="7C93F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257300" y="4257675"/>
            <a:ext cx="914400" cy="914400"/>
          </a:xfrm>
          <a:prstGeom prst="ellipse">
            <a:avLst/>
          </a:prstGeom>
          <a:solidFill>
            <a:srgbClr val="7C93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35" dirty="0" spc="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</a:t>
            </a:r>
            <a:endParaRPr lang="en-US" sz="3235" dirty="0"/>
          </a:p>
        </p:txBody>
      </p:sp>
      <p:sp>
        <p:nvSpPr>
          <p:cNvPr id="6" name="Text 4"/>
          <p:cNvSpPr/>
          <p:nvPr/>
        </p:nvSpPr>
        <p:spPr>
          <a:xfrm>
            <a:off x="2571750" y="4000500"/>
            <a:ext cx="14287500" cy="142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 spc="-30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Làm</a:t>
            </a:r>
            <a:r>
              <a:rPr lang="en-US" sz="3000" dirty="0" spc="10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được:</a:t>
            </a:r>
            <a:r>
              <a:rPr lang="en-US" sz="3000" dirty="0" spc="0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X</a:t>
            </a:r>
            <a:r>
              <a:rPr lang="en-US" sz="3000" dirty="0" spc="-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cập</a:t>
            </a:r>
            <a:r>
              <a:rPr lang="en-US" sz="3000" dirty="0" spc="-8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nhật</a:t>
            </a:r>
            <a:r>
              <a:rPr lang="en-US" sz="3000" dirty="0" spc="-3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bộ</a:t>
            </a:r>
            <a:r>
              <a:rPr lang="en-US" sz="3000" dirty="0" spc="0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của</a:t>
            </a:r>
            <a:r>
              <a:rPr lang="en-US" sz="3000" dirty="0" spc="-2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mình</a:t>
            </a:r>
            <a:r>
              <a:rPr lang="en-US" sz="3000" dirty="0" spc="-7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lên</a:t>
            </a:r>
            <a:r>
              <a:rPr lang="en-US" sz="3000" dirty="0" spc="-2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B</a:t>
            </a:r>
            <a:r>
              <a:rPr lang="en-US" sz="3000" dirty="0" spc="0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2.0.</a:t>
            </a:r>
            <a:endParaRPr lang="en-US" sz="3000" dirty="0"/>
          </a:p>
        </p:txBody>
      </p:sp>
      <p:sp>
        <p:nvSpPr>
          <p:cNvPr id="7" name="Shape 5"/>
          <p:cNvSpPr/>
          <p:nvPr/>
        </p:nvSpPr>
        <p:spPr>
          <a:xfrm>
            <a:off x="914400" y="5715000"/>
            <a:ext cx="16459200" cy="1428750"/>
          </a:xfrm>
          <a:prstGeom prst="roundRect">
            <a:avLst>
              <a:gd name="adj" fmla="val 16000"/>
            </a:avLst>
          </a:prstGeom>
          <a:solidFill>
            <a:srgbClr val="1E212B"/>
          </a:solidFill>
          <a:ln w="28575">
            <a:solidFill>
              <a:srgbClr val="7C93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257300" y="5972175"/>
            <a:ext cx="914400" cy="914400"/>
          </a:xfrm>
          <a:prstGeom prst="ellipse">
            <a:avLst/>
          </a:prstGeom>
          <a:solidFill>
            <a:srgbClr val="7C93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35" dirty="0" spc="-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2</a:t>
            </a:r>
            <a:endParaRPr lang="en-US" sz="3235" dirty="0"/>
          </a:p>
        </p:txBody>
      </p:sp>
      <p:sp>
        <p:nvSpPr>
          <p:cNvPr id="9" name="Text 7"/>
          <p:cNvSpPr/>
          <p:nvPr/>
        </p:nvSpPr>
        <p:spPr>
          <a:xfrm>
            <a:off x="2571750" y="5715000"/>
            <a:ext cx="14287500" cy="142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 spc="3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Y</a:t>
            </a:r>
            <a:r>
              <a:rPr lang="en-US" sz="3000" dirty="0" spc="0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giữ</a:t>
            </a:r>
            <a:r>
              <a:rPr lang="en-US" sz="3000" dirty="0" spc="-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B</a:t>
            </a:r>
            <a:r>
              <a:rPr lang="en-US" sz="3000" dirty="0" spc="-3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1.1</a:t>
            </a:r>
            <a:r>
              <a:rPr lang="en-US" sz="3000" dirty="0" spc="-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tới</a:t>
            </a:r>
            <a:r>
              <a:rPr lang="en-US" sz="3000" dirty="0" spc="2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khi</a:t>
            </a:r>
            <a:r>
              <a:rPr lang="en-US" sz="3000" dirty="0" spc="-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sẵn</a:t>
            </a:r>
            <a:r>
              <a:rPr lang="en-US" sz="3000" dirty="0" spc="-3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sàng</a:t>
            </a:r>
            <a:r>
              <a:rPr lang="en-US" sz="3000" dirty="0" spc="-4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nâng.</a:t>
            </a:r>
            <a:endParaRPr lang="en-US" sz="3000" dirty="0"/>
          </a:p>
        </p:txBody>
      </p:sp>
      <p:sp>
        <p:nvSpPr>
          <p:cNvPr id="10" name="Shape 8"/>
          <p:cNvSpPr/>
          <p:nvPr/>
        </p:nvSpPr>
        <p:spPr>
          <a:xfrm>
            <a:off x="914400" y="7429500"/>
            <a:ext cx="16459200" cy="1047750"/>
          </a:xfrm>
          <a:prstGeom prst="roundRect">
            <a:avLst>
              <a:gd name="adj" fmla="val 21818"/>
            </a:avLst>
          </a:prstGeom>
          <a:solidFill>
            <a:srgbClr val="2A2E3B"/>
          </a:solidFill>
          <a:ln/>
        </p:spPr>
      </p:sp>
      <p:sp>
        <p:nvSpPr>
          <p:cNvPr id="11" name="Text 9"/>
          <p:cNvSpPr/>
          <p:nvPr/>
        </p:nvSpPr>
        <p:spPr>
          <a:xfrm>
            <a:off x="1333500" y="7429500"/>
            <a:ext cx="15621000" cy="1047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dirty="0" spc="-2" kern="0">
                <a:solidFill>
                  <a:srgbClr val="FFB454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Cái giá:</a:t>
            </a:r>
            <a:r>
              <a:rPr lang="en-US" sz="2700" dirty="0" spc="-6" kern="0">
                <a:solidFill>
                  <a:srgbClr val="FFB454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hai</a:t>
            </a:r>
            <a:r>
              <a:rPr lang="en-US" sz="2700" dirty="0" spc="-4" kern="0">
                <a:solidFill>
                  <a:srgbClr val="FFB454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dịch</a:t>
            </a:r>
            <a:r>
              <a:rPr lang="en-US" sz="2700" dirty="0" spc="0" kern="0">
                <a:solidFill>
                  <a:srgbClr val="FFB454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vụ</a:t>
            </a:r>
            <a:r>
              <a:rPr lang="en-US" sz="2700" dirty="0" spc="-13" kern="0">
                <a:solidFill>
                  <a:srgbClr val="FFB454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chạy</a:t>
            </a:r>
            <a:r>
              <a:rPr lang="en-US" sz="2700" dirty="0" spc="-5" kern="0">
                <a:solidFill>
                  <a:srgbClr val="FFB454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hai</a:t>
            </a:r>
            <a:r>
              <a:rPr lang="en-US" sz="2700" dirty="0" spc="-6" kern="0">
                <a:solidFill>
                  <a:srgbClr val="FFB454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phiên</a:t>
            </a:r>
            <a:r>
              <a:rPr lang="en-US" sz="2700" dirty="0" spc="-3" kern="0">
                <a:solidFill>
                  <a:srgbClr val="FFB454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bản</a:t>
            </a:r>
            <a:r>
              <a:rPr lang="en-US" sz="2700" dirty="0" spc="-1" kern="0">
                <a:solidFill>
                  <a:srgbClr val="FFB454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của</a:t>
            </a:r>
            <a:r>
              <a:rPr lang="en-US" sz="2700" dirty="0" spc="-3" kern="0">
                <a:solidFill>
                  <a:srgbClr val="FFB454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B.</a:t>
            </a:r>
            <a:endParaRPr lang="en-US" sz="2700" dirty="0"/>
          </a:p>
        </p:txBody>
      </p:sp>
      <p:sp>
        <p:nvSpPr>
          <p:cNvPr id="12" name="Shape 10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838450" y="9391650"/>
            <a:ext cx="190500" cy="19050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14400" y="9715500"/>
            <a:ext cx="666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23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-1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07/08</a:t>
            </a:r>
            <a:endParaRPr lang="en-US" sz="1650" dirty="0"/>
          </a:p>
        </p:txBody>
      </p:sp>
      <p:sp>
        <p:nvSpPr>
          <p:cNvPr id="21" name="Shape 19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2" name="Moda image moda-export-watermark-99865bba-2cd3-40ae-ba54-b0ea3ce55b18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4287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5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THUẬT</a:t>
            </a:r>
            <a:r>
              <a:rPr lang="en-US" sz="180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NGỮ</a:t>
            </a:r>
            <a:r>
              <a:rPr lang="en-US" sz="1800" b="1" spc="254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80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 ĐỐI</a:t>
            </a:r>
            <a:r>
              <a:rPr lang="en-US" sz="1800" b="1" spc="30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CHIẾU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619250"/>
            <a:ext cx="7620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b="1" spc="171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THUẬT</a:t>
            </a:r>
            <a:r>
              <a:rPr lang="en-US" sz="2250" b="1" spc="227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NGỮ</a:t>
            </a:r>
            <a:endParaRPr lang="en-US" sz="2250" dirty="0"/>
          </a:p>
        </p:txBody>
      </p:sp>
      <p:sp>
        <p:nvSpPr>
          <p:cNvPr id="4" name="Shape 2"/>
          <p:cNvSpPr/>
          <p:nvPr/>
        </p:nvSpPr>
        <p:spPr>
          <a:xfrm>
            <a:off x="914400" y="2286000"/>
            <a:ext cx="8001000" cy="1619250"/>
          </a:xfrm>
          <a:prstGeom prst="roundRect">
            <a:avLst>
              <a:gd name="adj" fmla="val 11765"/>
            </a:avLst>
          </a:prstGeom>
          <a:solidFill>
            <a:srgbClr val="1E212B"/>
          </a:solidFill>
          <a:ln w="28575">
            <a:solidFill>
              <a:srgbClr val="7C93F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238250" y="2286000"/>
            <a:ext cx="7429500" cy="161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" b="1" dirty="0" spc="-52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DAG</a:t>
            </a:r>
            <a:pPr algn="l" indent="0" marL="0">
              <a:buNone/>
            </a:pPr>
            <a:r>
              <a:rPr lang="en-US" sz="2250" dirty="0" spc="-1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(Directed</a:t>
            </a:r>
            <a:r>
              <a:rPr lang="en-US" sz="2250" dirty="0" spc="-2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Acyclic</a:t>
            </a:r>
            <a:r>
              <a:rPr lang="en-US" sz="2250" dirty="0" spc="-1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Graph):</a:t>
            </a:r>
            <a:r>
              <a:rPr lang="en-US" sz="2250" dirty="0" spc="2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đồ</a:t>
            </a:r>
            <a:r>
              <a:rPr lang="en-US" sz="22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thị</a:t>
            </a:r>
            <a:r>
              <a:rPr lang="en-US" sz="2250" dirty="0" spc="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250" dirty="0" spc="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hướng</a:t>
            </a:r>
            <a:r>
              <a:rPr lang="en-US" sz="22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25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</a:t>
            </a:r>
            <a:r>
              <a:rPr lang="en-US" sz="2250" dirty="0" spc="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trình, ở</a:t>
            </a:r>
            <a:r>
              <a:rPr lang="en-US" sz="2250" dirty="0" spc="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đây</a:t>
            </a:r>
            <a:r>
              <a:rPr lang="en-US" sz="22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250" dirty="0" spc="-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sơ</a:t>
            </a:r>
            <a:r>
              <a:rPr lang="en-US" sz="2250" dirty="0" spc="1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đồ</a:t>
            </a:r>
            <a:r>
              <a:rPr lang="en-US" sz="2250" dirty="0" spc="-1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gói</a:t>
            </a:r>
            <a:r>
              <a:rPr lang="en-US" sz="22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nào</a:t>
            </a:r>
            <a:r>
              <a:rPr lang="en-US" sz="22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cần</a:t>
            </a:r>
            <a:r>
              <a:rPr lang="en-US" sz="2250" dirty="0" spc="-1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gói</a:t>
            </a:r>
            <a:r>
              <a:rPr lang="en-US" sz="22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nào.</a:t>
            </a:r>
            <a:endParaRPr lang="en-US" sz="2250" dirty="0"/>
          </a:p>
        </p:txBody>
      </p:sp>
      <p:sp>
        <p:nvSpPr>
          <p:cNvPr id="6" name="Text 4"/>
          <p:cNvSpPr/>
          <p:nvPr/>
        </p:nvSpPr>
        <p:spPr>
          <a:xfrm>
            <a:off x="9372600" y="1619250"/>
            <a:ext cx="7620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b="1" spc="224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</a:t>
            </a:r>
            <a:r>
              <a:rPr lang="en-US" sz="2250" b="1" spc="228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ĐỐI</a:t>
            </a:r>
            <a:r>
              <a:rPr lang="en-US" sz="2250" b="1" spc="227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CHIẾU</a:t>
            </a:r>
            <a:endParaRPr lang="en-US" sz="2250" dirty="0"/>
          </a:p>
        </p:txBody>
      </p:sp>
      <p:sp>
        <p:nvSpPr>
          <p:cNvPr id="7" name="Shape 5"/>
          <p:cNvSpPr/>
          <p:nvPr/>
        </p:nvSpPr>
        <p:spPr>
          <a:xfrm>
            <a:off x="9372600" y="2286000"/>
            <a:ext cx="8001000" cy="1047750"/>
          </a:xfrm>
          <a:prstGeom prst="roundRect">
            <a:avLst>
              <a:gd name="adj" fmla="val 18182"/>
            </a:avLst>
          </a:prstGeom>
          <a:solidFill>
            <a:srgbClr val="1E212B"/>
          </a:solidFill>
          <a:ln/>
        </p:spPr>
      </p:sp>
      <p:sp>
        <p:nvSpPr>
          <p:cNvPr id="8" name="Text 6"/>
          <p:cNvSpPr/>
          <p:nvPr/>
        </p:nvSpPr>
        <p:spPr>
          <a:xfrm>
            <a:off x="9715500" y="2286000"/>
            <a:ext cx="7334250" cy="1047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" dirty="0" spc="-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ByteByteGo:</a:t>
            </a:r>
            <a:r>
              <a:rPr lang="en-US" sz="225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22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r>
              <a:rPr lang="en-US" sz="2250" dirty="0" spc="-1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tại</a:t>
            </a:r>
            <a:r>
              <a:rPr lang="en-US" sz="22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commit</a:t>
            </a:r>
            <a:r>
              <a:rPr lang="en-US" sz="2250" dirty="0" spc="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cố</a:t>
            </a:r>
            <a:r>
              <a:rPr lang="en-US" sz="2250" dirty="0" spc="1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</a:t>
            </a:r>
            <a:endParaRPr lang="en-US" sz="2250" dirty="0"/>
          </a:p>
        </p:txBody>
      </p:sp>
      <p:sp>
        <p:nvSpPr>
          <p:cNvPr id="9" name="Shape 7"/>
          <p:cNvSpPr/>
          <p:nvPr/>
        </p:nvSpPr>
        <p:spPr>
          <a:xfrm>
            <a:off x="9372600" y="3619500"/>
            <a:ext cx="8001000" cy="1047750"/>
          </a:xfrm>
          <a:prstGeom prst="roundRect">
            <a:avLst>
              <a:gd name="adj" fmla="val 18182"/>
            </a:avLst>
          </a:prstGeom>
          <a:solidFill>
            <a:srgbClr val="1E212B"/>
          </a:solidFill>
          <a:ln/>
        </p:spPr>
      </p:sp>
      <p:sp>
        <p:nvSpPr>
          <p:cNvPr id="10" name="Text 8"/>
          <p:cNvSpPr/>
          <p:nvPr/>
        </p:nvSpPr>
        <p:spPr>
          <a:xfrm>
            <a:off x="9715500" y="3619500"/>
            <a:ext cx="7334250" cy="1047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Go:</a:t>
            </a:r>
            <a:r>
              <a:rPr lang="en-US" sz="225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Modules</a:t>
            </a:r>
            <a:r>
              <a:rPr lang="en-US" sz="2250" dirty="0" spc="-2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Reference</a:t>
            </a:r>
            <a:endParaRPr lang="en-US" sz="2250" dirty="0"/>
          </a:p>
        </p:txBody>
      </p:sp>
      <p:sp>
        <p:nvSpPr>
          <p:cNvPr id="11" name="Shape 9"/>
          <p:cNvSpPr/>
          <p:nvPr/>
        </p:nvSpPr>
        <p:spPr>
          <a:xfrm>
            <a:off x="9372600" y="4953000"/>
            <a:ext cx="8001000" cy="1047750"/>
          </a:xfrm>
          <a:prstGeom prst="roundRect">
            <a:avLst>
              <a:gd name="adj" fmla="val 18182"/>
            </a:avLst>
          </a:prstGeom>
          <a:solidFill>
            <a:srgbClr val="1E212B"/>
          </a:solidFill>
          <a:ln/>
        </p:spPr>
      </p:sp>
      <p:sp>
        <p:nvSpPr>
          <p:cNvPr id="12" name="Text 10"/>
          <p:cNvSpPr/>
          <p:nvPr/>
        </p:nvSpPr>
        <p:spPr>
          <a:xfrm>
            <a:off x="9715500" y="4953000"/>
            <a:ext cx="7334250" cy="1047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npm:</a:t>
            </a:r>
            <a:r>
              <a:rPr lang="en-US" sz="2250" dirty="0" spc="-1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package-lock.json</a:t>
            </a:r>
            <a:endParaRPr lang="en-US" sz="2250" dirty="0"/>
          </a:p>
        </p:txBody>
      </p:sp>
      <p:sp>
        <p:nvSpPr>
          <p:cNvPr id="13" name="Shape 11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62300" y="9391650"/>
            <a:ext cx="190500" cy="19050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14400" y="9715500"/>
            <a:ext cx="666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23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08/08</a:t>
            </a:r>
            <a:endParaRPr lang="en-US" sz="1650" dirty="0"/>
          </a:p>
        </p:txBody>
      </p:sp>
      <p:sp>
        <p:nvSpPr>
          <p:cNvPr id="22" name="Shape 20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3" name="Moda image moda-export-watermark-e64f40ca-4efd-44c7-8f57-9996c704b726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2026-10-19T14:50:38Z</dcterms:created>
  <dcterms:modified xsi:type="dcterms:W3CDTF">2026-10-19T14:50:38Z</dcterms:modified>
</cp:coreProperties>
</file>