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857750"/>
            <a:ext cx="9525000" cy="1428750"/>
          </a:xfrm>
          <a:prstGeom prst="rect">
            <a:avLst/>
          </a:prstGeom>
          <a:noFill/>
          <a:ln/>
        </p:spPr>
        <p:txBody>
          <a:bodyPr wrap="square" lIns="0" tIns="27241" rIns="0" bIns="-27241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9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Chương trình</a:t>
            </a:r>
            <a:r>
              <a:rPr lang="en-US" sz="39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9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9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9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logic.</a:t>
            </a:r>
            <a:r>
              <a:rPr lang="en-US" sz="39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RAM</a:t>
            </a:r>
            <a:r>
              <a:rPr lang="en-US" sz="39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900" dirty="0" spc="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9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90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39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lý.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25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trang:</a:t>
            </a:r>
            <a:r>
              <a:rPr lang="en-US" sz="225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250" dirty="0" spc="-1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khung cùng</a:t>
            </a:r>
            <a:r>
              <a:rPr lang="en-US" sz="22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250" dirty="0" spc="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200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2250" dirty="0" spc="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đoạn:</a:t>
            </a:r>
            <a:r>
              <a:rPr lang="en-US" sz="22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250" dirty="0" spc="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25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2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658600" y="14287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 TRANG: Ô CÙNG CỠ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58600" y="19431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13106400" y="19431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/>
          </a:solidFill>
          <a:ln/>
        </p:spPr>
      </p:sp>
      <p:sp>
        <p:nvSpPr>
          <p:cNvPr id="11" name="Shape 9"/>
          <p:cNvSpPr/>
          <p:nvPr/>
        </p:nvSpPr>
        <p:spPr>
          <a:xfrm>
            <a:off x="14554200" y="19431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0" y="19431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58600" y="33909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106400" y="33909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554200" y="33909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0" y="3390900"/>
            <a:ext cx="1295400" cy="1295400"/>
          </a:xfrm>
          <a:prstGeom prst="roundRect">
            <a:avLst>
              <a:gd name="adj" fmla="val 11765"/>
            </a:avLst>
          </a:prstGeom>
          <a:solidFill>
            <a:srgbClr val="FFB454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658600" y="5524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1800" spc="13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ĐOẠN:</a:t>
            </a:r>
            <a:r>
              <a:rPr lang="en-US" sz="1800" spc="15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1800" spc="13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1800" spc="15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658600" y="6038850"/>
            <a:ext cx="32385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5049500" y="6038850"/>
            <a:ext cx="2324100" cy="609600"/>
          </a:xfrm>
          <a:prstGeom prst="roundRect">
            <a:avLst>
              <a:gd name="adj" fmla="val 21875"/>
            </a:avLst>
          </a:prstGeom>
          <a:solidFill>
            <a:srgbClr val="3DD6A0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658600" y="6800850"/>
            <a:ext cx="1714500" cy="609600"/>
          </a:xfrm>
          <a:prstGeom prst="roundRect">
            <a:avLst>
              <a:gd name="adj" fmla="val 21875"/>
            </a:avLst>
          </a:prstGeom>
          <a:solidFill>
            <a:srgbClr val="3DD6A0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525500" y="6800850"/>
            <a:ext cx="38481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58600" y="7562850"/>
            <a:ext cx="43815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da16441-8dbc-476d-ab09-0c6a5e13f7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800" dirty="0" spc="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chỉ,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0477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44805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34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33500" y="40005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endParaRPr lang="en-US" sz="2550" dirty="0"/>
          </a:p>
        </p:txBody>
      </p:sp>
      <p:sp>
        <p:nvSpPr>
          <p:cNvPr id="8" name="Connector line-1792291673153-415840185"/>
          <p:cNvSpPr/>
          <p:nvPr/>
        </p:nvSpPr>
        <p:spPr>
          <a:xfrm>
            <a:off x="6153150" y="4629150"/>
            <a:ext cx="0" cy="457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77000" y="4686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195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104775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35305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34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333500" y="59055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cái</a:t>
            </a:r>
            <a:r>
              <a:rPr lang="en-US" sz="2550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kia</a:t>
            </a:r>
            <a:endParaRPr lang="en-US" sz="2550" dirty="0"/>
          </a:p>
        </p:txBody>
      </p:sp>
      <p:sp>
        <p:nvSpPr>
          <p:cNvPr id="13" name="Connector line-1792291673160-804771463"/>
          <p:cNvSpPr/>
          <p:nvPr/>
        </p:nvSpPr>
        <p:spPr>
          <a:xfrm>
            <a:off x="6153150" y="6534150"/>
            <a:ext cx="0" cy="4572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77000" y="6591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7048500"/>
            <a:ext cx="104775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25805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333500" y="78105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287250" y="3238500"/>
            <a:ext cx="508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1950" spc="1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287250" y="3810000"/>
            <a:ext cx="508635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2630150" y="405765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45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630150" y="4667250"/>
            <a:ext cx="447675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287250" y="6057900"/>
            <a:ext cx="508635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/>
        </p:spPr>
      </p:sp>
      <p:sp>
        <p:nvSpPr>
          <p:cNvPr id="23" name="Text 21"/>
          <p:cNvSpPr/>
          <p:nvPr/>
        </p:nvSpPr>
        <p:spPr>
          <a:xfrm>
            <a:off x="12630150" y="630555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4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2630150" y="6915150"/>
            <a:ext cx="447675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theo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6f82975-189d-47f7-8a32-105bd3f0be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8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30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và</a:t>
            </a:r>
            <a:r>
              <a:rPr lang="en-US" sz="30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3238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373380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 CHỈ</a:t>
            </a:r>
            <a:r>
              <a:rPr lang="en-US" sz="1800" spc="13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LOGIC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430530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0x3A5C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19200" y="5429250"/>
            <a:ext cx="276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9" name="Connector line-1792291710474-465389903"/>
          <p:cNvSpPr/>
          <p:nvPr/>
        </p:nvSpPr>
        <p:spPr>
          <a:xfrm>
            <a:off x="4248150" y="485775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19650" y="3429000"/>
            <a:ext cx="41910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4450" y="3733800"/>
            <a:ext cx="358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9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4450" y="4305300"/>
            <a:ext cx="3581400" cy="7429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24450" y="5257800"/>
            <a:ext cx="35814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0xA5C</a:t>
            </a:r>
            <a:endParaRPr lang="en-US" sz="3000" dirty="0"/>
          </a:p>
        </p:txBody>
      </p:sp>
      <p:sp>
        <p:nvSpPr>
          <p:cNvPr id="14" name="Connector line-1792291710483-357363858"/>
          <p:cNvSpPr/>
          <p:nvPr/>
        </p:nvSpPr>
        <p:spPr>
          <a:xfrm>
            <a:off x="9105900" y="485775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77400" y="3429000"/>
            <a:ext cx="41910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200" y="3733800"/>
            <a:ext cx="358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4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1800" spc="15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82200" y="4191000"/>
            <a:ext cx="3581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7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982200" y="5524500"/>
            <a:ext cx="3581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7</a:t>
            </a:r>
            <a:endParaRPr lang="en-US" sz="2400" dirty="0"/>
          </a:p>
        </p:txBody>
      </p:sp>
      <p:sp>
        <p:nvSpPr>
          <p:cNvPr id="19" name="Connector line-1792291710491-693455679"/>
          <p:cNvSpPr/>
          <p:nvPr/>
        </p:nvSpPr>
        <p:spPr>
          <a:xfrm>
            <a:off x="13963650" y="4857750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535150" y="3429000"/>
            <a:ext cx="2838450" cy="2857500"/>
          </a:xfrm>
          <a:prstGeom prst="roundRect">
            <a:avLst>
              <a:gd name="adj" fmla="val 8054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4801850" y="3733800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 CHỈ</a:t>
            </a:r>
            <a:r>
              <a:rPr lang="en-US" sz="1800" spc="71" kern="0" dirty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1800" spc="57" kern="0" dirty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01850" y="4343400"/>
            <a:ext cx="2381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50" dirty="0" spc="-9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0x7A5C</a:t>
            </a:r>
            <a:endParaRPr lang="en-US" sz="4650" dirty="0"/>
          </a:p>
        </p:txBody>
      </p:sp>
      <p:sp>
        <p:nvSpPr>
          <p:cNvPr id="23" name="Text 21"/>
          <p:cNvSpPr/>
          <p:nvPr/>
        </p:nvSpPr>
        <p:spPr>
          <a:xfrm>
            <a:off x="14801850" y="5429250"/>
            <a:ext cx="238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endParaRPr lang="en-US" sz="2250" dirty="0"/>
          </a:p>
        </p:txBody>
      </p:sp>
      <p:sp>
        <p:nvSpPr>
          <p:cNvPr id="24" name="Connector line-1792291710499-994638008"/>
          <p:cNvSpPr/>
          <p:nvPr/>
        </p:nvSpPr>
        <p:spPr>
          <a:xfrm>
            <a:off x="6915150" y="6324600"/>
            <a:ext cx="0" cy="7620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5" name="Connector line-1792291710499-525644560"/>
          <p:cNvSpPr/>
          <p:nvPr/>
        </p:nvSpPr>
        <p:spPr>
          <a:xfrm>
            <a:off x="6915150" y="7086600"/>
            <a:ext cx="9039225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6" name="Connector line-1792291710499-489049794"/>
          <p:cNvSpPr/>
          <p:nvPr/>
        </p:nvSpPr>
        <p:spPr>
          <a:xfrm flipV="1">
            <a:off x="15954375" y="6362700"/>
            <a:ext cx="0" cy="72390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191500" y="72009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Offset</a:t>
            </a:r>
            <a:r>
              <a:rPr lang="en-US" sz="2250" dirty="0" spc="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0xA5C</a:t>
            </a:r>
            <a:r>
              <a:rPr lang="en-US" sz="2250" dirty="0" spc="26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2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thẳng,</a:t>
            </a:r>
            <a:r>
              <a:rPr lang="en-US" sz="22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250" dirty="0" spc="-1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8115300"/>
            <a:ext cx="15716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4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KiB. Con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51138a6d-ddea-4afb-9d22-ec5d63e81b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1950" spc="20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5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limit</a:t>
            </a:r>
            <a:r>
              <a:rPr lang="en-US" sz="75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91440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34956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3238500"/>
            <a:ext cx="7620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91440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181100" y="48291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2133600" y="4572000"/>
            <a:ext cx="7620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r>
              <a:rPr lang="en-US" sz="27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limit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905500"/>
            <a:ext cx="91440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1100" y="61626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2133600" y="5905500"/>
            <a:ext cx="7620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Offset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limit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239000"/>
            <a:ext cx="9144000" cy="1123950"/>
          </a:xfrm>
          <a:prstGeom prst="roundRect">
            <a:avLst>
              <a:gd name="adj" fmla="val 16949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74961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2133600" y="7239000"/>
            <a:ext cx="7620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Rồi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0591800" y="3238500"/>
            <a:ext cx="6781800" cy="5124450"/>
          </a:xfrm>
          <a:prstGeom prst="roundRect">
            <a:avLst>
              <a:gd name="adj" fmla="val 4461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0" y="35433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1800" spc="15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DỤ:</a:t>
            </a:r>
            <a:r>
              <a:rPr lang="en-US" sz="1800" spc="13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1800" spc="15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0" y="39624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Base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0x5000,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limit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0x800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0972800" y="4762500"/>
            <a:ext cx="4286250" cy="457200"/>
          </a:xfrm>
          <a:prstGeom prst="roundRect">
            <a:avLst>
              <a:gd name="adj" fmla="val 20833"/>
            </a:avLst>
          </a:prstGeom>
          <a:solidFill>
            <a:srgbClr val="3DD6A0"/>
          </a:solidFill>
          <a:ln/>
        </p:spPr>
      </p:sp>
      <p:sp>
        <p:nvSpPr>
          <p:cNvPr id="21" name="Connector line-1792291759357-544817799"/>
          <p:cNvSpPr/>
          <p:nvPr/>
        </p:nvSpPr>
        <p:spPr>
          <a:xfrm>
            <a:off x="11572875" y="4610100"/>
            <a:ext cx="0" cy="7620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2" name="Connector line-1792291759357-925902175"/>
          <p:cNvSpPr/>
          <p:nvPr/>
        </p:nvSpPr>
        <p:spPr>
          <a:xfrm>
            <a:off x="15792450" y="4610100"/>
            <a:ext cx="0" cy="7620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972800" y="548640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0x120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144750" y="548640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0x900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0" y="61912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011150" y="6191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0x120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45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0x5120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10972800" y="71437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3011150" y="71437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0x900</a:t>
            </a:r>
            <a:r>
              <a:rPr lang="en-US" sz="27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vượt</a:t>
            </a:r>
            <a:r>
              <a:rPr lang="en-US" sz="27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limit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0972800" y="786765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18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81100" y="34956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1181100" y="48291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181100" y="61626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1181100" y="74961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48bc2adf-56c0-45c5-88b5-2e505816f2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4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1950" spc="21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cách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chia, hai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r>
              <a:rPr lang="en-US" sz="30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0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052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4800" dirty="0" spc="-1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4514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1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1800" spc="15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876800"/>
            <a:ext cx="7239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95400" y="6038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4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6400800"/>
            <a:ext cx="7239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95400" y="7562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PHÉP DỊCH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7924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3238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35052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48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753600" y="4514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1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1800" spc="15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53600" y="4876800"/>
            <a:ext cx="7239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753600" y="6038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4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53600" y="6400800"/>
            <a:ext cx="7239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53600" y="7562850"/>
            <a:ext cx="723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PHÉP DỊCH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53600" y="79248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hơn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limit,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8801100" y="5562600"/>
            <a:ext cx="685800" cy="6858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8801100" y="5562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7c39a0ed-e6ba-43e8-a268-5707ec7d10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86250" y="32004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ĐƯỢC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182350" y="32004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PHẢI</a:t>
            </a: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4476750"/>
            <a:ext cx="285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6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05250" y="3676650"/>
            <a:ext cx="6572250" cy="2000250"/>
          </a:xfrm>
          <a:prstGeom prst="roundRect">
            <a:avLst>
              <a:gd name="adj" fmla="val 10476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3905250" y="3676650"/>
            <a:ext cx="95250" cy="2000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286250" y="3905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4286250" y="4762500"/>
            <a:ext cx="6000750" cy="723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21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hở</a:t>
            </a:r>
            <a:r>
              <a:rPr lang="en-US" sz="2100" dirty="0" spc="-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rải</a:t>
            </a:r>
            <a:r>
              <a:rPr lang="en-US" sz="210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rác,</a:t>
            </a:r>
            <a:r>
              <a:rPr lang="en-US" sz="21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1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801350" y="3676650"/>
            <a:ext cx="6572250" cy="2000250"/>
          </a:xfrm>
          <a:prstGeom prst="roundRect">
            <a:avLst>
              <a:gd name="adj" fmla="val 10476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01350" y="3676650"/>
            <a:ext cx="95250" cy="2000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82350" y="3905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182350" y="4762500"/>
            <a:ext cx="6000750" cy="723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4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1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1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1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6667500"/>
            <a:ext cx="285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905250" y="5867400"/>
            <a:ext cx="6572250" cy="2000250"/>
          </a:xfrm>
          <a:prstGeom prst="roundRect">
            <a:avLst>
              <a:gd name="adj" fmla="val 10476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905250" y="5867400"/>
            <a:ext cx="95250" cy="2000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286250" y="60960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4286250" y="6953250"/>
            <a:ext cx="6000750" cy="723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1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801350" y="5867400"/>
            <a:ext cx="6572250" cy="2000250"/>
          </a:xfrm>
          <a:prstGeom prst="roundRect">
            <a:avLst>
              <a:gd name="adj" fmla="val 10476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01350" y="5867400"/>
            <a:ext cx="95250" cy="2000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11182350" y="60960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Khe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hở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1182350" y="7219950"/>
            <a:ext cx="6000750" cy="7239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dirty="0" spc="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1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1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8191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F3EEE3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8191500"/>
            <a:ext cx="1571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Hiện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x86-64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1c9dc323-8929-43be-a282-e5a2227c00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70485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628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49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3943350"/>
            <a:ext cx="628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KiB: 0x2010 thuộc</a:t>
            </a:r>
            <a:r>
              <a:rPr lang="en-US" sz="31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nào,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offset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bao nhiêu?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70485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191250"/>
            <a:ext cx="628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1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6610350"/>
            <a:ext cx="628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 ở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9:</a:t>
            </a:r>
            <a:r>
              <a:rPr lang="en-US" sz="31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8420100" y="3238500"/>
            <a:ext cx="8953500" cy="4953000"/>
          </a:xfrm>
          <a:prstGeom prst="roundRect">
            <a:avLst>
              <a:gd name="adj" fmla="val 6923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0" y="3619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915400" y="41910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152400" rIns="0" bIns="-15240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0x9010</a:t>
            </a:r>
            <a:endParaRPr lang="en-US" sz="15000" dirty="0"/>
          </a:p>
        </p:txBody>
      </p:sp>
      <p:sp>
        <p:nvSpPr>
          <p:cNvPr id="14" name="Text 12"/>
          <p:cNvSpPr/>
          <p:nvPr/>
        </p:nvSpPr>
        <p:spPr>
          <a:xfrm>
            <a:off x="8915400" y="6743700"/>
            <a:ext cx="800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31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0x010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8915400" y="73533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dirty="0" spc="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dirty="0" spc="-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550" dirty="0" spc="-15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offset</a:t>
            </a:r>
            <a:r>
              <a:rPr lang="en-US" sz="2550" dirty="0" spc="16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184f8cb-5958-4c83-a304-ca2be98dc6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TLB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30480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4953000"/>
            <a:ext cx="2571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logic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1100" y="552450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715000" y="3429000"/>
            <a:ext cx="4000500" cy="1619250"/>
          </a:xfrm>
          <a:prstGeom prst="roundRect">
            <a:avLst>
              <a:gd name="adj" fmla="val 14118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6057900" y="36195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57900" y="4381500"/>
            <a:ext cx="333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1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3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715000" y="6096000"/>
            <a:ext cx="400050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6057900" y="6324600"/>
            <a:ext cx="3333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36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57900" y="7010400"/>
            <a:ext cx="333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382500" y="4762500"/>
            <a:ext cx="49911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87300" y="49530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687300" y="55245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endParaRPr lang="en-US" sz="2250" dirty="0"/>
          </a:p>
        </p:txBody>
      </p:sp>
      <p:sp>
        <p:nvSpPr>
          <p:cNvPr id="17" name="Connector line-1792291867017-272796465"/>
          <p:cNvSpPr/>
          <p:nvPr/>
        </p:nvSpPr>
        <p:spPr>
          <a:xfrm flipV="1">
            <a:off x="4000500" y="4400550"/>
            <a:ext cx="1638300" cy="742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428750" y="3810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TLB</a:t>
            </a:r>
            <a:r>
              <a:rPr lang="en-US" sz="21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19" name="Connector line-1792291867019-554149380"/>
          <p:cNvSpPr/>
          <p:nvPr/>
        </p:nvSpPr>
        <p:spPr>
          <a:xfrm>
            <a:off x="9753600" y="4286250"/>
            <a:ext cx="2552700" cy="93345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96500" y="36195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Có: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100" dirty="0"/>
          </a:p>
        </p:txBody>
      </p:sp>
      <p:sp>
        <p:nvSpPr>
          <p:cNvPr id="21" name="Connector line-1792291867022-234166341"/>
          <p:cNvSpPr/>
          <p:nvPr/>
        </p:nvSpPr>
        <p:spPr>
          <a:xfrm>
            <a:off x="7715250" y="5086350"/>
            <a:ext cx="0" cy="933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962900" y="53721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có:</a:t>
            </a:r>
            <a:r>
              <a:rPr lang="en-US" sz="21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1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2100" dirty="0"/>
          </a:p>
        </p:txBody>
      </p:sp>
      <p:sp>
        <p:nvSpPr>
          <p:cNvPr id="23" name="Connector line-1792291867026-317197884"/>
          <p:cNvSpPr/>
          <p:nvPr/>
        </p:nvSpPr>
        <p:spPr>
          <a:xfrm flipV="1">
            <a:off x="9753600" y="5753100"/>
            <a:ext cx="2552700" cy="11239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096500" y="70866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21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81153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8115300"/>
            <a:ext cx="15716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2¹².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 là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546e5c7c-611b-421f-9e17-c73091d115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3251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762250"/>
            <a:ext cx="190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3333750" y="29908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Random</a:t>
            </a:r>
            <a:r>
              <a:rPr lang="en-US" sz="195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9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333750" y="33909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03251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4286250"/>
            <a:ext cx="190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KiB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3333750" y="45148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Kibibyte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333750" y="49149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1.024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byte;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 trang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KiB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103251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5810250"/>
            <a:ext cx="190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TLB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3333750" y="60388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Translation</a:t>
            </a:r>
            <a:r>
              <a:rPr lang="en-US" sz="195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Lookaside</a:t>
            </a:r>
            <a:r>
              <a:rPr lang="en-US" sz="195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333750" y="643890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 các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khung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620500" y="2762250"/>
            <a:ext cx="5753100" cy="4381500"/>
          </a:xfrm>
          <a:prstGeom prst="roundRect">
            <a:avLst>
              <a:gd name="adj" fmla="val 4348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1963400" y="30289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291898331-160465758"/>
          <p:cNvSpPr/>
          <p:nvPr/>
        </p:nvSpPr>
        <p:spPr>
          <a:xfrm>
            <a:off x="11963400" y="3581400"/>
            <a:ext cx="5143500" cy="3238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OSTEP: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Segmentation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Paging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Intel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SDM: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64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75247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962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f7e7289-b644-4036-bc55-6d092ffccd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2026-10-19T00:42:51Z</dcterms:created>
  <dcterms:modified xsi:type="dcterms:W3CDTF">2026-10-19T00:42:51Z</dcterms:modified>
</cp:coreProperties>
</file>