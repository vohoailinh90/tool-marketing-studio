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embeddedFontLst>
    <p:embeddedFont>
      <p:font typeface="Be Vietnam Pro"/>
      <p:regular r:id="rId21"/>
      <p:bold r:id="rId19"/>
    </p:embeddedFont>
    <p:embeddedFont>
      <p:font typeface="Bricolage Grotesque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font" Target="fonts/font1.fntdata"/><Relationship Id="rId20" Type="http://schemas.openxmlformats.org/officeDocument/2006/relationships/font" Target="fonts/font2.fntdata"/><Relationship Id="rId21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b="1" spc="3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18/10/2026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9620250" cy="373380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Lên</a:t>
            </a:r>
            <a:r>
              <a:rPr lang="en-US" sz="81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8100" dirty="0" spc="-5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hướng,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bật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81025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-7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3000" dirty="0" spc="-4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TikTok,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Facebook:</a:t>
            </a:r>
            <a:r>
              <a:rPr lang="en-US" sz="3000" dirty="0" spc="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 mốc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2027,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 AI</a:t>
            </a:r>
            <a:r>
              <a:rPr lang="en-US" sz="30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API</a:t>
            </a:r>
            <a:endParaRPr lang="en-US" sz="3000" dirty="0"/>
          </a:p>
        </p:txBody>
      </p:sp>
      <p:sp>
        <p:nvSpPr>
          <p:cNvPr id="5" name="Connector line-1792305405563-397051237"/>
          <p:cNvSpPr/>
          <p:nvPr/>
        </p:nvSpPr>
        <p:spPr>
          <a:xfrm>
            <a:off x="914400" y="752475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762875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21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cáo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r>
              <a:rPr lang="en-US" sz="1650" dirty="0" spc="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944350" y="2743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2286000"/>
                </a:moveTo>
                <a:cubicBezTo>
                  <a:pt x="790575" y="2286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944350" y="4267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762000"/>
                </a:moveTo>
                <a:cubicBezTo>
                  <a:pt x="790575" y="762000"/>
                  <a:pt x="790575" y="0"/>
                  <a:pt x="1581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944350" y="5029200"/>
            <a:ext cx="1581150" cy="762000"/>
          </a:xfrm>
          <a:custGeom>
            <a:avLst/>
            <a:gdLst/>
            <a:ahLst/>
            <a:cxnLst/>
            <a:rect l="l" t="t" r="r" b="b"/>
            <a:pathLst>
              <a:path w="1581150" h="762000">
                <a:moveTo>
                  <a:pt x="0" y="0"/>
                </a:moveTo>
                <a:cubicBezTo>
                  <a:pt x="790575" y="0"/>
                  <a:pt x="790575" y="762000"/>
                  <a:pt x="1581150" y="762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944350" y="5029200"/>
            <a:ext cx="1581150" cy="2286000"/>
          </a:xfrm>
          <a:custGeom>
            <a:avLst/>
            <a:gdLst/>
            <a:ahLst/>
            <a:cxnLst/>
            <a:rect l="l" t="t" r="r" b="b"/>
            <a:pathLst>
              <a:path w="1581150" h="2286000">
                <a:moveTo>
                  <a:pt x="0" y="0"/>
                </a:moveTo>
                <a:cubicBezTo>
                  <a:pt x="790575" y="0"/>
                  <a:pt x="790575" y="2286000"/>
                  <a:pt x="1581150" y="228600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344150" y="4229100"/>
            <a:ext cx="1600200" cy="16002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Xu</a:t>
            </a:r>
            <a:r>
              <a:rPr lang="en-US" sz="24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3525500" y="2381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6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3525500" y="3905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3525500" y="5429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525500" y="6953250"/>
            <a:ext cx="38481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100" b="1" dirty="0" spc="-1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04c4132-577a-4c40-87dd-6aaa6bbaf37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TÓM</a:t>
            </a:r>
            <a:r>
              <a:rPr lang="en-US" sz="1800" b="1" spc="20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1/2/2027: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700" dirty="0"/>
          </a:p>
        </p:txBody>
      </p:sp>
      <p:sp>
        <p:nvSpPr>
          <p:cNvPr id="8" name="Shape 6"/>
          <p:cNvSpPr/>
          <p:nvPr/>
        </p:nvSpPr>
        <p:spPr>
          <a:xfrm>
            <a:off x="9334500" y="25717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9" name="Text 7"/>
          <p:cNvSpPr/>
          <p:nvPr/>
        </p:nvSpPr>
        <p:spPr>
          <a:xfrm>
            <a:off x="9715500" y="28956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9715500" y="33528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Creator</a:t>
            </a:r>
            <a:r>
              <a:rPr lang="en-US" sz="42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Rewards:</a:t>
            </a:r>
            <a:r>
              <a:rPr lang="en-US" sz="42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</a:t>
            </a:r>
            <a:r>
              <a:rPr lang="en-US" sz="42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nước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9715500" y="42291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954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r>
              <a:rPr lang="en-US" sz="42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mời</a:t>
            </a:r>
            <a:endParaRPr lang="en-US" sz="4200" dirty="0"/>
          </a:p>
        </p:txBody>
      </p:sp>
      <p:sp>
        <p:nvSpPr>
          <p:cNvPr id="15" name="Text 13"/>
          <p:cNvSpPr/>
          <p:nvPr/>
        </p:nvSpPr>
        <p:spPr>
          <a:xfrm>
            <a:off x="12954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Meta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334500" y="5810250"/>
            <a:ext cx="8039100" cy="2857500"/>
          </a:xfrm>
          <a:prstGeom prst="roundRect">
            <a:avLst>
              <a:gd name="adj" fmla="val 9333"/>
            </a:avLst>
          </a:prstGeom>
          <a:solidFill>
            <a:srgbClr val="E8E0CF"/>
          </a:solidFill>
          <a:ln/>
        </p:spPr>
      </p:sp>
      <p:sp>
        <p:nvSpPr>
          <p:cNvPr id="17" name="Text 15"/>
          <p:cNvSpPr/>
          <p:nvPr/>
        </p:nvSpPr>
        <p:spPr>
          <a:xfrm>
            <a:off x="9715500" y="6134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950" b="1" spc="17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9715500" y="6591300"/>
            <a:ext cx="7277100" cy="72390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42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Được</a:t>
            </a: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phép,</a:t>
            </a:r>
            <a:r>
              <a:rPr lang="en-US" sz="4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 luật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715500" y="7467600"/>
            <a:ext cx="7277100" cy="9525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Lặp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siết;</a:t>
            </a:r>
            <a:r>
              <a:rPr lang="en-US" sz="2700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02/12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0ebaba-39e4-4d80-9c65-0c5b59a0f7c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</a:t>
            </a:r>
            <a:r>
              <a:rPr lang="en-US" sz="72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7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lên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</a:t>
            </a:r>
            <a:r>
              <a:rPr lang="en-US" sz="72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hướng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700" b="1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700" dirty="0"/>
          </a:p>
        </p:txBody>
      </p:sp>
      <p:sp>
        <p:nvSpPr>
          <p:cNvPr id="5" name="Connector line-1792305476227-171684718"/>
          <p:cNvSpPr/>
          <p:nvPr/>
        </p:nvSpPr>
        <p:spPr>
          <a:xfrm>
            <a:off x="584835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676275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endParaRPr lang="en-US" sz="2700" dirty="0"/>
          </a:p>
        </p:txBody>
      </p:sp>
      <p:sp>
        <p:nvSpPr>
          <p:cNvPr id="7" name="Connector line-1792305476230-879220886"/>
          <p:cNvSpPr/>
          <p:nvPr/>
        </p:nvSpPr>
        <p:spPr>
          <a:xfrm>
            <a:off x="11696700" y="2952750"/>
            <a:ext cx="7429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12611100" y="2476500"/>
            <a:ext cx="4762500" cy="952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914400" y="3981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CHÍNH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573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12" name="Text richtext-1792305476238-351065063"/>
          <p:cNvSpPr/>
          <p:nvPr/>
        </p:nvSpPr>
        <p:spPr>
          <a:xfrm>
            <a:off x="12573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nhấp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 gian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Khảo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lòng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653415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7705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5" name="Text richtext-1792305476262-738850475"/>
          <p:cNvSpPr/>
          <p:nvPr/>
        </p:nvSpPr>
        <p:spPr>
          <a:xfrm>
            <a:off x="687705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 mạnh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Like,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sẻ,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Follower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trực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12153900" y="447675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496800" y="48006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8" name="Text richtext-1792305476283-57578766"/>
          <p:cNvSpPr/>
          <p:nvPr/>
        </p:nvSpPr>
        <p:spPr>
          <a:xfrm>
            <a:off x="12496800" y="533400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Chú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link,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hashtag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8858250"/>
            <a:ext cx="1428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</a:t>
            </a:r>
            <a:r>
              <a:rPr lang="en-US" sz="210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Trending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7/2025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03/12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35052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 hình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ba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nội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f967e795-6ee8-4a29-90ce-00c3bd48a95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 hạ</a:t>
            </a:r>
            <a:r>
              <a:rPr lang="en-US" sz="72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7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khỏi</a:t>
            </a: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đề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xuất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573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Hạ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chất</a:t>
            </a:r>
            <a:r>
              <a:rPr lang="en-US" sz="345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lượng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</a:t>
            </a:r>
            <a:endParaRPr lang="en-US" sz="3450" dirty="0"/>
          </a:p>
        </p:txBody>
      </p:sp>
      <p:sp>
        <p:nvSpPr>
          <p:cNvPr id="7" name="Text richtext-1792305549562-254176663"/>
          <p:cNvSpPr/>
          <p:nvPr/>
        </p:nvSpPr>
        <p:spPr>
          <a:xfrm>
            <a:off x="12573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 chống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spam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clickbait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Studio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Viewed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vs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swiped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away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7705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87705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FYF</a:t>
            </a:r>
            <a:r>
              <a:rPr lang="en-US" sz="34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clip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dùng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450" dirty="0"/>
          </a:p>
        </p:txBody>
      </p:sp>
      <p:sp>
        <p:nvSpPr>
          <p:cNvPr id="11" name="Text richtext-1792305549588-768514474"/>
          <p:cNvSpPr/>
          <p:nvPr/>
        </p:nvSpPr>
        <p:spPr>
          <a:xfrm>
            <a:off x="687705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 còn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watermark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Clip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thấp,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 từ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GIF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Dụ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tặng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quà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like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53900" y="2476500"/>
            <a:ext cx="5219700" cy="6286500"/>
          </a:xfrm>
          <a:prstGeom prst="roundRect">
            <a:avLst>
              <a:gd name="adj" fmla="val 5109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96800" y="2800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2496800" y="3276600"/>
            <a:ext cx="4533900" cy="1047750"/>
          </a:xfrm>
          <a:prstGeom prst="rect">
            <a:avLst/>
          </a:prstGeom>
          <a:noFill/>
          <a:ln/>
        </p:spPr>
        <p:txBody>
          <a:bodyPr wrap="square" lIns="0" tIns="26289" rIns="0" bIns="-26289" rtlCol="0" anchor="t"/>
          <a:lstStyle/>
          <a:p>
            <a:pPr algn="l" indent="0" marL="0">
              <a:lnSpc>
                <a:spcPts val="3726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Giảm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ưu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tiên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nội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45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3450" dirty="0"/>
          </a:p>
        </p:txBody>
      </p:sp>
      <p:sp>
        <p:nvSpPr>
          <p:cNvPr id="15" name="Text richtext-1792305549601-233677975"/>
          <p:cNvSpPr/>
          <p:nvPr/>
        </p:nvSpPr>
        <p:spPr>
          <a:xfrm>
            <a:off x="12496800" y="4667250"/>
            <a:ext cx="4533900" cy="3810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cùng,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thuyết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 thể</a:t>
            </a: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dirty="0" spc="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Màn hình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 cho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phạt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04/12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c46ea61d-65c8-4e0b-a8fe-c39abd9c01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ĐIỀU KIỆN</a:t>
            </a:r>
            <a:r>
              <a:rPr lang="en-US" sz="180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BẬT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Mốc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tối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thiểu</a:t>
            </a:r>
            <a:r>
              <a:rPr lang="en-US" sz="75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6289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32385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31/1/2027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6286500" y="25908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4.000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6286500" y="32194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40386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95400" y="42862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6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YouTube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295400" y="48958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1/2/2027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286500" y="42481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mới: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8.000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286500" y="48768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 không bị ảnh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 cách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56959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95400" y="594360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4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TikTok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295400" y="655320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1950" dirty="0" spc="-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6286500" y="590550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10.000</a:t>
            </a:r>
            <a:r>
              <a:rPr lang="en-US" sz="270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follower,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100.000</a:t>
            </a:r>
            <a:r>
              <a:rPr lang="en-US" sz="27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xem/30</a:t>
            </a:r>
            <a:r>
              <a:rPr lang="en-US" sz="27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ngày,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6286500" y="653415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14400" y="73533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95400" y="76009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32004" rIns="0" bIns="-32004" rtlCol="0" anchor="t"/>
          <a:lstStyle/>
          <a:p>
            <a:pPr algn="l" indent="0" marL="0">
              <a:lnSpc>
                <a:spcPts val="3744"/>
              </a:lnSpc>
              <a:buNone/>
            </a:pPr>
            <a:r>
              <a:rPr lang="en-US" sz="3600" dirty="0" spc="-1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Facebook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1295400" y="82105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6286500" y="7562850"/>
            <a:ext cx="1085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mời;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27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286500" y="8191500"/>
            <a:ext cx="1085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Bày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dashboard,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tab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Monetization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05/12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8543e26-21fc-4200-8a51-99c181e6ace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2027</a:t>
            </a:r>
            <a:r>
              <a:rPr lang="en-US" sz="180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Ngưỡng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YPP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1/2/2027</a:t>
            </a:r>
            <a:endParaRPr lang="en-US" sz="7200" dirty="0"/>
          </a:p>
        </p:txBody>
      </p:sp>
      <p:sp>
        <p:nvSpPr>
          <p:cNvPr id="4" name="Connector line-1792305595030-470449568"/>
          <p:cNvSpPr/>
          <p:nvPr/>
        </p:nvSpPr>
        <p:spPr>
          <a:xfrm>
            <a:off x="1905000" y="3238500"/>
            <a:ext cx="14478000" cy="0"/>
          </a:xfrm>
          <a:prstGeom prst="line">
            <a:avLst/>
          </a:prstGeom>
          <a:noFill/>
          <a:ln w="38100">
            <a:solidFill>
              <a:srgbClr val="3A3F5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321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/>
        </p:spPr>
      </p:sp>
      <p:sp>
        <p:nvSpPr>
          <p:cNvPr id="6" name="Shape 4"/>
          <p:cNvSpPr/>
          <p:nvPr/>
        </p:nvSpPr>
        <p:spPr>
          <a:xfrm>
            <a:off x="8934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7" name="Shape 5"/>
          <p:cNvSpPr/>
          <p:nvPr/>
        </p:nvSpPr>
        <p:spPr>
          <a:xfrm>
            <a:off x="14649450" y="3028950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95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18/10/2026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6667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31/1/2027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12382500" y="2247900"/>
            <a:ext cx="4953000" cy="666750"/>
          </a:xfrm>
          <a:prstGeom prst="rect">
            <a:avLst/>
          </a:prstGeom>
          <a:noFill/>
          <a:ln/>
        </p:spPr>
        <p:txBody>
          <a:bodyPr wrap="square" lIns="0" tIns="37338" rIns="0" bIns="-37338" rtlCol="0" anchor="t"/>
          <a:lstStyle/>
          <a:p>
            <a:pPr algn="ctr" indent="0" marL="0">
              <a:lnSpc>
                <a:spcPts val="4368"/>
              </a:lnSpc>
              <a:buNone/>
            </a:pPr>
            <a:r>
              <a:rPr lang="en-US" sz="42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1/2/2027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381000" y="3733800"/>
            <a:ext cx="6096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3,5 tháng</a:t>
            </a:r>
            <a:r>
              <a:rPr lang="en-US" sz="225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dưới</a:t>
            </a:r>
            <a:r>
              <a:rPr lang="en-US" sz="22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ngưỡng cũ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6667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2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Studio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382500" y="3733800"/>
            <a:ext cx="49530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ctr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225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9144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573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1950" dirty="0"/>
          </a:p>
        </p:txBody>
      </p:sp>
      <p:sp>
        <p:nvSpPr>
          <p:cNvPr id="16" name="Text richtext-1792305595043-842974380"/>
          <p:cNvSpPr/>
          <p:nvPr/>
        </p:nvSpPr>
        <p:spPr>
          <a:xfrm>
            <a:off x="12573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subscriber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653415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687705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KÊNH</a:t>
            </a:r>
            <a:r>
              <a:rPr lang="en-US" sz="1950" b="1" spc="2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YPP</a:t>
            </a:r>
            <a:endParaRPr lang="en-US" sz="1950" dirty="0"/>
          </a:p>
        </p:txBody>
      </p:sp>
      <p:sp>
        <p:nvSpPr>
          <p:cNvPr id="19" name="Text richtext-1792305595051-815954796"/>
          <p:cNvSpPr/>
          <p:nvPr/>
        </p:nvSpPr>
        <p:spPr>
          <a:xfrm>
            <a:off x="687705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Tư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ảnh</a:t>
            </a:r>
            <a:r>
              <a:rPr lang="en-US" sz="25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tiền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loại,</a:t>
            </a:r>
            <a:r>
              <a:rPr lang="en-US" sz="25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12153900" y="47625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12496800" y="50863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17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22" name="Text richtext-1792305595058-53929848"/>
          <p:cNvSpPr/>
          <p:nvPr/>
        </p:nvSpPr>
        <p:spPr>
          <a:xfrm>
            <a:off x="12496800" y="5619750"/>
            <a:ext cx="4533900" cy="3143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1.000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365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Shorts/90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Shorts, mỗi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06/12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3d169d05-b457-4ff0-864c-93690700083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80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RPM</a:t>
            </a: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chênh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 hàng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chục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7500" dirty="0"/>
          </a:p>
        </p:txBody>
      </p:sp>
      <p:sp>
        <p:nvSpPr>
          <p:cNvPr id="4" name="Connector line-1792305595815-699595942"/>
          <p:cNvSpPr/>
          <p:nvPr/>
        </p:nvSpPr>
        <p:spPr>
          <a:xfrm>
            <a:off x="59055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Connector line-1792305595815-741578907"/>
          <p:cNvSpPr/>
          <p:nvPr/>
        </p:nvSpPr>
        <p:spPr>
          <a:xfrm>
            <a:off x="9398318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6" name="Connector line-1792305595816-101076256"/>
          <p:cNvSpPr/>
          <p:nvPr/>
        </p:nvSpPr>
        <p:spPr>
          <a:xfrm>
            <a:off x="12890182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7" name="Connector line-1792305595816-649596930"/>
          <p:cNvSpPr/>
          <p:nvPr/>
        </p:nvSpPr>
        <p:spPr>
          <a:xfrm>
            <a:off x="16383000" y="2667000"/>
            <a:ext cx="0" cy="542925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8" name="Connector line-1792305595816-996247917"/>
          <p:cNvSpPr/>
          <p:nvPr/>
        </p:nvSpPr>
        <p:spPr>
          <a:xfrm>
            <a:off x="5905500" y="8096250"/>
            <a:ext cx="10477500" cy="0"/>
          </a:xfrm>
          <a:prstGeom prst="line">
            <a:avLst/>
          </a:prstGeom>
          <a:noFill/>
          <a:ln w="19050">
            <a:solidFill>
              <a:srgbClr val="6B6A66"/>
            </a:solidFill>
            <a:prstDash val="solid"/>
            <a:headEnd type="none"/>
            <a:tailEnd type="none"/>
          </a:ln>
        </p:spPr>
      </p:sp>
      <p:sp>
        <p:nvSpPr>
          <p:cNvPr id="9" name="Text 7"/>
          <p:cNvSpPr/>
          <p:nvPr/>
        </p:nvSpPr>
        <p:spPr>
          <a:xfrm>
            <a:off x="5334000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826818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18682" y="8210550"/>
            <a:ext cx="1143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621000" y="8210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30289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 giải</a:t>
            </a:r>
            <a:r>
              <a:rPr lang="en-US" sz="22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33909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 USD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2890182" y="3171825"/>
            <a:ext cx="3154680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0767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44386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0,04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0,10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8008620" y="42195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914400" y="512445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YouTube,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14400" y="54864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khoảng 0,22 USD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0420350" y="5267325"/>
            <a:ext cx="342900" cy="342900"/>
          </a:xfrm>
          <a:prstGeom prst="roundRect">
            <a:avLst>
              <a:gd name="adj" fmla="val 50000"/>
            </a:avLst>
          </a:prstGeom>
          <a:solidFill>
            <a:srgbClr val="F3EEE3"/>
          </a:solidFill>
          <a:ln w="57150">
            <a:solidFill>
              <a:srgbClr val="E847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61722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b="1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endParaRPr lang="en-US" sz="2250" dirty="0"/>
          </a:p>
        </p:txBody>
      </p:sp>
      <p:sp>
        <p:nvSpPr>
          <p:cNvPr id="23" name="Text 21"/>
          <p:cNvSpPr/>
          <p:nvPr/>
        </p:nvSpPr>
        <p:spPr>
          <a:xfrm>
            <a:off x="914400" y="6534150"/>
            <a:ext cx="4762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0,40</a:t>
            </a:r>
            <a:r>
              <a:rPr lang="en-US" sz="195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1,00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1500485" y="6315075"/>
            <a:ext cx="1389698" cy="32385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73914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b="1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914400" y="775335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0,02</a:t>
            </a:r>
            <a:r>
              <a:rPr lang="en-US" sz="19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0,20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USD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6956107" y="7534275"/>
            <a:ext cx="3493770" cy="3238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87630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logarit.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của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ba: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RPM.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07/12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80a5697-1fe7-46bf-9b8b-d7f06f67f0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6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b="1" spc="29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72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lượt</a:t>
            </a:r>
            <a:r>
              <a:rPr lang="en-US" sz="72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xem</a:t>
            </a:r>
            <a:r>
              <a:rPr lang="en-US" sz="7200" dirty="0" spc="-9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2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nhiêu?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11239500" cy="6191250"/>
          </a:xfrm>
          <a:prstGeom prst="roundRect">
            <a:avLst>
              <a:gd name="adj" fmla="val 4308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8194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7239000" y="26860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1.000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8.000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7" name="Connector line-1792305677470-220348093"/>
          <p:cNvSpPr/>
          <p:nvPr/>
        </p:nvSpPr>
        <p:spPr>
          <a:xfrm>
            <a:off x="1295400" y="36957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39814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dài,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khán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Nam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7239000" y="38481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khoảng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220 USD</a:t>
            </a:r>
            <a:endParaRPr lang="en-US" sz="3450" dirty="0"/>
          </a:p>
        </p:txBody>
      </p:sp>
      <p:sp>
        <p:nvSpPr>
          <p:cNvPr id="10" name="Connector line-1792305677475-727717167"/>
          <p:cNvSpPr/>
          <p:nvPr/>
        </p:nvSpPr>
        <p:spPr>
          <a:xfrm>
            <a:off x="1295400" y="48577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51435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6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Shorts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239000" y="50101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r>
              <a:rPr lang="en-US" sz="3450" dirty="0" spc="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100</a:t>
            </a:r>
            <a:r>
              <a:rPr lang="en-US" sz="3450" dirty="0" spc="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3" name="Connector line-1792305677479-104528603"/>
          <p:cNvSpPr/>
          <p:nvPr/>
        </p:nvSpPr>
        <p:spPr>
          <a:xfrm>
            <a:off x="1295400" y="601980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1295400" y="63055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4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r>
              <a:rPr lang="en-US" sz="22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22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Rewards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(8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nước)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7239000" y="617220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400</a:t>
            </a:r>
            <a:r>
              <a:rPr lang="en-US" sz="3450" dirty="0" spc="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1.000</a:t>
            </a:r>
            <a:r>
              <a:rPr lang="en-US" sz="345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6" name="Connector line-1792305677482-990674431"/>
          <p:cNvSpPr/>
          <p:nvPr/>
        </p:nvSpPr>
        <p:spPr>
          <a:xfrm>
            <a:off x="1295400" y="7181850"/>
            <a:ext cx="104775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295400" y="746760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7239000" y="7334250"/>
            <a:ext cx="466725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r>
              <a:rPr lang="en-US" sz="345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34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</a:t>
            </a:r>
            <a:r>
              <a:rPr lang="en-US" sz="345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USD</a:t>
            </a:r>
            <a:endParaRPr lang="en-US" sz="3450" dirty="0"/>
          </a:p>
        </p:txBody>
      </p:sp>
      <p:sp>
        <p:nvSpPr>
          <p:cNvPr id="19" name="Text 17"/>
          <p:cNvSpPr/>
          <p:nvPr/>
        </p:nvSpPr>
        <p:spPr>
          <a:xfrm>
            <a:off x="914400" y="87058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RPM ở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trước.</a:t>
            </a:r>
            <a:r>
              <a:rPr lang="en-US" sz="1800" dirty="0" spc="-2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TikTok: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kiện;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công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tỷ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kiện,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thấp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Additional</a:t>
            </a:r>
            <a:r>
              <a:rPr lang="en-US" sz="180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Reward.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2534900" y="2381250"/>
            <a:ext cx="4838700" cy="6191250"/>
          </a:xfrm>
          <a:prstGeom prst="roundRect">
            <a:avLst>
              <a:gd name="adj" fmla="val 5512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877800" y="2705100"/>
            <a:ext cx="4152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195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1950" dirty="0"/>
          </a:p>
        </p:txBody>
      </p:sp>
      <p:sp>
        <p:nvSpPr>
          <p:cNvPr id="22" name="Text 20"/>
          <p:cNvSpPr/>
          <p:nvPr/>
        </p:nvSpPr>
        <p:spPr>
          <a:xfrm>
            <a:off x="12877800" y="3143250"/>
            <a:ext cx="4152900" cy="1238250"/>
          </a:xfrm>
          <a:prstGeom prst="rect">
            <a:avLst/>
          </a:prstGeom>
          <a:noFill/>
          <a:ln/>
        </p:spPr>
        <p:txBody>
          <a:bodyPr wrap="square" lIns="0" tIns="80010" rIns="0" bIns="-80010" rtlCol="0" anchor="t"/>
          <a:lstStyle/>
          <a:p>
            <a:pPr algn="l" indent="0" marL="0">
              <a:lnSpc>
                <a:spcPts val="9360"/>
              </a:lnSpc>
              <a:buNone/>
            </a:pPr>
            <a:r>
              <a:rPr lang="en-US" sz="90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81%</a:t>
            </a:r>
            <a:endParaRPr lang="en-US" sz="9000" dirty="0"/>
          </a:p>
        </p:txBody>
      </p:sp>
      <p:sp>
        <p:nvSpPr>
          <p:cNvPr id="23" name="Text 21"/>
          <p:cNvSpPr/>
          <p:nvPr/>
        </p:nvSpPr>
        <p:spPr>
          <a:xfrm>
            <a:off x="12877800" y="4457700"/>
            <a:ext cx="4152900" cy="1143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creator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 nhập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brand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deal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(#paid,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2026)</a:t>
            </a:r>
            <a:endParaRPr lang="en-US" sz="2250" dirty="0"/>
          </a:p>
        </p:txBody>
      </p:sp>
      <p:sp>
        <p:nvSpPr>
          <p:cNvPr id="24" name="Connector line-1792305677497-170994136"/>
          <p:cNvSpPr/>
          <p:nvPr/>
        </p:nvSpPr>
        <p:spPr>
          <a:xfrm>
            <a:off x="12877800" y="5772150"/>
            <a:ext cx="41529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25" name="Text richtext-1792305677497-393727939"/>
          <p:cNvSpPr/>
          <p:nvPr/>
        </p:nvSpPr>
        <p:spPr>
          <a:xfrm>
            <a:off x="12877800" y="6000750"/>
            <a:ext cx="4152900" cy="2381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hồng</a:t>
            </a:r>
            <a:r>
              <a:rPr lang="en-US" sz="255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affiliate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25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20%</a:t>
            </a: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(blog)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Tiền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endParaRPr lang="en-US" sz="2550" dirty="0"/>
          </a:p>
        </p:txBody>
      </p:sp>
      <p:sp>
        <p:nvSpPr>
          <p:cNvPr id="26" name="Shape 24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08/12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e2d2850d-5aef-4eef-abd5-0f47246aed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VIDEO</a:t>
            </a:r>
            <a:r>
              <a:rPr lang="en-US" sz="1800" b="1" spc="24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75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7500" dirty="0" spc="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r>
              <a:rPr lang="en-US" sz="75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38125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3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thức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r>
              <a:rPr lang="en-US" sz="3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</a:t>
            </a:r>
            <a:r>
              <a:rPr lang="en-US" sz="3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</a:t>
            </a:r>
            <a:endParaRPr lang="en-US" sz="39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573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7" name="Text richtext-1792305678213-373476176"/>
          <p:cNvSpPr/>
          <p:nvPr/>
        </p:nvSpPr>
        <p:spPr>
          <a:xfrm>
            <a:off x="12573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giới hạn khán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3415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7705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10" name="Text richtext-1792305678219-530878341"/>
          <p:cNvSpPr/>
          <p:nvPr/>
        </p:nvSpPr>
        <p:spPr>
          <a:xfrm>
            <a:off x="687705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phối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12153900" y="3810000"/>
            <a:ext cx="5219700" cy="4762500"/>
          </a:xfrm>
          <a:prstGeom prst="roundRect">
            <a:avLst>
              <a:gd name="adj" fmla="val 5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96800" y="413385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3" name="Text richtext-1792305678226-668456839"/>
          <p:cNvSpPr/>
          <p:nvPr/>
        </p:nvSpPr>
        <p:spPr>
          <a:xfrm>
            <a:off x="12496800" y="4667250"/>
            <a:ext cx="4533900" cy="3714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info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cung cấp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 giảm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1587f633-bc3c-46a6-8fd0-8dc1c535b2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 TRÊN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AI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7500" dirty="0" spc="-9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kiếm</a:t>
            </a:r>
            <a:r>
              <a:rPr lang="en-US" sz="75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tiền?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950" dirty="0"/>
          </a:p>
        </p:txBody>
      </p:sp>
      <p:sp>
        <p:nvSpPr>
          <p:cNvPr id="6" name="Text richtext-1792305702542-757369029"/>
          <p:cNvSpPr/>
          <p:nvPr/>
        </p:nvSpPr>
        <p:spPr>
          <a:xfrm>
            <a:off x="12954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từ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giống nhau hàng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loạt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clip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 không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quan,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2700" dirty="0" spc="-4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chuyên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715500" y="27432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CHẤP NHẬN</a:t>
            </a:r>
            <a:endParaRPr lang="en-US" sz="1950" dirty="0"/>
          </a:p>
        </p:txBody>
      </p:sp>
      <p:sp>
        <p:nvSpPr>
          <p:cNvPr id="9" name="Text richtext-1792305702550-926960771"/>
          <p:cNvSpPr/>
          <p:nvPr/>
        </p:nvSpPr>
        <p:spPr>
          <a:xfrm>
            <a:off x="9715500" y="3295650"/>
            <a:ext cx="7277100" cy="4191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700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vật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65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hỗ</a:t>
            </a:r>
            <a:r>
              <a:rPr lang="en-US" sz="270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Sản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tầm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nhìn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8001000"/>
            <a:ext cx="16459200" cy="1047750"/>
          </a:xfrm>
          <a:prstGeom prst="roundRect">
            <a:avLst>
              <a:gd name="adj" fmla="val 21818"/>
            </a:avLst>
          </a:prstGeom>
          <a:solidFill>
            <a:srgbClr val="2A2418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8210550"/>
            <a:ext cx="15716250" cy="7239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Chủ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</a:t>
            </a:r>
            <a:r>
              <a:rPr lang="en-US" sz="25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nhạy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cảm:</a:t>
            </a:r>
            <a:r>
              <a:rPr lang="en-US" sz="2550" b="1" dirty="0" spc="1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sức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khỏe,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pháp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lý,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 chính,</a:t>
            </a:r>
            <a:r>
              <a:rPr lang="en-US" sz="25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25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r>
              <a:rPr lang="en-US" sz="255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5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55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5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5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5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-1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F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10/12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84b92dd8-0b95-4671-9663-6dc1a8d738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THỨC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Đăng</a:t>
            </a:r>
            <a:r>
              <a:rPr lang="en-US" sz="72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API: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72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72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mức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YOUTUBE</a:t>
            </a:r>
            <a:endParaRPr lang="en-US" sz="1950" dirty="0"/>
          </a:p>
        </p:txBody>
      </p:sp>
      <p:sp>
        <p:nvSpPr>
          <p:cNvPr id="6" name="Text richtext-1792305703330-286253789"/>
          <p:cNvSpPr/>
          <p:nvPr/>
        </p:nvSpPr>
        <p:spPr>
          <a:xfrm>
            <a:off x="12573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100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containsSyntheticMedia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thuẫn,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653415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7705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TIKTOK</a:t>
            </a:r>
            <a:endParaRPr lang="en-US" sz="1950" dirty="0"/>
          </a:p>
        </p:txBody>
      </p:sp>
      <p:sp>
        <p:nvSpPr>
          <p:cNvPr id="9" name="Text richtext-1792305703335-158563325"/>
          <p:cNvSpPr/>
          <p:nvPr/>
        </p:nvSpPr>
        <p:spPr>
          <a:xfrm>
            <a:off x="687705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audit: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 qua audit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Upload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thư,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hẹn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55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12153900" y="2381250"/>
            <a:ext cx="5219700" cy="5334000"/>
          </a:xfrm>
          <a:prstGeom prst="roundRect">
            <a:avLst>
              <a:gd name="adj" fmla="val 510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496800" y="2705100"/>
            <a:ext cx="45339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FACEBOOK</a:t>
            </a:r>
            <a:endParaRPr lang="en-US" sz="1950" dirty="0"/>
          </a:p>
        </p:txBody>
      </p:sp>
      <p:sp>
        <p:nvSpPr>
          <p:cNvPr id="12" name="Text richtext-1792305703341-473149127"/>
          <p:cNvSpPr/>
          <p:nvPr/>
        </p:nvSpPr>
        <p:spPr>
          <a:xfrm>
            <a:off x="12496800" y="3238500"/>
            <a:ext cx="4533900" cy="4286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-7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Reel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952500"/>
          </a:xfrm>
          <a:prstGeom prst="roundRect">
            <a:avLst>
              <a:gd name="adj" fmla="val 24000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nền tảng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 nói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API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giảm</a:t>
            </a:r>
            <a:r>
              <a:rPr lang="en-US" sz="30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reach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11/12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c8a71ce9-4c09-455e-81ca-387988735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7150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9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LUẬN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952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Việc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 làm</a:t>
            </a:r>
            <a:r>
              <a:rPr lang="en-US" sz="7500" dirty="0" spc="-8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VIỆC</a:t>
            </a:r>
            <a:r>
              <a:rPr lang="en-US" sz="1950" b="1" spc="203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endParaRPr lang="en-US" sz="1950" dirty="0"/>
          </a:p>
        </p:txBody>
      </p:sp>
      <p:sp>
        <p:nvSpPr>
          <p:cNvPr id="6" name="Text richtext-1792305704157-711412469"/>
          <p:cNvSpPr/>
          <p:nvPr/>
        </p:nvSpPr>
        <p:spPr>
          <a:xfrm>
            <a:off x="12954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 dung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chân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334500" y="2381250"/>
            <a:ext cx="80391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15500" y="2705100"/>
            <a:ext cx="7277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</a:t>
            </a:r>
            <a:r>
              <a:rPr lang="en-US" sz="1950" b="1" spc="22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endParaRPr lang="en-US" sz="1950" dirty="0"/>
          </a:p>
        </p:txBody>
      </p:sp>
      <p:sp>
        <p:nvSpPr>
          <p:cNvPr id="9" name="Text richtext-1792305704161-757323351"/>
          <p:cNvSpPr/>
          <p:nvPr/>
        </p:nvSpPr>
        <p:spPr>
          <a:xfrm>
            <a:off x="9715500" y="3238500"/>
            <a:ext cx="7277100" cy="31432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700" dirty="0" spc="-6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verify: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27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2700" dirty="0"/>
          </a:p>
          <a:p>
            <a:pPr algn="l" marL="342900" indent="-244981">
              <a:lnSpc>
                <a:spcPts val="3510"/>
              </a:lnSpc>
              <a:buSzPct val="100000"/>
              <a:buFont typeface="Arial"/>
              <a:buChar char="•"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RPM: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14400" y="68961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650" b="1" spc="22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14400" y="72580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YPP:</a:t>
            </a:r>
            <a:r>
              <a:rPr lang="en-US" sz="1650" dirty="0" spc="-4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YouTube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Partner</a:t>
            </a:r>
            <a:r>
              <a:rPr lang="en-US" sz="165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RPM: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1.000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FYF:</a:t>
            </a:r>
            <a:r>
              <a:rPr lang="en-US" sz="165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</a:t>
            </a:r>
            <a:r>
              <a:rPr lang="en-US" sz="1650" dirty="0" spc="-4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You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feed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C2PA: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metadata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(Content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Credentials)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API: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65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914400" y="815340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b="1" spc="224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1650" b="1" spc="23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226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1650" b="1" spc="2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r>
              <a:rPr lang="en-US" sz="1650" b="1" spc="217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research/xu-huong-kiem-tien-youtube-tiktok-facebook.md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14400" y="85153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3667" rIns="0" bIns="-3667" rtlCol="0" anchor="t"/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support.google.com/youtube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developers.google.com/youtube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tiktok.com/creator-academy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developers.tiktok.com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creators.facebook.com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about.fb.com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developers.facebook.com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9334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765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71950" y="941070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495800" y="941070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857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kiếm tiền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12/12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4826b097-7741-43d0-a579-80bd7e526b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2026-10-18T09:38:06Z</dcterms:created>
  <dcterms:modified xsi:type="dcterms:W3CDTF">2026-10-18T09:38:06Z</dcterms:modified>
</cp:coreProperties>
</file>