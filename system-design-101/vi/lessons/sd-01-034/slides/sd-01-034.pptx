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Roboto Mono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2862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81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phương</a:t>
            </a:r>
            <a:r>
              <a:rPr lang="en-US" sz="81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8100" dirty="0" spc="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HTTP:</a:t>
            </a: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 làm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81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191500" cy="571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3000" dirty="0"/>
          </a:p>
        </p:txBody>
      </p:sp>
      <p:sp>
        <p:nvSpPr>
          <p:cNvPr id="5" name="Connector line-1792372096410-381168651"/>
          <p:cNvSpPr/>
          <p:nvPr/>
        </p:nvSpPr>
        <p:spPr>
          <a:xfrm>
            <a:off x="914400" y="628650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524625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096500" y="1238250"/>
            <a:ext cx="72771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77500" y="1524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10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HỎI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0477500" y="228600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  HEAD  OPTIONS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10096500" y="3905250"/>
            <a:ext cx="72771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77500" y="4191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8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100" b="1" spc="14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100" b="1" spc="1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b="1" spc="1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477500" y="495300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  PUT  PATCH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10096500" y="6572250"/>
            <a:ext cx="72771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77500" y="6858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100" b="1" spc="14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3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477500" y="762000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DELETE  CONNECT  TRACE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b90214ad-8d5e-487c-ac05-f7ef764445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Phương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14500" y="4762500"/>
            <a:ext cx="4381500" cy="1524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525000" y="3238500"/>
            <a:ext cx="7239000" cy="1333500"/>
          </a:xfrm>
          <a:prstGeom prst="roundRect">
            <a:avLst>
              <a:gd name="adj" fmla="val 17143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9906000" y="3429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/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906000" y="3905250"/>
            <a:ext cx="647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</a:t>
            </a:r>
            <a:r>
              <a:rPr lang="en-US" sz="2850" b="1" dirty="0" spc="-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HEAD · OPTIONS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525000" y="4857750"/>
            <a:ext cx="7239000" cy="1333500"/>
          </a:xfrm>
          <a:prstGeom prst="roundRect">
            <a:avLst>
              <a:gd name="adj" fmla="val 17143"/>
            </a:avLst>
          </a:prstGeom>
          <a:solidFill>
            <a:srgbClr val="F8D9D0"/>
          </a:solidFill>
          <a:ln/>
        </p:spPr>
      </p:sp>
      <p:sp>
        <p:nvSpPr>
          <p:cNvPr id="10" name="Text 8"/>
          <p:cNvSpPr/>
          <p:nvPr/>
        </p:nvSpPr>
        <p:spPr>
          <a:xfrm>
            <a:off x="9906000" y="5048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1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0" y="5524500"/>
            <a:ext cx="647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</a:t>
            </a:r>
            <a:r>
              <a:rPr lang="en-US" sz="2850" b="1" dirty="0" spc="-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PUT · PATCH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525000" y="6477000"/>
            <a:ext cx="7239000" cy="1333500"/>
          </a:xfrm>
          <a:prstGeom prst="roundRect">
            <a:avLst>
              <a:gd name="adj" fmla="val 17143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0" y="6667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14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3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906000" y="7143750"/>
            <a:ext cx="647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DELETE</a:t>
            </a:r>
            <a:r>
              <a:rPr lang="en-US" sz="2850" b="1" dirty="0" spc="-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CONNECT</a:t>
            </a:r>
            <a:r>
              <a:rPr lang="en-US" sz="2850" b="1" dirty="0" spc="-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TRACE</a:t>
            </a:r>
            <a:endParaRPr lang="en-US" sz="2850" dirty="0"/>
          </a:p>
        </p:txBody>
      </p:sp>
      <p:sp>
        <p:nvSpPr>
          <p:cNvPr id="15" name="Connector line-1792372123849-3697587"/>
          <p:cNvSpPr/>
          <p:nvPr/>
        </p:nvSpPr>
        <p:spPr>
          <a:xfrm flipV="1">
            <a:off x="6096000" y="3905250"/>
            <a:ext cx="3429000" cy="1619250"/>
          </a:xfrm>
          <a:prstGeom prst="curvedConnector3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16" name="Connector line-1792372123850-644187971"/>
          <p:cNvSpPr/>
          <p:nvPr/>
        </p:nvSpPr>
        <p:spPr>
          <a:xfrm>
            <a:off x="6096000" y="5524500"/>
            <a:ext cx="3429000" cy="95"/>
          </a:xfrm>
          <a:custGeom>
            <a:avLst/>
            <a:gdLst/>
            <a:ahLst/>
            <a:cxnLst/>
            <a:rect l="l" t="t" r="r" b="b"/>
            <a:pathLst>
              <a:path w="3429000" h="95">
                <a:moveTo>
                  <a:pt x="0" y="0"/>
                </a:moveTo>
                <a:lnTo>
                  <a:pt x="1714500" y="0"/>
                </a:lnTo>
                <a:lnTo>
                  <a:pt x="1714500" y="0"/>
                </a:lnTo>
                <a:lnTo>
                  <a:pt x="3429000" y="0"/>
                </a:lnTo>
              </a:path>
            </a:pathLst>
          </a:custGeom>
          <a:ln w="38100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7" name="Connector line-1792372123850-88154041"/>
          <p:cNvSpPr/>
          <p:nvPr/>
        </p:nvSpPr>
        <p:spPr>
          <a:xfrm>
            <a:off x="6096000" y="5524500"/>
            <a:ext cx="3429000" cy="1619250"/>
          </a:xfrm>
          <a:prstGeom prst="curvedConnector3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8" name="Text 16"/>
          <p:cNvSpPr/>
          <p:nvPr/>
        </p:nvSpPr>
        <p:spPr>
          <a:xfrm>
            <a:off x="914400" y="84772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5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5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cứu,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phải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danh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48e33ad-5971-4232-8620-e81c933cd0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 ·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Lấy,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 khả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4953000" cy="4381500"/>
          </a:xfrm>
          <a:prstGeom prst="rect">
            <a:avLst/>
          </a:prstGeom>
          <a:noFill/>
          <a:ln/>
        </p:spPr>
        <p:txBody>
          <a:bodyPr wrap="square" lIns="0" tIns="335280" rIns="0" bIns="-335280" rtlCol="0" anchor="t"/>
          <a:lstStyle/>
          <a:p>
            <a:pPr algn="l" indent="0" marL="0">
              <a:lnSpc>
                <a:spcPts val="33000"/>
              </a:lnSpc>
              <a:buNone/>
            </a:pPr>
            <a:r>
              <a:rPr lang="en-US" sz="330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0" dirty="0"/>
          </a:p>
        </p:txBody>
      </p:sp>
      <p:sp>
        <p:nvSpPr>
          <p:cNvPr id="5" name="Text 3"/>
          <p:cNvSpPr/>
          <p:nvPr/>
        </p:nvSpPr>
        <p:spPr>
          <a:xfrm>
            <a:off x="914400" y="723900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phương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7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667500" y="2952750"/>
            <a:ext cx="10706100" cy="1714500"/>
          </a:xfrm>
          <a:prstGeom prst="roundRect">
            <a:avLst>
              <a:gd name="adj" fmla="val 15556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7048500" y="3190875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0F766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048500" y="390525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 hiện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667500" y="4857750"/>
            <a:ext cx="107061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8500" y="5095875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0F766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HEAD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048500" y="581025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</a:t>
            </a:r>
            <a:r>
              <a:rPr lang="en-US" sz="2700" dirty="0" spc="-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GET,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6667500" y="6762750"/>
            <a:ext cx="107061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8500" y="7000875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0F766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OPTIONS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048500" y="771525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a1e3ef0-81dd-4954-8c51-1a04ba2dbb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800" b="1" spc="26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đi: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thay,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5334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86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 spc="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</a:t>
            </a:r>
            <a:endParaRPr lang="en-US" sz="4800" dirty="0"/>
          </a:p>
        </p:txBody>
      </p:sp>
      <p:sp>
        <p:nvSpPr>
          <p:cNvPr id="6" name="Text richtext-1792372154730-582802383"/>
          <p:cNvSpPr/>
          <p:nvPr/>
        </p:nvSpPr>
        <p:spPr>
          <a:xfrm>
            <a:off x="1295400" y="4381500"/>
            <a:ext cx="4572000" cy="352425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ngữ nghĩa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477000" y="2952750"/>
            <a:ext cx="5334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286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 spc="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PUT</a:t>
            </a:r>
            <a:endParaRPr lang="en-US" sz="4800" dirty="0"/>
          </a:p>
        </p:txBody>
      </p:sp>
      <p:sp>
        <p:nvSpPr>
          <p:cNvPr id="9" name="Text richtext-1792372154759-436592288"/>
          <p:cNvSpPr/>
          <p:nvPr/>
        </p:nvSpPr>
        <p:spPr>
          <a:xfrm>
            <a:off x="6858000" y="4381500"/>
            <a:ext cx="4572000" cy="352425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8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 biểu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7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039600" y="2952750"/>
            <a:ext cx="5334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286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 spc="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PATCH</a:t>
            </a:r>
            <a:endParaRPr lang="en-US" sz="4800" dirty="0"/>
          </a:p>
        </p:txBody>
      </p:sp>
      <p:sp>
        <p:nvSpPr>
          <p:cNvPr id="12" name="Text richtext-1792372154769-312656674"/>
          <p:cNvSpPr/>
          <p:nvPr/>
        </p:nvSpPr>
        <p:spPr>
          <a:xfrm>
            <a:off x="12420600" y="4381500"/>
            <a:ext cx="4572000" cy="352425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Áp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PUT ít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23fa71c-2e86-481e-be7c-b45ae03a45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Gỡ,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hầm,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6096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908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180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715000" y="29908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spc="13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381000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3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DELETE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5715000" y="3762375"/>
            <a:ext cx="1143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Gỡ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 hiện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715000" y="4286250"/>
            <a:ext cx="1143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2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0" name="Connector line-1792372173401-710126935"/>
          <p:cNvSpPr/>
          <p:nvPr/>
        </p:nvSpPr>
        <p:spPr>
          <a:xfrm>
            <a:off x="914400" y="50482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38250" y="54292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3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CONNECT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5715000" y="5524500"/>
            <a:ext cx="1143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550" dirty="0"/>
          </a:p>
        </p:txBody>
      </p:sp>
      <p:sp>
        <p:nvSpPr>
          <p:cNvPr id="13" name="Connector line-1792372173404-428897780"/>
          <p:cNvSpPr/>
          <p:nvPr/>
        </p:nvSpPr>
        <p:spPr>
          <a:xfrm>
            <a:off x="914400" y="64770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38250" y="685800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3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TRACE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5715000" y="6953250"/>
            <a:ext cx="1143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 chiếu thông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chẩn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e9ea47e-ebf7-4096-a5c3-956f7ff0a2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phương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48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095625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857500" y="3762375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</a:t>
            </a:r>
            <a:r>
              <a:rPr lang="en-US" sz="2700" b="1" dirty="0" spc="-4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HEAD</a:t>
            </a:r>
            <a:r>
              <a:rPr lang="en-US" sz="2700" b="1" dirty="0" spc="-4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OPTIONS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76250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4953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857500" y="5000625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57500" y="5667375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</a:t>
            </a:r>
            <a:r>
              <a:rPr lang="en-US" sz="2700" b="1" dirty="0" spc="-4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PUT</a:t>
            </a:r>
            <a:r>
              <a:rPr lang="en-US" sz="2700" b="1" dirty="0" spc="-4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PATCH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66750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858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857500" y="6905625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 việc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2857500" y="7572375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DELETE</a:t>
            </a:r>
            <a:r>
              <a:rPr lang="en-US" sz="2700" b="1" dirty="0" spc="-4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CONNECT</a:t>
            </a:r>
            <a:r>
              <a:rPr lang="en-US" sz="2700" b="1" dirty="0" spc="-4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TRACE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620125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2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2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cứu,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9fac665-90e0-4365-bea2-758300b377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2382500" cy="114300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5184"/>
              </a:lnSpc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Lần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 báo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48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thấy: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idempotent?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4287500" y="1390650"/>
            <a:ext cx="3086100" cy="1143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2190750" y="2857500"/>
            <a:ext cx="3619500" cy="800100"/>
          </a:xfrm>
          <a:prstGeom prst="roundRect">
            <a:avLst>
              <a:gd name="adj" fmla="val 2619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477750" y="2857500"/>
            <a:ext cx="3619500" cy="800100"/>
          </a:xfrm>
          <a:prstGeom prst="roundRect">
            <a:avLst>
              <a:gd name="adj" fmla="val 2619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7" name="Connector line-1792372204694-224675562"/>
          <p:cNvSpPr/>
          <p:nvPr/>
        </p:nvSpPr>
        <p:spPr>
          <a:xfrm>
            <a:off x="4000500" y="3657600"/>
            <a:ext cx="0" cy="41529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8" name="Connector line-1792372204695-597465004"/>
          <p:cNvSpPr/>
          <p:nvPr/>
        </p:nvSpPr>
        <p:spPr>
          <a:xfrm>
            <a:off x="14287500" y="3657600"/>
            <a:ext cx="0" cy="41529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9" name="Connector line-1792372204695-262350187"/>
          <p:cNvSpPr/>
          <p:nvPr/>
        </p:nvSpPr>
        <p:spPr>
          <a:xfrm>
            <a:off x="4000500" y="4381500"/>
            <a:ext cx="1019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381500" y="3857625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1 · DELETE</a:t>
            </a:r>
            <a:r>
              <a:rPr lang="en-US" sz="2400" b="1" dirty="0" spc="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/notes/42</a:t>
            </a:r>
            <a:endParaRPr lang="en-US" sz="2400" dirty="0"/>
          </a:p>
        </p:txBody>
      </p:sp>
      <p:sp>
        <p:nvSpPr>
          <p:cNvPr id="11" name="Connector line-1792372204697-958854217"/>
          <p:cNvSpPr/>
          <p:nvPr/>
        </p:nvSpPr>
        <p:spPr>
          <a:xfrm flipH="1">
            <a:off x="4095750" y="5238750"/>
            <a:ext cx="10191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381500" y="4714875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250" dirty="0" spc="-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endParaRPr lang="en-US" sz="2250" dirty="0"/>
          </a:p>
        </p:txBody>
      </p:sp>
      <p:sp>
        <p:nvSpPr>
          <p:cNvPr id="13" name="Connector line-1792372204699-545183723"/>
          <p:cNvSpPr/>
          <p:nvPr/>
        </p:nvSpPr>
        <p:spPr>
          <a:xfrm>
            <a:off x="4000500" y="6191250"/>
            <a:ext cx="1019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381500" y="5667375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3 · DELETE</a:t>
            </a:r>
            <a:r>
              <a:rPr lang="en-US" sz="2400" b="1" dirty="0" spc="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/notes/42</a:t>
            </a:r>
            <a:r>
              <a:rPr lang="en-US" sz="2400" b="1" dirty="0" spc="4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lần</a:t>
            </a:r>
            <a:r>
              <a:rPr lang="en-US" sz="2400" b="1" dirty="0" spc="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nữa</a:t>
            </a:r>
            <a:endParaRPr lang="en-US" sz="2400" dirty="0"/>
          </a:p>
        </p:txBody>
      </p:sp>
      <p:sp>
        <p:nvSpPr>
          <p:cNvPr id="15" name="Connector line-1792372204701-403734620"/>
          <p:cNvSpPr/>
          <p:nvPr/>
        </p:nvSpPr>
        <p:spPr>
          <a:xfrm flipH="1">
            <a:off x="4095750" y="7048500"/>
            <a:ext cx="10191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4381500" y="6524625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5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250" dirty="0" spc="-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thấy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DDE3FA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8115300"/>
            <a:ext cx="1581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Idempotent</a:t>
            </a:r>
            <a:r>
              <a:rPr lang="en-US" sz="22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b="1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ứng,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" y="8553450"/>
            <a:ext cx="1581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1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</a:t>
            </a:r>
            <a:r>
              <a:rPr lang="en-US" sz="21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2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100" dirty="0" spc="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a786051f-39d4-473a-8840-ec2fb04a59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KHI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90875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NGỮ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b="1" spc="14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81000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14641" rIns="0" bIns="-14641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b="1" dirty="0" spc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  HEAD</a:t>
            </a:r>
            <a:r>
              <a:rPr lang="en-US" sz="3000" b="1" dirty="0" spc="1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OPTIONS</a:t>
            </a:r>
            <a:endParaRPr lang="en-US" sz="3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000" b="1" dirty="0" spc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TRACE</a:t>
            </a:r>
            <a:r>
              <a:rPr lang="en-US" sz="3000" b="1" dirty="0" spc="1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PUT</a:t>
            </a:r>
            <a:r>
              <a:rPr lang="en-US" sz="3000" b="1" dirty="0" spc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DELETE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333500" y="5524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285750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3190875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3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14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38100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  PATCH</a:t>
            </a:r>
            <a:endParaRPr lang="en-US" sz="3000" dirty="0"/>
          </a:p>
        </p:txBody>
      </p:sp>
      <p:sp>
        <p:nvSpPr>
          <p:cNvPr id="11" name="Text richtext-1792372222669-119847928"/>
          <p:cNvSpPr/>
          <p:nvPr/>
        </p:nvSpPr>
        <p:spPr>
          <a:xfrm>
            <a:off x="9791700" y="4667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POST: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2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9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PATCH: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“đặt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10” khác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“tăng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10”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8096250"/>
            <a:ext cx="10477500" cy="857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4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400" dirty="0" spc="4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2a4eb9b-55f5-46db-ad1a-9f215d336e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38500"/>
            <a:ext cx="723900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3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8100" dirty="0"/>
          </a:p>
        </p:txBody>
      </p:sp>
      <p:sp>
        <p:nvSpPr>
          <p:cNvPr id="6" name="Text 4"/>
          <p:cNvSpPr/>
          <p:nvPr/>
        </p:nvSpPr>
        <p:spPr>
          <a:xfrm>
            <a:off x="1295400" y="4667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5238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95400" y="6858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250" dirty="0" spc="1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GET là</a:t>
            </a:r>
            <a:r>
              <a:rPr lang="en-US" sz="225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258300" y="2857500"/>
            <a:ext cx="81153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639300" y="32385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1" name="Text richtext-1792372244431-774508581"/>
          <p:cNvSpPr/>
          <p:nvPr/>
        </p:nvSpPr>
        <p:spPr>
          <a:xfrm>
            <a:off x="9639300" y="3905250"/>
            <a:ext cx="7429500" cy="4000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Ngữ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 chuẩn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§9.2.2,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§9.3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9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5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592f738-9a40-4d53-979e-b5ce0912ec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2026-10-19T01:11:48Z</dcterms:created>
  <dcterms:modified xsi:type="dcterms:W3CDTF">2026-10-19T01:11:48Z</dcterms:modified>
</cp:coreProperties>
</file>