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regular r:id="rId21"/>
      <p:bold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191000"/>
          </a:xfrm>
          <a:prstGeom prst="rect">
            <a:avLst/>
          </a:prstGeom>
          <a:noFill/>
          <a:ln/>
        </p:spPr>
        <p:txBody>
          <a:bodyPr wrap="square" lIns="0" tIns="54483" rIns="0" bIns="-54483" rtlCol="0" anchor="t"/>
          <a:lstStyle/>
          <a:p>
            <a:pPr algn="l" indent="0" marL="0">
              <a:lnSpc>
                <a:spcPts val="6996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6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6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6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6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 mối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ps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ps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-a: mọi</a:t>
            </a:r>
            <a:r>
              <a:rPr lang="en-US" sz="48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container,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4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 dừng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 THÁI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 THÁI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--filter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3DD6A0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4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rồi,</a:t>
            </a:r>
            <a:r>
              <a:rPr lang="en-US" sz="48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ps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40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40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--tail 50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40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inspect</a:t>
            </a:r>
            <a:r>
              <a:rPr lang="en-US" sz="48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48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</a:t>
            </a:r>
            <a:r>
              <a:rPr lang="en-US" sz="285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4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nhớ: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7C93FF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8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chạy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4953000" y="3219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00550"/>
            <a:ext cx="3619500" cy="762000"/>
          </a:xfrm>
          <a:prstGeom prst="rect">
            <a:avLst/>
          </a:prstGeom>
          <a:noFill/>
          <a:ln/>
        </p:spPr>
        <p:txBody>
          <a:bodyPr wrap="square" lIns="0" tIns="13557" rIns="0" bIns="-13557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on-failure [:số lần]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4552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0.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4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B45309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Trạng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4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 còn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8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4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25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 SIGKILL.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0001" rIns="0" bIns="-10001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docker inspect: State.OOMKilled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F3FD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4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9525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3DD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FF6A4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2026-10-19T01:46:54Z</dcterms:created>
  <dcterms:modified xsi:type="dcterms:W3CDTF">2026-10-19T01:46:54Z</dcterms:modified>
</cp:coreProperties>
</file>