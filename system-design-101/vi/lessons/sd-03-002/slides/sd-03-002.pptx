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cốt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Sáu</a:t>
            </a:r>
            <a:r>
              <a:rPr lang="en-US" sz="31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3150" dirty="0" spc="-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3150" dirty="0" spc="-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3150" dirty="0" spc="-2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trộn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lẫn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chúng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lake,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warehouse,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3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</a:t>
            </a:r>
            <a:r>
              <a:rPr lang="en-US" sz="22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 chuyển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330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33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33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nhiệm?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mesh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9c792de-e82f-4aed-aa5c-bce45657a4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ngữ,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Chúng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3943350" cy="5334000"/>
          </a:xfrm>
          <a:prstGeom prst="roundRect">
            <a:avLst>
              <a:gd name="adj" fmla="val 5797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623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0195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-2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37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75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1295400" y="5524500"/>
            <a:ext cx="33337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warehouse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7524750"/>
            <a:ext cx="333375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86350" y="3238500"/>
            <a:ext cx="3943350" cy="5334000"/>
          </a:xfrm>
          <a:prstGeom prst="roundRect">
            <a:avLst>
              <a:gd name="adj" fmla="val 5797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5467350" y="35623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67350" y="40195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375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75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5467350" y="5524500"/>
            <a:ext cx="33337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</a:t>
            </a:r>
            <a:r>
              <a:rPr lang="en-US" sz="25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467350" y="7524750"/>
            <a:ext cx="333375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58300" y="3238500"/>
            <a:ext cx="3943350" cy="5334000"/>
          </a:xfrm>
          <a:prstGeom prst="roundRect">
            <a:avLst>
              <a:gd name="adj" fmla="val 5797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9639300" y="35623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5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39300" y="40195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</a:t>
            </a:r>
            <a:r>
              <a:rPr lang="en-US" sz="37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endParaRPr lang="en-US" sz="3750" dirty="0"/>
          </a:p>
          <a:p>
            <a:pPr algn="l" indent="0" marL="0">
              <a:lnSpc>
                <a:spcPts val="4125"/>
              </a:lnSpc>
              <a:buNone/>
            </a:pPr>
            <a:r>
              <a:rPr lang="en-US" sz="37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3750" dirty="0" spc="-2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9639300" y="5524500"/>
            <a:ext cx="33337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639300" y="7524750"/>
            <a:ext cx="333375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0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430250" y="3238500"/>
            <a:ext cx="3943350" cy="5334000"/>
          </a:xfrm>
          <a:prstGeom prst="roundRect">
            <a:avLst>
              <a:gd name="adj" fmla="val 5797"/>
            </a:avLst>
          </a:prstGeom>
          <a:solidFill>
            <a:srgbClr val="F8D9D0"/>
          </a:solidFill>
          <a:ln/>
        </p:spPr>
      </p:sp>
      <p:sp>
        <p:nvSpPr>
          <p:cNvPr id="21" name="Text 19"/>
          <p:cNvSpPr/>
          <p:nvPr/>
        </p:nvSpPr>
        <p:spPr>
          <a:xfrm>
            <a:off x="13811250" y="35623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7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11250" y="40195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7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endParaRPr lang="en-US" sz="3750" dirty="0"/>
          </a:p>
          <a:p>
            <a:pPr algn="l" indent="0" marL="0">
              <a:lnSpc>
                <a:spcPts val="4125"/>
              </a:lnSpc>
              <a:buNone/>
            </a:pPr>
            <a:r>
              <a:rPr lang="en-US" sz="3750" dirty="0" spc="-1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trách</a:t>
            </a:r>
            <a:r>
              <a:rPr lang="en-US" sz="375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nhiệm?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13811250" y="5524500"/>
            <a:ext cx="33337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mesh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811250" y="7524750"/>
            <a:ext cx="333375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018c2d34-ce4c-4803-be27-697afec27b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·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warehouse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 cho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200400"/>
            <a:ext cx="3810000" cy="52197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6750" y="346710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33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lake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86750" y="407670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286750" y="495300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286750" y="581025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192000" y="3200400"/>
            <a:ext cx="4800600" cy="5219700"/>
          </a:xfrm>
          <a:prstGeom prst="roundRect">
            <a:avLst>
              <a:gd name="adj" fmla="val 3968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77750" y="34671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33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warehouse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2477750" y="40767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477750" y="5048250"/>
            <a:ext cx="4229100" cy="3086100"/>
          </a:xfrm>
          <a:prstGeom prst="roundRect">
            <a:avLst>
              <a:gd name="adj" fmla="val 4938"/>
            </a:avLst>
          </a:prstGeom>
          <a:solidFill>
            <a:srgbClr val="1F3FD1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0" y="53149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mart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2763500" y="5924550"/>
            <a:ext cx="3619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763500" y="714375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7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725650" y="714375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Marketing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6a23b32-1972-4c41-9471-246770f297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 ·</a:t>
            </a:r>
            <a:r>
              <a:rPr lang="en-US" sz="1950" spc="20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1950" spc="24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1950" spc="21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Chứa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</a:t>
            </a:r>
            <a:r>
              <a:rPr lang="en-US" sz="30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3238500"/>
            <a:ext cx="8991600" cy="142875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333375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12827" rIns="0" bIns="-12827" rtlCol="0" anchor="ctr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Delta</a:t>
            </a:r>
            <a:r>
              <a:rPr lang="en-US" sz="40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Lake</a:t>
            </a:r>
            <a:endParaRPr lang="en-US" sz="40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endParaRPr lang="en-US" sz="4050" dirty="0"/>
          </a:p>
        </p:txBody>
      </p:sp>
      <p:sp>
        <p:nvSpPr>
          <p:cNvPr id="16" name="Connector line-1792287430149-947703624"/>
          <p:cNvSpPr/>
          <p:nvPr/>
        </p:nvSpPr>
        <p:spPr>
          <a:xfrm>
            <a:off x="12496800" y="4819650"/>
            <a:ext cx="0" cy="6096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5581650"/>
            <a:ext cx="8991600" cy="1428750"/>
          </a:xfrm>
          <a:prstGeom prst="roundRect">
            <a:avLst>
              <a:gd name="adj" fmla="val 13333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567690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12827" rIns="0" bIns="-12827" rtlCol="0" anchor="ctr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40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40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0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r>
              <a:rPr lang="en-US" sz="40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40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8001000" y="7429500"/>
            <a:ext cx="89916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Dựng</a:t>
            </a:r>
            <a:r>
              <a:rPr lang="en-US" sz="2850" dirty="0" spc="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8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85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lakehouse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00fc447-300f-4f8b-9b42-43f19aee0b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ĐƯỜNG</a:t>
            </a:r>
            <a:r>
              <a:rPr lang="en-US" sz="1950" spc="22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8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 là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86150"/>
            <a:ext cx="19050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4286250" cy="12382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nguồn</a:t>
            </a:r>
            <a:endParaRPr lang="en-US" sz="4050" dirty="0"/>
          </a:p>
        </p:txBody>
      </p:sp>
      <p:sp>
        <p:nvSpPr>
          <p:cNvPr id="8" name="Shape 6"/>
          <p:cNvSpPr/>
          <p:nvPr/>
        </p:nvSpPr>
        <p:spPr>
          <a:xfrm>
            <a:off x="12954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79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1" name="Connector line-1792287470239-20401384"/>
          <p:cNvSpPr/>
          <p:nvPr/>
        </p:nvSpPr>
        <p:spPr>
          <a:xfrm>
            <a:off x="6038850" y="5334000"/>
            <a:ext cx="5905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19900" y="323850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7200900" y="3486150"/>
            <a:ext cx="19050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7200900" y="4857750"/>
            <a:ext cx="4286250" cy="12382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Biến</a:t>
            </a:r>
            <a:r>
              <a:rPr lang="en-US" sz="40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4050" dirty="0"/>
          </a:p>
        </p:txBody>
      </p:sp>
      <p:sp>
        <p:nvSpPr>
          <p:cNvPr id="15" name="Shape 13"/>
          <p:cNvSpPr/>
          <p:nvPr/>
        </p:nvSpPr>
        <p:spPr>
          <a:xfrm>
            <a:off x="72009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34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05900" y="6381750"/>
            <a:ext cx="762000" cy="762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</p:sp>
      <p:sp>
        <p:nvSpPr>
          <p:cNvPr id="18" name="Connector line-1792287470245-122548024"/>
          <p:cNvSpPr/>
          <p:nvPr/>
        </p:nvSpPr>
        <p:spPr>
          <a:xfrm>
            <a:off x="11944350" y="5334000"/>
            <a:ext cx="5905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725400" y="3238500"/>
            <a:ext cx="4648200" cy="4191000"/>
          </a:xfrm>
          <a:prstGeom prst="roundRect">
            <a:avLst>
              <a:gd name="adj" fmla="val 5455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13106400" y="3486150"/>
            <a:ext cx="19050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400" dirty="0"/>
          </a:p>
        </p:txBody>
      </p:sp>
      <p:sp>
        <p:nvSpPr>
          <p:cNvPr id="21" name="Text 19"/>
          <p:cNvSpPr/>
          <p:nvPr/>
        </p:nvSpPr>
        <p:spPr>
          <a:xfrm>
            <a:off x="13106400" y="4857750"/>
            <a:ext cx="4000500" cy="1238250"/>
          </a:xfrm>
          <a:prstGeom prst="rect">
            <a:avLst/>
          </a:prstGeom>
          <a:noFill/>
          <a:ln/>
        </p:spPr>
        <p:txBody>
          <a:bodyPr wrap="square" lIns="0" tIns="25718" rIns="0" bIns="-25718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0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40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4050" dirty="0"/>
          </a:p>
          <a:p>
            <a:pPr algn="l" indent="0" marL="0">
              <a:lnSpc>
                <a:spcPts val="4455"/>
              </a:lnSpc>
              <a:buNone/>
            </a:pPr>
            <a:r>
              <a:rPr lang="en-US" sz="40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4050" dirty="0"/>
          </a:p>
        </p:txBody>
      </p:sp>
      <p:sp>
        <p:nvSpPr>
          <p:cNvPr id="22" name="Shape 20"/>
          <p:cNvSpPr/>
          <p:nvPr/>
        </p:nvSpPr>
        <p:spPr>
          <a:xfrm>
            <a:off x="13106400" y="6286500"/>
            <a:ext cx="36195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96900" y="6477000"/>
            <a:ext cx="762000" cy="571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01800" y="6477000"/>
            <a:ext cx="762000" cy="571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06700" y="6477000"/>
            <a:ext cx="762000" cy="571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7810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7962900"/>
            <a:ext cx="15697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Xem</a:t>
            </a:r>
            <a:r>
              <a:rPr lang="en-US" sz="31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3150" dirty="0" spc="-6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31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315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31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ống</a:t>
            </a:r>
            <a:r>
              <a:rPr lang="en-US" sz="31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31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liệu.</a:t>
            </a:r>
            <a:endParaRPr lang="en-US" sz="31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92327a83-c9da-43da-996e-92eb8ee9c5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190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1950" spc="22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78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7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Sở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mình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3238500"/>
            <a:ext cx="2762250" cy="2762250"/>
          </a:xfrm>
          <a:prstGeom prst="roundRect">
            <a:avLst>
              <a:gd name="adj" fmla="val 6897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Connector line-1792287497237-293562704"/>
          <p:cNvSpPr/>
          <p:nvPr/>
        </p:nvSpPr>
        <p:spPr>
          <a:xfrm>
            <a:off x="9382125" y="6000750"/>
            <a:ext cx="0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1115675" y="3238500"/>
            <a:ext cx="2762250" cy="2762250"/>
          </a:xfrm>
          <a:prstGeom prst="roundRect">
            <a:avLst>
              <a:gd name="adj" fmla="val 6897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Connector line-1792287497238-65752553"/>
          <p:cNvSpPr/>
          <p:nvPr/>
        </p:nvSpPr>
        <p:spPr>
          <a:xfrm>
            <a:off x="12496800" y="6000750"/>
            <a:ext cx="0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230350" y="3238500"/>
            <a:ext cx="2762250" cy="2762250"/>
          </a:xfrm>
          <a:prstGeom prst="roundRect">
            <a:avLst>
              <a:gd name="adj" fmla="val 6897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Connector line-1792287497238-751263575"/>
          <p:cNvSpPr/>
          <p:nvPr/>
        </p:nvSpPr>
        <p:spPr>
          <a:xfrm>
            <a:off x="15611475" y="6000750"/>
            <a:ext cx="0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305800" y="3524250"/>
            <a:ext cx="2190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20475" y="3524250"/>
            <a:ext cx="2190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4535150" y="3524250"/>
            <a:ext cx="2190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134350" y="5010150"/>
            <a:ext cx="2495550" cy="685800"/>
          </a:xfrm>
          <a:prstGeom prst="roundRect">
            <a:avLst>
              <a:gd name="adj" fmla="val 55556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9025" y="5010150"/>
            <a:ext cx="2495550" cy="685800"/>
          </a:xfrm>
          <a:prstGeom prst="roundRect">
            <a:avLst>
              <a:gd name="adj" fmla="val 55556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63700" y="5010150"/>
            <a:ext cx="2495550" cy="685800"/>
          </a:xfrm>
          <a:prstGeom prst="roundRect">
            <a:avLst>
              <a:gd name="adj" fmla="val 55556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01000" y="6667500"/>
            <a:ext cx="8991600" cy="952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Nền</a:t>
            </a: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8001000" y="7810500"/>
            <a:ext cx="8991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</a:t>
            </a:r>
            <a:r>
              <a:rPr lang="en-US" sz="255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5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550" dirty="0" spc="8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5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29b2b7c-e840-4991-9a99-f19b7da362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1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spc="15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4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lake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4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warehouse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56197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390900" y="561975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15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spc="14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1950" spc="15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58000" y="35433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 việc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858000" y="56197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439150" y="56197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020300" y="56197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2420600" y="30861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3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1950" spc="14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1950" spc="13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20600" y="35433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Dựa</a:t>
            </a:r>
            <a:r>
              <a:rPr lang="en-US" sz="42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4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4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420600" y="5619750"/>
            <a:ext cx="41910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</a:t>
            </a:r>
            <a:r>
              <a:rPr lang="en-US" sz="22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420600" y="6381750"/>
            <a:ext cx="41910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2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2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3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chứa,</a:t>
            </a:r>
            <a:r>
              <a:rPr lang="en-US" sz="3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lưu,</a:t>
            </a:r>
            <a:r>
              <a:rPr lang="en-US" sz="33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33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cách</a:t>
            </a:r>
            <a:r>
              <a:rPr lang="en-US" sz="3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33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chức?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cd1f7443-888b-4831-b69d-210fd764b9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richtext-1792287544689-314592097"/>
          <p:cNvSpPr/>
          <p:nvPr/>
        </p:nvSpPr>
        <p:spPr>
          <a:xfrm>
            <a:off x="1295400" y="3771900"/>
            <a:ext cx="5524500" cy="4572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phòng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ban</a:t>
            </a:r>
            <a:r>
              <a:rPr lang="en-US" sz="28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chịu</a:t>
            </a:r>
            <a:r>
              <a:rPr lang="en-US" sz="28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trách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</a:t>
            </a:r>
            <a:r>
              <a:rPr lang="en-US" sz="28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8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Thuật</a:t>
            </a:r>
            <a:r>
              <a:rPr lang="en-US" sz="28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8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8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đó?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Đó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8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sản phẩm</a:t>
            </a:r>
            <a:r>
              <a:rPr lang="en-US" sz="28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mua không?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3771900"/>
            <a:ext cx="8991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0" dirty="0" spc="-2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r>
              <a:rPr lang="en-US" sz="9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mesh</a:t>
            </a:r>
            <a:endParaRPr lang="en-US" sz="9300" dirty="0"/>
          </a:p>
        </p:txBody>
      </p:sp>
      <p:sp>
        <p:nvSpPr>
          <p:cNvPr id="11" name="Text 9"/>
          <p:cNvSpPr/>
          <p:nvPr/>
        </p:nvSpPr>
        <p:spPr>
          <a:xfrm>
            <a:off x="8001000" y="552450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2850" dirty="0"/>
          </a:p>
        </p:txBody>
      </p:sp>
      <p:sp>
        <p:nvSpPr>
          <p:cNvPr id="12" name="Text richtext-1792287544720-212338456"/>
          <p:cNvSpPr/>
          <p:nvPr/>
        </p:nvSpPr>
        <p:spPr>
          <a:xfrm>
            <a:off x="8001000" y="6743700"/>
            <a:ext cx="8991600" cy="1714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5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8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</a:t>
            </a:r>
            <a:r>
              <a:rPr lang="en-US" sz="28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8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trách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 phải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8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8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28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8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f3f36b1-c78a-4bf3-9bea-c7d25c83d0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Lake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7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6000750"/>
          </a:xfrm>
          <a:prstGeom prst="roundRect">
            <a:avLst>
              <a:gd name="adj" fmla="val 3810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4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</a:t>
            </a:r>
            <a:r>
              <a:rPr lang="en-US" sz="1950" spc="15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LAKE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052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30480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33900" y="476250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5400" y="556260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400" dirty="0"/>
          </a:p>
        </p:txBody>
      </p:sp>
      <p:sp>
        <p:nvSpPr>
          <p:cNvPr id="10" name="Text richtext-1792287565800-41684123"/>
          <p:cNvSpPr/>
          <p:nvPr/>
        </p:nvSpPr>
        <p:spPr>
          <a:xfrm>
            <a:off x="1295400" y="6572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0" y="2762250"/>
            <a:ext cx="8229600" cy="6000750"/>
          </a:xfrm>
          <a:prstGeom prst="roundRect">
            <a:avLst>
              <a:gd name="adj" fmla="val 3810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30670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4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</a:t>
            </a:r>
            <a:r>
              <a:rPr lang="en-US" sz="1950" spc="147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MESH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0" y="3505200"/>
            <a:ext cx="7467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525000" y="4743450"/>
            <a:ext cx="74676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Miền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2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hữu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5429250"/>
            <a:ext cx="74676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như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0" y="6115050"/>
            <a:ext cx="74676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Nền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phục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6800850"/>
            <a:ext cx="74676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Quản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7677150"/>
            <a:ext cx="74676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của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b9baeb5-f68b-4d97-b01e-ec17c70960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5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429000"/>
            <a:ext cx="38100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-8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ACID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762500" y="37338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95400" y="4953000"/>
            <a:ext cx="4191000" cy="1619250"/>
          </a:xfrm>
          <a:prstGeom prst="roundRect">
            <a:avLst>
              <a:gd name="adj" fmla="val 9412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508635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247900" y="5143500"/>
            <a:ext cx="3143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Atomicity</a:t>
            </a:r>
            <a:endParaRPr lang="en-US" sz="240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tử: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1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676900" y="4953000"/>
            <a:ext cx="4191000" cy="1619250"/>
          </a:xfrm>
          <a:prstGeom prst="roundRect">
            <a:avLst>
              <a:gd name="adj" fmla="val 941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5867400" y="508635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629400" y="5143500"/>
            <a:ext cx="3143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Consistency</a:t>
            </a:r>
            <a:endParaRPr lang="en-US" sz="240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95400" y="6762750"/>
            <a:ext cx="4191000" cy="1619250"/>
          </a:xfrm>
          <a:prstGeom prst="roundRect">
            <a:avLst>
              <a:gd name="adj" fmla="val 9412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485900" y="689610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2247900" y="6953250"/>
            <a:ext cx="3143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Isolation</a:t>
            </a:r>
            <a:endParaRPr lang="en-US" sz="240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lập: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676900" y="6762750"/>
            <a:ext cx="4191000" cy="1619250"/>
          </a:xfrm>
          <a:prstGeom prst="roundRect">
            <a:avLst>
              <a:gd name="adj" fmla="val 9412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5867400" y="689610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629400" y="6953250"/>
            <a:ext cx="31432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Durability</a:t>
            </a:r>
            <a:endParaRPr lang="en-US" sz="240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r>
              <a:rPr lang="en-US" sz="1950" dirty="0" spc="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vững:</a:t>
            </a:r>
            <a:r>
              <a:rPr lang="en-US" sz="1950" dirty="0" spc="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668000" y="2762250"/>
            <a:ext cx="67056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30480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3" name="Text richtext-1792287590091-583832638"/>
          <p:cNvSpPr/>
          <p:nvPr/>
        </p:nvSpPr>
        <p:spPr>
          <a:xfrm>
            <a:off x="11049000" y="3657600"/>
            <a:ext cx="5943600" cy="3143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Cloud: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warehouse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</a:t>
            </a:r>
            <a:r>
              <a:rPr lang="en-US" sz="22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Lake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(Dehghani)</a:t>
            </a:r>
            <a:endParaRPr lang="en-US" sz="2250" dirty="0"/>
          </a:p>
        </p:txBody>
      </p:sp>
      <p:sp>
        <p:nvSpPr>
          <p:cNvPr id="24" name="Connector line-1792287590100-279173049"/>
          <p:cNvSpPr/>
          <p:nvPr/>
        </p:nvSpPr>
        <p:spPr>
          <a:xfrm>
            <a:off x="11049000" y="7810500"/>
            <a:ext cx="5943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1049000" y="8020050"/>
            <a:ext cx="594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f7eccb8-004e-47d6-a1f4-071d8034a6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2026-10-18T06:48:13Z</dcterms:created>
  <dcterms:modified xsi:type="dcterms:W3CDTF">2026-10-18T06:48:13Z</dcterms:modified>
</cp:coreProperties>
</file>