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7"/>
      <p:bold r:id="rId16"/>
    </p:embeddedFont>
    <p:embeddedFont>
      <p:font typeface="Bricolage Grotesque ExtraBold"/>
      <p:regular r:id="rId18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5619750"/>
            <a:ext cx="8953500" cy="11049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chờ,</a:t>
            </a:r>
            <a:r>
              <a:rPr lang="en-US" sz="30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0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toán: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hơn?</a:t>
            </a:r>
            <a:endParaRPr lang="en-US" sz="3000" dirty="0"/>
          </a:p>
        </p:txBody>
      </p:sp>
      <p:sp>
        <p:nvSpPr>
          <p:cNvPr id="4" name="Connector line-1792338340265-770034424"/>
          <p:cNvSpPr/>
          <p:nvPr/>
        </p:nvSpPr>
        <p:spPr>
          <a:xfrm>
            <a:off x="914400" y="7143750"/>
            <a:ext cx="9144000" cy="0"/>
          </a:xfrm>
          <a:prstGeom prst="line">
            <a:avLst/>
          </a:prstGeom>
          <a:noFill/>
          <a:ln w="19050">
            <a:solidFill>
              <a:srgbClr val="9AA0B5"/>
            </a:solidFill>
            <a:prstDash val="lgDash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914400" y="8362950"/>
            <a:ext cx="2190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0" y="8362950"/>
            <a:ext cx="2190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0" y="8362950"/>
            <a:ext cx="2190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0" y="83629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thí nghiệm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668000" y="914400"/>
            <a:ext cx="67056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049000" y="1219200"/>
            <a:ext cx="5943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049000" y="1676400"/>
            <a:ext cx="5943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Chuyện thiết</a:t>
            </a:r>
            <a:r>
              <a:rPr lang="en-US" sz="45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1049000" y="2495550"/>
            <a:ext cx="5943600" cy="8001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2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668000" y="3619500"/>
            <a:ext cx="67056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924300"/>
            <a:ext cx="5943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SONG</a:t>
            </a:r>
            <a:r>
              <a:rPr lang="en-US" sz="1800" b="1" spc="22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049000" y="4381500"/>
            <a:ext cx="5943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Chuyện</a:t>
            </a:r>
            <a:r>
              <a:rPr lang="en-US" sz="45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11049000" y="5200650"/>
            <a:ext cx="5943600" cy="8001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668000" y="6324600"/>
            <a:ext cx="67056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6629400"/>
            <a:ext cx="5943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80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049000" y="7143750"/>
            <a:ext cx="5943600" cy="1333500"/>
          </a:xfrm>
          <a:prstGeom prst="rect">
            <a:avLst/>
          </a:prstGeom>
          <a:noFill/>
          <a:ln/>
        </p:spPr>
        <p:txBody>
          <a:bodyPr wrap="square" lIns="0" tIns="8668" rIns="0" bIns="-8668" rtlCol="0" anchor="t"/>
          <a:lstStyle/>
          <a:p>
            <a:pPr algn="l" indent="0" marL="0">
              <a:lnSpc>
                <a:spcPts val="4875"/>
              </a:lnSpc>
              <a:buNone/>
            </a:pPr>
            <a:r>
              <a:rPr lang="en-US" sz="39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Đồng</a:t>
            </a:r>
            <a:r>
              <a:rPr lang="en-US" sz="3900" dirty="0" spc="-1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pPr algn="l" indent="0" marL="0">
              <a:lnSpc>
                <a:spcPts val="4875"/>
              </a:lnSpc>
              <a:buNone/>
            </a:pPr>
            <a:r>
              <a:rPr lang="en-US" sz="3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3900" dirty="0"/>
          </a:p>
          <a:p>
            <a:pPr algn="l" indent="0" marL="0">
              <a:lnSpc>
                <a:spcPts val="4875"/>
              </a:lnSpc>
              <a:buNone/>
            </a:pPr>
            <a:r>
              <a:rPr lang="en-US" sz="39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Song</a:t>
            </a:r>
            <a:r>
              <a:rPr lang="en-US" sz="39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song</a:t>
            </a:r>
            <a:pPr algn="l" indent="0" marL="0">
              <a:lnSpc>
                <a:spcPts val="4875"/>
              </a:lnSpc>
              <a:buNone/>
            </a:pPr>
            <a:r>
              <a:rPr lang="en-US" sz="3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914400" y="9525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14400" y="1428750"/>
            <a:ext cx="9715500" cy="3810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Đồng</a:t>
            </a:r>
            <a:r>
              <a:rPr lang="en-US" sz="8100" dirty="0" spc="-3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1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748"/>
              </a:lnSpc>
              <a:buNone/>
            </a:pPr>
            <a:r>
              <a:rPr lang="en-US" sz="81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song</a:t>
            </a:r>
            <a:r>
              <a:rPr lang="en-US" sz="81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song: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khác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8100" dirty="0"/>
          </a:p>
        </p:txBody>
      </p:sp>
      <p:sp>
        <p:nvSpPr>
          <p:cNvPr id="22" name="Text 20"/>
          <p:cNvSpPr/>
          <p:nvPr/>
        </p:nvSpPr>
        <p:spPr>
          <a:xfrm>
            <a:off x="914400" y="7353300"/>
            <a:ext cx="219075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3200400" y="7353300"/>
            <a:ext cx="219075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5486400" y="7353300"/>
            <a:ext cx="219075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7772400" y="7353300"/>
            <a:ext cx="219075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0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eaa8730-e086-45a6-9d89-325ea8d6b4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nghiệm,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620000" cy="2381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spcAft>
                <a:spcPts val="1050"/>
              </a:spcAft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chờ, mỗi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0,5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2850" dirty="0"/>
          </a:p>
          <a:p>
            <a:pPr algn="l" indent="0" marL="0">
              <a:lnSpc>
                <a:spcPts val="3990"/>
              </a:lnSpc>
              <a:spcAft>
                <a:spcPts val="1050"/>
              </a:spcAft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lặp.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lượt,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luồng,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572250"/>
            <a:ext cx="76200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87705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73533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5926" rIns="0" bIns="-5926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2678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678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678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678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678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678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của</a:t>
            </a:r>
            <a:r>
              <a:rPr lang="en-US" sz="2678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r>
              <a:rPr lang="en-US" sz="2678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78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endParaRPr lang="en-US" sz="2678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12573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19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0" y="1809750"/>
            <a:ext cx="7315200" cy="2857500"/>
          </a:xfrm>
          <a:prstGeom prst="roundRect">
            <a:avLst>
              <a:gd name="adj" fmla="val 8000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9982200" y="2114550"/>
            <a:ext cx="6553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982200" y="2590800"/>
            <a:ext cx="6553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</a:t>
            </a:r>
            <a:r>
              <a:rPr lang="en-US" sz="66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9982200" y="3829050"/>
            <a:ext cx="655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2,00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xuống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0,50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601200" y="4953000"/>
            <a:ext cx="7315200" cy="2857500"/>
          </a:xfrm>
          <a:prstGeom prst="roundRect">
            <a:avLst>
              <a:gd name="adj" fmla="val 8000"/>
            </a:avLst>
          </a:prstGeom>
          <a:solidFill>
            <a:srgbClr val="CFE8E2"/>
          </a:solidFill>
          <a:ln/>
        </p:spPr>
      </p:sp>
      <p:sp>
        <p:nvSpPr>
          <p:cNvPr id="15" name="Text 13"/>
          <p:cNvSpPr/>
          <p:nvPr/>
        </p:nvSpPr>
        <p:spPr>
          <a:xfrm>
            <a:off x="9982200" y="5257800"/>
            <a:ext cx="6553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SONG</a:t>
            </a:r>
            <a:r>
              <a:rPr lang="en-US" sz="1800" b="1" spc="22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82200" y="5734050"/>
            <a:ext cx="6553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tính</a:t>
            </a:r>
            <a:r>
              <a:rPr lang="en-US" sz="6600" dirty="0" spc="-3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6600" dirty="0"/>
          </a:p>
        </p:txBody>
      </p:sp>
      <p:sp>
        <p:nvSpPr>
          <p:cNvPr id="17" name="Text 15"/>
          <p:cNvSpPr/>
          <p:nvPr/>
        </p:nvSpPr>
        <p:spPr>
          <a:xfrm>
            <a:off x="9982200" y="6972300"/>
            <a:ext cx="655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0,6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xuống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0,2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0,3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601200" y="8077200"/>
            <a:ext cx="731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1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63cb0571-b606-49f0-be7d-aad3019f04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 THỜI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Đồng</a:t>
            </a:r>
            <a:r>
              <a:rPr lang="en-US" sz="78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Chuyện</a:t>
            </a:r>
            <a:r>
              <a:rPr lang="en-US" sz="33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300" b="1" dirty="0" spc="-4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43300"/>
            <a:ext cx="7810500" cy="11811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các thành phần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49530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5913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067550"/>
            <a:ext cx="6858000" cy="11811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chờ: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2,00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0,50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3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123825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b="1" spc="20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0" y="19812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049000" y="1809750"/>
            <a:ext cx="5715000" cy="723900"/>
          </a:xfrm>
          <a:prstGeom prst="roundRect">
            <a:avLst>
              <a:gd name="adj" fmla="val 15789"/>
            </a:avLst>
          </a:prstGeom>
          <a:solidFill>
            <a:srgbClr val="2A2E3B"/>
          </a:solidFill>
          <a:ln/>
        </p:spPr>
      </p:sp>
      <p:sp>
        <p:nvSpPr>
          <p:cNvPr id="14" name="Text 12"/>
          <p:cNvSpPr/>
          <p:nvPr/>
        </p:nvSpPr>
        <p:spPr>
          <a:xfrm>
            <a:off x="11087100" y="1809750"/>
            <a:ext cx="876300" cy="723900"/>
          </a:xfrm>
          <a:prstGeom prst="roundRect">
            <a:avLst>
              <a:gd name="adj" fmla="val 15789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944600" y="1809750"/>
            <a:ext cx="876300" cy="723900"/>
          </a:xfrm>
          <a:prstGeom prst="roundRect">
            <a:avLst>
              <a:gd name="adj" fmla="val 15789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0" y="283845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049000" y="2667000"/>
            <a:ext cx="5715000" cy="723900"/>
          </a:xfrm>
          <a:prstGeom prst="roundRect">
            <a:avLst>
              <a:gd name="adj" fmla="val 15789"/>
            </a:avLst>
          </a:prstGeom>
          <a:solidFill>
            <a:srgbClr val="2A2E3B"/>
          </a:solidFill>
          <a:ln/>
        </p:spPr>
      </p:sp>
      <p:sp>
        <p:nvSpPr>
          <p:cNvPr id="18" name="Text 16"/>
          <p:cNvSpPr/>
          <p:nvPr/>
        </p:nvSpPr>
        <p:spPr>
          <a:xfrm>
            <a:off x="12039600" y="2667000"/>
            <a:ext cx="876300" cy="723900"/>
          </a:xfrm>
          <a:prstGeom prst="roundRect">
            <a:avLst>
              <a:gd name="adj" fmla="val 15789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897100" y="2667000"/>
            <a:ext cx="876300" cy="723900"/>
          </a:xfrm>
          <a:prstGeom prst="roundRect">
            <a:avLst>
              <a:gd name="adj" fmla="val 15789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01200" y="36957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1049000" y="3524250"/>
            <a:ext cx="5715000" cy="723900"/>
          </a:xfrm>
          <a:prstGeom prst="roundRect">
            <a:avLst>
              <a:gd name="adj" fmla="val 15789"/>
            </a:avLst>
          </a:prstGeom>
          <a:solidFill>
            <a:srgbClr val="2A2E3B"/>
          </a:solidFill>
          <a:ln/>
        </p:spPr>
      </p:sp>
      <p:sp>
        <p:nvSpPr>
          <p:cNvPr id="22" name="Text 20"/>
          <p:cNvSpPr/>
          <p:nvPr/>
        </p:nvSpPr>
        <p:spPr>
          <a:xfrm>
            <a:off x="12992100" y="3524250"/>
            <a:ext cx="876300" cy="723900"/>
          </a:xfrm>
          <a:prstGeom prst="roundRect">
            <a:avLst>
              <a:gd name="adj" fmla="val 15789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5849600" y="3524250"/>
            <a:ext cx="876300" cy="723900"/>
          </a:xfrm>
          <a:prstGeom prst="roundRect">
            <a:avLst>
              <a:gd name="adj" fmla="val 15789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2400" dirty="0"/>
          </a:p>
        </p:txBody>
      </p:sp>
      <p:sp>
        <p:nvSpPr>
          <p:cNvPr id="24" name="Connector line-1792338538605-36043523"/>
          <p:cNvSpPr/>
          <p:nvPr/>
        </p:nvSpPr>
        <p:spPr>
          <a:xfrm>
            <a:off x="9601200" y="4629150"/>
            <a:ext cx="7315200" cy="0"/>
          </a:xfrm>
          <a:prstGeom prst="line">
            <a:avLst/>
          </a:prstGeom>
          <a:noFill/>
          <a:ln w="19050">
            <a:solidFill>
              <a:srgbClr val="2E3345"/>
            </a:solidFill>
            <a:prstDash val="lgDash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01200" y="481965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20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LÕI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01200" y="5591175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1087100" y="5334000"/>
            <a:ext cx="876300" cy="857250"/>
          </a:xfrm>
          <a:prstGeom prst="roundRect">
            <a:avLst>
              <a:gd name="adj" fmla="val 13333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039600" y="5334000"/>
            <a:ext cx="876300" cy="857250"/>
          </a:xfrm>
          <a:prstGeom prst="roundRect">
            <a:avLst>
              <a:gd name="adj" fmla="val 13333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992100" y="5334000"/>
            <a:ext cx="876300" cy="857250"/>
          </a:xfrm>
          <a:prstGeom prst="roundRect">
            <a:avLst>
              <a:gd name="adj" fmla="val 13333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3944600" y="5334000"/>
            <a:ext cx="876300" cy="857250"/>
          </a:xfrm>
          <a:prstGeom prst="roundRect">
            <a:avLst>
              <a:gd name="adj" fmla="val 13333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4897100" y="5334000"/>
            <a:ext cx="876300" cy="857250"/>
          </a:xfrm>
          <a:prstGeom prst="roundRect">
            <a:avLst>
              <a:gd name="adj" fmla="val 13333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5849600" y="5334000"/>
            <a:ext cx="876300" cy="857250"/>
          </a:xfrm>
          <a:prstGeom prst="roundRect">
            <a:avLst>
              <a:gd name="adj" fmla="val 13333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2400" dirty="0"/>
          </a:p>
        </p:txBody>
      </p:sp>
      <p:sp>
        <p:nvSpPr>
          <p:cNvPr id="33" name="Connector line-1792338538617-248300885"/>
          <p:cNvSpPr/>
          <p:nvPr/>
        </p:nvSpPr>
        <p:spPr>
          <a:xfrm>
            <a:off x="11049000" y="6667500"/>
            <a:ext cx="57721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4859000" y="6819900"/>
            <a:ext cx="2057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9601200" y="7448550"/>
            <a:ext cx="7315200" cy="914400"/>
          </a:xfrm>
          <a:prstGeom prst="roundRect">
            <a:avLst>
              <a:gd name="adj" fmla="val 20833"/>
            </a:avLst>
          </a:prstGeom>
          <a:solidFill>
            <a:srgbClr val="2A2E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 cùng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tiến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triển,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 chỉ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lõi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671d4c6c-dbc0-4b12-b572-1011d638e5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3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Song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song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Chuyện</a:t>
            </a:r>
            <a:r>
              <a:rPr lang="en-US" sz="3300" b="1" dirty="0" spc="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33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43300"/>
            <a:ext cx="7810500" cy="11811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 quả hơn.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49530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5913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067550"/>
            <a:ext cx="6858000" cy="11811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trình: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0,2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0,3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0,6.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123825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LÕI,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r>
              <a:rPr lang="en-US" sz="180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0" y="238125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Lõi</a:t>
            </a:r>
            <a:r>
              <a:rPr lang="en-US" sz="21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049000" y="2000250"/>
            <a:ext cx="5715000" cy="1143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87100" y="2038350"/>
            <a:ext cx="2781300" cy="1066800"/>
          </a:xfrm>
          <a:prstGeom prst="roundRect">
            <a:avLst>
              <a:gd name="adj" fmla="val 10714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944600" y="2038350"/>
            <a:ext cx="2781300" cy="1066800"/>
          </a:xfrm>
          <a:prstGeom prst="roundRect">
            <a:avLst>
              <a:gd name="adj" fmla="val 10714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0" y="390525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Lõi</a:t>
            </a:r>
            <a:r>
              <a:rPr lang="en-US" sz="21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049000" y="3524250"/>
            <a:ext cx="5715000" cy="1143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18" name="Text 16"/>
          <p:cNvSpPr/>
          <p:nvPr/>
        </p:nvSpPr>
        <p:spPr>
          <a:xfrm>
            <a:off x="11087100" y="3562350"/>
            <a:ext cx="2781300" cy="1066800"/>
          </a:xfrm>
          <a:prstGeom prst="roundRect">
            <a:avLst>
              <a:gd name="adj" fmla="val 10714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944600" y="3562350"/>
            <a:ext cx="2781300" cy="1066800"/>
          </a:xfrm>
          <a:prstGeom prst="roundRect">
            <a:avLst>
              <a:gd name="adj" fmla="val 10714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endParaRPr lang="en-US" sz="2400" dirty="0"/>
          </a:p>
        </p:txBody>
      </p:sp>
      <p:sp>
        <p:nvSpPr>
          <p:cNvPr id="20" name="Connector line-1792338569826-741792746"/>
          <p:cNvSpPr/>
          <p:nvPr/>
        </p:nvSpPr>
        <p:spPr>
          <a:xfrm>
            <a:off x="13906500" y="1809750"/>
            <a:ext cx="0" cy="3048000"/>
          </a:xfrm>
          <a:prstGeom prst="line">
            <a:avLst/>
          </a:prstGeom>
          <a:noFill/>
          <a:ln w="19050">
            <a:solidFill>
              <a:srgbClr val="6B6A66"/>
            </a:solidFill>
            <a:prstDash val="lgDash"/>
            <a:headEnd type="none"/>
            <a:tailEnd type="none"/>
          </a:ln>
        </p:spPr>
      </p:sp>
      <p:sp>
        <p:nvSpPr>
          <p:cNvPr id="21" name="Connector line-1792338569826-607454887"/>
          <p:cNvSpPr/>
          <p:nvPr/>
        </p:nvSpPr>
        <p:spPr>
          <a:xfrm>
            <a:off x="11049000" y="5238750"/>
            <a:ext cx="57721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4859000" y="5391150"/>
            <a:ext cx="2057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049000" y="6096000"/>
            <a:ext cx="2819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100" b="1" dirty="0" spc="-1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1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944600" y="6096000"/>
            <a:ext cx="2819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r>
              <a:rPr lang="en-US" sz="2100" b="1" dirty="0" spc="-1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r>
              <a:rPr lang="en-US" sz="21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601200" y="7239000"/>
            <a:ext cx="7315200" cy="1047750"/>
          </a:xfrm>
          <a:prstGeom prst="roundRect">
            <a:avLst>
              <a:gd name="adj" fmla="val 18182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 việc</a:t>
            </a: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lúc,</a:t>
            </a:r>
            <a:r>
              <a:rPr lang="en-US" sz="22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lõi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54ebafde-6735-450b-928b-d6fdd3e0c4b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3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95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950" b="1" spc="21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b="1" spc="21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72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1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với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2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620000" cy="2381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spcAft>
                <a:spcPts val="1050"/>
              </a:spcAft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chờ: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toán: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5913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7067550"/>
            <a:ext cx="6858000" cy="11811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lõi,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3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1333500"/>
            <a:ext cx="3543300" cy="723900"/>
          </a:xfrm>
          <a:prstGeom prst="roundRect">
            <a:avLst>
              <a:gd name="adj" fmla="val 26316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373100" y="1333500"/>
            <a:ext cx="3543300" cy="723900"/>
          </a:xfrm>
          <a:prstGeom prst="roundRect">
            <a:avLst>
              <a:gd name="adj" fmla="val 26316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SONG SONG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01200" y="2286000"/>
            <a:ext cx="3543300" cy="1809750"/>
          </a:xfrm>
          <a:prstGeom prst="roundRect">
            <a:avLst>
              <a:gd name="adj" fmla="val 10526"/>
            </a:avLst>
          </a:prstGeom>
          <a:solidFill>
            <a:srgbClr val="2A2E3B"/>
          </a:solidFill>
          <a:ln/>
        </p:spPr>
      </p:sp>
      <p:sp>
        <p:nvSpPr>
          <p:cNvPr id="12" name="Text 10"/>
          <p:cNvSpPr/>
          <p:nvPr/>
        </p:nvSpPr>
        <p:spPr>
          <a:xfrm>
            <a:off x="9867900" y="249555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1650" b="1" spc="14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867900" y="29718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7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3373100" y="2286000"/>
            <a:ext cx="3543300" cy="1809750"/>
          </a:xfrm>
          <a:prstGeom prst="roundRect">
            <a:avLst>
              <a:gd name="adj" fmla="val 10526"/>
            </a:avLst>
          </a:prstGeom>
          <a:solidFill>
            <a:srgbClr val="2A2E3B"/>
          </a:solidFill>
          <a:ln/>
        </p:spPr>
      </p:sp>
      <p:sp>
        <p:nvSpPr>
          <p:cNvPr id="15" name="Text 13"/>
          <p:cNvSpPr/>
          <p:nvPr/>
        </p:nvSpPr>
        <p:spPr>
          <a:xfrm>
            <a:off x="13639800" y="249555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1650" b="1" spc="14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601200" y="4324350"/>
            <a:ext cx="3543300" cy="1809750"/>
          </a:xfrm>
          <a:prstGeom prst="roundRect">
            <a:avLst>
              <a:gd name="adj" fmla="val 10526"/>
            </a:avLst>
          </a:prstGeom>
          <a:solidFill>
            <a:srgbClr val="2A2E3B"/>
          </a:solidFill>
          <a:ln/>
        </p:spPr>
      </p:sp>
      <p:sp>
        <p:nvSpPr>
          <p:cNvPr id="17" name="Text 15"/>
          <p:cNvSpPr/>
          <p:nvPr/>
        </p:nvSpPr>
        <p:spPr>
          <a:xfrm>
            <a:off x="9867900" y="453390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67900" y="50101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3373100" y="4324350"/>
            <a:ext cx="3543300" cy="1809750"/>
          </a:xfrm>
          <a:prstGeom prst="roundRect">
            <a:avLst>
              <a:gd name="adj" fmla="val 10526"/>
            </a:avLst>
          </a:prstGeom>
          <a:solidFill>
            <a:srgbClr val="2A2E3B"/>
          </a:solidFill>
          <a:ln/>
        </p:spPr>
      </p:sp>
      <p:sp>
        <p:nvSpPr>
          <p:cNvPr id="20" name="Text 18"/>
          <p:cNvSpPr/>
          <p:nvPr/>
        </p:nvSpPr>
        <p:spPr>
          <a:xfrm>
            <a:off x="13639800" y="453390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639800" y="50101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 tính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601200" y="6362700"/>
            <a:ext cx="3543300" cy="1809750"/>
          </a:xfrm>
          <a:prstGeom prst="roundRect">
            <a:avLst>
              <a:gd name="adj" fmla="val 10526"/>
            </a:avLst>
          </a:prstGeom>
          <a:solidFill>
            <a:srgbClr val="2A2E3B"/>
          </a:solidFill>
          <a:ln/>
        </p:spPr>
      </p:sp>
      <p:sp>
        <p:nvSpPr>
          <p:cNvPr id="23" name="Text 21"/>
          <p:cNvSpPr/>
          <p:nvPr/>
        </p:nvSpPr>
        <p:spPr>
          <a:xfrm>
            <a:off x="9867900" y="657225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650" b="1" spc="11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867900" y="70485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3373100" y="6362700"/>
            <a:ext cx="3543300" cy="1809750"/>
          </a:xfrm>
          <a:prstGeom prst="roundRect">
            <a:avLst>
              <a:gd name="adj" fmla="val 10526"/>
            </a:avLst>
          </a:prstGeom>
          <a:solidFill>
            <a:srgbClr val="2A2E3B"/>
          </a:solidFill>
          <a:ln/>
        </p:spPr>
      </p:sp>
      <p:sp>
        <p:nvSpPr>
          <p:cNvPr id="26" name="Text 24"/>
          <p:cNvSpPr/>
          <p:nvPr/>
        </p:nvSpPr>
        <p:spPr>
          <a:xfrm>
            <a:off x="13639800" y="657225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650" b="1" spc="11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639800" y="70485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8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Tốc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3639800" y="29718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7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</a:t>
            </a:r>
            <a:endParaRPr lang="en-US" sz="27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2a8b6a1b-ee1f-4755-ac86-d2d5de6fdcb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b="1" spc="21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b="1" spc="17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Gặp lại</a:t>
            </a: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2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5913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7067550"/>
            <a:ext cx="6858000" cy="11811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1333500"/>
            <a:ext cx="7315200" cy="2286000"/>
          </a:xfrm>
          <a:prstGeom prst="roundRect">
            <a:avLst>
              <a:gd name="adj" fmla="val 8333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67900" y="1504950"/>
            <a:ext cx="361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867900" y="179070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Effective</a:t>
            </a:r>
            <a:r>
              <a:rPr lang="en-US" sz="34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13563600" y="1809750"/>
            <a:ext cx="1524000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 thời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201900" y="1809750"/>
            <a:ext cx="15240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song</a:t>
            </a:r>
            <a:r>
              <a:rPr lang="en-US" sz="18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67900" y="2495550"/>
            <a:ext cx="6858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601200" y="3810000"/>
            <a:ext cx="7315200" cy="2286000"/>
          </a:xfrm>
          <a:prstGeom prst="roundRect">
            <a:avLst>
              <a:gd name="adj" fmla="val 8333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67900" y="3981450"/>
            <a:ext cx="361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867900" y="426720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asyncio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15201900" y="4286250"/>
            <a:ext cx="1524000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 thời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67900" y="4972050"/>
            <a:ext cx="6858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async/await.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bởi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601200" y="6286500"/>
            <a:ext cx="7315200" cy="2286000"/>
          </a:xfrm>
          <a:prstGeom prst="roundRect">
            <a:avLst>
              <a:gd name="adj" fmla="val 8333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67900" y="6457950"/>
            <a:ext cx="361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867900" y="674370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threading</a:t>
            </a:r>
            <a:endParaRPr lang="en-US" sz="3450" dirty="0"/>
          </a:p>
        </p:txBody>
      </p:sp>
      <p:sp>
        <p:nvSpPr>
          <p:cNvPr id="23" name="Text 21"/>
          <p:cNvSpPr/>
          <p:nvPr/>
        </p:nvSpPr>
        <p:spPr>
          <a:xfrm>
            <a:off x="13563600" y="6762750"/>
            <a:ext cx="1524000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 thời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201900" y="6762750"/>
            <a:ext cx="15240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song</a:t>
            </a:r>
            <a:r>
              <a:rPr lang="en-US" sz="18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867900" y="7448550"/>
            <a:ext cx="6858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GIL,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lõi: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multiprocessing.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25fc7dbe-b937-4ebd-9ed9-fab0f6709c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620000" cy="2381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spcAft>
                <a:spcPts val="1050"/>
              </a:spcAft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3.13.16,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5913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7067550"/>
            <a:ext cx="6858000" cy="11811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3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1333500"/>
            <a:ext cx="7315200" cy="2133600"/>
          </a:xfrm>
          <a:prstGeom prst="roundRect">
            <a:avLst>
              <a:gd name="adj" fmla="val 8929"/>
            </a:avLst>
          </a:prstGeom>
          <a:solidFill>
            <a:srgbClr val="2A2E3B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0" y="19812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1049000" y="1638300"/>
            <a:ext cx="5619750" cy="1524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ctr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sleep,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601200" y="3771900"/>
            <a:ext cx="7315200" cy="2133600"/>
          </a:xfrm>
          <a:prstGeom prst="roundRect">
            <a:avLst>
              <a:gd name="adj" fmla="val 8929"/>
            </a:avLst>
          </a:prstGeom>
          <a:solidFill>
            <a:srgbClr val="2A2E3B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0" y="44196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1049000" y="4076700"/>
            <a:ext cx="5619750" cy="1524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ctr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động;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601200" y="6210300"/>
            <a:ext cx="7315200" cy="2133600"/>
          </a:xfrm>
          <a:prstGeom prst="roundRect">
            <a:avLst>
              <a:gd name="adj" fmla="val 8929"/>
            </a:avLst>
          </a:prstGeom>
          <a:solidFill>
            <a:srgbClr val="2A2E3B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0" y="68580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1049000" y="6515100"/>
            <a:ext cx="5619750" cy="1524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ctr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chọn công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95e1ea82-085a-4a4b-97c0-d50f269daa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hình,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714750"/>
            <a:ext cx="7620000" cy="4762500"/>
          </a:xfrm>
          <a:prstGeom prst="roundRect">
            <a:avLst>
              <a:gd name="adj" fmla="val 56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01955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6858000" cy="3810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spcAft>
                <a:spcPts val="1350"/>
              </a:spcAft>
              <a:buNone/>
            </a:pP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mươi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endParaRPr lang="en-US" sz="2550" dirty="0"/>
          </a:p>
          <a:p>
            <a:pPr algn="l" indent="0" marL="0">
              <a:lnSpc>
                <a:spcPts val="3570"/>
              </a:lnSpc>
              <a:spcAft>
                <a:spcPts val="1350"/>
              </a:spcAft>
              <a:buNone/>
            </a:pP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thuần,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đốt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lõi.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 hợp cách nào?</a:t>
            </a:r>
            <a:r>
              <a:rPr lang="en-US" sz="2550" dirty="0" spc="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1333500"/>
            <a:ext cx="7315200" cy="2286000"/>
          </a:xfrm>
          <a:prstGeom prst="roundRect">
            <a:avLst>
              <a:gd name="adj" fmla="val 8333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0" y="20574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1049000" y="1524000"/>
            <a:ext cx="561975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ctr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chồng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nhau: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2,00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0,50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601200" y="3810000"/>
            <a:ext cx="7315200" cy="2286000"/>
          </a:xfrm>
          <a:prstGeom prst="roundRect">
            <a:avLst>
              <a:gd name="adj" fmla="val 8333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6000" y="45339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049000" y="4000500"/>
            <a:ext cx="561975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ctr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GIL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chặn;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601200" y="6286500"/>
            <a:ext cx="7315200" cy="2286000"/>
          </a:xfrm>
          <a:prstGeom prst="roundRect">
            <a:avLst>
              <a:gd name="adj" fmla="val 8333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06000" y="70104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1049000" y="6477000"/>
            <a:ext cx="561975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ctr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giúp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GIL: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b9141a3-f672-423a-9d46-8f06979e86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714750"/>
            <a:ext cx="7620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943350"/>
            <a:ext cx="228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810000" y="4248150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Central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5010150"/>
            <a:ext cx="685800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7620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5151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GIL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810000" y="6819900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Global</a:t>
            </a: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Interpreter</a:t>
            </a:r>
            <a:r>
              <a:rPr lang="en-US" sz="19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Lock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95400" y="7581900"/>
            <a:ext cx="685800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cục: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3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3825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01200" y="1752600"/>
            <a:ext cx="7315200" cy="1600200"/>
          </a:xfrm>
          <a:prstGeom prst="roundRect">
            <a:avLst>
              <a:gd name="adj" fmla="val 11905"/>
            </a:avLst>
          </a:prstGeom>
          <a:solidFill>
            <a:srgbClr val="2A2E3B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0" y="1924050"/>
            <a:ext cx="6705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ByteByteGo</a:t>
            </a:r>
            <a:r>
              <a:rPr lang="en-US" sz="28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(bài</a:t>
            </a:r>
            <a:r>
              <a:rPr lang="en-US" sz="285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nguồn)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9906000" y="2476500"/>
            <a:ext cx="670560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đề;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95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601200" y="3543300"/>
            <a:ext cx="7315200" cy="1600200"/>
          </a:xfrm>
          <a:prstGeom prst="roundRect">
            <a:avLst>
              <a:gd name="adj" fmla="val 11905"/>
            </a:avLst>
          </a:prstGeom>
          <a:solidFill>
            <a:srgbClr val="2A2E3B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0" y="3714750"/>
            <a:ext cx="6705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Go:</a:t>
            </a:r>
            <a:r>
              <a:rPr lang="en-US" sz="285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Effective</a:t>
            </a:r>
            <a:r>
              <a:rPr lang="en-US" sz="28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906000" y="4267200"/>
            <a:ext cx="670560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song;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601200" y="5334000"/>
            <a:ext cx="7315200" cy="1600200"/>
          </a:xfrm>
          <a:prstGeom prst="roundRect">
            <a:avLst>
              <a:gd name="adj" fmla="val 11905"/>
            </a:avLst>
          </a:prstGeom>
          <a:solidFill>
            <a:srgbClr val="2A2E3B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0" y="5505450"/>
            <a:ext cx="6705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Python:</a:t>
            </a:r>
            <a:r>
              <a:rPr lang="en-US" sz="28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asyncio,</a:t>
            </a:r>
            <a:r>
              <a:rPr lang="en-US" sz="2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threading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9906000" y="6057900"/>
            <a:ext cx="670560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thời,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GIL,</a:t>
            </a: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multiprocessing,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free-threaded.</a:t>
            </a:r>
            <a:endParaRPr lang="en-US" sz="1950" dirty="0"/>
          </a:p>
        </p:txBody>
      </p:sp>
      <p:sp>
        <p:nvSpPr>
          <p:cNvPr id="23" name="Connector line-1792339039336-998767280"/>
          <p:cNvSpPr/>
          <p:nvPr/>
        </p:nvSpPr>
        <p:spPr>
          <a:xfrm>
            <a:off x="9601200" y="7277100"/>
            <a:ext cx="7315200" cy="0"/>
          </a:xfrm>
          <a:prstGeom prst="line">
            <a:avLst/>
          </a:prstGeom>
          <a:noFill/>
          <a:ln w="19050">
            <a:solidFill>
              <a:srgbClr val="2E3345"/>
            </a:solidFill>
            <a:prstDash val="lgDash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9601200" y="7524750"/>
            <a:ext cx="7315200" cy="9525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 chạy.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7677f05d-6a83-4d2a-84f4-515850b780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2026-10-19T15:13:36Z</dcterms:created>
  <dcterms:modified xsi:type="dcterms:W3CDTF">2026-10-19T15:13:36Z</dcterms:modified>
</cp:coreProperties>
</file>