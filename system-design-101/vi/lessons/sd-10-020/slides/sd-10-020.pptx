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phổ biến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1950" b="1" dirty="0" spc="-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4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4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tính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40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Haskell,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Erlang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 nêu kiểu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 làm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 phản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16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đích: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mô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tính giá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700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có,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nêu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là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phổ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2026-10-19T00:17:04Z</dcterms:created>
  <dcterms:modified xsi:type="dcterms:W3CDTF">2026-10-19T00:17:04Z</dcterms:modified>
</cp:coreProperties>
</file>