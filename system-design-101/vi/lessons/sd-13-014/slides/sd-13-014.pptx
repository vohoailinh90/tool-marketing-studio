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7810500" cy="4391025"/>
          </a:xfrm>
          <a:prstGeom prst="rect">
            <a:avLst/>
          </a:prstGeom>
          <a:noFill/>
          <a:ln/>
        </p:spPr>
        <p:txBody>
          <a:bodyPr wrap="square" lIns="0" tIns="66866" rIns="0" bIns="-66866" rtlCol="0" anchor="t"/>
          <a:lstStyle/>
          <a:p>
            <a:pPr algn="l" indent="0" marL="0">
              <a:lnSpc>
                <a:spcPts val="8586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CI</a:t>
            </a:r>
            <a:r>
              <a:rPr lang="en-US" sz="81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đỏ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mà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8100" dirty="0" spc="-8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được: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 khác biệt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296025"/>
            <a:ext cx="7810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nhất:</a:t>
            </a:r>
            <a:r>
              <a:rPr lang="en-US" sz="30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"máy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tôi</a:t>
            </a:r>
            <a:r>
              <a:rPr lang="en-US" sz="30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được".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525000" y="1428750"/>
            <a:ext cx="36195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29800" y="1657350"/>
            <a:ext cx="95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9829800" y="2381250"/>
            <a:ext cx="300990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2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13373100" y="1428750"/>
            <a:ext cx="36195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677900" y="1657350"/>
            <a:ext cx="95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3677900" y="2381250"/>
            <a:ext cx="300990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525000" y="3810000"/>
            <a:ext cx="36195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29800" y="4038600"/>
            <a:ext cx="95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9829800" y="4762500"/>
            <a:ext cx="300990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13373100" y="3810000"/>
            <a:ext cx="36195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77900" y="4038600"/>
            <a:ext cx="95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13677900" y="4762500"/>
            <a:ext cx="300990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2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525000" y="6191250"/>
            <a:ext cx="74676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29800" y="6419850"/>
            <a:ext cx="95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9829800" y="7143750"/>
            <a:ext cx="685800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tự, giờ</a:t>
            </a:r>
            <a:r>
              <a:rPr lang="en-US" sz="22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2b16c9f8-0ed3-41eb-b35a-c1460c2b27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2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000250"/>
            <a:ext cx="152400" cy="1905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1866900"/>
            <a:ext cx="15621000" cy="2286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Pipeline</a:t>
            </a:r>
            <a:r>
              <a:rPr lang="en-US" sz="69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thường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sai;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môi</a:t>
            </a:r>
            <a:r>
              <a:rPr lang="en-US" sz="69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r>
              <a:rPr lang="en-US" sz="69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chỗ.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56769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333500" y="6286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 gặp.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726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791700" y="56769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91700" y="6286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d93001c-60bf-426b-9795-1842eaa4aa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Khác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phiên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bản,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môi</a:t>
            </a:r>
            <a:r>
              <a:rPr lang="en-US" sz="69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8001000" cy="6096000"/>
          </a:xfrm>
          <a:prstGeom prst="roundRect">
            <a:avLst>
              <a:gd name="adj" fmla="val 4375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009900"/>
            <a:ext cx="7162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7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7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b="1" dirty="0" spc="-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700" b="1" dirty="0" spc="-2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7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333500" y="3810000"/>
            <a:ext cx="7162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3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1800" b="1" spc="15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b="1" spc="13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1800" dirty="0"/>
          </a:p>
        </p:txBody>
      </p:sp>
      <p:sp>
        <p:nvSpPr>
          <p:cNvPr id="7" name="Text richtext-1792371354826-252797593"/>
          <p:cNvSpPr/>
          <p:nvPr/>
        </p:nvSpPr>
        <p:spPr>
          <a:xfrm>
            <a:off x="1333500" y="4248150"/>
            <a:ext cx="7162800" cy="1714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runner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143000" y="6191250"/>
            <a:ext cx="7543800" cy="2343150"/>
          </a:xfrm>
          <a:prstGeom prst="roundRect">
            <a:avLst>
              <a:gd name="adj" fmla="val 8943"/>
            </a:avLst>
          </a:prstGeom>
          <a:solidFill>
            <a:srgbClr val="CFE8E2"/>
          </a:solidFill>
          <a:ln/>
        </p:spPr>
      </p:sp>
      <p:sp>
        <p:nvSpPr>
          <p:cNvPr id="9" name="Text 7"/>
          <p:cNvSpPr/>
          <p:nvPr/>
        </p:nvSpPr>
        <p:spPr>
          <a:xfrm>
            <a:off x="1524000" y="6438900"/>
            <a:ext cx="6781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3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b="1" spc="14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10" name="Text richtext-1792371354844-566083615"/>
          <p:cNvSpPr/>
          <p:nvPr/>
        </p:nvSpPr>
        <p:spPr>
          <a:xfrm>
            <a:off x="1524000" y="6877050"/>
            <a:ext cx="6781800" cy="1524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Cài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npm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372600" y="2667000"/>
            <a:ext cx="8001000" cy="6096000"/>
          </a:xfrm>
          <a:prstGeom prst="roundRect">
            <a:avLst>
              <a:gd name="adj" fmla="val 4375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91700" y="3009900"/>
            <a:ext cx="7162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7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700" b="1" dirty="0" spc="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700" b="1" dirty="0" spc="-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791700" y="3810000"/>
            <a:ext cx="7162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3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1800" b="1" spc="15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b="1" spc="13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1800" dirty="0"/>
          </a:p>
        </p:txBody>
      </p:sp>
      <p:sp>
        <p:nvSpPr>
          <p:cNvPr id="14" name="Text richtext-1792371354853-580702650"/>
          <p:cNvSpPr/>
          <p:nvPr/>
        </p:nvSpPr>
        <p:spPr>
          <a:xfrm>
            <a:off x="9791700" y="4248150"/>
            <a:ext cx="7162800" cy="1714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ubuntu-latest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 có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601200" y="6191250"/>
            <a:ext cx="7543800" cy="2343150"/>
          </a:xfrm>
          <a:prstGeom prst="roundRect">
            <a:avLst>
              <a:gd name="adj" fmla="val 8943"/>
            </a:avLst>
          </a:prstGeom>
          <a:solidFill>
            <a:srgbClr val="CFE8E2"/>
          </a:solidFill>
          <a:ln/>
        </p:spPr>
      </p:sp>
      <p:sp>
        <p:nvSpPr>
          <p:cNvPr id="16" name="Text 14"/>
          <p:cNvSpPr/>
          <p:nvPr/>
        </p:nvSpPr>
        <p:spPr>
          <a:xfrm>
            <a:off x="9982200" y="6438900"/>
            <a:ext cx="6781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3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b="1" spc="14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17" name="Text richtext-1792371354861-454390193"/>
          <p:cNvSpPr/>
          <p:nvPr/>
        </p:nvSpPr>
        <p:spPr>
          <a:xfrm>
            <a:off x="9982200" y="6877050"/>
            <a:ext cx="6781800" cy="1524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cụ.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digest.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76c275ce-5ab9-4451-936b-eb589f6463a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1950" b="1" spc="28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 bạn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 thứ mà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runner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8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14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195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1950" b="1" spc="15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914400" y="3286125"/>
            <a:ext cx="2857500" cy="85725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 w="19050">
            <a:solidFill>
              <a:srgbClr val="3A3F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Cache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057650" y="3286125"/>
            <a:ext cx="2857500" cy="85725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 w="19050">
            <a:solidFill>
              <a:srgbClr val="3A3F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8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4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200900" y="3286125"/>
            <a:ext cx="2857500" cy="85725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 w="19050">
            <a:solidFill>
              <a:srgbClr val="3A3F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477500" y="3505200"/>
            <a:ext cx="6896100" cy="476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4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485775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 LẠI</a:t>
            </a:r>
            <a:r>
              <a:rPr lang="en-US" sz="1950" b="1" spc="14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</a:t>
            </a: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5429250"/>
            <a:ext cx="314325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0150" y="5715000"/>
            <a:ext cx="2571750" cy="1333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Clone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400" dirty="0"/>
          </a:p>
        </p:txBody>
      </p:sp>
      <p:sp>
        <p:nvSpPr>
          <p:cNvPr id="12" name="Connector line-1792371368853-243118699"/>
          <p:cNvSpPr/>
          <p:nvPr/>
        </p:nvSpPr>
        <p:spPr>
          <a:xfrm>
            <a:off x="4133850" y="6381750"/>
            <a:ext cx="4191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629150" y="5429250"/>
            <a:ext cx="314325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14900" y="5715000"/>
            <a:ext cx="2571750" cy="1333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400" dirty="0"/>
          </a:p>
        </p:txBody>
      </p:sp>
      <p:sp>
        <p:nvSpPr>
          <p:cNvPr id="15" name="Connector line-1792371368856-968882241"/>
          <p:cNvSpPr/>
          <p:nvPr/>
        </p:nvSpPr>
        <p:spPr>
          <a:xfrm>
            <a:off x="7848600" y="6381750"/>
            <a:ext cx="4191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343900" y="5429250"/>
            <a:ext cx="314325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29650" y="5715000"/>
            <a:ext cx="2571750" cy="1333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endParaRPr lang="en-US" sz="2400" dirty="0"/>
          </a:p>
        </p:txBody>
      </p:sp>
      <p:sp>
        <p:nvSpPr>
          <p:cNvPr id="18" name="Connector line-1792371368859-17218545"/>
          <p:cNvSpPr/>
          <p:nvPr/>
        </p:nvSpPr>
        <p:spPr>
          <a:xfrm>
            <a:off x="11563350" y="6381750"/>
            <a:ext cx="4191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058650" y="5429250"/>
            <a:ext cx="5334000" cy="1905000"/>
          </a:xfrm>
          <a:prstGeom prst="roundRect">
            <a:avLst>
              <a:gd name="adj" fmla="val 14000"/>
            </a:avLst>
          </a:prstGeom>
          <a:solidFill>
            <a:srgbClr val="2A2E3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344400" y="5715000"/>
            <a:ext cx="4762500" cy="1333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2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4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40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ra:</a:t>
            </a:r>
            <a:r>
              <a:rPr lang="en-US" sz="2400" b="1" dirty="0" spc="-1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40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4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</a:t>
            </a:r>
            <a:r>
              <a:rPr lang="en-US" sz="24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7201b83f-ab46-462d-b2b2-4c895d9a387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1950" b="1" spc="24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Khai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6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workflow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00500"/>
            <a:ext cx="43815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30530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VẤN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3714750" cy="1143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có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bên.</a:t>
            </a:r>
            <a:endParaRPr lang="en-US" sz="2400" dirty="0"/>
          </a:p>
        </p:txBody>
      </p:sp>
      <p:sp>
        <p:nvSpPr>
          <p:cNvPr id="7" name="Connector line-1792371388764-942067949"/>
          <p:cNvSpPr/>
          <p:nvPr/>
        </p:nvSpPr>
        <p:spPr>
          <a:xfrm>
            <a:off x="5391150" y="5143500"/>
            <a:ext cx="12763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8" name="Shape 6"/>
          <p:cNvSpPr/>
          <p:nvPr/>
        </p:nvSpPr>
        <p:spPr>
          <a:xfrm>
            <a:off x="6762750" y="3810000"/>
            <a:ext cx="4572000" cy="2667000"/>
          </a:xfrm>
          <a:prstGeom prst="roundRect">
            <a:avLst>
              <a:gd name="adj" fmla="val 1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43750" y="419100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0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850" b="1" dirty="0" spc="-2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workflow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7143750" y="4857750"/>
            <a:ext cx="38100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job.</a:t>
            </a:r>
            <a:endParaRPr lang="en-US" sz="2250" dirty="0"/>
          </a:p>
        </p:txBody>
      </p:sp>
      <p:sp>
        <p:nvSpPr>
          <p:cNvPr id="11" name="Connector line-1792371388769-222555490"/>
          <p:cNvSpPr/>
          <p:nvPr/>
        </p:nvSpPr>
        <p:spPr>
          <a:xfrm flipV="1">
            <a:off x="11334750" y="3810000"/>
            <a:ext cx="1333500" cy="95250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12" name="Connector line-1792371388769-503571692"/>
          <p:cNvSpPr/>
          <p:nvPr/>
        </p:nvSpPr>
        <p:spPr>
          <a:xfrm>
            <a:off x="11334750" y="5524500"/>
            <a:ext cx="1333500" cy="95250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12668250" y="2952750"/>
            <a:ext cx="470535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049250" y="3238500"/>
            <a:ext cx="400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Biến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3049250" y="3857625"/>
            <a:ext cx="400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Liệt</a:t>
            </a:r>
            <a:r>
              <a:rPr lang="en-US" sz="21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2668250" y="5619750"/>
            <a:ext cx="470535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049250" y="5905500"/>
            <a:ext cx="400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3049250" y="6524625"/>
            <a:ext cx="400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Liệt</a:t>
            </a:r>
            <a:r>
              <a:rPr lang="en-US" sz="21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14400" y="790575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/>
        </p:spPr>
      </p:sp>
      <p:sp>
        <p:nvSpPr>
          <p:cNvPr id="20" name="Text 18"/>
          <p:cNvSpPr/>
          <p:nvPr/>
        </p:nvSpPr>
        <p:spPr>
          <a:xfrm>
            <a:off x="1333500" y="8115300"/>
            <a:ext cx="15621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2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định,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pull</a:t>
            </a: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fork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nhận bí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18a56033-c800-4e6f-9896-8c6eea0c63a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5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TỰ,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1950" b="1" spc="2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5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Test</a:t>
            </a:r>
            <a:r>
              <a:rPr lang="en-US" sz="6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dựa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390525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762250"/>
            <a:ext cx="3905250" cy="1143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6" name="Text 4"/>
          <p:cNvSpPr/>
          <p:nvPr/>
        </p:nvSpPr>
        <p:spPr>
          <a:xfrm>
            <a:off x="1257300" y="3200400"/>
            <a:ext cx="321945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b="1" dirty="0" spc="-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57300" y="4381500"/>
            <a:ext cx="3219450" cy="1714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Test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5086350" y="2762250"/>
            <a:ext cx="390525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86350" y="2762250"/>
            <a:ext cx="3905250" cy="1143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0" name="Text 8"/>
          <p:cNvSpPr/>
          <p:nvPr/>
        </p:nvSpPr>
        <p:spPr>
          <a:xfrm>
            <a:off x="5429250" y="3200400"/>
            <a:ext cx="321945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Múi</a:t>
            </a:r>
            <a:r>
              <a:rPr lang="en-US" sz="255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429250" y="4381500"/>
            <a:ext cx="3219450" cy="1714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runner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258300" y="2762250"/>
            <a:ext cx="390525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258300" y="2762250"/>
            <a:ext cx="3905250" cy="1143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0" y="3200400"/>
            <a:ext cx="321945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9601200" y="4381500"/>
            <a:ext cx="3219450" cy="1714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 song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giành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3430250" y="2762250"/>
            <a:ext cx="390525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430250" y="2762250"/>
            <a:ext cx="3905250" cy="1143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8" name="Text 16"/>
          <p:cNvSpPr/>
          <p:nvPr/>
        </p:nvSpPr>
        <p:spPr>
          <a:xfrm>
            <a:off x="13773150" y="3200400"/>
            <a:ext cx="321945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5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3773150" y="4381500"/>
            <a:ext cx="3219450" cy="1714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Test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ghi.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14400" y="676275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/>
        </p:spPr>
      </p:sp>
      <p:sp>
        <p:nvSpPr>
          <p:cNvPr id="21" name="Text 19"/>
          <p:cNvSpPr/>
          <p:nvPr/>
        </p:nvSpPr>
        <p:spPr>
          <a:xfrm>
            <a:off x="1333500" y="7048500"/>
            <a:ext cx="156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950" b="1" spc="15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950" dirty="0"/>
          </a:p>
        </p:txBody>
      </p:sp>
      <p:sp>
        <p:nvSpPr>
          <p:cNvPr id="22" name="Text richtext-1792371402479-968888615"/>
          <p:cNvSpPr/>
          <p:nvPr/>
        </p:nvSpPr>
        <p:spPr>
          <a:xfrm>
            <a:off x="1333500" y="7543800"/>
            <a:ext cx="156210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nó.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732b507b-3e34-4ec3-b524-bf13e623c1b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tất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952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2381250" y="3048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đỏ.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476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381250" y="4572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Runner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nguyên,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 của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715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000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2381250" y="6096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 cách chẩn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7239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2A2E3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7524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2381250" y="7620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quả: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chờn,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74ef3e8-058e-47d1-9d20-f98e99f59a4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Config.json khác</a:t>
            </a: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config.json?</a:t>
            </a:r>
            <a:endParaRPr lang="en-US" sz="6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4608576"/>
                <a:gridCol w="6583680"/>
                <a:gridCol w="5266944"/>
              </a:tblGrid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Máy</a:t>
                      </a:r>
                      <a:r>
                        <a:rPr lang="en-US" sz="2400" b="1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chạy test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Hệ</a:t>
                      </a:r>
                      <a:r>
                        <a:rPr lang="en-US" sz="2400" b="1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tệp</a:t>
                      </a:r>
                      <a:r>
                        <a:rPr lang="en-US" sz="2400" b="1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phân biệt</a:t>
                      </a:r>
                      <a:r>
                        <a:rPr lang="en-US" sz="2400" b="1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hoa</a:t>
                      </a:r>
                      <a:r>
                        <a:rPr lang="en-US" sz="2400" b="1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thường?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4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Kết</a:t>
                      </a:r>
                      <a:r>
                        <a:rPr lang="en-US" sz="2400" b="1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quả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macOS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Thường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mặc</a:t>
                      </a:r>
                      <a:r>
                        <a:rPr lang="en-US" sz="2400" dirty="0" spc="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6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Test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qua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Windows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Thường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mặc</a:t>
                      </a:r>
                      <a:r>
                        <a:rPr lang="en-US" sz="2400" dirty="0" spc="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6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Test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qua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Runner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Linux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tìm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thấy</a:t>
                      </a:r>
                      <a:r>
                        <a:rPr lang="en-US" sz="240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tệp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7048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8D9D0"/>
          </a:solidFill>
          <a:ln/>
        </p:spPr>
      </p:sp>
      <p:sp>
        <p:nvSpPr>
          <p:cNvPr id="6" name="Text 3"/>
          <p:cNvSpPr/>
          <p:nvPr/>
        </p:nvSpPr>
        <p:spPr>
          <a:xfrm>
            <a:off x="1333500" y="739140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 chữ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hoa</a:t>
            </a:r>
            <a:r>
              <a:rPr lang="en-US" sz="25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endParaRPr lang="en-US" sz="2550" dirty="0"/>
          </a:p>
        </p:txBody>
      </p:sp>
      <p:sp>
        <p:nvSpPr>
          <p:cNvPr id="7" name="Shape 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5ae0dca0-3116-48e3-932c-bab16fe80fc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nguồn,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495550"/>
            <a:ext cx="16459200" cy="1104900"/>
          </a:xfrm>
          <a:prstGeom prst="roundRect">
            <a:avLst>
              <a:gd name="adj" fmla="val 2069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495550"/>
            <a:ext cx="133350" cy="11049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6" name="Text 4"/>
          <p:cNvSpPr/>
          <p:nvPr/>
        </p:nvSpPr>
        <p:spPr>
          <a:xfrm>
            <a:off x="1390650" y="2800350"/>
            <a:ext cx="3810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5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5334000" y="2800350"/>
            <a:ext cx="11715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npm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 lỗi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" y="3752850"/>
            <a:ext cx="16459200" cy="1104900"/>
          </a:xfrm>
          <a:prstGeom prst="roundRect">
            <a:avLst>
              <a:gd name="adj" fmla="val 2069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752850"/>
            <a:ext cx="133350" cy="11049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0" name="Text 8"/>
          <p:cNvSpPr/>
          <p:nvPr/>
        </p:nvSpPr>
        <p:spPr>
          <a:xfrm>
            <a:off x="1390650" y="4057650"/>
            <a:ext cx="3810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Môi</a:t>
            </a:r>
            <a:r>
              <a:rPr lang="en-US" sz="255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334000" y="4057650"/>
            <a:ext cx="11715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4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-latest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4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24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mới.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5010150"/>
            <a:ext cx="16459200" cy="1104900"/>
          </a:xfrm>
          <a:prstGeom prst="roundRect">
            <a:avLst>
              <a:gd name="adj" fmla="val 2069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010150"/>
            <a:ext cx="133350" cy="11049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4" name="Text 12"/>
          <p:cNvSpPr/>
          <p:nvPr/>
        </p:nvSpPr>
        <p:spPr>
          <a:xfrm>
            <a:off x="1390650" y="5314950"/>
            <a:ext cx="3810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5334000" y="5314950"/>
            <a:ext cx="11715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Clone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6267450"/>
            <a:ext cx="16459200" cy="1104900"/>
          </a:xfrm>
          <a:prstGeom prst="roundRect">
            <a:avLst>
              <a:gd name="adj" fmla="val 2069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6267450"/>
            <a:ext cx="133350" cy="11049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8" name="Text 16"/>
          <p:cNvSpPr/>
          <p:nvPr/>
        </p:nvSpPr>
        <p:spPr>
          <a:xfrm>
            <a:off x="1390650" y="6572250"/>
            <a:ext cx="3810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5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5334000" y="6572250"/>
            <a:ext cx="11715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Liệt</a:t>
            </a:r>
            <a:r>
              <a:rPr lang="en-US" sz="240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4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4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4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14400" y="7524750"/>
            <a:ext cx="16459200" cy="1104900"/>
          </a:xfrm>
          <a:prstGeom prst="roundRect">
            <a:avLst>
              <a:gd name="adj" fmla="val 2069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7524750"/>
            <a:ext cx="133350" cy="11049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2" name="Text 20"/>
          <p:cNvSpPr/>
          <p:nvPr/>
        </p:nvSpPr>
        <p:spPr>
          <a:xfrm>
            <a:off x="1390650" y="7829550"/>
            <a:ext cx="3810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5334000" y="7829550"/>
            <a:ext cx="11715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 lại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múi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4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hạt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nhiên.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8cd34269-24f8-4a7a-90a5-ca6299a8b89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1925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71750"/>
          <a:ext cx="13716000" cy="914400"/>
        </p:xfrm>
        <a:graphic>
          <a:graphicData uri="http://schemas.openxmlformats.org/drawingml/2006/table">
            <a:tbl>
              <a:tblPr/>
              <a:tblGrid>
                <a:gridCol w="2962656"/>
                <a:gridCol w="13496544"/>
              </a:tblGrid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25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CI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250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Integration:</a:t>
                      </a:r>
                      <a:r>
                        <a:rPr lang="en-US" sz="22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tích</a:t>
                      </a:r>
                      <a:r>
                        <a:rPr lang="en-US" sz="225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hợp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25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OS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Operating</a:t>
                      </a:r>
                      <a:r>
                        <a:rPr lang="en-US" sz="225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System: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hệ</a:t>
                      </a:r>
                      <a:r>
                        <a:rPr lang="en-US" sz="2250" dirty="0" spc="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điều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hành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</a:t>
                      </a:r>
                      <a:r>
                        <a:rPr lang="en-US" sz="225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cố</a:t>
                      </a:r>
                      <a:r>
                        <a:rPr lang="en-US" sz="2250" dirty="0" spc="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định;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npm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ci;</a:t>
                      </a: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ghim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phiên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r>
                        <a:rPr lang="en-US" sz="225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image</a:t>
                      </a:r>
                      <a:r>
                        <a:rPr lang="en-US" sz="22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cơ</a:t>
                      </a: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runner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do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GitHub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cung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cấp;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workflow</a:t>
                      </a:r>
                      <a:r>
                        <a:rPr lang="en-US" sz="225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syntax;</a:t>
                      </a:r>
                      <a:r>
                        <a:rPr lang="en-US" sz="225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bảo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mật workflow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5299b60e-f1ac-45c5-bcd6-61ca696b2e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2026-10-19T02:08:58Z</dcterms:created>
  <dcterms:modified xsi:type="dcterms:W3CDTF">2026-10-19T02:08:58Z</dcterms:modified>
</cp:coreProperties>
</file>