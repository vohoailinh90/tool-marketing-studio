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72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72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thuật,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0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81966968-623408650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31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r>
              <a:rPr lang="en-US" sz="315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150" dirty="0" spc="-3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 ý</a:t>
            </a:r>
            <a:r>
              <a:rPr lang="en-US" sz="315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tưởng,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31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eca20bcf-1820-4278-9779-611ab2320b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blog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thích,</a:t>
            </a:r>
            <a:r>
              <a:rPr lang="en-US" sz="48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48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48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1.000</a:t>
            </a:r>
            <a:r>
              <a:rPr lang="en-US" sz="4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chín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3b9a8ae-a345-432c-bbfa-e5ab4147db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195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6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r>
              <a:rPr lang="en-US" sz="6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NETFLIX</a:t>
            </a:r>
            <a:r>
              <a:rPr lang="en-US" sz="1950" b="1" spc="22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Netflix</a:t>
            </a:r>
            <a:r>
              <a:rPr lang="en-US" sz="4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TechBlog,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CLOUDFLARE</a:t>
            </a:r>
            <a:r>
              <a:rPr lang="en-US" sz="1950" b="1" spc="22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8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Cloudflare</a:t>
            </a:r>
            <a:r>
              <a:rPr lang="en-US" sz="4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Blog,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 at Meta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chính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40485f3-146f-429c-8f5d-0f4d287249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195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5–7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LinkedIn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Discord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Architecture: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700" dirty="0" spc="-6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8804062-aab8-46a3-8ab5-9a00a812f1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28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Slack,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Stripe,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08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Slack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Engineering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09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Stripe</a:t>
            </a:r>
            <a:r>
              <a:rPr lang="en-US" sz="34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Blog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8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45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</a:t>
            </a:r>
            <a:r>
              <a:rPr lang="en-US" sz="34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345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345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của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bài: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cố,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52c0f0d-0010-4c1e-97d3-636e4f0802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ĐỌC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2–4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4953000"/>
                <a:gridCol w="1150620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5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Câu</a:t>
                      </a:r>
                      <a:r>
                        <a:rPr lang="en-US" sz="2400" b="1" dirty="0" spc="-4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 gì</a:t>
                      </a:r>
                      <a:r>
                        <a:rPr lang="en-US" sz="2400" b="1" dirty="0" spc="-13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b="1" dirty="0" spc="0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5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2.</a:t>
                      </a:r>
                      <a:r>
                        <a:rPr lang="en-US" sz="2400" b="1" dirty="0" spc="-27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Ràng</a:t>
                      </a:r>
                      <a:r>
                        <a:rPr lang="en-US" sz="240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buộc?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mô,</a:t>
                      </a:r>
                      <a:r>
                        <a:rPr lang="en-US" sz="240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đội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ngũ, hạ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tầng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3.</a:t>
                      </a:r>
                      <a:r>
                        <a:rPr lang="en-US" sz="240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Đánh</a:t>
                      </a:r>
                      <a:r>
                        <a:rPr lang="en-US" sz="2400" b="1" dirty="0" spc="7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40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giá;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hay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thường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nói</a:t>
                      </a:r>
                      <a:r>
                        <a:rPr lang="en-US" sz="2400" dirty="0" spc="-2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4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4.</a:t>
                      </a:r>
                      <a:r>
                        <a:rPr lang="en-US" sz="2400" b="1" dirty="0" spc="-3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b="1" dirty="0" spc="11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40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gì?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Thường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ý</a:t>
                      </a:r>
                      <a:r>
                        <a:rPr lang="en-US" sz="240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tưởng,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 phải công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961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f17c094-c56b-410f-99b1-16b03186b2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 là</a:t>
            </a:r>
            <a:r>
              <a:rPr lang="en-US" sz="72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lựa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nhân,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blog; “hơn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1.000”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ba7003d4-446a-44a8-9775-b27c100195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6900" dirty="0"/>
          </a:p>
        </p:txBody>
      </p:sp>
      <p:sp>
        <p:nvSpPr>
          <p:cNvPr id="4" name="Connector line-1792382010686-892610095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25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45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5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250" dirty="0" spc="-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9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chuyển?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0673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0292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Ràng</a:t>
            </a: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50292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1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821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-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chuyển,</a:t>
            </a:r>
            <a:r>
              <a:rPr lang="en-US" sz="2250" dirty="0" spc="1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32969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2588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r>
              <a:rPr lang="en-US" sz="345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mình?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32588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1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9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7f74f335-c097-4260-88a4-95c10c2a35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blog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THẤT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Lựa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1950" b="1" spc="23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thuận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chụp;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 đổi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9723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987fbbe-225a-4d7d-80a0-a50d7cb903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5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AWS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Amazon</a:t>
                      </a:r>
                      <a:r>
                        <a:rPr lang="en-US" sz="225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dịch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250" dirty="0" spc="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đám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Amazon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9339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53530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58864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98ccbc4-f1d9-43bf-a68e-027bd173b1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2026-10-19T09:38:15Z</dcterms:created>
  <dcterms:modified xsi:type="dcterms:W3CDTF">2026-10-19T09:38:15Z</dcterms:modified>
</cp:coreProperties>
</file>