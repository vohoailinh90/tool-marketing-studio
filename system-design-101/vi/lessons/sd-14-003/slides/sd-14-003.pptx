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6858000" cy="2505075"/>
          </a:xfrm>
          <a:prstGeom prst="rect">
            <a:avLst/>
          </a:prstGeom>
          <a:noFill/>
          <a:ln/>
        </p:spPr>
        <p:txBody>
          <a:bodyPr wrap="square" lIns="0" tIns="72009" rIns="0" bIns="-72009" rtlCol="0" anchor="t"/>
          <a:lstStyle/>
          <a:p>
            <a:pPr algn="l" indent="0" marL="0">
              <a:lnSpc>
                <a:spcPts val="8424"/>
              </a:lnSpc>
              <a:buNone/>
            </a:pPr>
            <a:r>
              <a:rPr lang="en-US" sz="81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</a:t>
            </a:r>
            <a:r>
              <a:rPr lang="en-US" sz="81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khẩu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an</a:t>
            </a:r>
            <a:r>
              <a:rPr lang="en-US" sz="810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toàn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8572500" cy="12382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000" dirty="0" spc="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khẩu,</a:t>
            </a:r>
            <a:r>
              <a:rPr lang="en-US" sz="300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</a:t>
            </a:r>
            <a:r>
              <a:rPr lang="en-US" sz="3000" dirty="0" spc="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r>
              <a:rPr lang="en-US" sz="3000" dirty="0" spc="5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30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sao?</a:t>
            </a:r>
            <a:endParaRPr lang="en-US" sz="3000" dirty="0"/>
          </a:p>
        </p:txBody>
      </p:sp>
      <p:sp>
        <p:nvSpPr>
          <p:cNvPr id="5" name="Connector line-1792306307621-844096778"/>
          <p:cNvSpPr/>
          <p:nvPr/>
        </p:nvSpPr>
        <p:spPr>
          <a:xfrm>
            <a:off x="914400" y="6667500"/>
            <a:ext cx="861060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953250"/>
            <a:ext cx="9144000" cy="762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2100" dirty="0" spc="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khẩu: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</a:t>
            </a:r>
            <a:r>
              <a:rPr lang="en-US" sz="2100" dirty="0" spc="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10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1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1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10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salt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1906250" y="3143250"/>
            <a:ext cx="1657350" cy="2000250"/>
          </a:xfrm>
          <a:custGeom>
            <a:avLst/>
            <a:gdLst/>
            <a:ahLst/>
            <a:cxnLst/>
            <a:rect l="l" t="t" r="r" b="b"/>
            <a:pathLst>
              <a:path w="1657350" h="2000250">
                <a:moveTo>
                  <a:pt x="0" y="2000250"/>
                </a:moveTo>
                <a:cubicBezTo>
                  <a:pt x="828675" y="2000250"/>
                  <a:pt x="828675" y="0"/>
                  <a:pt x="1657350" y="0"/>
                </a:cubicBezTo>
              </a:path>
            </a:pathLst>
          </a:custGeom>
          <a:ln w="47625">
            <a:solidFill>
              <a:srgbClr val="3DD6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906250" y="4476750"/>
            <a:ext cx="1657350" cy="666750"/>
          </a:xfrm>
          <a:custGeom>
            <a:avLst/>
            <a:gdLst/>
            <a:ahLst/>
            <a:cxnLst/>
            <a:rect l="l" t="t" r="r" b="b"/>
            <a:pathLst>
              <a:path w="1657350" h="666750">
                <a:moveTo>
                  <a:pt x="0" y="666750"/>
                </a:moveTo>
                <a:cubicBezTo>
                  <a:pt x="828675" y="666750"/>
                  <a:pt x="828675" y="0"/>
                  <a:pt x="1657350" y="0"/>
                </a:cubicBezTo>
              </a:path>
            </a:pathLst>
          </a:custGeom>
          <a:ln w="47625">
            <a:solidFill>
              <a:srgbClr val="7C93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906250" y="5143500"/>
            <a:ext cx="1657350" cy="666750"/>
          </a:xfrm>
          <a:custGeom>
            <a:avLst/>
            <a:gdLst/>
            <a:ahLst/>
            <a:cxnLst/>
            <a:rect l="l" t="t" r="r" b="b"/>
            <a:pathLst>
              <a:path w="1657350" h="666750">
                <a:moveTo>
                  <a:pt x="0" y="0"/>
                </a:moveTo>
                <a:cubicBezTo>
                  <a:pt x="828675" y="0"/>
                  <a:pt x="828675" y="666750"/>
                  <a:pt x="1657350" y="666750"/>
                </a:cubicBezTo>
              </a:path>
            </a:pathLst>
          </a:custGeom>
          <a:ln w="47625">
            <a:solidFill>
              <a:srgbClr val="FFB45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906250" y="5143500"/>
            <a:ext cx="1657350" cy="2000250"/>
          </a:xfrm>
          <a:custGeom>
            <a:avLst/>
            <a:gdLst/>
            <a:ahLst/>
            <a:cxnLst/>
            <a:rect l="l" t="t" r="r" b="b"/>
            <a:pathLst>
              <a:path w="1657350" h="2000250">
                <a:moveTo>
                  <a:pt x="0" y="0"/>
                </a:moveTo>
                <a:cubicBezTo>
                  <a:pt x="828675" y="0"/>
                  <a:pt x="828675" y="2000250"/>
                  <a:pt x="1657350" y="2000250"/>
                </a:cubicBezTo>
              </a:path>
            </a:pathLst>
          </a:custGeom>
          <a:ln w="47625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82250" y="4381500"/>
            <a:ext cx="1524000" cy="15240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13" name="Text 11"/>
          <p:cNvSpPr/>
          <p:nvPr/>
        </p:nvSpPr>
        <p:spPr>
          <a:xfrm>
            <a:off x="10382250" y="4914900"/>
            <a:ext cx="1524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96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Mật</a:t>
            </a:r>
            <a:r>
              <a:rPr lang="en-US" sz="2496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khẩu</a:t>
            </a:r>
            <a:endParaRPr lang="en-US" sz="2496" dirty="0"/>
          </a:p>
        </p:txBody>
      </p:sp>
      <p:sp>
        <p:nvSpPr>
          <p:cNvPr id="14" name="Text 12"/>
          <p:cNvSpPr/>
          <p:nvPr/>
        </p:nvSpPr>
        <p:spPr>
          <a:xfrm>
            <a:off x="9906000" y="6057900"/>
            <a:ext cx="247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đầu</a:t>
            </a:r>
            <a:r>
              <a:rPr lang="en-US" sz="180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373100" y="27813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Sinh</a:t>
            </a: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salt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13373100" y="41148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373100" y="54483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3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100" b="1" dirty="0" spc="-1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b="1" dirty="0" spc="-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13373100" y="6781800"/>
            <a:ext cx="4000500" cy="7239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3EEE3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</a:t>
            </a:r>
            <a:r>
              <a:rPr lang="en-US" sz="21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nhập:</a:t>
            </a:r>
            <a:r>
              <a:rPr lang="en-US" sz="21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1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1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14e8dfcb-48c2-44c8-aeb7-b82835ee5d8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6096000" cy="200025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Nếu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cơ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bị lộ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905250"/>
            <a:ext cx="7429500" cy="1047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2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Đừng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khẩu.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</a:t>
            </a:r>
            <a:r>
              <a:rPr lang="en-US" sz="2550" dirty="0" spc="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salt.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5619750"/>
            <a:ext cx="7429500" cy="3143250"/>
          </a:xfrm>
          <a:prstGeom prst="roundRect">
            <a:avLst>
              <a:gd name="adj" fmla="val 10909"/>
            </a:avLst>
          </a:prstGeom>
          <a:solidFill>
            <a:srgbClr val="E8E0CF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596265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650" b="1" spc="21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650" b="1" spc="22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238250" y="6477000"/>
            <a:ext cx="6781800" cy="209550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000" b="1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30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0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khẩu.</a:t>
            </a:r>
            <a:r>
              <a:rPr lang="en-US" sz="3000" b="1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30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0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30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30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nhau?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953500" y="914400"/>
            <a:ext cx="8420100" cy="7905750"/>
          </a:xfrm>
          <a:prstGeom prst="roundRect">
            <a:avLst>
              <a:gd name="adj" fmla="val 530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96400" y="1257300"/>
            <a:ext cx="7734300" cy="3333750"/>
          </a:xfrm>
          <a:prstGeom prst="roundRect">
            <a:avLst>
              <a:gd name="adj" fmla="val 9143"/>
            </a:avLst>
          </a:prstGeom>
          <a:solidFill>
            <a:srgbClr val="F8D9D0"/>
          </a:solidFill>
          <a:ln/>
        </p:spPr>
      </p:sp>
      <p:sp>
        <p:nvSpPr>
          <p:cNvPr id="10" name="Text 8"/>
          <p:cNvSpPr/>
          <p:nvPr/>
        </p:nvSpPr>
        <p:spPr>
          <a:xfrm>
            <a:off x="9620250" y="1504950"/>
            <a:ext cx="7086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5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650" b="1" spc="19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1650" b="1" spc="21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6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620250" y="2038350"/>
            <a:ext cx="7086600" cy="8001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mật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400" b="1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620250" y="3143250"/>
            <a:ext cx="7086600" cy="1238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5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Kẻ</a:t>
            </a:r>
            <a:r>
              <a:rPr lang="en-US" sz="25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5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5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ngay.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9296400" y="4953000"/>
            <a:ext cx="7734300" cy="3524250"/>
          </a:xfrm>
          <a:prstGeom prst="roundRect">
            <a:avLst>
              <a:gd name="adj" fmla="val 8649"/>
            </a:avLst>
          </a:prstGeom>
          <a:solidFill>
            <a:srgbClr val="CFE8E2"/>
          </a:solidFill>
          <a:ln/>
        </p:spPr>
      </p:sp>
      <p:sp>
        <p:nvSpPr>
          <p:cNvPr id="14" name="Text 12"/>
          <p:cNvSpPr/>
          <p:nvPr/>
        </p:nvSpPr>
        <p:spPr>
          <a:xfrm>
            <a:off x="9620250" y="5200650"/>
            <a:ext cx="70866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5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1650" b="1" spc="215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</a:t>
            </a:r>
            <a:r>
              <a:rPr lang="en-US" sz="1650" b="1" spc="22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16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r>
              <a:rPr lang="en-US" sz="1650" b="1" spc="22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650" b="1" spc="16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SALT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9620250" y="5734050"/>
            <a:ext cx="7086600" cy="8001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$argon2id$v=19$m=65536,t=3,p=4$…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620250" y="6819900"/>
            <a:ext cx="708660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5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Kẻ</a:t>
            </a:r>
            <a:r>
              <a:rPr lang="en-US" sz="24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4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khẩu;</a:t>
            </a:r>
            <a:r>
              <a:rPr lang="en-US" sz="24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400" b="1" dirty="0" spc="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400" b="1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4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400" b="1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kém.</a:t>
            </a:r>
            <a:endParaRPr lang="en-US" sz="2400" dirty="0"/>
          </a:p>
        </p:txBody>
      </p:sp>
      <p:sp>
        <p:nvSpPr>
          <p:cNvPr id="17" name="Connector line-1792306308722-84971465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19087f7f-8fe6-4e77-9315-629bf338fba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SINH</a:t>
            </a:r>
            <a:r>
              <a:rPr lang="en-US" sz="1800" b="1" spc="23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SALT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khẩu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salt riêng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4000500" cy="1619250"/>
          </a:xfrm>
          <a:prstGeom prst="roundRect">
            <a:avLst>
              <a:gd name="adj" fmla="val 1882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105150"/>
            <a:ext cx="3352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 DÙNG</a:t>
            </a: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3600450"/>
            <a:ext cx="335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972050" y="3238500"/>
            <a:ext cx="666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dirty="0" spc="-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+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715000" y="3048000"/>
            <a:ext cx="2857500" cy="123825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salt</a:t>
            </a:r>
            <a:r>
              <a:rPr lang="en-US" sz="2850" b="1" dirty="0" spc="5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850" dirty="0"/>
          </a:p>
        </p:txBody>
      </p:sp>
      <p:sp>
        <p:nvSpPr>
          <p:cNvPr id="9" name="Connector line-1792306309617-775982891"/>
          <p:cNvSpPr/>
          <p:nvPr/>
        </p:nvSpPr>
        <p:spPr>
          <a:xfrm>
            <a:off x="8724900" y="3667125"/>
            <a:ext cx="13716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0248900" y="3048000"/>
            <a:ext cx="3619500" cy="1238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hash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</a:t>
            </a:r>
            <a:endParaRPr lang="en-US" sz="2850" dirty="0"/>
          </a:p>
        </p:txBody>
      </p:sp>
      <p:sp>
        <p:nvSpPr>
          <p:cNvPr id="11" name="Shape 9"/>
          <p:cNvSpPr/>
          <p:nvPr/>
        </p:nvSpPr>
        <p:spPr>
          <a:xfrm>
            <a:off x="914400" y="4762500"/>
            <a:ext cx="4000500" cy="1619250"/>
          </a:xfrm>
          <a:prstGeom prst="roundRect">
            <a:avLst>
              <a:gd name="adj" fmla="val 18824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38250" y="5010150"/>
            <a:ext cx="33528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 DÙNG</a:t>
            </a:r>
            <a:r>
              <a:rPr lang="en-US" sz="165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238250" y="5505450"/>
            <a:ext cx="3352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972050" y="5143500"/>
            <a:ext cx="6667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4800" dirty="0" spc="-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+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5715000" y="4953000"/>
            <a:ext cx="2857500" cy="1238250"/>
          </a:xfrm>
          <a:prstGeom prst="roundRect">
            <a:avLst>
              <a:gd name="adj" fmla="val 50000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salt</a:t>
            </a:r>
            <a:r>
              <a:rPr lang="en-US" sz="28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850" dirty="0"/>
          </a:p>
        </p:txBody>
      </p:sp>
      <p:sp>
        <p:nvSpPr>
          <p:cNvPr id="16" name="Connector line-1792306309625-425152021"/>
          <p:cNvSpPr/>
          <p:nvPr/>
        </p:nvSpPr>
        <p:spPr>
          <a:xfrm>
            <a:off x="8724900" y="5572125"/>
            <a:ext cx="13716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10248900" y="4953000"/>
            <a:ext cx="3619500" cy="123825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5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hash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</a:t>
            </a:r>
            <a:endParaRPr lang="en-US" sz="2850" dirty="0"/>
          </a:p>
        </p:txBody>
      </p:sp>
      <p:sp>
        <p:nvSpPr>
          <p:cNvPr id="18" name="Shape 16"/>
          <p:cNvSpPr/>
          <p:nvPr/>
        </p:nvSpPr>
        <p:spPr>
          <a:xfrm>
            <a:off x="14287500" y="2857500"/>
            <a:ext cx="3086100" cy="3524250"/>
          </a:xfrm>
          <a:prstGeom prst="roundRect">
            <a:avLst>
              <a:gd name="adj" fmla="val 9877"/>
            </a:avLst>
          </a:prstGeom>
          <a:solidFill>
            <a:srgbClr val="CFE8E2"/>
          </a:solidFill>
          <a:ln/>
        </p:spPr>
      </p:sp>
      <p:sp>
        <p:nvSpPr>
          <p:cNvPr id="19" name="Text 17"/>
          <p:cNvSpPr/>
          <p:nvPr/>
        </p:nvSpPr>
        <p:spPr>
          <a:xfrm>
            <a:off x="14573250" y="2857500"/>
            <a:ext cx="2514600" cy="3524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7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Hash</a:t>
            </a:r>
            <a:r>
              <a:rPr lang="en-US" sz="2550" b="1" dirty="0" spc="2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550" b="1" dirty="0" spc="0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55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</a:t>
            </a:r>
            <a:r>
              <a:rPr lang="en-US" sz="2550" b="1" dirty="0" spc="-8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b="1" dirty="0" spc="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550" b="1" dirty="0" spc="-3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endParaRPr lang="en-US" sz="2550" dirty="0"/>
          </a:p>
        </p:txBody>
      </p:sp>
      <p:sp>
        <p:nvSpPr>
          <p:cNvPr id="20" name="Shape 18"/>
          <p:cNvSpPr/>
          <p:nvPr/>
        </p:nvSpPr>
        <p:spPr>
          <a:xfrm>
            <a:off x="914400" y="6858000"/>
            <a:ext cx="16459200" cy="1619250"/>
          </a:xfrm>
          <a:prstGeom prst="roundRect">
            <a:avLst>
              <a:gd name="adj" fmla="val 18824"/>
            </a:avLst>
          </a:prstGeom>
          <a:solidFill>
            <a:srgbClr val="E8E0CF"/>
          </a:solidFill>
          <a:ln/>
        </p:spPr>
      </p:sp>
      <p:sp>
        <p:nvSpPr>
          <p:cNvPr id="21" name="Text 19"/>
          <p:cNvSpPr/>
          <p:nvPr/>
        </p:nvSpPr>
        <p:spPr>
          <a:xfrm>
            <a:off x="1295400" y="7086600"/>
            <a:ext cx="15697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Salt</a:t>
            </a:r>
            <a:r>
              <a:rPr lang="en-US" sz="25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 sẵn</a:t>
            </a:r>
            <a:r>
              <a:rPr lang="en-US" sz="2550" b="1" dirty="0" spc="-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r>
              <a:rPr lang="en-US" sz="255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5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khẩu.</a:t>
            </a:r>
            <a:endParaRPr lang="en-US" sz="2550" dirty="0"/>
          </a:p>
        </p:txBody>
      </p:sp>
      <p:sp>
        <p:nvSpPr>
          <p:cNvPr id="22" name="Text 20"/>
          <p:cNvSpPr/>
          <p:nvPr/>
        </p:nvSpPr>
        <p:spPr>
          <a:xfrm>
            <a:off x="1295400" y="7772400"/>
            <a:ext cx="15697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Salt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22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mật:</a:t>
            </a:r>
            <a:r>
              <a:rPr lang="en-US" sz="225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hash.</a:t>
            </a:r>
            <a:endParaRPr lang="en-US" sz="2250" dirty="0"/>
          </a:p>
        </p:txBody>
      </p:sp>
      <p:sp>
        <p:nvSpPr>
          <p:cNvPr id="23" name="Connector line-1792306309634-75687431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ea68d46e-394a-4b5c-9c62-0b4e445a79f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CHẬM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hàm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băm</a:t>
            </a:r>
            <a:r>
              <a:rPr lang="en-US" sz="6900" dirty="0" spc="-9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 cho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04775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</p:sp>
      <p:sp>
        <p:nvSpPr>
          <p:cNvPr id="5" name="Shape 3"/>
          <p:cNvSpPr/>
          <p:nvPr/>
        </p:nvSpPr>
        <p:spPr>
          <a:xfrm>
            <a:off x="1104900" y="3000375"/>
            <a:ext cx="762000" cy="762000"/>
          </a:xfrm>
          <a:prstGeom prst="ellipse">
            <a:avLst/>
          </a:prstGeom>
          <a:solidFill>
            <a:srgbClr val="F3EEE3"/>
          </a:solidFill>
          <a:ln/>
        </p:spPr>
      </p:sp>
      <p:sp>
        <p:nvSpPr>
          <p:cNvPr id="6" name="Text 4"/>
          <p:cNvSpPr/>
          <p:nvPr/>
        </p:nvSpPr>
        <p:spPr>
          <a:xfrm>
            <a:off x="1104900" y="3000375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52650" y="2857500"/>
            <a:ext cx="361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Argon2id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6096000" y="2857500"/>
            <a:ext cx="10953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Ưu</a:t>
            </a:r>
            <a:r>
              <a:rPr lang="en-US" sz="25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tiên: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MiB,</a:t>
            </a:r>
            <a:r>
              <a:rPr lang="en-US" sz="25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25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5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lặp,</a:t>
            </a:r>
            <a:r>
              <a:rPr lang="en-US" sz="25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song song</a:t>
            </a:r>
            <a:r>
              <a:rPr lang="en-US" sz="25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4095750"/>
            <a:ext cx="16459200" cy="104775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</p:sp>
      <p:sp>
        <p:nvSpPr>
          <p:cNvPr id="10" name="Shape 8"/>
          <p:cNvSpPr/>
          <p:nvPr/>
        </p:nvSpPr>
        <p:spPr>
          <a:xfrm>
            <a:off x="1104900" y="4238625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" y="4238625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152650" y="4095750"/>
            <a:ext cx="361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scrypt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6096000" y="4095750"/>
            <a:ext cx="10953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không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Argon2id</a:t>
            </a:r>
            <a:endParaRPr lang="en-US" sz="2550" dirty="0"/>
          </a:p>
        </p:txBody>
      </p:sp>
      <p:sp>
        <p:nvSpPr>
          <p:cNvPr id="14" name="Shape 12"/>
          <p:cNvSpPr/>
          <p:nvPr/>
        </p:nvSpPr>
        <p:spPr>
          <a:xfrm>
            <a:off x="914400" y="5334000"/>
            <a:ext cx="16459200" cy="104775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4900" y="5476875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6" name="Text 14"/>
          <p:cNvSpPr/>
          <p:nvPr/>
        </p:nvSpPr>
        <p:spPr>
          <a:xfrm>
            <a:off x="1104900" y="5476875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152650" y="5334000"/>
            <a:ext cx="361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bcrypt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6096000" y="5334000"/>
            <a:ext cx="10953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cũ: hệ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10,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tối</a:t>
            </a:r>
            <a:r>
              <a:rPr lang="en-US" sz="255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72</a:t>
            </a:r>
            <a:r>
              <a:rPr lang="en-US" sz="25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endParaRPr lang="en-US" sz="2550" dirty="0"/>
          </a:p>
        </p:txBody>
      </p:sp>
      <p:sp>
        <p:nvSpPr>
          <p:cNvPr id="19" name="Shape 17"/>
          <p:cNvSpPr/>
          <p:nvPr/>
        </p:nvSpPr>
        <p:spPr>
          <a:xfrm>
            <a:off x="914400" y="6572250"/>
            <a:ext cx="16459200" cy="1047750"/>
          </a:xfrm>
          <a:prstGeom prst="roundRect">
            <a:avLst>
              <a:gd name="adj" fmla="val 50000"/>
            </a:avLst>
          </a:prstGeom>
          <a:solidFill>
            <a:srgbClr val="DDE3FA"/>
          </a:solidFill>
          <a:ln/>
        </p:spPr>
      </p:sp>
      <p:sp>
        <p:nvSpPr>
          <p:cNvPr id="20" name="Shape 18"/>
          <p:cNvSpPr/>
          <p:nvPr/>
        </p:nvSpPr>
        <p:spPr>
          <a:xfrm>
            <a:off x="1104900" y="6715125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21" name="Text 19"/>
          <p:cNvSpPr/>
          <p:nvPr/>
        </p:nvSpPr>
        <p:spPr>
          <a:xfrm>
            <a:off x="1104900" y="6715125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152650" y="6572250"/>
            <a:ext cx="3619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1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PBKDF2</a:t>
            </a:r>
            <a:endParaRPr lang="en-US" sz="2850" dirty="0"/>
          </a:p>
        </p:txBody>
      </p:sp>
      <p:sp>
        <p:nvSpPr>
          <p:cNvPr id="23" name="Text 21"/>
          <p:cNvSpPr/>
          <p:nvPr/>
        </p:nvSpPr>
        <p:spPr>
          <a:xfrm>
            <a:off x="6096000" y="6572250"/>
            <a:ext cx="109537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HMAC-SHA-256,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600.000</a:t>
            </a:r>
            <a:r>
              <a:rPr lang="en-US" sz="25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FIPS-140</a:t>
            </a:r>
            <a:endParaRPr lang="en-US" sz="2550" dirty="0"/>
          </a:p>
        </p:txBody>
      </p:sp>
      <p:sp>
        <p:nvSpPr>
          <p:cNvPr id="24" name="Text 22"/>
          <p:cNvSpPr/>
          <p:nvPr/>
        </p:nvSpPr>
        <p:spPr>
          <a:xfrm>
            <a:off x="914400" y="8001000"/>
            <a:ext cx="16459200" cy="7620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Theo</a:t>
            </a:r>
            <a:r>
              <a:rPr lang="en-US" sz="1950" dirty="0" spc="-3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OWASP.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dirty="0" spc="-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khuyến</a:t>
            </a:r>
            <a:r>
              <a:rPr lang="en-US" sz="19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nghị</a:t>
            </a:r>
            <a:r>
              <a:rPr lang="en-US" sz="195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19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95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19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gian:</a:t>
            </a:r>
            <a:r>
              <a:rPr lang="en-US" sz="1950" dirty="0" spc="1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9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9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9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9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khai.</a:t>
            </a:r>
            <a:endParaRPr lang="en-US" sz="1950" dirty="0"/>
          </a:p>
        </p:txBody>
      </p:sp>
      <p:sp>
        <p:nvSpPr>
          <p:cNvPr id="25" name="Connector line-1792306310448-23160713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8eaf1c23-e584-485c-aba9-eca7b59c53b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323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800" b="1" spc="29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Lưu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chuỗi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duy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6459200" cy="2857500"/>
          </a:xfrm>
          <a:prstGeom prst="roundRect">
            <a:avLst>
              <a:gd name="adj" fmla="val 13333"/>
            </a:avLst>
          </a:prstGeom>
          <a:solidFill>
            <a:srgbClr val="FBF8F2"/>
          </a:solidFill>
          <a:ln w="38100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3390900"/>
            <a:ext cx="156972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16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1650" b="1" spc="21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6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650" b="1" spc="23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1650" b="1" spc="22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650" b="1" spc="22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1238250" y="4000500"/>
            <a:ext cx="3619500" cy="1619250"/>
          </a:xfrm>
          <a:prstGeom prst="roundRect">
            <a:avLst>
              <a:gd name="adj" fmla="val 16471"/>
            </a:avLst>
          </a:prstGeom>
          <a:solidFill>
            <a:srgbClr val="DDE3FA"/>
          </a:solidFill>
          <a:ln/>
        </p:spPr>
      </p:sp>
      <p:sp>
        <p:nvSpPr>
          <p:cNvPr id="7" name="Text 5"/>
          <p:cNvSpPr/>
          <p:nvPr/>
        </p:nvSpPr>
        <p:spPr>
          <a:xfrm>
            <a:off x="1485900" y="4191000"/>
            <a:ext cx="3124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argon2id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485900" y="4953000"/>
            <a:ext cx="3124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 toán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5086350" y="4000500"/>
            <a:ext cx="4953000" cy="1619250"/>
          </a:xfrm>
          <a:prstGeom prst="roundRect">
            <a:avLst>
              <a:gd name="adj" fmla="val 16471"/>
            </a:avLst>
          </a:prstGeom>
          <a:solidFill>
            <a:srgbClr val="DDE3FA"/>
          </a:solidFill>
          <a:ln/>
        </p:spPr>
      </p:sp>
      <p:sp>
        <p:nvSpPr>
          <p:cNvPr id="10" name="Text 8"/>
          <p:cNvSpPr/>
          <p:nvPr/>
        </p:nvSpPr>
        <p:spPr>
          <a:xfrm>
            <a:off x="5334000" y="4191000"/>
            <a:ext cx="4457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m=65536,t=3,p=4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5334000" y="4953000"/>
            <a:ext cx="44577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tham</a:t>
            </a:r>
            <a:r>
              <a:rPr lang="en-US" sz="19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10267950" y="4000500"/>
            <a:ext cx="3238500" cy="1619250"/>
          </a:xfrm>
          <a:prstGeom prst="roundRect">
            <a:avLst>
              <a:gd name="adj" fmla="val 16471"/>
            </a:avLst>
          </a:prstGeom>
          <a:solidFill>
            <a:srgbClr val="CFE8E2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0" y="4191000"/>
            <a:ext cx="274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" kern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salt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0515600" y="4953000"/>
            <a:ext cx="2743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ngẫu</a:t>
            </a:r>
            <a:r>
              <a:rPr lang="en-US" sz="19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nhiên,</a:t>
            </a:r>
            <a:r>
              <a:rPr lang="en-US" sz="19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3735050" y="4000500"/>
            <a:ext cx="3238500" cy="1619250"/>
          </a:xfrm>
          <a:prstGeom prst="roundRect">
            <a:avLst>
              <a:gd name="adj" fmla="val 16471"/>
            </a:avLst>
          </a:prstGeom>
          <a:solidFill>
            <a:srgbClr val="DDE3FA"/>
          </a:solidFill>
          <a:ln/>
        </p:spPr>
      </p:sp>
      <p:sp>
        <p:nvSpPr>
          <p:cNvPr id="16" name="Text 14"/>
          <p:cNvSpPr/>
          <p:nvPr/>
        </p:nvSpPr>
        <p:spPr>
          <a:xfrm>
            <a:off x="13982700" y="4191000"/>
            <a:ext cx="2743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 spc="-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hash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3982700" y="4953000"/>
            <a:ext cx="2743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3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19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19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400" y="65722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3DFB8"/>
          </a:solidFill>
          <a:ln/>
        </p:spPr>
      </p:sp>
      <p:sp>
        <p:nvSpPr>
          <p:cNvPr id="19" name="Text 17"/>
          <p:cNvSpPr/>
          <p:nvPr/>
        </p:nvSpPr>
        <p:spPr>
          <a:xfrm>
            <a:off x="1295400" y="657225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18859" rIns="0" bIns="-18859" rtlCol="0" anchor="ctr"/>
          <a:lstStyle/>
          <a:p>
            <a:pPr algn="l" indent="0" marL="0">
              <a:lnSpc>
                <a:spcPts val="3375"/>
              </a:lnSpc>
              <a:buNone/>
            </a:pP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Thư viện</a:t>
            </a:r>
            <a:r>
              <a:rPr lang="en-US" sz="2700" dirty="0" spc="-2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700" dirty="0" spc="-2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về</a:t>
            </a:r>
            <a:r>
              <a:rPr lang="en-US" sz="27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chuỗi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</a:t>
            </a:r>
            <a:r>
              <a:rPr lang="en-US" sz="27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nhất.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</a:t>
            </a:r>
            <a:r>
              <a:rPr lang="en-US" sz="2700" dirty="0" spc="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chuỗi</a:t>
            </a:r>
            <a:r>
              <a:rPr lang="en-US" sz="27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đó.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14400" y="81915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dụ: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21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100" dirty="0" spc="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1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 $argon2id$v=19$m=65536,t=3,p=4$</a:t>
            </a:r>
            <a:endParaRPr lang="en-US" sz="2100" dirty="0"/>
          </a:p>
        </p:txBody>
      </p:sp>
      <p:sp>
        <p:nvSpPr>
          <p:cNvPr id="21" name="Connector line-1792306356686-523416349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271fb70f-02c1-41d4-83e7-b757b1dd4e4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4–6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Băm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r>
              <a:rPr lang="en-US" sz="6900" dirty="0" spc="-8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với</a:t>
            </a: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69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salt,</a:t>
            </a:r>
            <a:r>
              <a:rPr lang="en-US" sz="69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rồi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so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5143500" cy="3619500"/>
          </a:xfrm>
          <a:prstGeom prst="roundRect">
            <a:avLst>
              <a:gd name="adj" fmla="val 9474"/>
            </a:avLst>
          </a:prstGeom>
          <a:solidFill>
            <a:srgbClr val="F3DFB8"/>
          </a:solidFill>
          <a:ln/>
        </p:spPr>
      </p:sp>
      <p:sp>
        <p:nvSpPr>
          <p:cNvPr id="5" name="Shape 3"/>
          <p:cNvSpPr/>
          <p:nvPr/>
        </p:nvSpPr>
        <p:spPr>
          <a:xfrm>
            <a:off x="1238250" y="3181350"/>
            <a:ext cx="762000" cy="762000"/>
          </a:xfrm>
          <a:prstGeom prst="ellipse">
            <a:avLst/>
          </a:prstGeom>
          <a:solidFill>
            <a:srgbClr val="B45309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318135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238250" y="4248150"/>
            <a:ext cx="4495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3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Lấy</a:t>
            </a:r>
            <a:r>
              <a:rPr lang="en-US" sz="300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chuỗi</a:t>
            </a:r>
            <a:r>
              <a:rPr lang="en-US" sz="3000" b="1" dirty="0" spc="1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3000" b="1" dirty="0" spc="4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38250" y="5048250"/>
            <a:ext cx="44958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Của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2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 đăng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2250" dirty="0"/>
          </a:p>
        </p:txBody>
      </p:sp>
      <p:sp>
        <p:nvSpPr>
          <p:cNvPr id="9" name="Connector line-1792306357652-343553206"/>
          <p:cNvSpPr/>
          <p:nvPr/>
        </p:nvSpPr>
        <p:spPr>
          <a:xfrm>
            <a:off x="6172200" y="4667250"/>
            <a:ext cx="7429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7029450" y="2857500"/>
            <a:ext cx="5143500" cy="3619500"/>
          </a:xfrm>
          <a:prstGeom prst="roundRect">
            <a:avLst>
              <a:gd name="adj" fmla="val 9474"/>
            </a:avLst>
          </a:prstGeom>
          <a:solidFill>
            <a:srgbClr val="DDE3FA"/>
          </a:solidFill>
          <a:ln/>
        </p:spPr>
      </p:sp>
      <p:sp>
        <p:nvSpPr>
          <p:cNvPr id="11" name="Shape 9"/>
          <p:cNvSpPr/>
          <p:nvPr/>
        </p:nvSpPr>
        <p:spPr>
          <a:xfrm>
            <a:off x="7353300" y="3181350"/>
            <a:ext cx="762000" cy="762000"/>
          </a:xfrm>
          <a:prstGeom prst="ellipse">
            <a:avLst/>
          </a:prstGeom>
          <a:solidFill>
            <a:srgbClr val="1F3FD1"/>
          </a:solidFill>
          <a:ln/>
        </p:spPr>
      </p:sp>
      <p:sp>
        <p:nvSpPr>
          <p:cNvPr id="12" name="Text 10"/>
          <p:cNvSpPr/>
          <p:nvPr/>
        </p:nvSpPr>
        <p:spPr>
          <a:xfrm>
            <a:off x="7353300" y="318135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7353300" y="4248150"/>
            <a:ext cx="44958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r>
              <a:rPr lang="en-US" sz="30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3000" b="1" dirty="0" spc="-9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3000" b="1" dirty="0" spc="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3000" b="1" dirty="0" spc="1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3000" b="1" dirty="0" spc="-2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353300" y="5334000"/>
            <a:ext cx="4495800" cy="10477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Với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salt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250" dirty="0"/>
          </a:p>
        </p:txBody>
      </p:sp>
      <p:sp>
        <p:nvSpPr>
          <p:cNvPr id="15" name="Connector line-1792306357658-245348112"/>
          <p:cNvSpPr/>
          <p:nvPr/>
        </p:nvSpPr>
        <p:spPr>
          <a:xfrm>
            <a:off x="12287250" y="4667250"/>
            <a:ext cx="7429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3144500" y="2857500"/>
            <a:ext cx="4229100" cy="3619500"/>
          </a:xfrm>
          <a:prstGeom prst="roundRect">
            <a:avLst>
              <a:gd name="adj" fmla="val 9474"/>
            </a:avLst>
          </a:prstGeom>
          <a:solidFill>
            <a:srgbClr val="E8E0CF"/>
          </a:solidFill>
          <a:ln/>
        </p:spPr>
      </p:sp>
      <p:sp>
        <p:nvSpPr>
          <p:cNvPr id="17" name="Shape 15"/>
          <p:cNvSpPr/>
          <p:nvPr/>
        </p:nvSpPr>
        <p:spPr>
          <a:xfrm>
            <a:off x="13468350" y="3181350"/>
            <a:ext cx="762000" cy="7620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18" name="Text 16"/>
          <p:cNvSpPr/>
          <p:nvPr/>
        </p:nvSpPr>
        <p:spPr>
          <a:xfrm>
            <a:off x="13468350" y="318135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3468350" y="4248150"/>
            <a:ext cx="35814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 hai</a:t>
            </a:r>
            <a:r>
              <a:rPr lang="en-US" sz="30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13468350" y="5048250"/>
            <a:ext cx="35814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Khớp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14400" y="70485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95400" y="70485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17796" rIns="0" bIns="-17796" rtlCol="0" anchor="ctr"/>
          <a:lstStyle/>
          <a:p>
            <a:pPr algn="l" indent="0" marL="0">
              <a:lnSpc>
                <a:spcPts val="3188"/>
              </a:lnSpc>
              <a:buNone/>
            </a:pPr>
            <a:r>
              <a:rPr lang="en-US" sz="25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Thư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viện</a:t>
            </a:r>
            <a:r>
              <a:rPr lang="en-US" sz="25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5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các</a:t>
            </a:r>
            <a:r>
              <a:rPr lang="en-US" sz="255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bước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này</a:t>
            </a:r>
            <a:r>
              <a:rPr lang="en-US" sz="255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55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25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kiểm</a:t>
            </a:r>
            <a:r>
              <a:rPr lang="en-US" sz="255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tra.</a:t>
            </a:r>
            <a:endParaRPr lang="en-US" sz="2550" dirty="0"/>
          </a:p>
        </p:txBody>
      </p:sp>
      <p:sp>
        <p:nvSpPr>
          <p:cNvPr id="23" name="Connector line-1792306357667-73401390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0" name="Shape 2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6" name="Moda image moda-export-watermark-2405117a-2c33-47f6-920f-a48d83f9f45e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Đừng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2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điều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1430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</p:sp>
      <p:sp>
        <p:nvSpPr>
          <p:cNvPr id="5" name="Shape 3"/>
          <p:cNvSpPr/>
          <p:nvPr/>
        </p:nvSpPr>
        <p:spPr>
          <a:xfrm>
            <a:off x="1104900" y="3048000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6" name="Text 4"/>
          <p:cNvSpPr/>
          <p:nvPr/>
        </p:nvSpPr>
        <p:spPr>
          <a:xfrm>
            <a:off x="1104900" y="304800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52650" y="2857500"/>
            <a:ext cx="590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3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Lưu</a:t>
            </a:r>
            <a:r>
              <a:rPr lang="en-US" sz="2850" b="1" dirty="0" spc="-1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850" b="1" dirty="0" spc="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b="1" dirty="0" spc="-5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8191500" y="2857500"/>
            <a:ext cx="8858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5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Kẻ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4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4229100"/>
            <a:ext cx="16459200" cy="11430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</p:sp>
      <p:sp>
        <p:nvSpPr>
          <p:cNvPr id="10" name="Shape 8"/>
          <p:cNvSpPr/>
          <p:nvPr/>
        </p:nvSpPr>
        <p:spPr>
          <a:xfrm>
            <a:off x="1104900" y="4419600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1" name="Text 9"/>
          <p:cNvSpPr/>
          <p:nvPr/>
        </p:nvSpPr>
        <p:spPr>
          <a:xfrm>
            <a:off x="1104900" y="441960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152650" y="4229100"/>
            <a:ext cx="590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8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 hàm</a:t>
            </a:r>
            <a:r>
              <a:rPr lang="en-US" sz="2850" b="1" dirty="0" spc="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85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endParaRPr lang="en-US" sz="2850" dirty="0"/>
          </a:p>
        </p:txBody>
      </p:sp>
      <p:sp>
        <p:nvSpPr>
          <p:cNvPr id="13" name="Text 11"/>
          <p:cNvSpPr/>
          <p:nvPr/>
        </p:nvSpPr>
        <p:spPr>
          <a:xfrm>
            <a:off x="8191500" y="4229100"/>
            <a:ext cx="8858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5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Kẻ</a:t>
            </a:r>
            <a:r>
              <a:rPr lang="en-US" sz="24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14400" y="5600700"/>
            <a:ext cx="16459200" cy="11430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04900" y="5791200"/>
            <a:ext cx="762000" cy="7620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6" name="Text 14"/>
          <p:cNvSpPr/>
          <p:nvPr/>
        </p:nvSpPr>
        <p:spPr>
          <a:xfrm>
            <a:off x="1104900" y="5791200"/>
            <a:ext cx="7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2152650" y="5600700"/>
            <a:ext cx="5905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Dùng</a:t>
            </a:r>
            <a:r>
              <a:rPr lang="en-US" sz="285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</a:t>
            </a:r>
            <a:r>
              <a:rPr lang="en-US" sz="2850" b="1" dirty="0" spc="-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salt</a:t>
            </a:r>
            <a:endParaRPr lang="en-US" sz="2850" dirty="0"/>
          </a:p>
        </p:txBody>
      </p:sp>
      <p:sp>
        <p:nvSpPr>
          <p:cNvPr id="18" name="Text 16"/>
          <p:cNvSpPr/>
          <p:nvPr/>
        </p:nvSpPr>
        <p:spPr>
          <a:xfrm>
            <a:off x="8191500" y="5600700"/>
            <a:ext cx="88582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4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0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r>
              <a:rPr lang="en-US" sz="24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4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4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hash</a:t>
            </a:r>
            <a:r>
              <a:rPr lang="en-US" sz="24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4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914400" y="716280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E8E0CF"/>
          </a:solidFill>
          <a:ln/>
        </p:spPr>
      </p:sp>
      <p:sp>
        <p:nvSpPr>
          <p:cNvPr id="20" name="Text 18"/>
          <p:cNvSpPr/>
          <p:nvPr/>
        </p:nvSpPr>
        <p:spPr>
          <a:xfrm>
            <a:off x="1295400" y="716280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Salt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việc</a:t>
            </a:r>
            <a:r>
              <a:rPr lang="en-US" sz="2400" dirty="0" spc="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đoán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mò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chậm</a:t>
            </a:r>
            <a:r>
              <a:rPr lang="en-US" sz="2400" dirty="0" spc="2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đi: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chính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phép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băm chậm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làm</a:t>
            </a:r>
            <a:r>
              <a:rPr lang="en-US" sz="240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điều</a:t>
            </a:r>
            <a:r>
              <a:rPr lang="en-US" sz="2400" dirty="0" spc="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đó.</a:t>
            </a:r>
            <a:endParaRPr lang="en-US" sz="2400" dirty="0"/>
          </a:p>
        </p:txBody>
      </p:sp>
      <p:sp>
        <p:nvSpPr>
          <p:cNvPr id="21" name="Connector line-1792306358507-35617253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f7b25fd6-dcc0-43d3-9e96-ccf938ea553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HƠN:</a:t>
            </a:r>
            <a:r>
              <a:rPr lang="en-US" sz="1800" b="1" spc="30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800" b="1" spc="28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Nhanh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chậm: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chênh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rất</a:t>
            </a:r>
            <a:r>
              <a:rPr lang="en-US" sz="6900" dirty="0" spc="-4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xa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3810000"/>
          </a:xfrm>
          <a:prstGeom prst="roundRect">
            <a:avLst>
              <a:gd name="adj" fmla="val 9000"/>
            </a:avLst>
          </a:prstGeom>
          <a:solidFill>
            <a:srgbClr val="F8D9D0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432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28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SHA-256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295400" y="4095750"/>
            <a:ext cx="723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00" dirty="0" spc="-8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~1,8</a:t>
            </a:r>
            <a:r>
              <a:rPr lang="en-US" sz="81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triệu</a:t>
            </a:r>
            <a:endParaRPr lang="en-US" sz="8100" dirty="0"/>
          </a:p>
        </p:txBody>
      </p:sp>
      <p:sp>
        <p:nvSpPr>
          <p:cNvPr id="7" name="Text 5"/>
          <p:cNvSpPr/>
          <p:nvPr/>
        </p:nvSpPr>
        <p:spPr>
          <a:xfrm>
            <a:off x="1295400" y="552450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372600" y="2857500"/>
            <a:ext cx="8001000" cy="3810000"/>
          </a:xfrm>
          <a:prstGeom prst="roundRect">
            <a:avLst>
              <a:gd name="adj" fmla="val 9000"/>
            </a:avLst>
          </a:prstGeom>
          <a:solidFill>
            <a:srgbClr val="DDE3FA"/>
          </a:solidFill>
          <a:ln/>
        </p:spPr>
      </p:sp>
      <p:sp>
        <p:nvSpPr>
          <p:cNvPr id="9" name="Text 7"/>
          <p:cNvSpPr/>
          <p:nvPr/>
        </p:nvSpPr>
        <p:spPr>
          <a:xfrm>
            <a:off x="9753600" y="3143250"/>
            <a:ext cx="7239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dirty="0" spc="-1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Argon2id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9753600" y="4095750"/>
            <a:ext cx="7239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00" dirty="0" spc="-1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~16</a:t>
            </a:r>
            <a:endParaRPr lang="en-US" sz="8100" dirty="0"/>
          </a:p>
        </p:txBody>
      </p:sp>
      <p:sp>
        <p:nvSpPr>
          <p:cNvPr id="11" name="Text 9"/>
          <p:cNvSpPr/>
          <p:nvPr/>
        </p:nvSpPr>
        <p:spPr>
          <a:xfrm>
            <a:off x="9753600" y="5524500"/>
            <a:ext cx="7239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lần</a:t>
            </a:r>
            <a:r>
              <a:rPr lang="en-US" sz="25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7143750"/>
            <a:ext cx="16459200" cy="1238250"/>
          </a:xfrm>
          <a:prstGeom prst="roundRect">
            <a:avLst>
              <a:gd name="adj" fmla="val 21538"/>
            </a:avLst>
          </a:prstGeom>
          <a:solidFill>
            <a:srgbClr val="E8E0CF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7143750"/>
            <a:ext cx="15697200" cy="1238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Đo</a:t>
            </a:r>
            <a:r>
              <a:rPr lang="en-US" sz="24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trên</a:t>
            </a:r>
            <a:r>
              <a:rPr lang="en-US" sz="2400" dirty="0" spc="-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máy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biên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soạn bài,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luồng,</a:t>
            </a:r>
            <a:r>
              <a:rPr lang="en-US" sz="24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trong</a:t>
            </a:r>
            <a:r>
              <a:rPr lang="en-US" sz="24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một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giây.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4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để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minh</a:t>
            </a:r>
            <a:r>
              <a:rPr lang="en-US" sz="24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họa</a:t>
            </a:r>
            <a:r>
              <a:rPr lang="en-US" sz="2400" dirty="0" spc="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độ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chênh.</a:t>
            </a:r>
            <a:endParaRPr lang="en-US" sz="2400" dirty="0"/>
          </a:p>
        </p:txBody>
      </p:sp>
      <p:sp>
        <p:nvSpPr>
          <p:cNvPr id="14" name="Connector line-1792306359401-98156635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4bfd73a3-cd59-48ae-b2e6-d787adfb7a9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6667500" cy="5715000"/>
          </a:xfrm>
          <a:prstGeom prst="roundRect">
            <a:avLst>
              <a:gd name="adj" fmla="val 6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2004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65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238250" y="3714750"/>
            <a:ext cx="6019800" cy="4667250"/>
          </a:xfrm>
          <a:prstGeom prst="rect">
            <a:avLst/>
          </a:prstGeom>
          <a:noFill/>
          <a:ln/>
        </p:spPr>
        <p:txBody>
          <a:bodyPr wrap="square" lIns="0" tIns="21987" rIns="0" bIns="-21987" rtlCol="0" anchor="t"/>
          <a:lstStyle/>
          <a:p>
            <a:pPr algn="l" indent="0" marL="0">
              <a:lnSpc>
                <a:spcPts val="3938"/>
              </a:lnSpc>
              <a:buNone/>
            </a:pPr>
            <a:r>
              <a:rPr lang="en-US" sz="31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31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31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1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31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315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15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31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315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b="1" dirty="0" spc="-4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kẻ</a:t>
            </a:r>
            <a:r>
              <a:rPr lang="en-US" sz="31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tấn</a:t>
            </a:r>
            <a:r>
              <a:rPr lang="en-US" sz="315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lấy</a:t>
            </a:r>
            <a:r>
              <a:rPr lang="en-US" sz="3150" b="1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1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31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hash.</a:t>
            </a:r>
            <a:r>
              <a:rPr lang="en-US" sz="3150" b="1" dirty="0" spc="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31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31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</a:t>
            </a:r>
            <a:r>
              <a:rPr lang="en-US" sz="31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1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31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31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nhau,</a:t>
            </a:r>
            <a:r>
              <a:rPr lang="en-US" sz="3150" b="1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150" b="1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1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31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31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7924800" y="2857500"/>
            <a:ext cx="9448800" cy="5715000"/>
          </a:xfrm>
          <a:prstGeom prst="roundRect">
            <a:avLst>
              <a:gd name="adj" fmla="val 6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05800" y="3200400"/>
            <a:ext cx="5715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650" b="1" spc="22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8305800" y="3657600"/>
            <a:ext cx="86868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950" dirty="0" spc="-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4950" dirty="0" spc="-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mật khẩu</a:t>
            </a:r>
            <a:r>
              <a:rPr lang="en-US" sz="495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495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salt</a:t>
            </a:r>
            <a:r>
              <a:rPr lang="en-US" sz="4950" dirty="0" spc="2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riêng</a:t>
            </a:r>
            <a:endParaRPr lang="en-US" sz="4950" dirty="0"/>
          </a:p>
        </p:txBody>
      </p:sp>
      <p:sp>
        <p:nvSpPr>
          <p:cNvPr id="10" name="Text richtext-1792306383244-99417734"/>
          <p:cNvSpPr/>
          <p:nvPr/>
        </p:nvSpPr>
        <p:spPr>
          <a:xfrm>
            <a:off x="8305800" y="4857750"/>
            <a:ext cx="8686800" cy="3429000"/>
          </a:xfrm>
          <a:prstGeom prst="rect">
            <a:avLst/>
          </a:prstGeom>
          <a:noFill/>
          <a:ln/>
        </p:spPr>
        <p:txBody>
          <a:bodyPr wrap="square" lIns="0" tIns="19891" rIns="0" bIns="-19891" rtlCol="0" anchor="t"/>
          <a:lstStyle/>
          <a:p>
            <a:pPr algn="l" marL="361950" indent="-258592">
              <a:lnSpc>
                <a:spcPts val="3563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Hash khác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endParaRPr lang="en-US" sz="2850" dirty="0"/>
          </a:p>
          <a:p>
            <a:pPr algn="l" marL="361950" indent="-258592">
              <a:lnSpc>
                <a:spcPts val="3563"/>
              </a:lnSpc>
              <a:spcAft>
                <a:spcPts val="1950"/>
              </a:spcAft>
              <a:buSzPct val="100000"/>
              <a:buFont typeface="Arial"/>
              <a:buChar char="•"/>
            </a:pP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Phải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</a:t>
            </a:r>
            <a:r>
              <a:rPr lang="en-US" sz="2850" dirty="0" spc="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endParaRPr lang="en-US" sz="2850" dirty="0"/>
          </a:p>
          <a:p>
            <a:pPr algn="l" marL="361950" indent="-258592">
              <a:lnSpc>
                <a:spcPts val="3563"/>
              </a:lnSpc>
              <a:buSzPct val="100000"/>
              <a:buFont typeface="Arial"/>
              <a:buChar char="•"/>
            </a:pPr>
            <a:r>
              <a:rPr lang="en-US" sz="28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trùng</a:t>
            </a:r>
            <a:r>
              <a:rPr lang="en-US" sz="28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endParaRPr lang="en-US" sz="2850" dirty="0"/>
          </a:p>
        </p:txBody>
      </p:sp>
      <p:sp>
        <p:nvSpPr>
          <p:cNvPr id="11" name="Connector line-1792306383264-48808381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cf5b4844-22e8-480b-8709-25580536822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428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552700"/>
            <a:ext cx="10477500" cy="9144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762250"/>
            <a:ext cx="1619250" cy="4953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SHA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2876550" y="2628900"/>
            <a:ext cx="8362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Secure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Hash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Algorithm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2876550" y="2933700"/>
            <a:ext cx="8362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9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băm; SHA-256 là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19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914400" y="3543300"/>
            <a:ext cx="10477500" cy="9144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066800" y="3752850"/>
            <a:ext cx="161925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4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2876550" y="3619500"/>
            <a:ext cx="8362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Open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Worldwide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Security</a:t>
            </a:r>
            <a:r>
              <a:rPr lang="en-US" sz="165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Project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2876550" y="3924300"/>
            <a:ext cx="8362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-8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19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950" dirty="0" spc="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1950" dirty="0"/>
          </a:p>
        </p:txBody>
      </p:sp>
      <p:sp>
        <p:nvSpPr>
          <p:cNvPr id="12" name="Shape 10"/>
          <p:cNvSpPr/>
          <p:nvPr/>
        </p:nvSpPr>
        <p:spPr>
          <a:xfrm>
            <a:off x="914400" y="4533900"/>
            <a:ext cx="10477500" cy="9144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066800" y="4743450"/>
            <a:ext cx="1619250" cy="4953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PBKDF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2876550" y="4610100"/>
            <a:ext cx="8362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Password-Based</a:t>
            </a:r>
            <a:r>
              <a:rPr lang="en-US" sz="1650" dirty="0" spc="-3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Key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Derivation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Function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2876550" y="4914900"/>
            <a:ext cx="8362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Băm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khẩu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195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đoán;</a:t>
            </a:r>
            <a:r>
              <a:rPr lang="en-US" sz="195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PBKDF2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9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1950" dirty="0"/>
          </a:p>
        </p:txBody>
      </p:sp>
      <p:sp>
        <p:nvSpPr>
          <p:cNvPr id="16" name="Shape 14"/>
          <p:cNvSpPr/>
          <p:nvPr/>
        </p:nvSpPr>
        <p:spPr>
          <a:xfrm>
            <a:off x="914400" y="5524500"/>
            <a:ext cx="10477500" cy="9144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066800" y="5734050"/>
            <a:ext cx="1619250" cy="4953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MiB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2876550" y="5600700"/>
            <a:ext cx="8362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Mebibyte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2876550" y="5905500"/>
            <a:ext cx="8362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Đơn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19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lượng:</a:t>
            </a:r>
            <a:r>
              <a:rPr lang="en-US" sz="195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1.048.576</a:t>
            </a: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mũ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20)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14400" y="6515100"/>
            <a:ext cx="10477500" cy="9144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21" name="Text 19"/>
          <p:cNvSpPr/>
          <p:nvPr/>
        </p:nvSpPr>
        <p:spPr>
          <a:xfrm>
            <a:off x="1066800" y="6724650"/>
            <a:ext cx="1619250" cy="4953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HMAC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2876550" y="6591300"/>
            <a:ext cx="8362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Hash-based</a:t>
            </a: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Message</a:t>
            </a:r>
            <a:r>
              <a:rPr lang="en-US" sz="16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Authentication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2876550" y="6896100"/>
            <a:ext cx="8362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Mã</a:t>
            </a:r>
            <a:r>
              <a:rPr lang="en-US" sz="19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9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1950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băm</a:t>
            </a:r>
            <a:r>
              <a:rPr lang="en-US" sz="1950" dirty="0" spc="-1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bí</a:t>
            </a:r>
            <a:r>
              <a:rPr lang="en-US" sz="19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</a:t>
            </a:r>
            <a:endParaRPr lang="en-US" sz="1950" dirty="0"/>
          </a:p>
        </p:txBody>
      </p:sp>
      <p:sp>
        <p:nvSpPr>
          <p:cNvPr id="24" name="Shape 22"/>
          <p:cNvSpPr/>
          <p:nvPr/>
        </p:nvSpPr>
        <p:spPr>
          <a:xfrm>
            <a:off x="914400" y="7505700"/>
            <a:ext cx="10477500" cy="914400"/>
          </a:xfrm>
          <a:prstGeom prst="roundRect">
            <a:avLst>
              <a:gd name="adj" fmla="val 25000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1066800" y="7715250"/>
            <a:ext cx="1619250" cy="4953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FIPS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2876550" y="7581900"/>
            <a:ext cx="83629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dirty="0" spc="-2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Federal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Information Processing</a:t>
            </a:r>
            <a:r>
              <a:rPr lang="en-US" sz="16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Standards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2876550" y="7886700"/>
            <a:ext cx="83629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19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19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chính</a:t>
            </a:r>
            <a:r>
              <a:rPr lang="en-US" sz="19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phủ</a:t>
            </a:r>
            <a:r>
              <a:rPr lang="en-US" sz="19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Mỹ</a:t>
            </a:r>
            <a:endParaRPr lang="en-US" sz="1950" dirty="0"/>
          </a:p>
        </p:txBody>
      </p:sp>
      <p:sp>
        <p:nvSpPr>
          <p:cNvPr id="28" name="Connector line-1792306384170-938095461"/>
          <p:cNvSpPr/>
          <p:nvPr/>
        </p:nvSpPr>
        <p:spPr>
          <a:xfrm>
            <a:off x="11734800" y="2552700"/>
            <a:ext cx="0" cy="586740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/>
          <p:nvPr/>
        </p:nvSpPr>
        <p:spPr>
          <a:xfrm>
            <a:off x="12077700" y="2552700"/>
            <a:ext cx="52959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1650" b="1" spc="22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650" dirty="0"/>
          </a:p>
        </p:txBody>
      </p:sp>
      <p:sp>
        <p:nvSpPr>
          <p:cNvPr id="30" name="Text richtext-1792306384172-495494247"/>
          <p:cNvSpPr/>
          <p:nvPr/>
        </p:nvSpPr>
        <p:spPr>
          <a:xfrm>
            <a:off x="12077700" y="3028950"/>
            <a:ext cx="5295900" cy="3143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marL="247650" indent="-176931">
              <a:lnSpc>
                <a:spcPts val="2535"/>
              </a:lnSpc>
              <a:spcAft>
                <a:spcPts val="1200"/>
              </a:spcAft>
              <a:buSzPct val="100000"/>
              <a:buFont typeface="Arial"/>
              <a:buChar char="•"/>
            </a:pP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 bài</a:t>
            </a:r>
            <a:r>
              <a:rPr lang="en-US" sz="19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nguồn,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cố</a:t>
            </a:r>
            <a:r>
              <a:rPr lang="en-US" sz="1950" dirty="0" spc="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950" dirty="0"/>
          </a:p>
          <a:p>
            <a:pPr algn="l" marL="247650" indent="-176931">
              <a:lnSpc>
                <a:spcPts val="2535"/>
              </a:lnSpc>
              <a:buSzPct val="100000"/>
              <a:buFont typeface="Arial"/>
              <a:buChar char="•"/>
            </a:pPr>
            <a:r>
              <a:rPr lang="en-US" sz="1950" dirty="0" spc="-4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OWASP:</a:t>
            </a:r>
            <a:r>
              <a:rPr lang="en-US" sz="1950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Password</a:t>
            </a:r>
            <a:r>
              <a:rPr lang="en-US" sz="195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Storage</a:t>
            </a:r>
            <a:r>
              <a:rPr lang="en-US" sz="195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Cheat</a:t>
            </a:r>
            <a:r>
              <a:rPr lang="en-US" sz="19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Sheet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2077700" y="5905500"/>
            <a:ext cx="5295900" cy="2286000"/>
          </a:xfrm>
          <a:prstGeom prst="rect">
            <a:avLst/>
          </a:prstGeom>
          <a:noFill/>
          <a:ln/>
        </p:spPr>
        <p:txBody>
          <a:bodyPr wrap="square" lIns="0" tIns="6271" rIns="0" bIns="-6271" rtlCol="0" anchor="t"/>
          <a:lstStyle/>
          <a:p>
            <a:pPr algn="l" indent="0" marL="0">
              <a:lnSpc>
                <a:spcPts val="2228"/>
              </a:lnSpc>
              <a:buNone/>
            </a:pP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16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2026-10-13.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khuyến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nghị có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16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gian:</a:t>
            </a:r>
            <a:r>
              <a:rPr lang="en-US" sz="1650" dirty="0" spc="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1650" dirty="0" spc="-3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6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khai.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minh</a:t>
            </a:r>
            <a:r>
              <a:rPr lang="en-US" sz="16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6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mới.</a:t>
            </a:r>
            <a:endParaRPr lang="en-US" sz="1650" dirty="0"/>
          </a:p>
        </p:txBody>
      </p:sp>
      <p:sp>
        <p:nvSpPr>
          <p:cNvPr id="32" name="Connector line-1792306384185-312282081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2D3140"/>
            </a:solidFill>
            <a:prstDash val="solid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43" name="Text 41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44" name="Shape 4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5" name="Moda image moda-export-watermark-7c832024-85a5-44f8-a4d4-d0f96041aa0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2026-10-19T18:09:27Z</dcterms:created>
  <dcterms:modified xsi:type="dcterms:W3CDTF">2026-10-19T18:09:27Z</dcterms:modified>
</cp:coreProperties>
</file>