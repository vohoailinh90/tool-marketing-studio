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41910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75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75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trò</a:t>
            </a: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75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r>
              <a:rPr lang="en-US" sz="75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mua.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76200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chờ: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4297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182600" y="238125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182600" y="381000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182600" y="523875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 nền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182600" y="6667500"/>
            <a:ext cx="41910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534650" y="4086225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</a:t>
            </a:r>
            <a:r>
              <a:rPr lang="en-US" sz="22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app</a:t>
            </a:r>
            <a:endParaRPr lang="en-US" sz="2250" dirty="0"/>
          </a:p>
        </p:txBody>
      </p:sp>
      <p:sp>
        <p:nvSpPr>
          <p:cNvPr id="12" name="Connector line-1792370573914-106787262"/>
          <p:cNvSpPr/>
          <p:nvPr/>
        </p:nvSpPr>
        <p:spPr>
          <a:xfrm flipV="1">
            <a:off x="12134850" y="2743200"/>
            <a:ext cx="1047750" cy="2143125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Connector line-1792370573914-599578604"/>
          <p:cNvSpPr/>
          <p:nvPr/>
        </p:nvSpPr>
        <p:spPr>
          <a:xfrm flipV="1">
            <a:off x="12134850" y="4171950"/>
            <a:ext cx="1047750" cy="714375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4" name="Connector line-1792370573915-849314136"/>
          <p:cNvSpPr/>
          <p:nvPr/>
        </p:nvSpPr>
        <p:spPr>
          <a:xfrm>
            <a:off x="12134850" y="4886325"/>
            <a:ext cx="1047750" cy="714375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Connector line-1792370573915-971572008"/>
          <p:cNvSpPr/>
          <p:nvPr/>
        </p:nvSpPr>
        <p:spPr>
          <a:xfrm>
            <a:off x="12134850" y="4886325"/>
            <a:ext cx="1047750" cy="2143125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4cb6e7a8-2ff5-4231-98f4-9008871c2c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809750"/>
            <a:ext cx="133350" cy="3143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714500"/>
            <a:ext cx="14859000" cy="3429000"/>
          </a:xfrm>
          <a:prstGeom prst="rect">
            <a:avLst/>
          </a:prstGeom>
          <a:noFill/>
          <a:ln/>
        </p:spPr>
        <p:txBody>
          <a:bodyPr wrap="square" lIns="0" tIns="73152" rIns="0" bIns="-73152" rtlCol="0" anchor="t"/>
          <a:lstStyle/>
          <a:p>
            <a:pPr algn="l" indent="0" marL="0">
              <a:lnSpc>
                <a:spcPts val="10368"/>
              </a:lnSpc>
              <a:buNone/>
            </a:pPr>
            <a:r>
              <a:rPr lang="en-US" sz="9600" dirty="0" spc="-1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9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96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đề,</a:t>
            </a:r>
            <a:r>
              <a:rPr lang="en-US" sz="9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9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96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9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nhiệm.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428750" y="5524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30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6667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428750" y="69532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750" y="7524750"/>
            <a:ext cx="154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sách;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viên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cáo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dài.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Text 17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7564409-6a32-4682-8a01-778a4057ce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1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Tương</a:t>
            </a:r>
            <a:r>
              <a:rPr lang="en-US" sz="7500" dirty="0" spc="-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71750"/>
            <a:ext cx="15240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2905125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 duyệt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28750" y="357187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DNS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25717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2571750"/>
            <a:ext cx="15240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9886950" y="2905125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70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886950" y="357187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810250"/>
            <a:ext cx="15240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6143625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7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700" b="1" dirty="0" spc="-2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reverse</a:t>
            </a:r>
            <a:r>
              <a:rPr lang="en-US" sz="2700" b="1" dirty="0" spc="-2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428750" y="6810375"/>
            <a:ext cx="7048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72600" y="5810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5810250"/>
            <a:ext cx="15240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9886950" y="6143625"/>
            <a:ext cx="704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CDN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886950" y="681037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phục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bìa</a:t>
            </a:r>
            <a:endParaRPr lang="en-US" sz="2850" dirty="0"/>
          </a:p>
        </p:txBody>
      </p:sp>
      <p:sp>
        <p:nvSpPr>
          <p:cNvPr id="20" name="Shape 1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9" name="Shape 27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Text 28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3c0e431-4adf-4ee0-98fb-a98e8c5e16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75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857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33528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</a:t>
            </a:r>
            <a:r>
              <a:rPr lang="en-US" sz="30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30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805815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47625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33500" y="52578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15450" y="4476750"/>
            <a:ext cx="805815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34550" y="47625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734550" y="52578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7048500"/>
            <a:ext cx="1524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2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2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33500" y="7543800"/>
            <a:ext cx="152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Shape 16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6" name="Text 24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402d992-c708-4f84-9af4-19bd27619d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</a:t>
            </a:r>
            <a:r>
              <a:rPr lang="en-US" sz="75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524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 giữ</a:t>
            </a:r>
            <a:r>
              <a:rPr lang="en-US" sz="30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1950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0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858000" y="361950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Queue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801600" y="3619500"/>
            <a:ext cx="45720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3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Worker</a:t>
            </a:r>
            <a:endParaRPr lang="en-US" sz="3900" dirty="0"/>
          </a:p>
        </p:txBody>
      </p:sp>
      <p:sp>
        <p:nvSpPr>
          <p:cNvPr id="8" name="Connector line-1792370642169-485491509"/>
          <p:cNvSpPr/>
          <p:nvPr/>
        </p:nvSpPr>
        <p:spPr>
          <a:xfrm>
            <a:off x="5486400" y="4667250"/>
            <a:ext cx="13716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0642170-51274604"/>
          <p:cNvSpPr/>
          <p:nvPr/>
        </p:nvSpPr>
        <p:spPr>
          <a:xfrm>
            <a:off x="11430000" y="4667250"/>
            <a:ext cx="13716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7048500"/>
            <a:ext cx="1524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7429500"/>
            <a:ext cx="15430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thao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queue.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8" name="Shape 16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2" name="Shape 20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3" name="Text 21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0dc0de55-63d7-49ac-a10e-41b8246831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428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5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Vận</a:t>
            </a:r>
            <a:r>
              <a:rPr lang="en-US" sz="75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2914650"/>
            <a:ext cx="742950" cy="74295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2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42" dirty="0"/>
          </a:p>
        </p:txBody>
      </p:sp>
      <p:sp>
        <p:nvSpPr>
          <p:cNvPr id="6" name="Text 4"/>
          <p:cNvSpPr/>
          <p:nvPr/>
        </p:nvSpPr>
        <p:spPr>
          <a:xfrm>
            <a:off x="2381250" y="28003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29500" y="280035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42481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7300" y="4591050"/>
            <a:ext cx="742950" cy="74295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2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42" dirty="0"/>
          </a:p>
        </p:txBody>
      </p:sp>
      <p:sp>
        <p:nvSpPr>
          <p:cNvPr id="10" name="Text 8"/>
          <p:cNvSpPr/>
          <p:nvPr/>
        </p:nvSpPr>
        <p:spPr>
          <a:xfrm>
            <a:off x="2381250" y="44767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30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29500" y="447675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59245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7300" y="6267450"/>
            <a:ext cx="742950" cy="74295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2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42" dirty="0"/>
          </a:p>
        </p:txBody>
      </p:sp>
      <p:sp>
        <p:nvSpPr>
          <p:cNvPr id="14" name="Text 12"/>
          <p:cNvSpPr/>
          <p:nvPr/>
        </p:nvSpPr>
        <p:spPr>
          <a:xfrm>
            <a:off x="2381250" y="61531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Cảnh</a:t>
            </a:r>
            <a:r>
              <a:rPr lang="en-US" sz="30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429500" y="6153150"/>
            <a:ext cx="952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theo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14400" y="7715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8048625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dashboard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cảnh báo.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Text 26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f83a41d-b8cf-4e3a-90f3-6ee9b0a56b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5810250"/>
          </a:xfrm>
          <a:prstGeom prst="roundRect">
            <a:avLst>
              <a:gd name="adj" fmla="val 459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3000" dirty="0"/>
          </a:p>
        </p:txBody>
      </p:sp>
      <p:sp>
        <p:nvSpPr>
          <p:cNvPr id="6" name="Text richtext-1792370661534-877644751"/>
          <p:cNvSpPr/>
          <p:nvPr/>
        </p:nvSpPr>
        <p:spPr>
          <a:xfrm>
            <a:off x="1333500" y="4000500"/>
            <a:ext cx="7239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850" dirty="0"/>
          </a:p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Cache,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worker,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 tùy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5810250"/>
          </a:xfrm>
          <a:prstGeom prst="roundRect">
            <a:avLst>
              <a:gd name="adj" fmla="val 459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143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3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3000" b="1" dirty="0" spc="-3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3000" b="1" dirty="0" spc="-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vội</a:t>
            </a:r>
            <a:endParaRPr lang="en-US" sz="3000" dirty="0"/>
          </a:p>
        </p:txBody>
      </p:sp>
      <p:sp>
        <p:nvSpPr>
          <p:cNvPr id="9" name="Text richtext-1792370661560-172438874"/>
          <p:cNvSpPr/>
          <p:nvPr/>
        </p:nvSpPr>
        <p:spPr>
          <a:xfrm>
            <a:off x="9791700" y="4000500"/>
            <a:ext cx="72390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6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phối hợp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Đủ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0" name="Text 18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40fe5115-3a85-463a-9ebf-882aab71e5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133350" cy="3143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333500"/>
            <a:ext cx="15906750" cy="3429000"/>
          </a:xfrm>
          <a:prstGeom prst="rect">
            <a:avLst/>
          </a:prstGeom>
          <a:noFill/>
          <a:ln/>
        </p:spPr>
        <p:txBody>
          <a:bodyPr wrap="square" lIns="0" tIns="18098" rIns="0" bIns="-18098" rtlCol="0" anchor="t"/>
          <a:lstStyle/>
          <a:p>
            <a:pPr algn="l" indent="0" marL="0">
              <a:lnSpc>
                <a:spcPts val="6555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Báo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cáo dài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lâu.</a:t>
            </a:r>
            <a:r>
              <a:rPr lang="en-US" sz="57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57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57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Dashboard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rút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16459200" cy="3524250"/>
          </a:xfrm>
          <a:prstGeom prst="roundRect">
            <a:avLst>
              <a:gd name="adj" fmla="val 756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667375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800" b="1" spc="2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7" name="Text richtext-1792370670403-146896366"/>
          <p:cNvSpPr/>
          <p:nvPr/>
        </p:nvSpPr>
        <p:spPr>
          <a:xfrm>
            <a:off x="1333500" y="6191250"/>
            <a:ext cx="156210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81000" indent="-272202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queue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300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nền.</a:t>
            </a:r>
            <a:endParaRPr lang="en-US" sz="3000" dirty="0"/>
          </a:p>
          <a:p>
            <a:pPr algn="l" marL="381000" indent="-272202"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3000" dirty="0"/>
          </a:p>
          <a:p>
            <a:pPr algn="l" marL="381000" indent="-272202">
              <a:buSzPct val="100000"/>
              <a:buFont typeface="Arial"/>
              <a:buChar char="•"/>
            </a:pPr>
            <a:r>
              <a:rPr lang="en-US" sz="30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0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xử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0" name="Shape 8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2" name="Shape 10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3" name="Shape 11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7" name="Shape 15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18" name="Text 16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d2029486-ac42-4961-9cf5-facbafb2ac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047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75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7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67500" y="2762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10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480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38100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667500" y="381000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50673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Queue,</a:t>
            </a:r>
            <a:r>
              <a:rPr lang="en-US" sz="2700" b="1" dirty="0" spc="-2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667500" y="506730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Queue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đợi;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59626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3246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Lúc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667500" y="632460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21995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33500" y="75819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667500" y="758190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sàng.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62012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không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7" name="Shape 25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C9C1AE"/>
          </a:solidFill>
          <a:ln/>
        </p:spPr>
      </p:sp>
      <p:sp>
        <p:nvSpPr>
          <p:cNvPr id="30" name="Text 28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a48bd8de-ac15-4124-b561-91569fea1e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238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14478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3496" dirty="0"/>
          </a:p>
        </p:txBody>
      </p:sp>
      <p:sp>
        <p:nvSpPr>
          <p:cNvPr id="5" name="Text 3"/>
          <p:cNvSpPr/>
          <p:nvPr/>
        </p:nvSpPr>
        <p:spPr>
          <a:xfrm>
            <a:off x="1238250" y="21145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629400" y="1238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6953250" y="14478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496" dirty="0"/>
          </a:p>
        </p:txBody>
      </p:sp>
      <p:sp>
        <p:nvSpPr>
          <p:cNvPr id="8" name="Text 6"/>
          <p:cNvSpPr/>
          <p:nvPr/>
        </p:nvSpPr>
        <p:spPr>
          <a:xfrm>
            <a:off x="6953250" y="21145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lập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344400" y="1238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668250" y="14478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3496" dirty="0"/>
          </a:p>
        </p:txBody>
      </p:sp>
      <p:sp>
        <p:nvSpPr>
          <p:cNvPr id="11" name="Text 9"/>
          <p:cNvSpPr/>
          <p:nvPr/>
        </p:nvSpPr>
        <p:spPr>
          <a:xfrm>
            <a:off x="12668250" y="21145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3333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35433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endParaRPr lang="en-US" sz="3496" dirty="0"/>
          </a:p>
        </p:txBody>
      </p:sp>
      <p:sp>
        <p:nvSpPr>
          <p:cNvPr id="14" name="Text 12"/>
          <p:cNvSpPr/>
          <p:nvPr/>
        </p:nvSpPr>
        <p:spPr>
          <a:xfrm>
            <a:off x="1238250" y="42100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6629400" y="3333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6953250" y="35433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</a:t>
            </a:r>
            <a:endParaRPr lang="en-US" sz="3496" dirty="0"/>
          </a:p>
        </p:txBody>
      </p:sp>
      <p:sp>
        <p:nvSpPr>
          <p:cNvPr id="17" name="Text 15"/>
          <p:cNvSpPr/>
          <p:nvPr/>
        </p:nvSpPr>
        <p:spPr>
          <a:xfrm>
            <a:off x="6953250" y="42100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2344400" y="3333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668250" y="35433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96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Queue,</a:t>
            </a:r>
            <a:r>
              <a:rPr lang="en-US" sz="3496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worker</a:t>
            </a:r>
            <a:endParaRPr lang="en-US" sz="3496" dirty="0"/>
          </a:p>
        </p:txBody>
      </p:sp>
      <p:sp>
        <p:nvSpPr>
          <p:cNvPr id="20" name="Text 18"/>
          <p:cNvSpPr/>
          <p:nvPr/>
        </p:nvSpPr>
        <p:spPr>
          <a:xfrm>
            <a:off x="12668250" y="4210050"/>
            <a:ext cx="438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đợi;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400" y="571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2" name="Text richtext-1792370694705-114273749"/>
          <p:cNvSpPr/>
          <p:nvPr/>
        </p:nvSpPr>
        <p:spPr>
          <a:xfrm>
            <a:off x="914400" y="619125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Web-Queue-Worker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Baseline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Elastic: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Full-text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search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Prometheus: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Alerting</a:t>
            </a: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overview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14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485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771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7" name="Shape 25"/>
          <p:cNvSpPr/>
          <p:nvPr/>
        </p:nvSpPr>
        <p:spPr>
          <a:xfrm>
            <a:off x="2057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8" name="Shape 26"/>
          <p:cNvSpPr/>
          <p:nvPr/>
        </p:nvSpPr>
        <p:spPr>
          <a:xfrm>
            <a:off x="23431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29" name="Shape 27"/>
          <p:cNvSpPr/>
          <p:nvPr/>
        </p:nvSpPr>
        <p:spPr>
          <a:xfrm>
            <a:off x="26289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30" name="Shape 28"/>
          <p:cNvSpPr/>
          <p:nvPr/>
        </p:nvSpPr>
        <p:spPr>
          <a:xfrm>
            <a:off x="291465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9686925"/>
            <a:ext cx="133350" cy="133350"/>
          </a:xfrm>
          <a:prstGeom prst="ellipse">
            <a:avLst/>
          </a:prstGeom>
          <a:solidFill>
            <a:srgbClr val="3A3E4D"/>
          </a:solidFill>
          <a:ln/>
        </p:spPr>
      </p:sp>
      <p:sp>
        <p:nvSpPr>
          <p:cNvPr id="32" name="Shape 30"/>
          <p:cNvSpPr/>
          <p:nvPr/>
        </p:nvSpPr>
        <p:spPr>
          <a:xfrm>
            <a:off x="3486150" y="9686925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4000500" y="96012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8676f1ca-62d6-40c8-bf5b-e1aa5447f0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2026-10-19T00:45:18Z</dcterms:created>
  <dcterms:modified xsi:type="dcterms:W3CDTF">2026-10-19T00:45:18Z</dcterms:modified>
</cp:coreProperties>
</file>