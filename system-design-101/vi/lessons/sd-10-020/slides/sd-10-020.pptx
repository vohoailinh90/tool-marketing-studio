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480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242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816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7391400" y="7200900"/>
            <a:ext cx="182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0" y="9144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0" y="12573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287000" y="25527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Khai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906000" y="37338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87000" y="40767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906000" y="65532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287000" y="68961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287000" y="81915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40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30480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3" name="Text 21"/>
          <p:cNvSpPr/>
          <p:nvPr/>
        </p:nvSpPr>
        <p:spPr>
          <a:xfrm>
            <a:off x="51816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73152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10287000" y="18859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28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0287000" y="47053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28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287000" y="75247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285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5257800" y="7200900"/>
            <a:ext cx="18288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287000" y="5372100"/>
            <a:ext cx="67056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c45b9d5-c341-4e04-89f9-f5832f9e3b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nghĩ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810500" cy="3048000"/>
          </a:xfrm>
          <a:prstGeom prst="roundRect">
            <a:avLst>
              <a:gd name="adj" fmla="val 875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198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809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52500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68175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1135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05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52500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068175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61135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6000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20" name="Connector line-1792338663486-193899979"/>
          <p:cNvSpPr/>
          <p:nvPr/>
        </p:nvSpPr>
        <p:spPr>
          <a:xfrm>
            <a:off x="9525000" y="800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81915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3" name="Text richtext-1792338832474-118918303"/>
          <p:cNvSpPr/>
          <p:nvPr/>
        </p:nvSpPr>
        <p:spPr>
          <a:xfrm>
            <a:off x="1295400" y="651510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4c87f10-cf0f-4d56-a9a8-64c836d73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mô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Bước,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3300" b="1" dirty="0" spc="-2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5755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(FP)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668000" y="1524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4478000" y="1600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imperative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668000" y="2209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668000" y="3105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19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(procedural)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0668000" y="4000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 báo</a:t>
            </a:r>
            <a:endParaRPr lang="en-US" sz="3150" dirty="0"/>
          </a:p>
        </p:txBody>
      </p:sp>
      <p:sp>
        <p:nvSpPr>
          <p:cNvPr id="33" name="Text 31"/>
          <p:cNvSpPr/>
          <p:nvPr/>
        </p:nvSpPr>
        <p:spPr>
          <a:xfrm>
            <a:off x="14478000" y="4076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declarative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0668000" y="46863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tự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cách giải.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668000" y="55816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0668000" y="6477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3150" dirty="0"/>
          </a:p>
        </p:txBody>
      </p:sp>
      <p:sp>
        <p:nvSpPr>
          <p:cNvPr id="39" name="Text 37"/>
          <p:cNvSpPr/>
          <p:nvPr/>
        </p:nvSpPr>
        <p:spPr>
          <a:xfrm>
            <a:off x="14478000" y="6553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0668000" y="7162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4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0668000" y="8058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ML,</a:t>
            </a:r>
            <a:r>
              <a:rPr lang="en-US" sz="19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Haskell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a279bbb-62b4-4d30-8116-68fcae8c24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OOP</a:t>
            </a:r>
            <a:r>
              <a:rPr lang="en-US" sz="3300" b="1" dirty="0" spc="-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 ngang.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243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AspectJ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(OOP)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52600"/>
            <a:ext cx="7467600" cy="2438400"/>
          </a:xfrm>
          <a:prstGeom prst="roundRect">
            <a:avLst>
              <a:gd name="adj" fmla="val 9375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943100"/>
            <a:ext cx="685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3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4" name="Connector line-1792339091554-998061018"/>
          <p:cNvSpPr/>
          <p:nvPr/>
        </p:nvSpPr>
        <p:spPr>
          <a:xfrm>
            <a:off x="9525000" y="4438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291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800" b="1" spc="21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(AOP)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1158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066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6381750"/>
            <a:ext cx="7467600" cy="876300"/>
          </a:xfrm>
          <a:prstGeom prst="roundRect">
            <a:avLst>
              <a:gd name="adj" fmla="val 1739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19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khía cạnh</a:t>
            </a:r>
            <a:endParaRPr lang="en-US" sz="6900" dirty="0"/>
          </a:p>
        </p:txBody>
      </p:sp>
      <p:sp>
        <p:nvSpPr>
          <p:cNvPr id="36" name="Text 34"/>
          <p:cNvSpPr/>
          <p:nvPr/>
        </p:nvSpPr>
        <p:spPr>
          <a:xfrm>
            <a:off x="98298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(dữ liệu)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33731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(hành vi)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4689590-c572-4262-8b62-cece57c8ae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33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33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(generic)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 phần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lớp.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06705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952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171450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1562100"/>
            <a:ext cx="7467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(List)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25000" y="2266950"/>
            <a:ext cx="746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700" dirty="0"/>
          </a:p>
        </p:txBody>
      </p:sp>
      <p:sp>
        <p:nvSpPr>
          <p:cNvPr id="16" name="Connector line-1792339136556-543546675"/>
          <p:cNvSpPr/>
          <p:nvPr/>
        </p:nvSpPr>
        <p:spPr>
          <a:xfrm>
            <a:off x="106680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9136557-789959099"/>
          <p:cNvSpPr/>
          <p:nvPr/>
        </p:nvSpPr>
        <p:spPr>
          <a:xfrm>
            <a:off x="132588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9136557-105035109"/>
          <p:cNvSpPr/>
          <p:nvPr/>
        </p:nvSpPr>
        <p:spPr>
          <a:xfrm>
            <a:off x="158496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1158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7066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525000" y="53530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kiểu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E</a:t>
            </a:r>
            <a:endParaRPr lang="en-US" sz="2100" dirty="0"/>
          </a:p>
        </p:txBody>
      </p:sp>
      <p:sp>
        <p:nvSpPr>
          <p:cNvPr id="23" name="Connector line-1792339136567-695758959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62865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1158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47066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33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79e1e551-c31e-4b37-8347-90dc54166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3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ứng: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thời: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623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Streams,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80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</a:t>
            </a:r>
            <a:endParaRPr lang="en-US" sz="1800" dirty="0"/>
          </a:p>
        </p:txBody>
      </p:sp>
      <p:sp>
        <p:nvSpPr>
          <p:cNvPr id="13" name="Connector line-1792339174117-622935331"/>
          <p:cNvSpPr/>
          <p:nvPr/>
        </p:nvSpPr>
        <p:spPr>
          <a:xfrm>
            <a:off x="9525000" y="2486025"/>
            <a:ext cx="455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7345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918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490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063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297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92250" y="1771650"/>
            <a:ext cx="2800350" cy="14287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250" dirty="0"/>
          </a:p>
        </p:txBody>
      </p:sp>
      <p:sp>
        <p:nvSpPr>
          <p:cNvPr id="20" name="Connector line-1792339174122-203865344"/>
          <p:cNvSpPr/>
          <p:nvPr/>
        </p:nvSpPr>
        <p:spPr>
          <a:xfrm>
            <a:off x="9525000" y="3810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40386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25000" y="45339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39115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2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525000" y="62484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334750" y="45339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4750" y="539115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7" name="Shape 25"/>
          <p:cNvSpPr/>
          <p:nvPr/>
        </p:nvSpPr>
        <p:spPr>
          <a:xfrm>
            <a:off x="11334750" y="62484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4629150"/>
            <a:ext cx="34290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68250" y="54864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01500" y="6343650"/>
            <a:ext cx="2857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1" name="Connector line-1792339174131-299758385"/>
          <p:cNvSpPr/>
          <p:nvPr/>
        </p:nvSpPr>
        <p:spPr>
          <a:xfrm>
            <a:off x="13811250" y="4400550"/>
            <a:ext cx="0" cy="2647950"/>
          </a:xfrm>
          <a:prstGeom prst="line">
            <a:avLst/>
          </a:prstGeom>
          <a:noFill/>
          <a:ln w="28575">
            <a:solidFill>
              <a:srgbClr val="14161C"/>
            </a:solidFill>
            <a:prstDash val="dash"/>
            <a:headEnd type="none"/>
            <a:tailEnd type="none"/>
          </a:ln>
        </p:spPr>
      </p:sp>
      <p:sp>
        <p:nvSpPr>
          <p:cNvPr id="32" name="Connector line-1792339174131-504360950"/>
          <p:cNvSpPr/>
          <p:nvPr/>
        </p:nvSpPr>
        <p:spPr>
          <a:xfrm>
            <a:off x="11334750" y="7219950"/>
            <a:ext cx="5657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1334750" y="7353300"/>
            <a:ext cx="5657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25000" y="8077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7a8d48a-b685-486e-bb03-1d6229f597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3300" b="1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Spring, JDK,</a:t>
            </a:r>
            <a:r>
              <a:rPr lang="en-US" sz="33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mệnh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4805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817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5621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 trình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917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15621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6398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 ứng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6398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(Publisher)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(Subscriber)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thụ.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2197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7917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7917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như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5219700"/>
            <a:ext cx="238125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2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89438841-671a-4f3f-bed6-67585d522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305300" y="581025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91800" y="1524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loại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829800" y="22479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pha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333750"/>
            <a:ext cx="74676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562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591800" y="3562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0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8298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731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017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15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6017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6017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65151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6743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591800" y="67437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bài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829800" y="74676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f16c5f-7185-4171-9f4b-c90a66a7a0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810500" cy="4857750"/>
          </a:xfrm>
          <a:prstGeom prst="roundRect">
            <a:avLst>
              <a:gd name="adj" fmla="val 549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719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lấy.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7" name="Connector line-1792339393432-729777193"/>
          <p:cNvSpPr/>
          <p:nvPr/>
        </p:nvSpPr>
        <p:spPr>
          <a:xfrm>
            <a:off x="1295400" y="6153150"/>
            <a:ext cx="70485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3817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6781800"/>
            <a:ext cx="7048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7981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 ý: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Cách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44200" y="1524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44200" y="1885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6" name="Shape 14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744200" y="40005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44200" y="43624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3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(FP)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744200" y="51435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44200" y="6477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18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838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744200" y="2667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 bài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giải.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0744200" y="7620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nhóm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6962dded-6c0c-4760-9886-a0c9968507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FP</a:t>
            </a:r>
            <a:endParaRPr lang="en-US" sz="8250" dirty="0"/>
          </a:p>
        </p:txBody>
      </p:sp>
      <p:sp>
        <p:nvSpPr>
          <p:cNvPr id="6" name="Text 4"/>
          <p:cNvSpPr/>
          <p:nvPr/>
        </p:nvSpPr>
        <p:spPr>
          <a:xfrm>
            <a:off x="12954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151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961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OOP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68961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158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0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AOP</a:t>
            </a:r>
            <a:endParaRPr lang="en-US" sz="8250" dirty="0"/>
          </a:p>
        </p:txBody>
      </p:sp>
      <p:sp>
        <p:nvSpPr>
          <p:cNvPr id="12" name="Text 10"/>
          <p:cNvSpPr/>
          <p:nvPr/>
        </p:nvSpPr>
        <p:spPr>
          <a:xfrm>
            <a:off x="124968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64008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811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863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53530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3530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2583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5250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Flow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4302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36969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6969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8191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AspectJ,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954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8961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24968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1b5a46bf-d874-4fd4-8c59-530b79067e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2026-10-19T15:23:41Z</dcterms:created>
  <dcterms:modified xsi:type="dcterms:W3CDTF">2026-10-19T15:23:41Z</dcterms:modified>
</cp:coreProperties>
</file>