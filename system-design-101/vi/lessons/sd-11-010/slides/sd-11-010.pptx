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Giây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nhuận:</a:t>
            </a:r>
            <a:r>
              <a:rPr lang="en-US" sz="6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nhiều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</a:t>
            </a:r>
            <a:r>
              <a:rPr lang="en-US" sz="66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61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3000" dirty="0"/>
          </a:p>
        </p:txBody>
      </p:sp>
      <p:sp>
        <p:nvSpPr>
          <p:cNvPr id="5" name="Connector line-1792422175575-520525448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429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1524000"/>
                </a:moveTo>
                <a:cubicBezTo>
                  <a:pt x="723900" y="1524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953000"/>
            <a:ext cx="1485900" cy="9144"/>
          </a:xfrm>
          <a:custGeom>
            <a:avLst/>
            <a:gdLst/>
            <a:ahLst/>
            <a:cxnLst/>
            <a:rect l="l" t="t" r="r" b="b"/>
            <a:pathLst>
              <a:path w="1485900" h="9144">
                <a:moveTo>
                  <a:pt x="0" y="0"/>
                </a:moveTo>
                <a:cubicBezTo>
                  <a:pt x="723900" y="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0"/>
                </a:moveTo>
                <a:cubicBezTo>
                  <a:pt x="723900" y="0"/>
                  <a:pt x="723900" y="1524000"/>
                  <a:pt x="1485900" y="152400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Giây</a:t>
            </a:r>
            <a:r>
              <a:rPr lang="en-US" sz="2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nhuận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763500" y="3067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Chèn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0" y="4591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mịn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(smear)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6115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81a7ac4-d56d-40cf-b93b-cdc63308ac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nhuận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2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đến</a:t>
            </a: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-4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080f6b3-632b-47ab-ba52-411feba978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800" b="1" spc="26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Phút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dài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61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0" dirty="0" spc="-28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61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8572500" y="3143250"/>
            <a:ext cx="8572500" cy="13335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r>
              <a:rPr lang="en-US" sz="33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giây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nhuận: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23:59:60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chen</a:t>
            </a:r>
            <a:r>
              <a:rPr lang="en-US" sz="33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00:00:00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572500" y="5334000"/>
            <a:ext cx="88011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7" name="Text richtext-1792422180532-545390068"/>
          <p:cNvSpPr/>
          <p:nvPr/>
        </p:nvSpPr>
        <p:spPr>
          <a:xfrm>
            <a:off x="8953500" y="5334000"/>
            <a:ext cx="8096250" cy="2286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ctr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Đụng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8c430e8-b4bf-461c-8924-49bcc98ac0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MỊN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Connector line-1792422181392-144158181"/>
          <p:cNvSpPr/>
          <p:nvPr/>
        </p:nvSpPr>
        <p:spPr>
          <a:xfrm>
            <a:off x="1333500" y="4476750"/>
            <a:ext cx="15621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287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31432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48577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65722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82867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012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17157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302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144750" y="4000500"/>
            <a:ext cx="1333500" cy="952500"/>
          </a:xfrm>
          <a:prstGeom prst="roundRect">
            <a:avLst>
              <a:gd name="adj" fmla="val 14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524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63600" y="5524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đuổi kịp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6286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61: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914400" y="7048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Ổn</a:t>
            </a:r>
            <a:r>
              <a:rPr lang="en-US" sz="2550" dirty="0" spc="17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15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2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550" dirty="0" spc="-10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3A3F5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chuẩn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06046f5-e45c-4ea5-9939-2c75f5550c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b="1" spc="26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Hết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thừa,</a:t>
            </a:r>
            <a:r>
              <a:rPr lang="en-US" sz="69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0957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30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30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53600" y="40957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dân sự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 lệch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30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30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Trời,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cách khác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3042856-fddb-47f3-8de5-a6b1b0a29f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6" name="Connector line-1792422210351-62151777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5433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CFE6D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5433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Chèn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096000" y="3543300"/>
            <a:ext cx="1095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Đụng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6D5CC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2387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mịn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096000" y="5238750"/>
            <a:ext cx="1095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9342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6DCF7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9342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8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096000" y="6934200"/>
            <a:ext cx="1095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Trời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2b701d9-84ff-4355-bf62-bb3e84de68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kiện,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Unix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timestamp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nhuận.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2550" dirty="0" spc="6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0" y="44767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801600" y="44767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hồ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524500" y="56197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68100" y="56197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9AA0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7620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34aa175-6cf4-44cf-92d6-237ced9637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6DFCD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6DFC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 của 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phần: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sao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f72d7e9-5dcf-41ff-8d84-c989f60ef7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00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238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762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r>
              <a:rPr lang="en-US" sz="24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nhuận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cho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400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Trời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1100" y="40005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Smear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mịn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1100" y="52387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Unix</a:t>
            </a: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timestamp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76962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928c7d2-96c0-4a69-83b4-d0480c4014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2026-10-19T15:03:59Z</dcterms:created>
  <dcterms:modified xsi:type="dcterms:W3CDTF">2026-10-19T15:03:59Z</dcterms:modified>
</cp:coreProperties>
</file>