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Medium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381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81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8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xứng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bất</a:t>
            </a:r>
            <a:r>
              <a:rPr lang="en-US" sz="81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xứng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5905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8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r>
              <a:rPr lang="en-US" sz="2850" dirty="0" spc="-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8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được?</a:t>
            </a:r>
            <a:endParaRPr lang="en-US" sz="2850" dirty="0"/>
          </a:p>
        </p:txBody>
      </p:sp>
      <p:sp>
        <p:nvSpPr>
          <p:cNvPr id="5" name="Connector line-1792334216206-856009883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72400"/>
            <a:ext cx="3286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800" dirty="0" spc="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48150" y="7772400"/>
            <a:ext cx="3286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42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1900" y="7772400"/>
            <a:ext cx="328612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42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 lại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763250" y="2762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650" b="1" spc="24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650" dirty="0"/>
          </a:p>
        </p:txBody>
      </p:sp>
      <p:sp>
        <p:nvSpPr>
          <p:cNvPr id="14" name="Connector line-1792334216228-327683405"/>
          <p:cNvSpPr/>
          <p:nvPr/>
        </p:nvSpPr>
        <p:spPr>
          <a:xfrm>
            <a:off x="10953750" y="3810000"/>
            <a:ext cx="6477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782300" y="3638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6" name="Shape 14"/>
          <p:cNvSpPr/>
          <p:nvPr/>
        </p:nvSpPr>
        <p:spPr>
          <a:xfrm>
            <a:off x="17259300" y="3638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7" name="Shape 15"/>
          <p:cNvSpPr/>
          <p:nvPr/>
        </p:nvSpPr>
        <p:spPr>
          <a:xfrm>
            <a:off x="14049375" y="36671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763500" y="32385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8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 chung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763250" y="53340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1650" b="1" spc="23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4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650" dirty="0"/>
          </a:p>
        </p:txBody>
      </p:sp>
      <p:sp>
        <p:nvSpPr>
          <p:cNvPr id="20" name="Connector line-1792334216235-383724490"/>
          <p:cNvSpPr/>
          <p:nvPr/>
        </p:nvSpPr>
        <p:spPr>
          <a:xfrm>
            <a:off x="10953750" y="6477000"/>
            <a:ext cx="64770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782300" y="6305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2" name="Shape 20"/>
          <p:cNvSpPr/>
          <p:nvPr/>
        </p:nvSpPr>
        <p:spPr>
          <a:xfrm>
            <a:off x="17259300" y="63055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0125" y="6334125"/>
            <a:ext cx="285750" cy="28575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668625" y="6334125"/>
            <a:ext cx="285750" cy="2857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1334750" y="59055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18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573250" y="5905500"/>
            <a:ext cx="247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180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144125" y="687705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650" dirty="0" spc="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621125" y="687705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ea9c3de-a1f5-4a64-b9d6-90caf77793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72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khóa,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2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286250"/>
          </a:xfrm>
          <a:prstGeom prst="roundRect">
            <a:avLst>
              <a:gd name="adj" fmla="val 5778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051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950" b="1" spc="3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54330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54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5400" dirty="0"/>
          </a:p>
        </p:txBody>
      </p:sp>
      <p:sp>
        <p:nvSpPr>
          <p:cNvPr id="7" name="Text richtext-1792334245451-315918546"/>
          <p:cNvSpPr/>
          <p:nvPr/>
        </p:nvSpPr>
        <p:spPr>
          <a:xfrm>
            <a:off x="1333500" y="4762500"/>
            <a:ext cx="71628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 hợp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762250"/>
            <a:ext cx="8001000" cy="4286250"/>
          </a:xfrm>
          <a:prstGeom prst="roundRect">
            <a:avLst>
              <a:gd name="adj" fmla="val 5778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31051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XỨNG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3543300"/>
            <a:ext cx="590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54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5400" dirty="0"/>
          </a:p>
        </p:txBody>
      </p:sp>
      <p:sp>
        <p:nvSpPr>
          <p:cNvPr id="11" name="Text richtext-1792334245477-679516206"/>
          <p:cNvSpPr/>
          <p:nvPr/>
        </p:nvSpPr>
        <p:spPr>
          <a:xfrm>
            <a:off x="9791700" y="4762500"/>
            <a:ext cx="7162800" cy="2476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 khóa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có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16459200" cy="1428750"/>
          </a:xfrm>
          <a:prstGeom prst="roundRect">
            <a:avLst>
              <a:gd name="adj" fmla="val 17333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7533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3500" y="8172450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nhau,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 thống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ghép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315200" y="3124200"/>
            <a:ext cx="419100" cy="419100"/>
          </a:xfrm>
          <a:prstGeom prst="ellipse">
            <a:avLst/>
          </a:prstGeom>
          <a:solidFill>
            <a:srgbClr val="1F3FD1"/>
          </a:solidFill>
          <a:ln w="76200">
            <a:solidFill>
              <a:srgbClr val="1F3F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4300" y="3295650"/>
            <a:ext cx="666750" cy="762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8" name="Shape 16"/>
          <p:cNvSpPr/>
          <p:nvPr/>
        </p:nvSpPr>
        <p:spPr>
          <a:xfrm>
            <a:off x="8115300" y="3371850"/>
            <a:ext cx="76200" cy="1714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7700" y="3371850"/>
            <a:ext cx="76200" cy="123825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20" name="Shape 18"/>
          <p:cNvSpPr/>
          <p:nvPr/>
        </p:nvSpPr>
        <p:spPr>
          <a:xfrm>
            <a:off x="14881860" y="3166110"/>
            <a:ext cx="335280" cy="335280"/>
          </a:xfrm>
          <a:prstGeom prst="ellipse">
            <a:avLst/>
          </a:prstGeom>
          <a:solidFill>
            <a:srgbClr val="F3DFB8"/>
          </a:solidFill>
          <a:ln w="6096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17140" y="3303270"/>
            <a:ext cx="533400" cy="60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Shape 20"/>
          <p:cNvSpPr/>
          <p:nvPr/>
        </p:nvSpPr>
        <p:spPr>
          <a:xfrm>
            <a:off x="15521940" y="3364230"/>
            <a:ext cx="60960" cy="137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15643860" y="3364230"/>
            <a:ext cx="60960" cy="990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Shape 22"/>
          <p:cNvSpPr/>
          <p:nvPr/>
        </p:nvSpPr>
        <p:spPr>
          <a:xfrm>
            <a:off x="16196310" y="3166110"/>
            <a:ext cx="335280" cy="335280"/>
          </a:xfrm>
          <a:prstGeom prst="ellipse">
            <a:avLst/>
          </a:prstGeom>
          <a:solidFill>
            <a:srgbClr val="B45309"/>
          </a:solidFill>
          <a:ln w="60960">
            <a:solidFill>
              <a:srgbClr val="B4530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531590" y="3303270"/>
            <a:ext cx="533400" cy="60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16836390" y="3364230"/>
            <a:ext cx="60960" cy="137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8310" y="3364230"/>
            <a:ext cx="60960" cy="990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Connector line-1792334245497-97056447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4ff347ee-9128-4390-89ea-ac7a706a0f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72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xứng: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191500" cy="619125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b="1" spc="21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657350" y="3943350"/>
            <a:ext cx="1066800" cy="1066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34250" y="3943350"/>
            <a:ext cx="1066800" cy="1066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600" dirty="0"/>
          </a:p>
        </p:txBody>
      </p:sp>
      <p:sp>
        <p:nvSpPr>
          <p:cNvPr id="8" name="Connector line-1792334382649-10032993"/>
          <p:cNvSpPr/>
          <p:nvPr/>
        </p:nvSpPr>
        <p:spPr>
          <a:xfrm>
            <a:off x="2857500" y="4476750"/>
            <a:ext cx="43243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76700" y="3981450"/>
            <a:ext cx="190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100" dirty="0" spc="-3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" y="51435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Alice</a:t>
            </a:r>
            <a:r>
              <a:rPr lang="en-US" sz="1950" dirty="0" spc="0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5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950" dirty="0" spc="-6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724650" y="5143500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Bob</a:t>
            </a:r>
            <a:r>
              <a:rPr lang="en-US" sz="1950" dirty="0" spc="-1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3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1950" dirty="0" spc="-6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295400" y="5715000"/>
            <a:ext cx="74295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1750" y="594360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25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14" name="Connector line-1792334382660-267256164"/>
          <p:cNvSpPr/>
          <p:nvPr/>
        </p:nvSpPr>
        <p:spPr>
          <a:xfrm>
            <a:off x="1295400" y="6953250"/>
            <a:ext cx="7429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295400" y="71628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6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0,0007</a:t>
            </a:r>
            <a:r>
              <a:rPr lang="en-US" sz="66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giây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1295400" y="82105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AES-256-GCM,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486900" y="2762250"/>
            <a:ext cx="7886700" cy="619125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867900" y="31051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867900" y="3486150"/>
            <a:ext cx="71247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Hai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mà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lộ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867900" y="4667250"/>
            <a:ext cx="7124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</a:t>
            </a:r>
            <a:r>
              <a:rPr lang="en-US" sz="19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19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67900" y="5029200"/>
            <a:ext cx="7124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9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n(n−1)/2</a:t>
            </a:r>
            <a:r>
              <a:rPr lang="en-US" sz="540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5400" dirty="0"/>
          </a:p>
        </p:txBody>
      </p:sp>
      <p:sp>
        <p:nvSpPr>
          <p:cNvPr id="22" name="Connector line-1792334382679-630207829"/>
          <p:cNvSpPr/>
          <p:nvPr/>
        </p:nvSpPr>
        <p:spPr>
          <a:xfrm>
            <a:off x="9867900" y="6134100"/>
            <a:ext cx="71247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867900" y="6324600"/>
            <a:ext cx="304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25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3182600" y="62103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45</a:t>
            </a:r>
            <a:r>
              <a:rPr lang="en-US" sz="42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25" name="Connector line-1792334382683-269748825"/>
          <p:cNvSpPr/>
          <p:nvPr/>
        </p:nvSpPr>
        <p:spPr>
          <a:xfrm>
            <a:off x="9867900" y="6991350"/>
            <a:ext cx="71247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9867900" y="7181850"/>
            <a:ext cx="304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</a:t>
            </a:r>
            <a:r>
              <a:rPr lang="en-US" sz="25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3182600" y="706755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200" dirty="0" spc="-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4.950</a:t>
            </a:r>
            <a:r>
              <a:rPr lang="en-US" sz="42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28" name="Connector line-1792334382687-733850944"/>
          <p:cNvSpPr/>
          <p:nvPr/>
        </p:nvSpPr>
        <p:spPr>
          <a:xfrm>
            <a:off x="9867900" y="7848600"/>
            <a:ext cx="71247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9867900" y="8039100"/>
            <a:ext cx="304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1.000</a:t>
            </a:r>
            <a:r>
              <a:rPr lang="en-US" sz="25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3182600" y="7924800"/>
            <a:ext cx="3810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499.500</a:t>
            </a:r>
            <a:r>
              <a:rPr lang="en-US" sz="42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25905" y="5907405"/>
            <a:ext cx="377190" cy="377190"/>
          </a:xfrm>
          <a:prstGeom prst="ellipse">
            <a:avLst/>
          </a:prstGeom>
          <a:solidFill>
            <a:srgbClr val="7C93FF"/>
          </a:solidFill>
          <a:ln w="68580">
            <a:solidFill>
              <a:srgbClr val="7C93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03095" y="6061710"/>
            <a:ext cx="600075" cy="6858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5995" y="6130290"/>
            <a:ext cx="68580" cy="154305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35" name="Shape 33"/>
          <p:cNvSpPr/>
          <p:nvPr/>
        </p:nvSpPr>
        <p:spPr>
          <a:xfrm>
            <a:off x="2383155" y="6130290"/>
            <a:ext cx="68580" cy="111443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9905" y="5907405"/>
            <a:ext cx="377190" cy="377190"/>
          </a:xfrm>
          <a:prstGeom prst="ellipse">
            <a:avLst/>
          </a:prstGeom>
          <a:solidFill>
            <a:srgbClr val="7C93FF"/>
          </a:solidFill>
          <a:ln w="68580">
            <a:solidFill>
              <a:srgbClr val="7C93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37095" y="6061710"/>
            <a:ext cx="600075" cy="6858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38" name="Shape 36"/>
          <p:cNvSpPr/>
          <p:nvPr/>
        </p:nvSpPr>
        <p:spPr>
          <a:xfrm>
            <a:off x="7579995" y="6130290"/>
            <a:ext cx="68580" cy="154305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39" name="Shape 37"/>
          <p:cNvSpPr/>
          <p:nvPr/>
        </p:nvSpPr>
        <p:spPr>
          <a:xfrm>
            <a:off x="7717155" y="6130290"/>
            <a:ext cx="68580" cy="111443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40" name="Connector line-1792334382693-96484612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7cb56ac2-ca39-444d-84c9-ddbbcb1e371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Bất</a:t>
            </a:r>
            <a:r>
              <a:rPr lang="en-US" sz="7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72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xứng: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572500" cy="6191250"/>
          </a:xfrm>
          <a:prstGeom prst="roundRect">
            <a:avLst>
              <a:gd name="adj" fmla="val 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Connector line-1792334429081-232946494"/>
          <p:cNvSpPr/>
          <p:nvPr/>
        </p:nvSpPr>
        <p:spPr>
          <a:xfrm>
            <a:off x="2476500" y="4476750"/>
            <a:ext cx="0" cy="3810000"/>
          </a:xfrm>
          <a:prstGeom prst="line">
            <a:avLst/>
          </a:prstGeom>
          <a:noFill/>
          <a:ln w="28575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Connector line-1792334429081-775413395"/>
          <p:cNvSpPr/>
          <p:nvPr/>
        </p:nvSpPr>
        <p:spPr>
          <a:xfrm>
            <a:off x="7905750" y="4476750"/>
            <a:ext cx="0" cy="3810000"/>
          </a:xfrm>
          <a:prstGeom prst="line">
            <a:avLst/>
          </a:prstGeom>
          <a:noFill/>
          <a:ln w="28575">
            <a:solidFill>
              <a:srgbClr val="14161C">
                <a:alpha val="2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2038350" y="3086100"/>
            <a:ext cx="876300" cy="8763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67600" y="3086100"/>
            <a:ext cx="876300" cy="8763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40386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Alice</a:t>
            </a:r>
            <a:r>
              <a:rPr lang="en-US" sz="1800" dirty="0" spc="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1800" dirty="0" spc="3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72250" y="4038600"/>
            <a:ext cx="266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Bob</a:t>
            </a:r>
            <a:r>
              <a:rPr lang="en-US" sz="1800" dirty="0" spc="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80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180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62375" y="470535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-1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2100" dirty="0"/>
          </a:p>
        </p:txBody>
      </p:sp>
      <p:sp>
        <p:nvSpPr>
          <p:cNvPr id="12" name="Connector line-1792334429096-932211499"/>
          <p:cNvSpPr/>
          <p:nvPr/>
        </p:nvSpPr>
        <p:spPr>
          <a:xfrm flipH="1">
            <a:off x="2781300" y="5219700"/>
            <a:ext cx="48387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62375" y="5848350"/>
            <a:ext cx="285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4" name="Connector line-1792334429098-691589862"/>
          <p:cNvSpPr/>
          <p:nvPr/>
        </p:nvSpPr>
        <p:spPr>
          <a:xfrm>
            <a:off x="2781300" y="6362700"/>
            <a:ext cx="4838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190875" y="6534150"/>
            <a:ext cx="400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34000" y="7239000"/>
            <a:ext cx="3810000" cy="819150"/>
          </a:xfrm>
          <a:prstGeom prst="roundRect">
            <a:avLst>
              <a:gd name="adj" fmla="val 2790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5400" y="8496300"/>
            <a:ext cx="8001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có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encrypt,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decrypt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867900" y="2762250"/>
            <a:ext cx="7505700" cy="3619500"/>
          </a:xfrm>
          <a:prstGeom prst="roundRect">
            <a:avLst>
              <a:gd name="adj" fmla="val 6842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0" y="31051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6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650" b="1" spc="2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87000" y="346710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190</a:t>
            </a:r>
            <a:r>
              <a:rPr lang="en-US" sz="84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8400" dirty="0"/>
          </a:p>
        </p:txBody>
      </p:sp>
      <p:sp>
        <p:nvSpPr>
          <p:cNvPr id="21" name="Text 19"/>
          <p:cNvSpPr/>
          <p:nvPr/>
        </p:nvSpPr>
        <p:spPr>
          <a:xfrm>
            <a:off x="10287000" y="4819650"/>
            <a:ext cx="6667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lần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RSA-2048,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OAEP và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0287000" y="58293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190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qua,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191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ValueError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867900" y="6667500"/>
            <a:ext cx="7505700" cy="2286000"/>
          </a:xfrm>
          <a:prstGeom prst="roundRect">
            <a:avLst>
              <a:gd name="adj" fmla="val 10833"/>
            </a:avLst>
          </a:prstGeom>
          <a:solidFill>
            <a:srgbClr val="E8E0CF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0" y="69723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OAEP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287000" y="735330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 cả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7" name="Connector line-1792334429129-5025318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f14e3526-e4df-47fd-bb17-4fa559ae9c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72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</a:t>
            </a:r>
            <a:r>
              <a:rPr lang="en-US" sz="72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72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4191000"/>
          </a:xfrm>
          <a:prstGeom prst="roundRect">
            <a:avLst>
              <a:gd name="adj" fmla="val 5909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289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b="1" spc="20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429000"/>
            <a:ext cx="2952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RSA-2048</a:t>
            </a:r>
            <a:r>
              <a:rPr lang="en-US" sz="19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OAEP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4381500" y="3409950"/>
            <a:ext cx="733425" cy="381000"/>
          </a:xfrm>
          <a:prstGeom prst="roundRect">
            <a:avLst>
              <a:gd name="adj" fmla="val 10000"/>
            </a:avLst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5305425" y="34290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0,14</a:t>
            </a: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000500"/>
            <a:ext cx="2952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AES-256-GCM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381500" y="3981450"/>
            <a:ext cx="28575" cy="3810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4600575" y="40005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0,0007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5400" y="47434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95400" y="5143500"/>
            <a:ext cx="2952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RSA-2048</a:t>
            </a:r>
            <a:r>
              <a:rPr lang="en-US" sz="19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OAEP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381500" y="5124450"/>
            <a:ext cx="10477500" cy="381000"/>
          </a:xfrm>
          <a:prstGeom prst="roundRect">
            <a:avLst>
              <a:gd name="adj" fmla="val 1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49500" y="5143500"/>
            <a:ext cx="209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2,0</a:t>
            </a: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95400" y="5715000"/>
            <a:ext cx="2952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AES-256-GCM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381500" y="5695950"/>
            <a:ext cx="28575" cy="3810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18" name="Text 16"/>
          <p:cNvSpPr/>
          <p:nvPr/>
        </p:nvSpPr>
        <p:spPr>
          <a:xfrm>
            <a:off x="4600575" y="57150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0,0006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95400" y="6381750"/>
            <a:ext cx="152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Thanh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65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lệ: thanh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mỏng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không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thấy.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lần</a:t>
            </a:r>
            <a:r>
              <a:rPr lang="en-US" sz="165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14400" y="7162800"/>
            <a:ext cx="5334000" cy="1790700"/>
          </a:xfrm>
          <a:prstGeom prst="roundRect">
            <a:avLst>
              <a:gd name="adj" fmla="val 1383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391400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5.519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295400" y="81724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khúc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1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477000" y="7162800"/>
            <a:ext cx="5334000" cy="1790700"/>
          </a:xfrm>
          <a:prstGeom prst="roundRect">
            <a:avLst>
              <a:gd name="adj" fmla="val 13830"/>
            </a:avLst>
          </a:prstGeom>
          <a:solidFill>
            <a:srgbClr val="1E21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7391400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</a:t>
            </a:r>
            <a:r>
              <a:rPr lang="en-US" sz="4800" dirty="0" spc="-5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8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3.300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858000" y="81724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 chênh,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khoảng: mã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039600" y="7162800"/>
            <a:ext cx="5334000" cy="1790700"/>
          </a:xfrm>
          <a:prstGeom prst="roundRect">
            <a:avLst>
              <a:gd name="adj" fmla="val 13830"/>
            </a:avLst>
          </a:prstGeom>
          <a:solidFill>
            <a:srgbClr val="1E212B"/>
          </a:solidFill>
          <a:ln/>
        </p:spPr>
      </p:sp>
      <p:sp>
        <p:nvSpPr>
          <p:cNvPr id="27" name="Text 25"/>
          <p:cNvSpPr/>
          <p:nvPr/>
        </p:nvSpPr>
        <p:spPr>
          <a:xfrm>
            <a:off x="12420600" y="7391400"/>
            <a:ext cx="4572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1.412.864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12420600" y="8172450"/>
            <a:ext cx="457200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phình lên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Connector line-1792334494692-42147623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d57beed-c6b0-4b2d-9bfa-211470e297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Ghép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lại: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2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886200" cy="3429000"/>
          </a:xfrm>
          <a:prstGeom prst="roundRect">
            <a:avLst>
              <a:gd name="adj" fmla="val 7222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123950" y="297180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81100" y="3771900"/>
            <a:ext cx="33528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6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AES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81100" y="4991100"/>
            <a:ext cx="3352800" cy="10096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05400" y="2762250"/>
            <a:ext cx="3886200" cy="3429000"/>
          </a:xfrm>
          <a:prstGeom prst="roundRect">
            <a:avLst>
              <a:gd name="adj" fmla="val 7222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5314950" y="297180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72100" y="3771900"/>
            <a:ext cx="33528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AES-GCM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372100" y="4991100"/>
            <a:ext cx="3352800" cy="10096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Nonce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byte,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96400" y="2762250"/>
            <a:ext cx="3886200" cy="3429000"/>
          </a:xfrm>
          <a:prstGeom prst="roundRect">
            <a:avLst>
              <a:gd name="adj" fmla="val 7222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9505950" y="297180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63100" y="3771900"/>
            <a:ext cx="33528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63100" y="4991100"/>
            <a:ext cx="3352800" cy="10096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 32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256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487400" y="2762250"/>
            <a:ext cx="3886200" cy="3429000"/>
          </a:xfrm>
          <a:prstGeom prst="roundRect">
            <a:avLst>
              <a:gd name="adj" fmla="val 7222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3696950" y="297180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754100" y="3771900"/>
            <a:ext cx="33528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3754100" y="4991100"/>
            <a:ext cx="3352800" cy="10096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MiB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19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4891088" y="4369514"/>
            <a:ext cx="185738" cy="214471"/>
          </a:xfrm>
          <a:custGeom>
            <a:avLst/>
            <a:gdLst/>
            <a:ahLst/>
            <a:cxnLst/>
            <a:rect l="l" t="t" r="r" b="b"/>
            <a:pathLst>
              <a:path w="185738" h="214471">
                <a:moveTo>
                  <a:pt x="185738" y="107236"/>
                </a:moveTo>
                <a:lnTo>
                  <a:pt x="0" y="214471"/>
                </a:lnTo>
                <a:lnTo>
                  <a:pt x="0" y="0"/>
                </a:lnTo>
                <a:lnTo>
                  <a:pt x="185738" y="107236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1" name="Shape 19"/>
          <p:cNvSpPr/>
          <p:nvPr/>
        </p:nvSpPr>
        <p:spPr>
          <a:xfrm>
            <a:off x="9082088" y="4369514"/>
            <a:ext cx="185738" cy="214471"/>
          </a:xfrm>
          <a:custGeom>
            <a:avLst/>
            <a:gdLst/>
            <a:ahLst/>
            <a:cxnLst/>
            <a:rect l="l" t="t" r="r" b="b"/>
            <a:pathLst>
              <a:path w="185738" h="214471">
                <a:moveTo>
                  <a:pt x="185738" y="107236"/>
                </a:moveTo>
                <a:lnTo>
                  <a:pt x="0" y="214471"/>
                </a:lnTo>
                <a:lnTo>
                  <a:pt x="0" y="0"/>
                </a:lnTo>
                <a:lnTo>
                  <a:pt x="185738" y="107236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73088" y="4369514"/>
            <a:ext cx="185738" cy="214471"/>
          </a:xfrm>
          <a:custGeom>
            <a:avLst/>
            <a:gdLst/>
            <a:ahLst/>
            <a:cxnLst/>
            <a:rect l="l" t="t" r="r" b="b"/>
            <a:pathLst>
              <a:path w="185738" h="214471">
                <a:moveTo>
                  <a:pt x="185738" y="107236"/>
                </a:moveTo>
                <a:lnTo>
                  <a:pt x="0" y="214471"/>
                </a:lnTo>
                <a:lnTo>
                  <a:pt x="0" y="0"/>
                </a:lnTo>
                <a:lnTo>
                  <a:pt x="185738" y="107236"/>
                </a:lnTo>
                <a:close/>
              </a:path>
            </a:pathLst>
          </a:cu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65151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650" b="1" spc="2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650" b="1" spc="23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14400" y="6896100"/>
            <a:ext cx="3619500" cy="914400"/>
          </a:xfrm>
          <a:prstGeom prst="roundRect">
            <a:avLst>
              <a:gd name="adj" fmla="val 20833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1950" dirty="0" spc="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195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195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256</a:t>
            </a:r>
            <a:r>
              <a:rPr lang="en-US" sz="1950" dirty="0" spc="-9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4610100" y="6896100"/>
            <a:ext cx="2571750" cy="914400"/>
          </a:xfrm>
          <a:prstGeom prst="roundRect">
            <a:avLst>
              <a:gd name="adj" fmla="val 2083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nonce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</a:t>
            </a:r>
            <a:r>
              <a:rPr lang="en-US" sz="19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258050" y="6896100"/>
            <a:ext cx="10115550" cy="914400"/>
          </a:xfrm>
          <a:prstGeom prst="roundRect">
            <a:avLst>
              <a:gd name="adj" fmla="val 20833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1950" dirty="0" spc="-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AES-GCM ·</a:t>
            </a:r>
            <a:r>
              <a:rPr lang="en-US" sz="195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MiB</a:t>
            </a:r>
            <a:r>
              <a:rPr lang="en-US" sz="1950" dirty="0" spc="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16</a:t>
            </a:r>
            <a:r>
              <a:rPr lang="en-US" sz="1950" dirty="0" spc="-9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</a:t>
            </a:r>
            <a:r>
              <a:rPr lang="en-US" sz="1950" dirty="0" spc="-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thẻ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14400" y="8001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8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284</a:t>
            </a:r>
            <a:r>
              <a:rPr lang="en-US" sz="285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850" dirty="0"/>
          </a:p>
        </p:txBody>
      </p:sp>
      <p:sp>
        <p:nvSpPr>
          <p:cNvPr id="28" name="Text 26"/>
          <p:cNvSpPr/>
          <p:nvPr/>
        </p:nvSpPr>
        <p:spPr>
          <a:xfrm>
            <a:off x="914400" y="86106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256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284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byte.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không</a:t>
            </a:r>
            <a:r>
              <a:rPr lang="en-US" sz="16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6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lệ.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0" name="Connector line-1792334534604-81194062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aac97f6a-b29a-46a3-954a-e12fedfaee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953500" cy="619125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05150"/>
            <a:ext cx="8191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1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NGƯỜI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28750" y="3752850"/>
            <a:ext cx="1066800" cy="1066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848600" y="3752850"/>
            <a:ext cx="1066800" cy="10668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</a:t>
            </a:r>
            <a:endParaRPr lang="en-US" sz="3600" dirty="0"/>
          </a:p>
        </p:txBody>
      </p:sp>
      <p:sp>
        <p:nvSpPr>
          <p:cNvPr id="8" name="Connector line-1792334598124-238786989"/>
          <p:cNvSpPr/>
          <p:nvPr/>
        </p:nvSpPr>
        <p:spPr>
          <a:xfrm>
            <a:off x="2552700" y="4286250"/>
            <a:ext cx="51435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143250" y="3810000"/>
            <a:ext cx="4000500" cy="952500"/>
          </a:xfrm>
          <a:prstGeom prst="roundRect">
            <a:avLst>
              <a:gd name="adj" fmla="val 24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19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19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Mallory</a:t>
            </a:r>
            <a:endParaRPr lang="en-US" sz="1950" dirty="0"/>
          </a:p>
        </p:txBody>
      </p:sp>
      <p:sp>
        <p:nvSpPr>
          <p:cNvPr id="10" name="Connector line-1792334598126-229958498"/>
          <p:cNvSpPr/>
          <p:nvPr/>
        </p:nvSpPr>
        <p:spPr>
          <a:xfrm>
            <a:off x="7219950" y="4286250"/>
            <a:ext cx="5334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200150" y="495300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D8D3C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Alice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20000" y="495300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Mallory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" y="5619750"/>
            <a:ext cx="8191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Mallory.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95400" y="6762750"/>
            <a:ext cx="819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Mallory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khôi</a:t>
            </a:r>
            <a:r>
              <a:rPr lang="en-US" sz="30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0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300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3000" dirty="0"/>
          </a:p>
        </p:txBody>
      </p:sp>
      <p:sp>
        <p:nvSpPr>
          <p:cNvPr id="15" name="Connector line-1792334598135-318728561"/>
          <p:cNvSpPr/>
          <p:nvPr/>
        </p:nvSpPr>
        <p:spPr>
          <a:xfrm>
            <a:off x="1295400" y="7620000"/>
            <a:ext cx="8191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295400" y="7848600"/>
            <a:ext cx="8191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 không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giấu,</a:t>
            </a:r>
            <a:r>
              <a:rPr lang="en-US" sz="25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3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0248900" y="2762250"/>
            <a:ext cx="7124700" cy="3143250"/>
          </a:xfrm>
          <a:prstGeom prst="roundRect">
            <a:avLst>
              <a:gd name="adj" fmla="val 7879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629900" y="3105150"/>
            <a:ext cx="6362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650" b="1" spc="1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629900" y="3486150"/>
            <a:ext cx="6362700" cy="1181100"/>
          </a:xfrm>
          <a:prstGeom prst="rect">
            <a:avLst/>
          </a:prstGeom>
          <a:noFill/>
          <a:ln/>
        </p:spPr>
        <p:txBody>
          <a:bodyPr wrap="square" lIns="0" tIns="23813" rIns="0" bIns="-23813" rtlCol="0" anchor="t"/>
          <a:lstStyle/>
          <a:p>
            <a:pPr algn="l" indent="0" marL="0">
              <a:lnSpc>
                <a:spcPts val="4125"/>
              </a:lnSpc>
              <a:buNone/>
            </a:pPr>
            <a:r>
              <a:rPr lang="en-US" sz="37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loại</a:t>
            </a:r>
            <a:r>
              <a:rPr lang="en-US" sz="3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37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37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375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3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37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37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750" dirty="0"/>
          </a:p>
        </p:txBody>
      </p:sp>
      <p:sp>
        <p:nvSpPr>
          <p:cNvPr id="20" name="Text 18"/>
          <p:cNvSpPr/>
          <p:nvPr/>
        </p:nvSpPr>
        <p:spPr>
          <a:xfrm>
            <a:off x="10629900" y="4857750"/>
            <a:ext cx="6362700" cy="8763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5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5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dùng.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0248900" y="6191250"/>
            <a:ext cx="7124700" cy="2762250"/>
          </a:xfrm>
          <a:prstGeom prst="roundRect">
            <a:avLst>
              <a:gd name="adj" fmla="val 896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0629900" y="6515100"/>
            <a:ext cx="6362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650" b="1" spc="20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629900" y="6915150"/>
            <a:ext cx="161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AES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2382500" y="7029450"/>
            <a:ext cx="476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128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256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0629900" y="7677150"/>
            <a:ext cx="1619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382500" y="7791450"/>
            <a:ext cx="476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2048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629900" y="8458200"/>
            <a:ext cx="6362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đem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hai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650" dirty="0" spc="-2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9" name="Connector line-1792334598160-6971398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fc18f482-9cf2-40c5-b218-d9bf8e057d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TLS</a:t>
            </a:r>
            <a:r>
              <a:rPr lang="en-US" sz="7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RSA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700" dirty="0" spc="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8572500" cy="1333500"/>
          </a:xfrm>
          <a:prstGeom prst="roundRect">
            <a:avLst>
              <a:gd name="adj" fmla="val 15714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467100"/>
            <a:ext cx="781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b="1" spc="18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650" b="1" spc="21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3886200"/>
            <a:ext cx="800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Server</a:t>
            </a:r>
            <a:r>
              <a:rPr lang="en-US" sz="2100" dirty="0" spc="-4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Temp</a:t>
            </a:r>
            <a:r>
              <a:rPr lang="en-US" sz="2100" dirty="0" spc="-3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Key:</a:t>
            </a:r>
            <a:r>
              <a:rPr lang="en-US" sz="21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X25519,</a:t>
            </a:r>
            <a:r>
              <a:rPr lang="en-US" sz="21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253</a:t>
            </a:r>
            <a:r>
              <a:rPr lang="en-US" sz="21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bits</a:t>
            </a:r>
            <a:endParaRPr lang="en-US" sz="2100" dirty="0"/>
          </a:p>
        </p:txBody>
      </p:sp>
      <p:sp>
        <p:nvSpPr>
          <p:cNvPr id="8" name="Connector line-1792334625727-212740838"/>
          <p:cNvSpPr/>
          <p:nvPr/>
        </p:nvSpPr>
        <p:spPr>
          <a:xfrm>
            <a:off x="9601200" y="3867150"/>
            <a:ext cx="4953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0287000" y="3352800"/>
            <a:ext cx="7086600" cy="10287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X25519,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bằng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8572500" cy="1333500"/>
          </a:xfrm>
          <a:prstGeom prst="roundRect">
            <a:avLst>
              <a:gd name="adj" fmla="val 15714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5086350"/>
            <a:ext cx="781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650" b="1" spc="21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8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95400" y="5505450"/>
            <a:ext cx="800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Peer</a:t>
            </a:r>
            <a:r>
              <a:rPr lang="en-US" sz="2100" dirty="0" spc="-1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signature</a:t>
            </a:r>
            <a:r>
              <a:rPr lang="en-US" sz="21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type:</a:t>
            </a:r>
            <a:r>
              <a:rPr lang="en-US" sz="210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RSA-PSS</a:t>
            </a:r>
            <a:endParaRPr lang="en-US" sz="2100" dirty="0"/>
          </a:p>
        </p:txBody>
      </p:sp>
      <p:sp>
        <p:nvSpPr>
          <p:cNvPr id="13" name="Connector line-1792334625736-820208374"/>
          <p:cNvSpPr/>
          <p:nvPr/>
        </p:nvSpPr>
        <p:spPr>
          <a:xfrm>
            <a:off x="9601200" y="5486400"/>
            <a:ext cx="4953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287000" y="4972050"/>
            <a:ext cx="7086600" cy="10287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ký:</a:t>
            </a:r>
            <a:r>
              <a:rPr lang="en-US" sz="25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6438900"/>
            <a:ext cx="8572500" cy="1333500"/>
          </a:xfrm>
          <a:prstGeom prst="roundRect">
            <a:avLst>
              <a:gd name="adj" fmla="val 15714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705600"/>
            <a:ext cx="781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DỮ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295400" y="7124700"/>
            <a:ext cx="8001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8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New,</a:t>
            </a:r>
            <a:r>
              <a:rPr lang="en-US" sz="21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TLSv1.3,</a:t>
            </a:r>
            <a:r>
              <a:rPr lang="en-US" sz="210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Cipher</a:t>
            </a:r>
            <a:r>
              <a:rPr lang="en-US" sz="210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is</a:t>
            </a:r>
            <a:r>
              <a:rPr lang="en-US" sz="21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TLS_AES_256_GCM_SHA384</a:t>
            </a:r>
            <a:endParaRPr lang="en-US" sz="2100" dirty="0"/>
          </a:p>
        </p:txBody>
      </p:sp>
      <p:sp>
        <p:nvSpPr>
          <p:cNvPr id="18" name="Connector line-1792334625744-369075049"/>
          <p:cNvSpPr/>
          <p:nvPr/>
        </p:nvSpPr>
        <p:spPr>
          <a:xfrm>
            <a:off x="9601200" y="7105650"/>
            <a:ext cx="4953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287000" y="6591300"/>
            <a:ext cx="7086600" cy="10287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AES-256-GCM.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14400" y="81153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6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65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4400" y="84582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1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OpenSSL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3.0.13: không nói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Connector line-1792334625756-16365849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f5b07c1-6b71-419c-91e7-5843e58704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r>
              <a:rPr lang="en-US" sz="72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Bob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70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962400"/>
            <a:ext cx="8001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RSA?</a:t>
            </a:r>
            <a:r>
              <a:rPr lang="en-US" sz="2700" b="1" dirty="0" spc="-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619750"/>
            <a:ext cx="8001000" cy="3333750"/>
          </a:xfrm>
          <a:prstGeom prst="roundRect">
            <a:avLst>
              <a:gd name="adj" fmla="val 742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750" y="6324600"/>
            <a:ext cx="1066800" cy="1066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334250" y="6324600"/>
            <a:ext cx="1066800" cy="1066800"/>
          </a:xfrm>
          <a:prstGeom prst="ellipse">
            <a:avLst/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3300" dirty="0"/>
          </a:p>
        </p:txBody>
      </p:sp>
      <p:sp>
        <p:nvSpPr>
          <p:cNvPr id="9" name="Connector line-1792334669711-371142078"/>
          <p:cNvSpPr/>
          <p:nvPr/>
        </p:nvSpPr>
        <p:spPr>
          <a:xfrm>
            <a:off x="2609850" y="6858000"/>
            <a:ext cx="16383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34669711-514526026"/>
          <p:cNvSpPr/>
          <p:nvPr/>
        </p:nvSpPr>
        <p:spPr>
          <a:xfrm>
            <a:off x="5676900" y="6858000"/>
            <a:ext cx="1524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43400" y="6096000"/>
            <a:ext cx="1238250" cy="1524000"/>
          </a:xfrm>
          <a:prstGeom prst="roundRect">
            <a:avLst>
              <a:gd name="adj" fmla="val 13846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6648450"/>
            <a:ext cx="123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25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MiB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00150" y="758190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Alice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105650" y="758190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Bob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724275" y="79819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2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</a:t>
            </a:r>
            <a:r>
              <a:rPr lang="en-US" sz="19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9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tệp?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296400" y="2762250"/>
            <a:ext cx="8077200" cy="6191250"/>
          </a:xfrm>
          <a:prstGeom prst="roundRect">
            <a:avLst>
              <a:gd name="adj" fmla="val 4308"/>
            </a:avLst>
          </a:prstGeom>
          <a:solidFill>
            <a:srgbClr val="1F3FD1"/>
          </a:solidFill>
          <a:ln/>
        </p:spPr>
      </p:sp>
      <p:sp>
        <p:nvSpPr>
          <p:cNvPr id="17" name="Shape 15"/>
          <p:cNvSpPr/>
          <p:nvPr/>
        </p:nvSpPr>
        <p:spPr>
          <a:xfrm>
            <a:off x="9563100" y="3048000"/>
            <a:ext cx="609600" cy="6096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8" name="Connector line-1792334669719-970513282"/>
          <p:cNvSpPr/>
          <p:nvPr/>
        </p:nvSpPr>
        <p:spPr>
          <a:xfrm>
            <a:off x="9725025" y="3362325"/>
            <a:ext cx="104775" cy="114300"/>
          </a:xfrm>
          <a:prstGeom prst="line">
            <a:avLst/>
          </a:prstGeom>
          <a:noFill/>
          <a:ln w="762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9" name="Connector line-1792334669720-745073820"/>
          <p:cNvSpPr/>
          <p:nvPr/>
        </p:nvSpPr>
        <p:spPr>
          <a:xfrm flipV="1">
            <a:off x="9829800" y="3228975"/>
            <a:ext cx="190500" cy="247650"/>
          </a:xfrm>
          <a:prstGeom prst="line">
            <a:avLst/>
          </a:prstGeom>
          <a:noFill/>
          <a:ln w="762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0325100" y="31813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7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b="1" spc="29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801225" y="4048125"/>
            <a:ext cx="133350" cy="1333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2" name="Text 20"/>
          <p:cNvSpPr/>
          <p:nvPr/>
        </p:nvSpPr>
        <p:spPr>
          <a:xfrm>
            <a:off x="10096500" y="388620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RSA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190</a:t>
            </a:r>
            <a:r>
              <a:rPr lang="en-US" sz="270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lần: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5.519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7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27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to.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801225" y="5314950"/>
            <a:ext cx="133350" cy="1333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4" name="Text 22"/>
          <p:cNvSpPr/>
          <p:nvPr/>
        </p:nvSpPr>
        <p:spPr>
          <a:xfrm>
            <a:off x="10096500" y="5143500"/>
            <a:ext cx="6953250" cy="476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Alice</a:t>
            </a:r>
            <a:r>
              <a:rPr lang="en-US" sz="2700" dirty="0" spc="4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thứ: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9677400" y="5810250"/>
            <a:ext cx="2095500" cy="1143000"/>
          </a:xfrm>
          <a:prstGeom prst="roundRect">
            <a:avLst>
              <a:gd name="adj" fmla="val 16667"/>
            </a:avLst>
          </a:prstGeom>
          <a:solidFill>
            <a:srgbClr val="F3EEE3"/>
          </a:solidFill>
          <a:ln/>
        </p:spPr>
      </p:sp>
      <p:sp>
        <p:nvSpPr>
          <p:cNvPr id="26" name="Text 24"/>
          <p:cNvSpPr/>
          <p:nvPr/>
        </p:nvSpPr>
        <p:spPr>
          <a:xfrm>
            <a:off x="9829800" y="5981700"/>
            <a:ext cx="1809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829800" y="6324600"/>
            <a:ext cx="1809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256</a:t>
            </a:r>
            <a:r>
              <a:rPr lang="en-US" sz="22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2001500" y="5810250"/>
            <a:ext cx="1905000" cy="1143000"/>
          </a:xfrm>
          <a:prstGeom prst="roundRect">
            <a:avLst>
              <a:gd name="adj" fmla="val 16667"/>
            </a:avLst>
          </a:prstGeom>
          <a:solidFill>
            <a:srgbClr val="F3EEE3"/>
          </a:solidFill>
          <a:ln/>
        </p:spPr>
      </p:sp>
      <p:sp>
        <p:nvSpPr>
          <p:cNvPr id="29" name="Text 27"/>
          <p:cNvSpPr/>
          <p:nvPr/>
        </p:nvSpPr>
        <p:spPr>
          <a:xfrm>
            <a:off x="12153900" y="59817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nonce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153900" y="632460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14135100" y="5810250"/>
            <a:ext cx="2857500" cy="1143000"/>
          </a:xfrm>
          <a:prstGeom prst="roundRect">
            <a:avLst>
              <a:gd name="adj" fmla="val 16667"/>
            </a:avLst>
          </a:prstGeom>
          <a:solidFill>
            <a:srgbClr val="F3EEE3"/>
          </a:solidFill>
          <a:ln/>
        </p:spPr>
      </p:sp>
      <p:sp>
        <p:nvSpPr>
          <p:cNvPr id="32" name="Text 30"/>
          <p:cNvSpPr/>
          <p:nvPr/>
        </p:nvSpPr>
        <p:spPr>
          <a:xfrm>
            <a:off x="14287500" y="5981700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4287500" y="6324600"/>
            <a:ext cx="2571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1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1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801225" y="7496175"/>
            <a:ext cx="133350" cy="13335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Text 33"/>
          <p:cNvSpPr/>
          <p:nvPr/>
        </p:nvSpPr>
        <p:spPr>
          <a:xfrm>
            <a:off x="10096500" y="7334250"/>
            <a:ext cx="6953250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kiện:</a:t>
            </a:r>
            <a:r>
              <a:rPr lang="en-US" sz="27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7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Bob.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7" name="Connector line-1792334669743-25325008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2" name="Shape 4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3" name="Shape 4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4" name="Shape 4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5" name="Shape 4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7" name="Shape 4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798ad543-60e2-442a-9c01-65985de256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47800"/>
            <a:ext cx="400050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60020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AES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143000" y="20574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Advanced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2667000"/>
            <a:ext cx="35433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xứng,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khóa chung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067300" y="1447800"/>
            <a:ext cx="400050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5295900" y="160020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GCM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295900" y="20574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Galois/Counter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295900" y="2667000"/>
            <a:ext cx="35433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chế</a:t>
            </a:r>
            <a:r>
              <a:rPr lang="en-US" sz="16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16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6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220200" y="1447800"/>
            <a:ext cx="400050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448800" y="160020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448800" y="20574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Rivest-Shamir-Adleman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448800" y="2667000"/>
            <a:ext cx="35433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 khóa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3373100" y="1447800"/>
            <a:ext cx="400050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3601700" y="160020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OAEP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601700" y="2057400"/>
            <a:ext cx="3543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Optimal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Asymmetric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Padding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601700" y="2667000"/>
            <a:ext cx="35433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đệm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16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6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14400" y="3562350"/>
            <a:ext cx="400050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371475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3000" y="4171950"/>
            <a:ext cx="3543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43000" y="4781550"/>
            <a:ext cx="35433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6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bên</a:t>
            </a:r>
            <a:r>
              <a:rPr lang="en-US" sz="16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OAEP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067300" y="3562350"/>
            <a:ext cx="400050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24" name="Text 22"/>
          <p:cNvSpPr/>
          <p:nvPr/>
        </p:nvSpPr>
        <p:spPr>
          <a:xfrm>
            <a:off x="5295900" y="371475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5295900" y="4171950"/>
            <a:ext cx="3543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295900" y="4781550"/>
            <a:ext cx="35433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6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6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6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6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220200" y="3562350"/>
            <a:ext cx="400050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448800" y="371475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HTTPS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9448800" y="4171950"/>
            <a:ext cx="3543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448800" y="4781550"/>
            <a:ext cx="35433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65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3373100" y="3562350"/>
            <a:ext cx="400050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32" name="Text 30"/>
          <p:cNvSpPr/>
          <p:nvPr/>
        </p:nvSpPr>
        <p:spPr>
          <a:xfrm>
            <a:off x="13601700" y="3714750"/>
            <a:ext cx="3543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MiB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3601700" y="4171950"/>
            <a:ext cx="354330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Mebibyte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3601700" y="4781550"/>
            <a:ext cx="354330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1.048.576 byte,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6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16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14400" y="5676900"/>
            <a:ext cx="5381625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5829300"/>
            <a:ext cx="4924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HPKE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1143000" y="6286500"/>
            <a:ext cx="4924425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Hybrid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r>
              <a:rPr lang="en-US" sz="1650" dirty="0" spc="-3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Encryption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43000" y="6896100"/>
            <a:ext cx="4924425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6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6448425" y="5676900"/>
            <a:ext cx="5381625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7025" y="5829300"/>
            <a:ext cx="49244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2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2550" dirty="0"/>
          </a:p>
        </p:txBody>
      </p:sp>
      <p:sp>
        <p:nvSpPr>
          <p:cNvPr id="41" name="Text 39"/>
          <p:cNvSpPr/>
          <p:nvPr/>
        </p:nvSpPr>
        <p:spPr>
          <a:xfrm>
            <a:off x="6677025" y="6286500"/>
            <a:ext cx="4924425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677025" y="6896100"/>
            <a:ext cx="4924425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6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6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6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1982450" y="5676900"/>
            <a:ext cx="5391150" cy="1962150"/>
          </a:xfrm>
          <a:prstGeom prst="roundRect">
            <a:avLst>
              <a:gd name="adj" fmla="val 10680"/>
            </a:avLst>
          </a:prstGeom>
          <a:solidFill>
            <a:srgbClr val="1E212B"/>
          </a:solidFill>
          <a:ln/>
        </p:spPr>
      </p:sp>
      <p:sp>
        <p:nvSpPr>
          <p:cNvPr id="44" name="Text 42"/>
          <p:cNvSpPr/>
          <p:nvPr/>
        </p:nvSpPr>
        <p:spPr>
          <a:xfrm>
            <a:off x="12211050" y="5829300"/>
            <a:ext cx="49339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2550" dirty="0"/>
          </a:p>
        </p:txBody>
      </p:sp>
      <p:sp>
        <p:nvSpPr>
          <p:cNvPr id="45" name="Text 43"/>
          <p:cNvSpPr/>
          <p:nvPr/>
        </p:nvSpPr>
        <p:spPr>
          <a:xfrm>
            <a:off x="12211050" y="6286500"/>
            <a:ext cx="4933950" cy="5715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2211050" y="6896100"/>
            <a:ext cx="49339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6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165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Docs,</a:t>
            </a:r>
            <a:r>
              <a:rPr lang="en-US" sz="16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6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6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47" name="Connector line-1792390660876-51721744"/>
          <p:cNvSpPr/>
          <p:nvPr/>
        </p:nvSpPr>
        <p:spPr>
          <a:xfrm>
            <a:off x="914400" y="7829550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48" name="Text 46"/>
          <p:cNvSpPr/>
          <p:nvPr/>
        </p:nvSpPr>
        <p:spPr>
          <a:xfrm>
            <a:off x="914400" y="79629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914400" y="83058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MDN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pyca/cryptography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3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OWASP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ByteByteGo</a:t>
            </a:r>
            <a:r>
              <a:rPr lang="en-US" sz="19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system-design-101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914400" y="8763000"/>
            <a:ext cx="1645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51" name="Connector line-1792390660881-31901111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5" name="Shape 5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6" name="Shape 5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7" name="Shape 5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9" name="Shape 5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0" name="Shape 5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1" name="Shape 59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2" name="Text 6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caaf1e3e-d663-47e4-9a54-6b1f85b126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2026-10-19T06:17:56Z</dcterms:created>
  <dcterms:modified xsi:type="dcterms:W3CDTF">2026-10-19T06:17:56Z</dcterms:modified>
</cp:coreProperties>
</file>