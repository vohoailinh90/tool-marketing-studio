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Roboto Mono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9720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GraphQL: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schema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1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Schema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hỏi;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 tìm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0096500" y="1428750"/>
            <a:ext cx="727710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477500" y="17145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100" b="1" spc="1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0" y="2333625"/>
            <a:ext cx="6477000" cy="857250"/>
          </a:xfrm>
          <a:prstGeom prst="rect">
            <a:avLst/>
          </a:prstGeom>
          <a:noFill/>
          <a:ln/>
        </p:spPr>
        <p:txBody>
          <a:bodyPr wrap="square" lIns="0" tIns="12445" rIns="0" bIns="-12445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schema</a:t>
            </a:r>
            <a:endParaRPr lang="en-US" sz="2550" dirty="0"/>
          </a:p>
        </p:txBody>
      </p:sp>
      <p:sp>
        <p:nvSpPr>
          <p:cNvPr id="9" name="Connector line-1792374085197-929855997"/>
          <p:cNvSpPr/>
          <p:nvPr/>
        </p:nvSpPr>
        <p:spPr>
          <a:xfrm>
            <a:off x="13735050" y="3619500"/>
            <a:ext cx="0" cy="47625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096500" y="4191000"/>
            <a:ext cx="727710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77500" y="447675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477500" y="5095875"/>
            <a:ext cx="6477000" cy="857250"/>
          </a:xfrm>
          <a:prstGeom prst="rect">
            <a:avLst/>
          </a:prstGeom>
          <a:noFill/>
          <a:ln/>
        </p:spPr>
        <p:txBody>
          <a:bodyPr wrap="square" lIns="0" tIns="12445" rIns="0" bIns="-12445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resolver</a:t>
            </a:r>
            <a:endParaRPr lang="en-US" sz="2550" dirty="0"/>
          </a:p>
        </p:txBody>
      </p:sp>
      <p:sp>
        <p:nvSpPr>
          <p:cNvPr id="13" name="Connector line-1792374085207-810959067"/>
          <p:cNvSpPr/>
          <p:nvPr/>
        </p:nvSpPr>
        <p:spPr>
          <a:xfrm>
            <a:off x="13735050" y="6381750"/>
            <a:ext cx="0" cy="47625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0096500" y="6953250"/>
            <a:ext cx="727710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77500" y="7239000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10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KẾT</a:t>
            </a:r>
            <a:r>
              <a:rPr lang="en-US" sz="2100" b="1" spc="13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477500" y="7858125"/>
            <a:ext cx="6477000" cy="857250"/>
          </a:xfrm>
          <a:prstGeom prst="rect">
            <a:avLst/>
          </a:prstGeom>
          <a:noFill/>
          <a:ln/>
        </p:spPr>
        <p:txBody>
          <a:bodyPr wrap="square" lIns="0" tIns="12445" rIns="0" bIns="-12445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data</a:t>
            </a:r>
            <a:r>
              <a:rPr lang="en-US" sz="2550" b="1" dirty="0" spc="6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+</a:t>
            </a:r>
            <a:r>
              <a:rPr lang="en-US" sz="2550" b="1" dirty="0" spc="5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errors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de5b84c7-eeab-4c99-b513-d6050e4754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BỐI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tóm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6459200" cy="571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GraphQL:</a:t>
            </a:r>
            <a:r>
              <a:rPr lang="en-US" sz="2550" dirty="0" spc="-1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550" dirty="0" spc="7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4000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4667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42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schema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333500" y="647700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4A494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title</a:t>
            </a:r>
            <a:r>
              <a:rPr lang="en-US" sz="2550" b="1" dirty="0" spc="6" kern="0">
                <a:solidFill>
                  <a:srgbClr val="4A494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·</a:t>
            </a:r>
            <a:r>
              <a:rPr lang="en-US" sz="2550" b="1" dirty="0" spc="5" kern="0">
                <a:solidFill>
                  <a:srgbClr val="4A494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summary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4000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spc="1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b="1" spc="1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791700" y="4667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4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tóm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9791700" y="647700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fd5911d-ca2c-4cc8-8874-4e90593659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 HỢP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Schema</a:t>
            </a:r>
            <a:r>
              <a:rPr lang="en-US" sz="3000" dirty="0" spc="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30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kiểu,</a:t>
            </a:r>
            <a:r>
              <a:rPr lang="en-US" sz="30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30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30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33350" cy="20955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2762250"/>
            <a:ext cx="15621000" cy="3429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Trường</a:t>
            </a: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schema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r>
              <a:rPr lang="en-US" sz="72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2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thi.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1524000" y="6953250"/>
            <a:ext cx="158496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43100" y="7239000"/>
            <a:ext cx="1504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14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b="1" spc="11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b="1" spc="1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1950" b="1" spc="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943100" y="7762875"/>
            <a:ext cx="1504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219227f-ba0c-4558-b508-13cdea76d4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Resolver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3815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286250"/>
            <a:ext cx="361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b="1" spc="1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619500" cy="952500"/>
          </a:xfrm>
          <a:prstGeom prst="rect">
            <a:avLst/>
          </a:prstGeom>
          <a:noFill/>
          <a:ln/>
        </p:spPr>
        <p:txBody>
          <a:bodyPr wrap="square" lIns="0" tIns="12445" rIns="0" bIns="-12445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title, summary</a:t>
            </a:r>
            <a:endParaRPr lang="en-US" sz="2550" dirty="0"/>
          </a:p>
        </p:txBody>
      </p:sp>
      <p:sp>
        <p:nvSpPr>
          <p:cNvPr id="7" name="Connector line-1792374132363-670242169"/>
          <p:cNvSpPr/>
          <p:nvPr/>
        </p:nvSpPr>
        <p:spPr>
          <a:xfrm>
            <a:off x="5295900" y="5048250"/>
            <a:ext cx="15621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6858000" y="3810000"/>
            <a:ext cx="4572000" cy="2476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7239000" y="4476750"/>
            <a:ext cx="381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21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resolver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7239000" y="53340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100" dirty="0"/>
          </a:p>
        </p:txBody>
      </p:sp>
      <p:sp>
        <p:nvSpPr>
          <p:cNvPr id="11" name="Connector line-1792374132372-567365302"/>
          <p:cNvSpPr/>
          <p:nvPr/>
        </p:nvSpPr>
        <p:spPr>
          <a:xfrm flipV="1">
            <a:off x="11430000" y="3619500"/>
            <a:ext cx="1143000" cy="11430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2" name="Connector line-1792374132372-570401912"/>
          <p:cNvSpPr/>
          <p:nvPr/>
        </p:nvSpPr>
        <p:spPr>
          <a:xfrm>
            <a:off x="11430000" y="5334000"/>
            <a:ext cx="1143000" cy="114300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2573000" y="2762250"/>
            <a:ext cx="48006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0" y="3048000"/>
            <a:ext cx="4095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954000" y="3571875"/>
            <a:ext cx="4095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12573000" y="5619750"/>
            <a:ext cx="48006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0" y="5905500"/>
            <a:ext cx="4095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14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954000" y="6429375"/>
            <a:ext cx="4095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Gọi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nơi</a:t>
            </a:r>
            <a:r>
              <a:rPr lang="en-US" sz="2700" dirty="0" spc="3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14400" y="79057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819150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bfe177e6-b133-4faf-82b7-80447defc0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Summary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6459200" cy="571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</a:t>
            </a:r>
            <a:r>
              <a:rPr lang="en-US" sz="25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sử:</a:t>
            </a:r>
            <a:r>
              <a:rPr lang="en-US" sz="255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title</a:t>
            </a:r>
            <a:r>
              <a:rPr lang="en-US" sz="2550" dirty="0" spc="-1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550" dirty="0" spc="-2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resolver</a:t>
            </a:r>
            <a:r>
              <a:rPr lang="en-US" sz="255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summary</a:t>
            </a:r>
            <a:r>
              <a:rPr lang="en-US" sz="2550" dirty="0" spc="-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5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164592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7147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95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19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7620000" y="3714750"/>
            <a:ext cx="9334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9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04775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667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title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7620000" y="4667250"/>
            <a:ext cx="9334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5524500"/>
            <a:ext cx="16459200" cy="1047750"/>
          </a:xfrm>
          <a:prstGeom prst="roundRect">
            <a:avLst>
              <a:gd name="adj" fmla="val 14545"/>
            </a:avLst>
          </a:prstGeom>
          <a:solidFill>
            <a:srgbClr val="F5E1C4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5810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B45309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summary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620000" y="5810250"/>
            <a:ext cx="9334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null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6667500"/>
            <a:ext cx="16459200" cy="104775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6953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errors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7620000" y="6953250"/>
            <a:ext cx="9334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8096250"/>
            <a:ext cx="114300" cy="7620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295400" y="8191500"/>
            <a:ext cx="16078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summary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null.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d4e5e7af-b800-408a-b31a-5c8c702ba0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52387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86125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1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4476750" cy="20955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Schema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30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hỏi; hỏi</a:t>
            </a:r>
            <a:r>
              <a:rPr lang="en-US" sz="30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24625" y="2952750"/>
            <a:ext cx="52387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286125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14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905625" y="3905250"/>
            <a:ext cx="4476750" cy="20955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Resolver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 giá</a:t>
            </a:r>
            <a:r>
              <a:rPr lang="en-US" sz="30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0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134850" y="2952750"/>
            <a:ext cx="52387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286125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b="1" spc="14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13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515850" y="3905250"/>
            <a:ext cx="4476750" cy="20955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0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66675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F3EEE3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695325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33500" y="7524750"/>
            <a:ext cx="1562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 kiểu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30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30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30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30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30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50632c30-c853-4f8d-834f-1578de4a0f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3000" dirty="0" spc="3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1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3000" dirty="0" spc="-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3000" dirty="0" spc="-2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data.</a:t>
            </a:r>
            <a:r>
              <a:rPr lang="en-US" sz="300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 qua</a:t>
            </a:r>
            <a:r>
              <a:rPr lang="en-US" sz="3000" dirty="0" spc="-1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r>
              <a:rPr lang="en-US" sz="6600" dirty="0" spc="-1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Tóm</a:t>
            </a:r>
            <a:r>
              <a:rPr lang="en-US" sz="6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6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lỗi.</a:t>
            </a:r>
            <a:endParaRPr lang="en-US" sz="6600" dirty="0"/>
          </a:p>
        </p:txBody>
      </p:sp>
      <p:sp>
        <p:nvSpPr>
          <p:cNvPr id="5" name="Shape 3"/>
          <p:cNvSpPr/>
          <p:nvPr/>
        </p:nvSpPr>
        <p:spPr>
          <a:xfrm>
            <a:off x="914400" y="3905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4095750"/>
            <a:ext cx="1143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2667000" y="4333875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Hiển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14400" y="5524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5715000"/>
            <a:ext cx="1143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2667000" y="5953125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30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30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công.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14400" y="7143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7334250"/>
            <a:ext cx="1143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2667000" y="7572375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Riêng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</a:t>
            </a:r>
            <a:r>
              <a:rPr lang="en-US" sz="30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đủ:</a:t>
            </a:r>
            <a:r>
              <a:rPr lang="en-US" sz="30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errors.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fd944ef-4952-42cd-b9fa-5529e9cd44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NẾU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summary LÀ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String!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Lỗi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lan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null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0477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90875"/>
            <a:ext cx="971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FFB45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data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33500" y="3810000"/>
            <a:ext cx="971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phép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null: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485900" y="4762500"/>
            <a:ext cx="9906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905000" y="5000625"/>
            <a:ext cx="914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F3FD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book:</a:t>
            </a:r>
            <a:r>
              <a:rPr lang="en-US" sz="2700" b="1" dirty="0" spc="-4" kern="0">
                <a:solidFill>
                  <a:srgbClr val="1F3FD1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Book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905000" y="5619750"/>
            <a:ext cx="914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null, nên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book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 thành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057400" y="6572250"/>
            <a:ext cx="9334500" cy="1619250"/>
          </a:xfrm>
          <a:prstGeom prst="roundRect">
            <a:avLst>
              <a:gd name="adj" fmla="val 14118"/>
            </a:avLst>
          </a:prstGeom>
          <a:solidFill>
            <a:srgbClr val="F8D9D0"/>
          </a:solidFill>
          <a:ln/>
        </p:spPr>
      </p:sp>
      <p:sp>
        <p:nvSpPr>
          <p:cNvPr id="11" name="Text 9"/>
          <p:cNvSpPr/>
          <p:nvPr/>
        </p:nvSpPr>
        <p:spPr>
          <a:xfrm>
            <a:off x="2476500" y="6810375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E8472B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summary:</a:t>
            </a:r>
            <a:r>
              <a:rPr lang="en-US" sz="2700" b="1" dirty="0" spc="-4" kern="0">
                <a:solidFill>
                  <a:srgbClr val="E8472B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String!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476500" y="74295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phép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null: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ở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1906250" y="2952750"/>
            <a:ext cx="5467350" cy="5238750"/>
          </a:xfrm>
          <a:prstGeom prst="roundRect">
            <a:avLst>
              <a:gd name="adj" fmla="val 4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87250" y="3286125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5" name="Text richtext-1792374417265-891724618"/>
          <p:cNvSpPr/>
          <p:nvPr/>
        </p:nvSpPr>
        <p:spPr>
          <a:xfrm>
            <a:off x="12287250" y="3905250"/>
            <a:ext cx="4762500" cy="4000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String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phép null;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String!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cha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null.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quả,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92cfe546-9dd3-451b-86d7-b603fededc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1346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00375"/>
            <a:ext cx="933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QL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33500" y="3762375"/>
            <a:ext cx="9334500" cy="476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4381500"/>
            <a:ext cx="9334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01346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143625"/>
            <a:ext cx="933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333500" y="6905625"/>
            <a:ext cx="9334500" cy="476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333500" y="7524750"/>
            <a:ext cx="9334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5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1277600" y="2762250"/>
            <a:ext cx="6096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620500" y="3048000"/>
            <a:ext cx="552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Text richtext-1792374431987-132787153"/>
          <p:cNvSpPr/>
          <p:nvPr/>
        </p:nvSpPr>
        <p:spPr>
          <a:xfrm>
            <a:off x="11620500" y="3667125"/>
            <a:ext cx="5524500" cy="4953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Đặc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9/2025,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§3.12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§6.4.4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Subscription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hạn công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92c6071b-a82a-4c64-801b-cb64f6698b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2026-10-19T01:47:59Z</dcterms:created>
  <dcterms:modified xsi:type="dcterms:W3CDTF">2026-10-19T01:47:59Z</dcterms:modified>
</cp:coreProperties>
</file>