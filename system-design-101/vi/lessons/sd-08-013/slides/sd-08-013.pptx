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22860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phần,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00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30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 thành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3000" dirty="0"/>
          </a:p>
        </p:txBody>
      </p:sp>
      <p:sp>
        <p:nvSpPr>
          <p:cNvPr id="5" name="Connector line-1792387934886-838496794"/>
          <p:cNvSpPr/>
          <p:nvPr/>
        </p:nvSpPr>
        <p:spPr>
          <a:xfrm>
            <a:off x="914400" y="6667500"/>
            <a:ext cx="86106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905625"/>
            <a:ext cx="85725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dịch vụ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1239500" y="3143250"/>
            <a:ext cx="2857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 vào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239500" y="5334000"/>
            <a:ext cx="2857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40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1239500" y="7524750"/>
            <a:ext cx="2857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400" b="1" dirty="0" spc="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400" dirty="0"/>
          </a:p>
        </p:txBody>
      </p:sp>
      <p:sp>
        <p:nvSpPr>
          <p:cNvPr id="10" name="Connector line-1792387934905-371408038"/>
          <p:cNvSpPr/>
          <p:nvPr/>
        </p:nvSpPr>
        <p:spPr>
          <a:xfrm>
            <a:off x="12668250" y="4095750"/>
            <a:ext cx="0" cy="12382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1" name="Connector line-1792387934905-536839215"/>
          <p:cNvSpPr/>
          <p:nvPr/>
        </p:nvSpPr>
        <p:spPr>
          <a:xfrm>
            <a:off x="12668250" y="6286500"/>
            <a:ext cx="0" cy="12382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4478000" y="56197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9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 trúc phần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f0e013a0-3cd8-4ab6-91db-73febc762c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 phần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2762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Cổng</a:t>
            </a:r>
            <a:r>
              <a:rPr lang="en-US" sz="255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6629400" y="2762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53250" y="2762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Sổ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đăng ký</a:t>
            </a: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dịch</a:t>
            </a:r>
            <a:r>
              <a:rPr lang="en-US" sz="25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12344400" y="2762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668250" y="2762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Tầng</a:t>
            </a: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dịch</a:t>
            </a:r>
            <a:r>
              <a:rPr lang="en-US" sz="25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48577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" y="48577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Máy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chủ</a:t>
            </a:r>
            <a:r>
              <a:rPr lang="en-US" sz="25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cấp</a:t>
            </a:r>
            <a:r>
              <a:rPr lang="en-US" sz="25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quyền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6629400" y="48577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53250" y="48577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Kho</a:t>
            </a: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liệu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2344400" y="48577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668250" y="48577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Bộ</a:t>
            </a:r>
            <a:r>
              <a:rPr lang="en-US" sz="25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nhớ</a:t>
            </a:r>
            <a:r>
              <a:rPr lang="en-US" sz="25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đệm</a:t>
            </a:r>
            <a:r>
              <a:rPr lang="en-US" sz="25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phân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tán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953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6953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Liên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lạc</a:t>
            </a:r>
            <a:r>
              <a:rPr lang="en-US" sz="25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bất</a:t>
            </a:r>
            <a:r>
              <a:rPr lang="en-US" sz="25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đồng</a:t>
            </a:r>
            <a:r>
              <a:rPr lang="en-US" sz="25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bộ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6629400" y="6953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53250" y="6953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Đo</a:t>
            </a:r>
            <a:r>
              <a:rPr lang="en-US" sz="255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lường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2344400" y="6953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668250" y="6953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Gom nhật</a:t>
            </a:r>
            <a:r>
              <a:rPr lang="en-US" sz="25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endParaRPr lang="en-US" sz="2550" dirty="0"/>
          </a:p>
        </p:txBody>
      </p:sp>
      <p:sp>
        <p:nvSpPr>
          <p:cNvPr id="22" name="Connector line-1792387935862-685307685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27bf97b6-a643-4e08-a035-6e616b09e1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PHẦN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13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Cổng</a:t>
            </a:r>
            <a:r>
              <a:rPr lang="en-US" sz="2400" dirty="0" spc="-1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257800" y="28575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Sổ đăng</a:t>
            </a:r>
            <a:r>
              <a:rPr lang="en-US" sz="24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0" y="28575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8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Tầng</a:t>
            </a:r>
            <a:r>
              <a:rPr lang="en-US" sz="2400" dirty="0" spc="1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dịch</a:t>
            </a:r>
            <a:r>
              <a:rPr lang="en-US" sz="2400" dirty="0" spc="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944600" y="28575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Máy</a:t>
            </a:r>
            <a:r>
              <a:rPr lang="en-US" sz="22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chủ</a:t>
            </a:r>
            <a:r>
              <a:rPr lang="en-US" sz="22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cấp</a:t>
            </a:r>
            <a:r>
              <a:rPr lang="en-US" sz="225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quyền</a:t>
            </a:r>
            <a:endParaRPr lang="en-US" sz="2250" dirty="0"/>
          </a:p>
        </p:txBody>
      </p:sp>
      <p:sp>
        <p:nvSpPr>
          <p:cNvPr id="8" name="Connector line-1792387936749-548006495"/>
          <p:cNvSpPr/>
          <p:nvPr/>
        </p:nvSpPr>
        <p:spPr>
          <a:xfrm>
            <a:off x="4343400" y="3381375"/>
            <a:ext cx="914400" cy="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87936749-684152018"/>
          <p:cNvSpPr/>
          <p:nvPr/>
        </p:nvSpPr>
        <p:spPr>
          <a:xfrm>
            <a:off x="8686800" y="3381375"/>
            <a:ext cx="914400" cy="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387936749-596399871"/>
          <p:cNvSpPr/>
          <p:nvPr/>
        </p:nvSpPr>
        <p:spPr>
          <a:xfrm>
            <a:off x="13030200" y="3381375"/>
            <a:ext cx="914400" cy="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5257800" y="53340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Kho</a:t>
            </a:r>
            <a:r>
              <a:rPr lang="en-US" sz="24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</a:t>
            </a:r>
            <a:r>
              <a:rPr lang="en-US" sz="24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liệu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601200" y="53340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Bộ</a:t>
            </a:r>
            <a:r>
              <a:rPr lang="en-US" sz="24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đệm</a:t>
            </a:r>
            <a:r>
              <a:rPr lang="en-US" sz="24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phân</a:t>
            </a:r>
            <a:r>
              <a:rPr lang="en-US" sz="24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tán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944600" y="53340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Hàng</a:t>
            </a:r>
            <a:r>
              <a:rPr lang="en-US" sz="2400" dirty="0" spc="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đợi</a:t>
            </a:r>
            <a:endParaRPr lang="en-US" sz="2400" dirty="0"/>
          </a:p>
        </p:txBody>
      </p:sp>
      <p:sp>
        <p:nvSpPr>
          <p:cNvPr id="14" name="Connector line-1792387936755-520251456"/>
          <p:cNvSpPr/>
          <p:nvPr/>
        </p:nvSpPr>
        <p:spPr>
          <a:xfrm>
            <a:off x="11315700" y="3905250"/>
            <a:ext cx="0" cy="142875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87936755-352164279"/>
          <p:cNvSpPr/>
          <p:nvPr/>
        </p:nvSpPr>
        <p:spPr>
          <a:xfrm flipH="1">
            <a:off x="6972300" y="3905250"/>
            <a:ext cx="4343400" cy="142875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87936755-335809057"/>
          <p:cNvSpPr/>
          <p:nvPr/>
        </p:nvSpPr>
        <p:spPr>
          <a:xfrm>
            <a:off x="11315700" y="3905250"/>
            <a:ext cx="4343400" cy="142875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914400" y="74295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4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lường</a:t>
            </a:r>
            <a:r>
              <a:rPr lang="en-US" sz="24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gom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nhìn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2400" dirty="0"/>
          </a:p>
        </p:txBody>
      </p:sp>
      <p:sp>
        <p:nvSpPr>
          <p:cNvPr id="18" name="Connector line-1792387936760-43784697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-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771ed7d4-4633-4a02-b6d6-b0d774cb3b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800" b="1" spc="28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180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095375"/>
          </a:xfrm>
          <a:prstGeom prst="roundRect">
            <a:avLst>
              <a:gd name="adj" fmla="val 2087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6667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Tra</a:t>
            </a:r>
            <a:r>
              <a:rPr lang="en-US" sz="22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sổ đăng</a:t>
            </a:r>
            <a:r>
              <a:rPr lang="en-US" sz="2250" dirty="0" spc="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r>
              <a:rPr lang="en-US" sz="225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mỗi</a:t>
            </a:r>
            <a:r>
              <a:rPr lang="en-US" sz="22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lần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8191500" y="2762250"/>
            <a:ext cx="4191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507</a:t>
            </a: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đến</a:t>
            </a:r>
            <a:r>
              <a:rPr lang="en-US" sz="255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559</a:t>
            </a: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µs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573000" y="2762250"/>
            <a:ext cx="4572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1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179</a:t>
            </a:r>
            <a:r>
              <a:rPr lang="en-US" sz="21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206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4048125"/>
            <a:ext cx="16459200" cy="1095375"/>
          </a:xfrm>
          <a:prstGeom prst="roundRect">
            <a:avLst>
              <a:gd name="adj" fmla="val 2087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048125"/>
            <a:ext cx="6667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Hỏi</a:t>
            </a:r>
            <a:r>
              <a:rPr lang="en-US" sz="225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máy</a:t>
            </a:r>
            <a:r>
              <a:rPr lang="en-US" sz="2250" dirty="0" spc="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chủ</a:t>
            </a:r>
            <a:r>
              <a:rPr lang="en-US" sz="22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cấp</a:t>
            </a:r>
            <a:r>
              <a:rPr lang="en-US" sz="2250" dirty="0" spc="-1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quyền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8191500" y="4048125"/>
            <a:ext cx="4191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192</a:t>
            </a: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đến</a:t>
            </a:r>
            <a:r>
              <a:rPr lang="en-US" sz="25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223</a:t>
            </a: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µs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2573000" y="4048125"/>
            <a:ext cx="4572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chỗ: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1,8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334000"/>
            <a:ext cx="16459200" cy="1095375"/>
          </a:xfrm>
          <a:prstGeom prst="roundRect">
            <a:avLst>
              <a:gd name="adj" fmla="val 2087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334000"/>
            <a:ext cx="6667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Đọc</a:t>
            </a:r>
            <a:r>
              <a:rPr lang="en-US" sz="2250" dirty="0" spc="-1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Redis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8191500" y="5334000"/>
            <a:ext cx="4191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39</a:t>
            </a: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đến</a:t>
            </a:r>
            <a:r>
              <a:rPr lang="en-US" sz="25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40</a:t>
            </a: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µs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573000" y="5334000"/>
            <a:ext cx="4572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1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trình: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1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6619875"/>
            <a:ext cx="16459200" cy="1095375"/>
          </a:xfrm>
          <a:prstGeom prst="roundRect">
            <a:avLst>
              <a:gd name="adj" fmla="val 2087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619875"/>
            <a:ext cx="6667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Đẩy vào</a:t>
            </a:r>
            <a:r>
              <a:rPr lang="en-US" sz="225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hàng</a:t>
            </a:r>
            <a:r>
              <a:rPr lang="en-US" sz="2250" dirty="0" spc="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đợi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8191500" y="6619875"/>
            <a:ext cx="4191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36</a:t>
            </a: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đến</a:t>
            </a:r>
            <a:r>
              <a:rPr lang="en-US" sz="25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40</a:t>
            </a: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µs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2573000" y="6619875"/>
            <a:ext cx="4572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5,1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ms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7905750"/>
            <a:ext cx="16459200" cy="1095375"/>
          </a:xfrm>
          <a:prstGeom prst="roundRect">
            <a:avLst>
              <a:gd name="adj" fmla="val 2087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7905750"/>
            <a:ext cx="6667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Một</a:t>
            </a:r>
            <a:r>
              <a:rPr lang="en-US" sz="2250" dirty="0" spc="-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dòng</a:t>
            </a:r>
            <a:r>
              <a:rPr lang="en-US" sz="225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nhật</a:t>
            </a:r>
            <a:r>
              <a:rPr lang="en-US" sz="225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r>
              <a:rPr lang="en-US" sz="225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ra</a:t>
            </a:r>
            <a:r>
              <a:rPr lang="en-US" sz="225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tệp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8191500" y="7905750"/>
            <a:ext cx="4191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12</a:t>
            </a: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đến</a:t>
            </a:r>
            <a:r>
              <a:rPr lang="en-US" sz="255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13</a:t>
            </a: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µs</a:t>
            </a:r>
            <a:endParaRPr lang="en-US" sz="2550" dirty="0"/>
          </a:p>
        </p:txBody>
      </p:sp>
      <p:sp>
        <p:nvSpPr>
          <p:cNvPr id="23" name="Connector line-1792387960309-61020395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8" name="Shape 2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04/09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6d2963ce-f0db-4a55-9929-2005289cbd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Còn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6667500" cy="4762500"/>
          </a:xfrm>
          <a:prstGeom prst="rect">
            <a:avLst/>
          </a:prstGeom>
          <a:noFill/>
          <a:ln/>
        </p:spPr>
        <p:txBody>
          <a:bodyPr wrap="square" lIns="0" tIns="320040" rIns="0" bIns="-320040" rtlCol="0" anchor="ctr"/>
          <a:lstStyle/>
          <a:p>
            <a:pPr algn="l" indent="0" marL="0">
              <a:lnSpc>
                <a:spcPts val="31500"/>
              </a:lnSpc>
              <a:buNone/>
            </a:pPr>
            <a:r>
              <a:rPr lang="en-US" sz="31500" dirty="0" spc="-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1500" dirty="0"/>
          </a:p>
        </p:txBody>
      </p:sp>
      <p:sp>
        <p:nvSpPr>
          <p:cNvPr id="5" name="Text 3"/>
          <p:cNvSpPr/>
          <p:nvPr/>
        </p:nvSpPr>
        <p:spPr>
          <a:xfrm>
            <a:off x="914400" y="7620000"/>
            <a:ext cx="666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30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191500" y="2952750"/>
            <a:ext cx="9182100" cy="1143000"/>
          </a:xfrm>
          <a:prstGeom prst="roundRect">
            <a:avLst>
              <a:gd name="adj" fmla="val 20000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72500" y="2952750"/>
            <a:ext cx="838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Cổng</a:t>
            </a:r>
            <a:r>
              <a:rPr lang="en-US" sz="255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8191500" y="4286250"/>
            <a:ext cx="9182100" cy="1143000"/>
          </a:xfrm>
          <a:prstGeom prst="roundRect">
            <a:avLst>
              <a:gd name="adj" fmla="val 20000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72500" y="4286250"/>
            <a:ext cx="838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Tầng</a:t>
            </a: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dịch</a:t>
            </a:r>
            <a:r>
              <a:rPr lang="en-US" sz="25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8191500" y="5619750"/>
            <a:ext cx="9182100" cy="1143000"/>
          </a:xfrm>
          <a:prstGeom prst="roundRect">
            <a:avLst>
              <a:gd name="adj" fmla="val 20000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72500" y="5619750"/>
            <a:ext cx="838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Kho</a:t>
            </a: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liệu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8191500" y="6953250"/>
            <a:ext cx="9182100" cy="1143000"/>
          </a:xfrm>
          <a:prstGeom prst="roundRect">
            <a:avLst>
              <a:gd name="adj" fmla="val 20000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2500" y="6953250"/>
            <a:ext cx="838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8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Vẽ</a:t>
            </a: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biểu</a:t>
            </a: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đồ</a:t>
            </a:r>
            <a:r>
              <a:rPr lang="en-US" sz="2550" dirty="0" spc="-2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tìm</a:t>
            </a:r>
            <a:r>
              <a:rPr lang="en-US" sz="25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nhật</a:t>
            </a:r>
            <a:r>
              <a:rPr lang="en-US" sz="25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8191500" y="8382000"/>
            <a:ext cx="9182100" cy="666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100" dirty="0" spc="3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lường:</a:t>
            </a:r>
            <a:r>
              <a:rPr lang="en-US" sz="2100" dirty="0" spc="-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13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100" dirty="0" spc="-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9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 bộ</a:t>
            </a:r>
            <a:r>
              <a:rPr lang="en-US" sz="2100" dirty="0" spc="9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đếm.</a:t>
            </a:r>
            <a:endParaRPr lang="en-US" sz="2100" dirty="0"/>
          </a:p>
        </p:txBody>
      </p:sp>
      <p:sp>
        <p:nvSpPr>
          <p:cNvPr id="15" name="Connector line-1792387961278-438256723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7d47855f-3550-42f8-8895-4c4e529e44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69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5750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cỡ</a:t>
            </a:r>
            <a:r>
              <a:rPr lang="en-US" sz="22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170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µs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4286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262A36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428625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tuyệt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hơn,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5715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2E3342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71500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dùng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khoá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sẻ;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khoá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đắt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7143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363B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14375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250" dirty="0"/>
          </a:p>
        </p:txBody>
      </p:sp>
      <p:sp>
        <p:nvSpPr>
          <p:cNvPr id="12" name="Connector line-1792387962030-897185328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06/09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b8a0c5a-b6ee-433f-bb07-8c2b2473aa4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Chậm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gấp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ba,</a:t>
            </a:r>
            <a:r>
              <a:rPr lang="en-US" sz="69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vì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7810500" cy="6096000"/>
          </a:xfrm>
          <a:prstGeom prst="roundRect">
            <a:avLst>
              <a:gd name="adj" fmla="val 4375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051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227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3714750"/>
            <a:ext cx="7048500" cy="4762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 Mỗi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ba.</a:t>
            </a:r>
            <a:r>
              <a:rPr lang="en-US" sz="28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563100" y="2762250"/>
            <a:ext cx="7810500" cy="6096000"/>
          </a:xfrm>
          <a:prstGeom prst="roundRect">
            <a:avLst>
              <a:gd name="adj" fmla="val 4375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9982200" y="31051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1950" b="1" spc="20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982200" y="37147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mỗi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4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4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ký: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507</a:t>
            </a:r>
            <a:r>
              <a:rPr lang="en-US" sz="24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559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179</a:t>
            </a:r>
            <a:r>
              <a:rPr lang="en-US" sz="24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206 µs.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982200" y="53340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Sửa: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lúc,</a:t>
            </a:r>
            <a:r>
              <a:rPr lang="en-US" sz="24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982200" y="69532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4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4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2400" b="1" dirty="0" spc="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b="1" dirty="0" spc="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400" dirty="0"/>
          </a:p>
        </p:txBody>
      </p:sp>
      <p:sp>
        <p:nvSpPr>
          <p:cNvPr id="12" name="Connector line-1792387985604-925252124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-1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438c3ab1-efc8-4a14-b0e5-3682b11a50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300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b="1" spc="254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5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56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 giá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76225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76500" y="276225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đồ,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thành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19100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76500" y="419100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phần,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5619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61975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76500" y="561975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 cột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04850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5A5F7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2476500" y="704850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Nói</a:t>
            </a:r>
            <a:r>
              <a:rPr lang="en-US" sz="22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250" dirty="0"/>
          </a:p>
        </p:txBody>
      </p:sp>
      <p:sp>
        <p:nvSpPr>
          <p:cNvPr id="16" name="Connector line-1792387986438-623546878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08/09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8e873f5-14d1-430f-ad86-40a6ede804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04800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API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3905250" y="2838450"/>
            <a:ext cx="1314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3905250" y="3143250"/>
            <a:ext cx="1314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 lập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40957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00150" y="438150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HTTP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3905250" y="4171950"/>
            <a:ext cx="1314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3905250" y="4476750"/>
            <a:ext cx="1314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14400" y="62865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67627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Microsoft: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25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gateways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</a:t>
            </a:r>
            <a:endParaRPr lang="en-US" sz="2250" dirty="0"/>
          </a:p>
        </p:txBody>
      </p:sp>
      <p:sp>
        <p:nvSpPr>
          <p:cNvPr id="14" name="Connector line-1792387987235-68598557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09/09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ead981cf-b8fd-4d1e-8e69-6e060ebd3df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2026-10-19T07:11:55Z</dcterms:created>
  <dcterms:modified xsi:type="dcterms:W3CDTF">2026-10-19T07:11:55Z</dcterms:modified>
</cp:coreProperties>
</file>