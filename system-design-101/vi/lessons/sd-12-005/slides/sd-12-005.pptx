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Quadtree: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ô</a:t>
            </a:r>
            <a:r>
              <a:rPr lang="en-US" sz="7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2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r>
              <a:rPr lang="en-US" sz="72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Lá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quán: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kề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đủ?</a:t>
            </a:r>
            <a:endParaRPr lang="en-US" sz="3000" dirty="0"/>
          </a:p>
        </p:txBody>
      </p:sp>
      <p:sp>
        <p:nvSpPr>
          <p:cNvPr id="5" name="Connector line-1792421072061-497787874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 ô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810750" y="4476750"/>
            <a:ext cx="2857500" cy="2857500"/>
          </a:xfrm>
          <a:prstGeom prst="rect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</a:ln>
        </p:spPr>
      </p:sp>
      <p:sp>
        <p:nvSpPr>
          <p:cNvPr id="9" name="Connector line-1792421072069-730268501"/>
          <p:cNvSpPr/>
          <p:nvPr/>
        </p:nvSpPr>
        <p:spPr>
          <a:xfrm>
            <a:off x="11239500" y="4476750"/>
            <a:ext cx="0" cy="2857500"/>
          </a:xfrm>
          <a:prstGeom prst="line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Connector line-1792421072070-684781053"/>
          <p:cNvSpPr/>
          <p:nvPr/>
        </p:nvSpPr>
        <p:spPr>
          <a:xfrm>
            <a:off x="9810750" y="5905500"/>
            <a:ext cx="2857500" cy="0"/>
          </a:xfrm>
          <a:prstGeom prst="line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Connector line-1792421072070-665306657"/>
          <p:cNvSpPr/>
          <p:nvPr/>
        </p:nvSpPr>
        <p:spPr>
          <a:xfrm>
            <a:off x="11953875" y="5905500"/>
            <a:ext cx="0" cy="1428750"/>
          </a:xfrm>
          <a:prstGeom prst="line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Connector line-1792421072070-610557865"/>
          <p:cNvSpPr/>
          <p:nvPr/>
        </p:nvSpPr>
        <p:spPr>
          <a:xfrm>
            <a:off x="11239500" y="6619875"/>
            <a:ext cx="1428750" cy="0"/>
          </a:xfrm>
          <a:prstGeom prst="line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820400" y="5486400"/>
            <a:ext cx="838200" cy="8382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20400" y="5695950"/>
            <a:ext cx="838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668250" y="3238500"/>
            <a:ext cx="1238250" cy="2476500"/>
          </a:xfrm>
          <a:custGeom>
            <a:avLst/>
            <a:gdLst/>
            <a:ahLst/>
            <a:cxnLst/>
            <a:rect l="l" t="t" r="r" b="b"/>
            <a:pathLst>
              <a:path w="1238250" h="2476500">
                <a:moveTo>
                  <a:pt x="0" y="2476500"/>
                </a:moveTo>
                <a:cubicBezTo>
                  <a:pt x="666750" y="2476500"/>
                  <a:pt x="666750" y="0"/>
                  <a:pt x="12382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68250" y="5905500"/>
            <a:ext cx="1238250" cy="9144"/>
          </a:xfrm>
          <a:custGeom>
            <a:avLst/>
            <a:gdLst/>
            <a:ahLst/>
            <a:cxnLst/>
            <a:rect l="l" t="t" r="r" b="b"/>
            <a:pathLst>
              <a:path w="1238250" h="9144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68250" y="6096000"/>
            <a:ext cx="1238250" cy="2095500"/>
          </a:xfrm>
          <a:custGeom>
            <a:avLst/>
            <a:gdLst/>
            <a:ahLst/>
            <a:cxnLst/>
            <a:rect l="l" t="t" r="r" b="b"/>
            <a:pathLst>
              <a:path w="1238250" h="2095500">
                <a:moveTo>
                  <a:pt x="0" y="0"/>
                </a:moveTo>
                <a:cubicBezTo>
                  <a:pt x="666750" y="0"/>
                  <a:pt x="666750" y="2095500"/>
                  <a:pt x="1238250" y="209550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06500" y="2876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19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906500" y="5543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9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906500" y="7829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195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08b5c17-4ca4-41c0-a78d-317fd4e1eb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78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bạn,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xét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b="1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3000" b="1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4d5f836-df7b-4f73-94f5-42314e77f7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800" b="1" spc="24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Ô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đông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381375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238250" y="4191000"/>
            <a:ext cx="32385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029200" y="30480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3050" y="3381375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5353050" y="4191000"/>
            <a:ext cx="32385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hơn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30480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7850" y="3381375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9467850" y="4191000"/>
            <a:ext cx="32385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258800" y="3048000"/>
            <a:ext cx="41148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82650" y="3381375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3582650" y="4191000"/>
            <a:ext cx="34671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810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 quán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dày,</a:t>
            </a:r>
            <a:r>
              <a:rPr lang="en-US" sz="27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sâu;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thưa,</a:t>
            </a:r>
            <a:r>
              <a:rPr lang="en-US" sz="27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7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e43464d-49ce-4c55-93f9-12326797b6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800" b="1" spc="29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6900" dirty="0" spc="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 lá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3DD6A0"/>
          </a:solidFill>
          <a:ln/>
        </p:spPr>
      </p:sp>
      <p:sp>
        <p:nvSpPr>
          <p:cNvPr id="7" name="Connector line-1792421077163-638599957"/>
          <p:cNvSpPr/>
          <p:nvPr/>
        </p:nvSpPr>
        <p:spPr>
          <a:xfrm>
            <a:off x="5581650" y="4429125"/>
            <a:ext cx="11811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1077164-694859899"/>
          <p:cNvSpPr/>
          <p:nvPr/>
        </p:nvSpPr>
        <p:spPr>
          <a:xfrm>
            <a:off x="11525250" y="4429125"/>
            <a:ext cx="11811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2382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9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 chọn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1818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818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1254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1254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667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6d55c40-d78c-44d2-a1b7-f5b714ca5a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9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LBS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485900" y="46672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5000" y="48577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2057400" y="63817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6500" y="65722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mới:</a:t>
            </a:r>
            <a:r>
              <a:rPr lang="en-US" sz="27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ce46299-28fd-4870-bdf8-1cc5bf9f42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Ô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lá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7622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810000" y="27622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572250" y="27622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ô lá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34500" y="2762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Sâu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811000" y="27622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573250" y="276225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Lá</a:t>
            </a:r>
            <a:r>
              <a:rPr lang="en-US" sz="19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00150" y="36576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10000" y="36576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100.000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72250" y="36576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2.221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34500" y="36576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11000" y="36576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45,0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573250" y="365760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95,8%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47244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00150" y="47244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Đều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10000" y="47244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1.000.000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72250" y="47244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16.384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34500" y="47244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811000" y="47244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61,0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573250" y="472440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100%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4400" y="57912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00150" y="5791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810000" y="5791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100.000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572250" y="5791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2.668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334500" y="57912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1811000" y="5791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37,5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4573250" y="579120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99,2%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14400" y="6858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00150" y="6858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810000" y="6858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1.000.000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572250" y="6858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21.583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334500" y="68580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1811000" y="6858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46,3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4573250" y="685800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99,3%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14400" y="8191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cuối: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 lá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bù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kề.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78138569-cfa7-49ea-95f3-ae76573c5c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100" dirty="0"/>
          </a:p>
        </p:txBody>
      </p:sp>
      <p:sp>
        <p:nvSpPr>
          <p:cNvPr id="6" name="Text richtext-1792421080037-356658961"/>
          <p:cNvSpPr/>
          <p:nvPr/>
        </p:nvSpPr>
        <p:spPr>
          <a:xfrm>
            <a:off x="1333500" y="40957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10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100" dirty="0"/>
          </a:p>
        </p:txBody>
      </p:sp>
      <p:sp>
        <p:nvSpPr>
          <p:cNvPr id="9" name="Text richtext-1792421080057-480839295"/>
          <p:cNvSpPr/>
          <p:nvPr/>
        </p:nvSpPr>
        <p:spPr>
          <a:xfrm>
            <a:off x="9791700" y="40957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9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kiếm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ecd8dbc-82d1-4fa0-bc09-1b80a789f8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Lá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quán,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bù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kề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biên,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85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kề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"quán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đây",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2e3e7b8-557f-4692-8dc9-60678a82a9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5242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23850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trí: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"quán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tôi".</a:t>
            </a:r>
            <a:endParaRPr lang="en-US" sz="2250" dirty="0"/>
          </a:p>
        </p:txBody>
      </p:sp>
      <p:sp>
        <p:nvSpPr>
          <p:cNvPr id="7" name="Connector line-1792421081804-611701603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9" name="Text richtext-1792421081807-973718453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Finkel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Bentley,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1974: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3a95818-eb5c-46ad-8b25-3cea992aee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2026-10-19T14:45:02Z</dcterms:created>
  <dcterms:modified xsi:type="dcterms:W3CDTF">2026-10-19T14:45:02Z</dcterms:modified>
</cp:coreProperties>
</file>