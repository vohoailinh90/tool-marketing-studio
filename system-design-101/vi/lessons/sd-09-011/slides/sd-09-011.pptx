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42875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SEO: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ích,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Crawl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20065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48690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7315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bạn</a:t>
            </a:r>
            <a:endParaRPr lang="en-US" sz="2550" dirty="0"/>
          </a:p>
        </p:txBody>
      </p:sp>
      <p:sp>
        <p:nvSpPr>
          <p:cNvPr id="9" name="Connector line-1792370921584-925080803"/>
          <p:cNvSpPr/>
          <p:nvPr/>
        </p:nvSpPr>
        <p:spPr>
          <a:xfrm>
            <a:off x="4572000" y="6619875"/>
            <a:ext cx="5715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0" name="Connector line-1792370921584-322649050"/>
          <p:cNvSpPr/>
          <p:nvPr/>
        </p:nvSpPr>
        <p:spPr>
          <a:xfrm>
            <a:off x="8858250" y="6619875"/>
            <a:ext cx="5715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914400" y="933450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SEO: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6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công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4621e6d1-dce4-4ffc-a9d3-70642b6d41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SEO</a:t>
            </a:r>
            <a:r>
              <a:rPr lang="en-US" sz="180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câu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thứ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190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 tìm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381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5243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 hiểu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857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phù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b="1" dirty="0" spc="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250" dirty="0"/>
          </a:p>
        </p:txBody>
      </p:sp>
      <p:sp>
        <p:nvSpPr>
          <p:cNvPr id="11" name="Connector line-1792370922687-63836295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102699c-bcdf-4a80-8ba9-53017451ce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D9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CRAWL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84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4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84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8400" dirty="0" spc="-10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84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905500"/>
            <a:ext cx="123825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000" y="7334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Sitemap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endParaRPr lang="en-US" sz="2400" dirty="0"/>
          </a:p>
        </p:txBody>
      </p:sp>
      <p:sp>
        <p:nvSpPr>
          <p:cNvPr id="7" name="Connector line-1792370923495-8528505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2469a07-9d99-44b6-83a3-140e28cc34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INDEX: HIỂU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hiện?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72390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loại: kiểm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crawler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endParaRPr lang="en-US" sz="2400" dirty="0"/>
          </a:p>
        </p:txBody>
      </p:sp>
      <p:sp>
        <p:nvSpPr>
          <p:cNvPr id="5" name="Connector line-1792370937833-1847366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31536"/>
                <a:gridCol w="5596128"/>
                <a:gridCol w="5431536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7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HTTP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Canonical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7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thị</a:t>
                      </a:r>
                      <a:r>
                        <a:rPr lang="en-US" sz="270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index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2857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700" b="1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700" b="1" dirty="0" spc="-1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700" b="1" dirty="0" spc="-6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700" b="1" dirty="0" spc="-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xuất</a:t>
                      </a:r>
                      <a:r>
                        <a:rPr lang="en-US" sz="2700" b="1" dirty="0" spc="-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700" b="1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700" b="1" dirty="0" spc="-1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700" b="1" dirty="0" spc="-6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700" b="1" dirty="0" spc="-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xuất</a:t>
                      </a:r>
                      <a:r>
                        <a:rPr lang="en-US" sz="2700" b="1" dirty="0" spc="-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700" b="1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700" b="1" dirty="0" spc="-1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trang</a:t>
                      </a:r>
                      <a:r>
                        <a:rPr lang="en-US" sz="2700" b="1" dirty="0" spc="-6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700" b="1" dirty="0" spc="-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xuất</a:t>
                      </a:r>
                      <a:r>
                        <a:rPr lang="en-US" sz="2700" b="1" dirty="0" spc="-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b5e6722-bfe8-493d-bba8-7c6ae3ba71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SERVE: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800" b="1" spc="26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Đoạn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trích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Meta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description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90650" y="5334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snippet.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48850" y="40005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2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42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42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48850" y="5334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700" dirty="0"/>
          </a:p>
        </p:txBody>
      </p:sp>
      <p:sp>
        <p:nvSpPr>
          <p:cNvPr id="12" name="Connector line-1792373304229-10716929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2415daa-f15d-443d-84c2-d5649a54ca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FE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nên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3162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85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133975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7825" y="3429000"/>
            <a:ext cx="3162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Heading</a:t>
            </a:r>
            <a:r>
              <a:rPr lang="en-US" sz="2850" b="1" dirty="0" spc="-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5355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77400" y="3429000"/>
            <a:ext cx="3162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850" b="1" dirty="0" spc="-3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3573125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6975" y="3429000"/>
            <a:ext cx="3162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8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8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723900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nhồi</a:t>
            </a:r>
            <a:r>
              <a:rPr lang="en-US" sz="24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b="1" dirty="0" spc="-2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400" dirty="0"/>
          </a:p>
        </p:txBody>
      </p:sp>
      <p:sp>
        <p:nvSpPr>
          <p:cNvPr id="13" name="Connector line-1792373305125-26572526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c97b796-271d-4179-8dfc-fa0c52f956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Crawl</a:t>
            </a:r>
            <a:r>
              <a:rPr lang="en-US" sz="3000" b="1" dirty="0" spc="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47900" y="4572000"/>
            <a:ext cx="151257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7000" y="485775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0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3000" b="1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81400" y="6191250"/>
            <a:ext cx="13792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0" y="6477000"/>
            <a:ext cx="12954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index</a:t>
            </a:r>
            <a:r>
              <a:rPr lang="en-US" sz="30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b="1" dirty="0" spc="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3000" b="1" dirty="0" spc="-2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crawl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robots.txt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URL.</a:t>
            </a:r>
            <a:endParaRPr lang="en-US" sz="2400" dirty="0"/>
          </a:p>
        </p:txBody>
      </p:sp>
      <p:sp>
        <p:nvSpPr>
          <p:cNvPr id="11" name="Connector line-1792373305995-5156984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7cc2b82-5d38-4ca0-964c-59961d2132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r>
              <a:rPr lang="en-US" sz="6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sitemap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index?</a:t>
            </a:r>
            <a:endParaRPr lang="en-US" sz="6300" dirty="0"/>
          </a:p>
        </p:txBody>
      </p:sp>
      <p:sp>
        <p:nvSpPr>
          <p:cNvPr id="4" name="Connector line-1792373336582-688720972"/>
          <p:cNvSpPr/>
          <p:nvPr/>
        </p:nvSpPr>
        <p:spPr>
          <a:xfrm>
            <a:off x="1905000" y="4286250"/>
            <a:ext cx="14478000" cy="0"/>
          </a:xfrm>
          <a:prstGeom prst="line">
            <a:avLst/>
          </a:prstGeom>
          <a:noFill/>
          <a:ln w="571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90750" y="400050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6762750" y="4000500"/>
            <a:ext cx="571500" cy="5715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E847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44250" y="4000500"/>
            <a:ext cx="571500" cy="5715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25750" y="4000500"/>
            <a:ext cx="571500" cy="5715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48577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Sitemap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19750" y="48577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Crawl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01250" y="48577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Index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4382750" y="48577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Serve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47750" y="54768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19750" y="54768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01250" y="54768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382750" y="547687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6905625"/>
            <a:ext cx="155067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Sitemap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index.</a:t>
            </a:r>
            <a:endParaRPr lang="en-US" sz="2850" dirty="0"/>
          </a:p>
        </p:txBody>
      </p:sp>
      <p:sp>
        <p:nvSpPr>
          <p:cNvPr id="19" name="Connector line-1792373336609-1930017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ed2a42d-764c-41c3-9381-610678cf94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 WEB</a:t>
            </a:r>
            <a:r>
              <a:rPr lang="en-US" sz="1800" b="1" spc="27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4953000" cy="5334000"/>
          </a:xfrm>
          <a:prstGeom prst="rect">
            <a:avLst/>
          </a:prstGeom>
          <a:noFill/>
          <a:ln/>
        </p:spPr>
        <p:txBody>
          <a:bodyPr wrap="square" lIns="0" tIns="350520" rIns="0" bIns="-350520" rtlCol="0" anchor="t"/>
          <a:lstStyle/>
          <a:p>
            <a:pPr algn="l" indent="0" marL="0">
              <a:lnSpc>
                <a:spcPts val="34500"/>
              </a:lnSpc>
              <a:buNone/>
            </a:pPr>
            <a:r>
              <a:rPr lang="en-US" sz="3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Vitals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77000" y="1714500"/>
            <a:ext cx="108966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2000250"/>
            <a:ext cx="1013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LCP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nội</a:t>
            </a: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hiển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r>
              <a:rPr lang="en-US" sz="3000" dirty="0" spc="-3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xong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77000" y="3333750"/>
            <a:ext cx="108966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619500"/>
            <a:ext cx="1013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INP</a:t>
            </a: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r>
              <a:rPr lang="en-US" sz="30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phản</a:t>
            </a: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hồi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thao</a:t>
            </a:r>
            <a:r>
              <a:rPr lang="en-US" sz="30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77000" y="4953000"/>
            <a:ext cx="10896600" cy="1333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5238750"/>
            <a:ext cx="1013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CLS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bố</a:t>
            </a:r>
            <a:r>
              <a:rPr lang="en-US" sz="30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cục</a:t>
            </a: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3000" dirty="0" spc="-3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xê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77000" y="6762750"/>
            <a:ext cx="108966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400" dirty="0"/>
          </a:p>
        </p:txBody>
      </p:sp>
      <p:sp>
        <p:nvSpPr>
          <p:cNvPr id="12" name="Connector line-1792373337710-3533510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eefe3ad-5e0f-4ba6-ae96-26a3e96c9d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287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9525000" cy="5334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SEO</a:t>
            </a:r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(Search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Optimization):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9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kiếm</a:t>
            </a:r>
            <a:endParaRPr lang="en-US" sz="1950" dirty="0"/>
          </a:p>
          <a:p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LCP</a:t>
            </a:r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(Largest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Contentful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Paint):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1950" dirty="0"/>
          </a:p>
          <a:p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INP</a:t>
            </a:r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(Interaction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Next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Paint):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1950" dirty="0"/>
          </a:p>
          <a:p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CLS</a:t>
            </a:r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(Cumulative</a:t>
            </a:r>
            <a:r>
              <a:rPr lang="en-US" sz="19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Shift):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1950" dirty="0"/>
          </a:p>
          <a:p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lnSpc>
                <a:spcPts val="2535"/>
              </a:lnSpc>
              <a:spcAft>
                <a:spcPts val="1050"/>
              </a:spcAft>
              <a:buNone/>
            </a:pPr>
            <a:r>
              <a:rPr lang="en-US" sz="19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(HyperText Transfer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URL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(Uniform</a:t>
            </a:r>
            <a:r>
              <a:rPr lang="en-US" sz="19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Locator):</a:t>
            </a:r>
            <a:r>
              <a:rPr lang="en-US" sz="19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772900" y="2952750"/>
            <a:ext cx="5600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338579-484622911"/>
          <p:cNvSpPr/>
          <p:nvPr/>
        </p:nvSpPr>
        <p:spPr>
          <a:xfrm>
            <a:off x="11772900" y="3524250"/>
            <a:ext cx="5600700" cy="495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SEO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starter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Core</a:t>
            </a:r>
            <a:r>
              <a:rPr lang="en-US" sz="210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Vitals</a:t>
            </a:r>
            <a:endParaRPr lang="en-US" sz="2100" dirty="0"/>
          </a:p>
        </p:txBody>
      </p:sp>
      <p:sp>
        <p:nvSpPr>
          <p:cNvPr id="8" name="Connector line-1792373338600-7039569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986d21e-0b89-441d-aa94-7d09d6123a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2026-10-19T01:30:08Z</dcterms:created>
  <dcterms:modified xsi:type="dcterms:W3CDTF">2026-10-19T01:30:08Z</dcterms:modified>
</cp:coreProperties>
</file>