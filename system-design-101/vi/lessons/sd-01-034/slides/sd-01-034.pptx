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1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HTTP:</a:t>
            </a: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làm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2096410-381168651"/>
          <p:cNvSpPr/>
          <p:nvPr/>
        </p:nvSpPr>
        <p:spPr>
          <a:xfrm>
            <a:off x="914400" y="6286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524625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524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HỎI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477500" y="2286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  OPTIONS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0096500" y="3905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77500" y="4191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b="1" spc="1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0" y="4953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PUT  PATCH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10096500" y="6572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6858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0" y="7620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  CONNECT  TRACE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90214ad-8d5e-487c-ac05-f7ef764445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Phương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4762500"/>
            <a:ext cx="43815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0" y="32385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429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/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906000" y="39052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 · OPTIONS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0" y="485775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5048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0" y="552450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 · PATCH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525000" y="64770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6667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14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3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0" y="71437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850" dirty="0"/>
          </a:p>
        </p:txBody>
      </p:sp>
      <p:sp>
        <p:nvSpPr>
          <p:cNvPr id="15" name="Connector line-1792372123849-3697587"/>
          <p:cNvSpPr/>
          <p:nvPr/>
        </p:nvSpPr>
        <p:spPr>
          <a:xfrm flipV="1">
            <a:off x="6096000" y="3905250"/>
            <a:ext cx="3429000" cy="1619250"/>
          </a:xfrm>
          <a:prstGeom prst="curvedConnector3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6" name="Connector line-1792372123850-644187971"/>
          <p:cNvSpPr/>
          <p:nvPr/>
        </p:nvSpPr>
        <p:spPr>
          <a:xfrm>
            <a:off x="6096000" y="5524500"/>
            <a:ext cx="3429000" cy="95"/>
          </a:xfrm>
          <a:custGeom>
            <a:avLst/>
            <a:gdLst/>
            <a:ahLst/>
            <a:cxnLst/>
            <a:rect l="l" t="t" r="r" b="b"/>
            <a:pathLst>
              <a:path w="3429000" h="95">
                <a:moveTo>
                  <a:pt x="0" y="0"/>
                </a:moveTo>
                <a:lnTo>
                  <a:pt x="1714500" y="0"/>
                </a:lnTo>
                <a:lnTo>
                  <a:pt x="1714500" y="0"/>
                </a:lnTo>
                <a:lnTo>
                  <a:pt x="3429000" y="0"/>
                </a:lnTo>
              </a:path>
            </a:pathLst>
          </a:custGeom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2123850-88154041"/>
          <p:cNvSpPr/>
          <p:nvPr/>
        </p:nvSpPr>
        <p:spPr>
          <a:xfrm>
            <a:off x="6096000" y="5524500"/>
            <a:ext cx="3429000" cy="1619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Text 16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5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48e33ad-5971-4232-8620-e81c933cd0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Lấy,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khả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9530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phương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667500" y="295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319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048500" y="390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 hiện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667500" y="4857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8500" y="5095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HEAD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048500" y="5810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70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GET,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6667500" y="676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8500" y="700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OPTIONS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048500" y="771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a1e3ef0-81dd-4954-8c51-1a04ba2dbb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26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đi: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endParaRPr lang="en-US" sz="4800" dirty="0"/>
          </a:p>
        </p:txBody>
      </p:sp>
      <p:sp>
        <p:nvSpPr>
          <p:cNvPr id="6" name="Text richtext-1792372154730-582802383"/>
          <p:cNvSpPr/>
          <p:nvPr/>
        </p:nvSpPr>
        <p:spPr>
          <a:xfrm>
            <a:off x="12954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ngữ nghĩa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PUT</a:t>
            </a:r>
            <a:endParaRPr lang="en-US" sz="4800" dirty="0"/>
          </a:p>
        </p:txBody>
      </p:sp>
      <p:sp>
        <p:nvSpPr>
          <p:cNvPr id="9" name="Text richtext-1792372154759-436592288"/>
          <p:cNvSpPr/>
          <p:nvPr/>
        </p:nvSpPr>
        <p:spPr>
          <a:xfrm>
            <a:off x="68580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 biểu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PATCH</a:t>
            </a:r>
            <a:endParaRPr lang="en-US" sz="4800" dirty="0"/>
          </a:p>
        </p:txBody>
      </p:sp>
      <p:sp>
        <p:nvSpPr>
          <p:cNvPr id="12" name="Text richtext-1792372154769-312656674"/>
          <p:cNvSpPr/>
          <p:nvPr/>
        </p:nvSpPr>
        <p:spPr>
          <a:xfrm>
            <a:off x="124206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PUT ít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3fa71c-2e86-481e-be7c-b45ae03a45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hầm,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715000" y="29908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spc="13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810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715000" y="3762375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hiện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715000" y="4286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Connector line-1792372173401-710126935"/>
          <p:cNvSpPr/>
          <p:nvPr/>
        </p:nvSpPr>
        <p:spPr>
          <a:xfrm>
            <a:off x="914400" y="50482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38250" y="5429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CONNECT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715000" y="552450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550" dirty="0"/>
          </a:p>
        </p:txBody>
      </p:sp>
      <p:sp>
        <p:nvSpPr>
          <p:cNvPr id="13" name="Connector line-1792372173404-428897780"/>
          <p:cNvSpPr/>
          <p:nvPr/>
        </p:nvSpPr>
        <p:spPr>
          <a:xfrm>
            <a:off x="914400" y="6477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" y="6858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5715000" y="6953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chiếu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e9ea47e-ebf7-4096-a5c3-956f7ff0a2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9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76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OPTIONS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953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000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667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PATCH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66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85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690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việc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57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62012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9fac665-90e0-4365-bea2-758300b377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114300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 báo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8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thấy: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idempotent?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4287500" y="139065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2190750" y="285750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477750" y="285750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7" name="Connector line-1792372204694-224675562"/>
          <p:cNvSpPr/>
          <p:nvPr/>
        </p:nvSpPr>
        <p:spPr>
          <a:xfrm>
            <a:off x="4000500" y="3657600"/>
            <a:ext cx="0" cy="41529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2204695-597465004"/>
          <p:cNvSpPr/>
          <p:nvPr/>
        </p:nvSpPr>
        <p:spPr>
          <a:xfrm>
            <a:off x="14287500" y="3657600"/>
            <a:ext cx="0" cy="41529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2204695-262350187"/>
          <p:cNvSpPr/>
          <p:nvPr/>
        </p:nvSpPr>
        <p:spPr>
          <a:xfrm>
            <a:off x="4000500" y="438150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381500" y="38576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endParaRPr lang="en-US" sz="2400" dirty="0"/>
          </a:p>
        </p:txBody>
      </p:sp>
      <p:sp>
        <p:nvSpPr>
          <p:cNvPr id="11" name="Connector line-1792372204697-958854217"/>
          <p:cNvSpPr/>
          <p:nvPr/>
        </p:nvSpPr>
        <p:spPr>
          <a:xfrm flipH="1">
            <a:off x="4095750" y="523875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47148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250" dirty="0" spc="-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250" dirty="0"/>
          </a:p>
        </p:txBody>
      </p:sp>
      <p:sp>
        <p:nvSpPr>
          <p:cNvPr id="13" name="Connector line-1792372204699-545183723"/>
          <p:cNvSpPr/>
          <p:nvPr/>
        </p:nvSpPr>
        <p:spPr>
          <a:xfrm>
            <a:off x="4000500" y="619125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381500" y="56673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r>
              <a:rPr lang="en-US" sz="2400" b="1" dirty="0" spc="4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lần</a:t>
            </a: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nữa</a:t>
            </a:r>
            <a:endParaRPr lang="en-US" sz="2400" dirty="0"/>
          </a:p>
        </p:txBody>
      </p:sp>
      <p:sp>
        <p:nvSpPr>
          <p:cNvPr id="15" name="Connector line-1792372204701-403734620"/>
          <p:cNvSpPr/>
          <p:nvPr/>
        </p:nvSpPr>
        <p:spPr>
          <a:xfrm flipH="1">
            <a:off x="4095750" y="704850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381500" y="65246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25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811530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Idempotent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" y="855345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1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a786051f-39d4-473a-8840-ec2fb04a59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KHI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4641" rIns="0" bIns="-14641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OPTIONS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PUT</a:t>
            </a: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DELETE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33500" y="5524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3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14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8100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PATCH</a:t>
            </a:r>
            <a:endParaRPr lang="en-US" sz="3000" dirty="0"/>
          </a:p>
        </p:txBody>
      </p:sp>
      <p:sp>
        <p:nvSpPr>
          <p:cNvPr id="11" name="Text richtext-1792372222669-119847928"/>
          <p:cNvSpPr/>
          <p:nvPr/>
        </p:nvSpPr>
        <p:spPr>
          <a:xfrm>
            <a:off x="9791700" y="4667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2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9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PATCH: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“đặt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10” khác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“tăng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096250"/>
            <a:ext cx="104775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2a4eb9b-55f5-46db-ad1a-9f215d336e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723900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3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6858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GET là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1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richtext-1792372244431-774508581"/>
          <p:cNvSpPr/>
          <p:nvPr/>
        </p:nvSpPr>
        <p:spPr>
          <a:xfrm>
            <a:off x="9639300" y="3905250"/>
            <a:ext cx="7429500" cy="4000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chuẩn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§9.2.2,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592f738-9a40-4d53-979e-b5ce0912ec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2026-10-19T01:10:59Z</dcterms:created>
  <dcterms:modified xsi:type="dcterms:W3CDTF">2026-10-19T01:10:59Z</dcterms:modified>
</cp:coreProperties>
</file>