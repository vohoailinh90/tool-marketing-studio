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33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906000" cy="23812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Cookie,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session,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JWT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1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PASETO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286250"/>
            <a:ext cx="9144000" cy="12382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dirty="0" spc="-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85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r>
              <a:rPr lang="en-US" sz="285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Hãy</a:t>
            </a:r>
            <a:r>
              <a:rPr lang="en-US" sz="2850" dirty="0" spc="-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850" dirty="0" spc="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8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hỏi:</a:t>
            </a:r>
            <a:r>
              <a:rPr lang="en-US" sz="2850" dirty="0" spc="-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tôi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cần</a:t>
            </a: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8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850" dirty="0" spc="-2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8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850" dirty="0"/>
          </a:p>
        </p:txBody>
      </p:sp>
      <p:sp>
        <p:nvSpPr>
          <p:cNvPr id="5" name="Connector line-1792338762608-417650811"/>
          <p:cNvSpPr/>
          <p:nvPr/>
        </p:nvSpPr>
        <p:spPr>
          <a:xfrm>
            <a:off x="914400" y="7429500"/>
            <a:ext cx="91440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6" name="Connector line-1792338762609-788808499"/>
          <p:cNvSpPr/>
          <p:nvPr/>
        </p:nvSpPr>
        <p:spPr>
          <a:xfrm>
            <a:off x="914400" y="7429500"/>
            <a:ext cx="24765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7" name="Connector line-1792338762614-251883255"/>
          <p:cNvSpPr/>
          <p:nvPr/>
        </p:nvSpPr>
        <p:spPr>
          <a:xfrm>
            <a:off x="4248150" y="7429500"/>
            <a:ext cx="24765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8" name="Connector line-1792338762615-428825842"/>
          <p:cNvSpPr/>
          <p:nvPr/>
        </p:nvSpPr>
        <p:spPr>
          <a:xfrm>
            <a:off x="7581900" y="7429500"/>
            <a:ext cx="24765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91440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Session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1440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80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4815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JWT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24815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alg</a:t>
            </a:r>
            <a:r>
              <a:rPr lang="en-US" sz="180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800" dirty="0" spc="2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80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58190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8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PASETO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758190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763250" y="238125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COOKIE</a:t>
            </a:r>
            <a:r>
              <a:rPr lang="en-US" sz="1650" b="1" spc="22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16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SESSION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0763250" y="2762250"/>
            <a:ext cx="2381250" cy="609600"/>
          </a:xfrm>
          <a:prstGeom prst="roundRect">
            <a:avLst>
              <a:gd name="adj" fmla="val 25000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cookie:</a:t>
            </a:r>
            <a:r>
              <a:rPr lang="en-US" sz="18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18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endParaRPr lang="en-US" sz="1800" dirty="0"/>
          </a:p>
        </p:txBody>
      </p:sp>
      <p:sp>
        <p:nvSpPr>
          <p:cNvPr id="18" name="Connector line-1792338762636-972465531"/>
          <p:cNvSpPr/>
          <p:nvPr/>
        </p:nvSpPr>
        <p:spPr>
          <a:xfrm>
            <a:off x="13182600" y="3067050"/>
            <a:ext cx="781050" cy="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 w="lg" len="lg"/>
          </a:ln>
        </p:spPr>
      </p:sp>
      <p:sp>
        <p:nvSpPr>
          <p:cNvPr id="19" name="Text 17"/>
          <p:cNvSpPr/>
          <p:nvPr/>
        </p:nvSpPr>
        <p:spPr>
          <a:xfrm>
            <a:off x="14001750" y="2762250"/>
            <a:ext cx="3429000" cy="609600"/>
          </a:xfrm>
          <a:prstGeom prst="roundRect">
            <a:avLst>
              <a:gd name="adj" fmla="val 25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kho</a:t>
            </a:r>
            <a:r>
              <a:rPr lang="en-US" sz="18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session</a:t>
            </a:r>
            <a:r>
              <a:rPr lang="en-US" sz="18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18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18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763250" y="34671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xóa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thu hồi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0763250" y="407670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JWT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763250" y="4457700"/>
            <a:ext cx="3429000" cy="609600"/>
          </a:xfrm>
          <a:prstGeom prst="roundRect">
            <a:avLst>
              <a:gd name="adj" fmla="val 25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header:</a:t>
            </a:r>
            <a:r>
              <a:rPr lang="en-US" sz="18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alg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287500" y="4457700"/>
            <a:ext cx="3143250" cy="609600"/>
          </a:xfrm>
          <a:prstGeom prst="roundRect">
            <a:avLst>
              <a:gd name="adj" fmla="val 25000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payload:</a:t>
            </a:r>
            <a:r>
              <a:rPr lang="en-US" sz="18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18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763250" y="51625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1650" dirty="0" spc="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650" dirty="0" spc="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được,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cần khóa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0763250" y="577215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8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PASETO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0763250" y="6153150"/>
            <a:ext cx="1047750" cy="609600"/>
          </a:xfrm>
          <a:prstGeom prst="roundRect">
            <a:avLst>
              <a:gd name="adj" fmla="val 25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906250" y="6153150"/>
            <a:ext cx="2762250" cy="609600"/>
          </a:xfrm>
          <a:prstGeom prst="roundRect">
            <a:avLst>
              <a:gd name="adj" fmla="val 25000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local</a:t>
            </a:r>
            <a:r>
              <a:rPr lang="en-US" sz="18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 public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763750" y="6153150"/>
            <a:ext cx="2667000" cy="609600"/>
          </a:xfrm>
          <a:prstGeom prst="roundRect">
            <a:avLst>
              <a:gd name="adj" fmla="val 25000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dữ</a:t>
            </a:r>
            <a:r>
              <a:rPr lang="en-US" sz="18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763250" y="68580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tiền</a:t>
            </a:r>
            <a:r>
              <a:rPr lang="en-US" sz="165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165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toán,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65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873745a2-ac50-498a-a8ae-bc5c6cee6d6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47625" rIns="0" bIns="-47625" rtlCol="0" anchor="t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cách,</a:t>
            </a:r>
            <a:r>
              <a:rPr lang="en-US" sz="75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3943350" cy="3238500"/>
          </a:xfrm>
          <a:prstGeom prst="roundRect">
            <a:avLst>
              <a:gd name="adj" fmla="val 7647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3086100"/>
            <a:ext cx="685800" cy="6858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19200" y="3905250"/>
            <a:ext cx="3333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Cookie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219200" y="4762500"/>
            <a:ext cx="33337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5086350" y="2857500"/>
            <a:ext cx="3943350" cy="3238500"/>
          </a:xfrm>
          <a:prstGeom prst="roundRect">
            <a:avLst>
              <a:gd name="adj" fmla="val 7647"/>
            </a:avLst>
          </a:prstGeom>
          <a:solidFill>
            <a:srgbClr val="DDE3FA"/>
          </a:solidFill>
          <a:ln/>
        </p:spPr>
      </p:sp>
      <p:sp>
        <p:nvSpPr>
          <p:cNvPr id="9" name="Text 7"/>
          <p:cNvSpPr/>
          <p:nvPr/>
        </p:nvSpPr>
        <p:spPr>
          <a:xfrm>
            <a:off x="5391150" y="3086100"/>
            <a:ext cx="685800" cy="6858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391150" y="3905250"/>
            <a:ext cx="3333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Session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391150" y="4762500"/>
            <a:ext cx="33337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258300" y="2857500"/>
            <a:ext cx="3943350" cy="3238500"/>
          </a:xfrm>
          <a:prstGeom prst="roundRect">
            <a:avLst>
              <a:gd name="adj" fmla="val 7647"/>
            </a:avLst>
          </a:prstGeom>
          <a:solidFill>
            <a:srgbClr val="F3DFB8"/>
          </a:solidFill>
          <a:ln/>
        </p:spPr>
      </p:sp>
      <p:sp>
        <p:nvSpPr>
          <p:cNvPr id="13" name="Text 11"/>
          <p:cNvSpPr/>
          <p:nvPr/>
        </p:nvSpPr>
        <p:spPr>
          <a:xfrm>
            <a:off x="9563100" y="3086100"/>
            <a:ext cx="685800" cy="685800"/>
          </a:xfrm>
          <a:prstGeom prst="ellipse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563100" y="3905250"/>
            <a:ext cx="3333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1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JWT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9563100" y="4762500"/>
            <a:ext cx="33337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trường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3430250" y="2857500"/>
            <a:ext cx="3943350" cy="3238500"/>
          </a:xfrm>
          <a:prstGeom prst="roundRect">
            <a:avLst>
              <a:gd name="adj" fmla="val 7647"/>
            </a:avLst>
          </a:prstGeom>
          <a:solidFill>
            <a:srgbClr val="CFE8E2"/>
          </a:solidFill>
          <a:ln/>
        </p:spPr>
      </p:sp>
      <p:sp>
        <p:nvSpPr>
          <p:cNvPr id="17" name="Text 15"/>
          <p:cNvSpPr/>
          <p:nvPr/>
        </p:nvSpPr>
        <p:spPr>
          <a:xfrm>
            <a:off x="13735050" y="3086100"/>
            <a:ext cx="685800" cy="6858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3735050" y="3905250"/>
            <a:ext cx="3333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8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PASETO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13735050" y="4762500"/>
            <a:ext cx="33337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trường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alg.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14400" y="657225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14161C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68770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7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650" b="1" spc="29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295400" y="7258050"/>
            <a:ext cx="15716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7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PASETO</a:t>
            </a:r>
            <a:r>
              <a:rPr lang="en-US" sz="30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 so</a:t>
            </a:r>
            <a:r>
              <a:rPr lang="en-US" sz="30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3000" dirty="0" spc="-5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JWT,</a:t>
            </a:r>
            <a:r>
              <a:rPr lang="en-US" sz="300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gì?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14400" y="83820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19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9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950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pyseto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1.10.0</a:t>
            </a:r>
            <a:r>
              <a:rPr lang="en-US" sz="19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PyJWT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2.14.0,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tạm.</a:t>
            </a:r>
            <a:endParaRPr lang="en-US" sz="1950" dirty="0"/>
          </a:p>
        </p:txBody>
      </p:sp>
      <p:sp>
        <p:nvSpPr>
          <p:cNvPr id="24" name="Connector line-1792338941241-647147965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6" name="Shape 24"/>
          <p:cNvSpPr/>
          <p:nvPr/>
        </p:nvSpPr>
        <p:spPr>
          <a:xfrm>
            <a:off x="121443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e9396093-c3d6-4146-9f4e-ed8d1e2b0bf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r>
              <a:rPr lang="en-US" sz="1950" b="1" spc="24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SESSION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47625" rIns="0" bIns="-47625" rtlCol="0" anchor="t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</a:t>
            </a:r>
            <a:r>
              <a:rPr lang="en-US" sz="75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 chủ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238250" y="3524250"/>
            <a:ext cx="3429000" cy="1333500"/>
          </a:xfrm>
          <a:prstGeom prst="roundRect">
            <a:avLst>
              <a:gd name="adj" fmla="val 15714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8250" y="3771900"/>
            <a:ext cx="342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255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38250" y="4286250"/>
            <a:ext cx="342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19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endParaRPr lang="en-US" sz="1950" dirty="0"/>
          </a:p>
        </p:txBody>
      </p:sp>
      <p:sp>
        <p:nvSpPr>
          <p:cNvPr id="8" name="Connector line-1792339386208-164228327"/>
          <p:cNvSpPr/>
          <p:nvPr/>
        </p:nvSpPr>
        <p:spPr>
          <a:xfrm>
            <a:off x="4762500" y="4191000"/>
            <a:ext cx="2571750" cy="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 w="lg" len="lg"/>
          </a:ln>
        </p:spPr>
      </p:sp>
      <p:sp>
        <p:nvSpPr>
          <p:cNvPr id="9" name="Text 7"/>
          <p:cNvSpPr/>
          <p:nvPr/>
        </p:nvSpPr>
        <p:spPr>
          <a:xfrm>
            <a:off x="4762500" y="3733800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cookie:</a:t>
            </a:r>
            <a:r>
              <a:rPr lang="en-US" sz="1950" dirty="0" spc="-8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1950" dirty="0" spc="-5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7429500" y="3524250"/>
            <a:ext cx="3429000" cy="1333500"/>
          </a:xfrm>
          <a:prstGeom prst="roundRect">
            <a:avLst>
              <a:gd name="adj" fmla="val 15714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29500" y="3771900"/>
            <a:ext cx="342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7429500" y="4286250"/>
            <a:ext cx="342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19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950" dirty="0"/>
          </a:p>
        </p:txBody>
      </p:sp>
      <p:sp>
        <p:nvSpPr>
          <p:cNvPr id="13" name="Connector line-1792339386221-596037704"/>
          <p:cNvSpPr/>
          <p:nvPr/>
        </p:nvSpPr>
        <p:spPr>
          <a:xfrm>
            <a:off x="10953750" y="4191000"/>
            <a:ext cx="2571750" cy="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 w="lg" len="lg"/>
          </a:ln>
        </p:spPr>
      </p:sp>
      <p:sp>
        <p:nvSpPr>
          <p:cNvPr id="14" name="Text 12"/>
          <p:cNvSpPr/>
          <p:nvPr/>
        </p:nvSpPr>
        <p:spPr>
          <a:xfrm>
            <a:off x="10953750" y="3733800"/>
            <a:ext cx="2571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21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tra</a:t>
            </a:r>
            <a:r>
              <a:rPr lang="en-US" sz="1950" dirty="0" spc="-5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mã</a:t>
            </a:r>
            <a:r>
              <a:rPr lang="en-US" sz="1950" dirty="0" spc="-13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1950" dirty="0" spc="-4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3620750" y="3524250"/>
            <a:ext cx="3429000" cy="1333500"/>
          </a:xfrm>
          <a:prstGeom prst="roundRect">
            <a:avLst>
              <a:gd name="adj" fmla="val 15714"/>
            </a:avLst>
          </a:prstGeom>
          <a:solidFill>
            <a:srgbClr val="7C93FF"/>
          </a:solidFill>
          <a:ln/>
        </p:spPr>
      </p:sp>
      <p:sp>
        <p:nvSpPr>
          <p:cNvPr id="16" name="Text 14"/>
          <p:cNvSpPr/>
          <p:nvPr/>
        </p:nvSpPr>
        <p:spPr>
          <a:xfrm>
            <a:off x="13620750" y="3771900"/>
            <a:ext cx="342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session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3620750" y="4286250"/>
            <a:ext cx="342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dữ</a:t>
            </a:r>
            <a:r>
              <a:rPr lang="en-US" sz="19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nằm</a:t>
            </a:r>
            <a:r>
              <a:rPr lang="en-US" sz="19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đây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38250" y="5238750"/>
            <a:ext cx="15811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Cookie chỉ</a:t>
            </a:r>
            <a:r>
              <a:rPr lang="en-US" sz="19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195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mã;</a:t>
            </a:r>
            <a:r>
              <a:rPr lang="en-US" sz="19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19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19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19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19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session</a:t>
            </a:r>
            <a:r>
              <a:rPr lang="en-US" sz="19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95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chủ.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14400" y="6286500"/>
            <a:ext cx="805815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1295400" y="66103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</a:t>
            </a:r>
            <a:r>
              <a:rPr lang="en-US" sz="16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295400" y="704850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4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Xóa</a:t>
            </a:r>
            <a:r>
              <a:rPr lang="en-US" sz="30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30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315450" y="6286500"/>
            <a:ext cx="805815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/>
        </p:spPr>
      </p:sp>
      <p:sp>
        <p:nvSpPr>
          <p:cNvPr id="23" name="Text 21"/>
          <p:cNvSpPr/>
          <p:nvPr/>
        </p:nvSpPr>
        <p:spPr>
          <a:xfrm>
            <a:off x="9696450" y="66103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16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1650" dirty="0"/>
          </a:p>
        </p:txBody>
      </p:sp>
      <p:sp>
        <p:nvSpPr>
          <p:cNvPr id="24" name="Text richtext-1792339386242-947863990"/>
          <p:cNvSpPr/>
          <p:nvPr/>
        </p:nvSpPr>
        <p:spPr>
          <a:xfrm>
            <a:off x="9696450" y="7048500"/>
            <a:ext cx="7334250" cy="1143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session.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phải dùng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 kho*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914400" y="862965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*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180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người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80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không</a:t>
            </a:r>
            <a:r>
              <a:rPr lang="en-US" sz="1800" dirty="0" spc="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đo.</a:t>
            </a:r>
            <a:endParaRPr lang="en-US" sz="1800" dirty="0"/>
          </a:p>
        </p:txBody>
      </p:sp>
      <p:sp>
        <p:nvSpPr>
          <p:cNvPr id="26" name="Connector line-1792339386269-928337264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8" name="Shape 26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9" name="Shape 27"/>
          <p:cNvSpPr/>
          <p:nvPr/>
        </p:nvSpPr>
        <p:spPr>
          <a:xfrm>
            <a:off x="1543050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0" name="Shape 28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27602c20-d779-4d10-9b7f-20dc9d5d155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JWT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alg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2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72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7200" dirty="0" spc="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khai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714625"/>
            <a:ext cx="16459200" cy="3000375"/>
          </a:xfrm>
          <a:prstGeom prst="roundRect">
            <a:avLst>
              <a:gd name="adj" fmla="val 888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2971800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HEADER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620000" y="2971800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PAYLOAD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333500" y="3276600"/>
            <a:ext cx="6096000" cy="800100"/>
          </a:xfrm>
          <a:prstGeom prst="roundRect">
            <a:avLst>
              <a:gd name="adj" fmla="val 21429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3500" y="3276600"/>
            <a:ext cx="609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{"alg":"HS256","typ":"JWT"}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7620000" y="3276600"/>
            <a:ext cx="3619500" cy="800100"/>
          </a:xfrm>
          <a:prstGeom prst="roundRect">
            <a:avLst>
              <a:gd name="adj" fmla="val 21429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0000" y="3276600"/>
            <a:ext cx="3619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thông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21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1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525250" y="3276600"/>
            <a:ext cx="5524500" cy="8001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ctr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base64url: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1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1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100" dirty="0"/>
          </a:p>
        </p:txBody>
      </p:sp>
      <p:sp>
        <p:nvSpPr>
          <p:cNvPr id="12" name="Connector line-1792363423415-663678606"/>
          <p:cNvSpPr/>
          <p:nvPr/>
        </p:nvSpPr>
        <p:spPr>
          <a:xfrm>
            <a:off x="2857500" y="4133850"/>
            <a:ext cx="0" cy="304800"/>
          </a:xfrm>
          <a:prstGeom prst="line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triangle" w="lg" len="lg"/>
          </a:ln>
        </p:spPr>
      </p:sp>
      <p:sp>
        <p:nvSpPr>
          <p:cNvPr id="13" name="Shape 11"/>
          <p:cNvSpPr/>
          <p:nvPr/>
        </p:nvSpPr>
        <p:spPr>
          <a:xfrm>
            <a:off x="1333500" y="4476750"/>
            <a:ext cx="6191250" cy="914400"/>
          </a:xfrm>
          <a:prstGeom prst="roundRect">
            <a:avLst>
              <a:gd name="adj" fmla="val 1875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3500" y="4476750"/>
            <a:ext cx="6191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alg: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400" dirty="0" spc="4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khai</a:t>
            </a:r>
            <a:endParaRPr lang="en-US" sz="2400" dirty="0"/>
          </a:p>
        </p:txBody>
      </p:sp>
      <p:sp>
        <p:nvSpPr>
          <p:cNvPr id="15" name="Connector line-1792363423419-927020818"/>
          <p:cNvSpPr/>
          <p:nvPr/>
        </p:nvSpPr>
        <p:spPr>
          <a:xfrm>
            <a:off x="7620000" y="4933950"/>
            <a:ext cx="7620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6" name="Shape 14"/>
          <p:cNvSpPr/>
          <p:nvPr/>
        </p:nvSpPr>
        <p:spPr>
          <a:xfrm>
            <a:off x="8477250" y="4476750"/>
            <a:ext cx="8572500" cy="914400"/>
          </a:xfrm>
          <a:prstGeom prst="roundRect">
            <a:avLst>
              <a:gd name="adj" fmla="val 1875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77250" y="4476750"/>
            <a:ext cx="8572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Người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khai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thuật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toán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chấp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14400" y="6000750"/>
            <a:ext cx="8058150" cy="2286000"/>
          </a:xfrm>
          <a:prstGeom prst="roundRect">
            <a:avLst>
              <a:gd name="adj" fmla="val 11667"/>
            </a:avLst>
          </a:prstGeom>
          <a:solidFill>
            <a:srgbClr val="F8D9D0"/>
          </a:solidFill>
          <a:ln/>
        </p:spPr>
      </p:sp>
      <p:sp>
        <p:nvSpPr>
          <p:cNvPr id="19" name="Text 17"/>
          <p:cNvSpPr/>
          <p:nvPr/>
        </p:nvSpPr>
        <p:spPr>
          <a:xfrm>
            <a:off x="1295400" y="63055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9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RỦI</a:t>
            </a:r>
            <a:r>
              <a:rPr lang="en-US" sz="1650" b="1" spc="28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endParaRPr lang="en-US" sz="1650" dirty="0"/>
          </a:p>
        </p:txBody>
      </p:sp>
      <p:sp>
        <p:nvSpPr>
          <p:cNvPr id="20" name="Text richtext-1792363423426-381133899"/>
          <p:cNvSpPr/>
          <p:nvPr/>
        </p:nvSpPr>
        <p:spPr>
          <a:xfrm>
            <a:off x="1295400" y="6743700"/>
            <a:ext cx="7334250" cy="1428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550" dirty="0" spc="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alg.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5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nhầm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 viện.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9315450" y="6000750"/>
            <a:ext cx="8058150" cy="2286000"/>
          </a:xfrm>
          <a:prstGeom prst="roundRect">
            <a:avLst>
              <a:gd name="adj" fmla="val 11667"/>
            </a:avLst>
          </a:prstGeom>
          <a:solidFill>
            <a:srgbClr val="F3DFB8"/>
          </a:solidFill>
          <a:ln/>
        </p:spPr>
      </p:sp>
      <p:sp>
        <p:nvSpPr>
          <p:cNvPr id="22" name="Text 20"/>
          <p:cNvSpPr/>
          <p:nvPr/>
        </p:nvSpPr>
        <p:spPr>
          <a:xfrm>
            <a:off x="9696450" y="63055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1650" b="1" spc="30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endParaRPr lang="en-US" sz="1650" dirty="0"/>
          </a:p>
        </p:txBody>
      </p:sp>
      <p:sp>
        <p:nvSpPr>
          <p:cNvPr id="23" name="Text richtext-1792363423452-67480174"/>
          <p:cNvSpPr/>
          <p:nvPr/>
        </p:nvSpPr>
        <p:spPr>
          <a:xfrm>
            <a:off x="9696450" y="6743700"/>
            <a:ext cx="7334250" cy="1428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PyJWT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quên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algorithms.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vá: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nhầm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toán.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914400" y="8534400"/>
            <a:ext cx="16459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An</a:t>
            </a:r>
            <a:r>
              <a:rPr lang="en-US" sz="22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toàn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nằm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viện</a:t>
            </a:r>
            <a:r>
              <a:rPr lang="en-US" sz="22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cấu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hình,</a:t>
            </a: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nằm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25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dạng.</a:t>
            </a:r>
            <a:endParaRPr lang="en-US" sz="2250" dirty="0"/>
          </a:p>
        </p:txBody>
      </p:sp>
      <p:sp>
        <p:nvSpPr>
          <p:cNvPr id="25" name="Connector line-1792363423465-995361068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7" name="Shape 25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8" name="Shape 26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9" name="Shape 27"/>
          <p:cNvSpPr/>
          <p:nvPr/>
        </p:nvSpPr>
        <p:spPr>
          <a:xfrm>
            <a:off x="1871663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2d3152d9-90fe-4e0d-b41e-96a42514879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/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6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PASETO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47625" rIns="0" bIns="-47625" rtlCol="0" anchor="t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Tiền</a:t>
            </a:r>
            <a:r>
              <a:rPr lang="en-US" sz="75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75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905000" cy="952500"/>
          </a:xfrm>
          <a:prstGeom prst="roundRect">
            <a:avLst>
              <a:gd name="adj" fmla="val 22000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857500"/>
            <a:ext cx="190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v4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2971800" y="3257550"/>
            <a:ext cx="152400" cy="1524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7" name="Shape 5"/>
          <p:cNvSpPr/>
          <p:nvPr/>
        </p:nvSpPr>
        <p:spPr>
          <a:xfrm>
            <a:off x="3276600" y="2857500"/>
            <a:ext cx="5143500" cy="952500"/>
          </a:xfrm>
          <a:prstGeom prst="roundRect">
            <a:avLst>
              <a:gd name="adj" fmla="val 22000"/>
            </a:avLst>
          </a:prstGeom>
          <a:solidFill>
            <a:srgbClr val="14161C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76600" y="2857500"/>
            <a:ext cx="5143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local</a:t>
            </a:r>
            <a:r>
              <a:rPr lang="en-US" sz="33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33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public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8572500" y="3257550"/>
            <a:ext cx="152400" cy="1524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0" name="Shape 8"/>
          <p:cNvSpPr/>
          <p:nvPr/>
        </p:nvSpPr>
        <p:spPr>
          <a:xfrm>
            <a:off x="8877300" y="2857500"/>
            <a:ext cx="4762500" cy="952500"/>
          </a:xfrm>
          <a:prstGeom prst="roundRect">
            <a:avLst>
              <a:gd name="adj" fmla="val 22000"/>
            </a:avLst>
          </a:prstGeom>
          <a:solidFill>
            <a:srgbClr val="14161C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77300" y="2857500"/>
            <a:ext cx="476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33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13792200" y="3257550"/>
            <a:ext cx="152400" cy="152400"/>
          </a:xfrm>
          <a:prstGeom prst="ellipse">
            <a:avLst/>
          </a:prstGeom>
          <a:solidFill>
            <a:srgbClr val="9A98A0"/>
          </a:solidFill>
          <a:ln/>
        </p:spPr>
      </p:sp>
      <p:sp>
        <p:nvSpPr>
          <p:cNvPr id="13" name="Shape 11"/>
          <p:cNvSpPr/>
          <p:nvPr/>
        </p:nvSpPr>
        <p:spPr>
          <a:xfrm>
            <a:off x="14097000" y="2857500"/>
            <a:ext cx="3276600" cy="952500"/>
          </a:xfrm>
          <a:prstGeom prst="roundRect">
            <a:avLst>
              <a:gd name="adj" fmla="val 22000"/>
            </a:avLst>
          </a:prstGeom>
          <a:solidFill>
            <a:srgbClr val="14161C"/>
          </a:solidFill>
          <a:ln w="19050">
            <a:solidFill>
              <a:srgbClr val="9A98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097000" y="2857500"/>
            <a:ext cx="3276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7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footer,</a:t>
            </a:r>
            <a:r>
              <a:rPr lang="en-US" sz="2100" dirty="0" spc="1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tùy</a:t>
            </a:r>
            <a:r>
              <a:rPr lang="en-US" sz="2100" dirty="0" spc="-4" kern="0">
                <a:solidFill>
                  <a:srgbClr val="9A98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chọn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14400" y="394335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phiên</a:t>
            </a:r>
            <a:r>
              <a:rPr lang="en-US" sz="1950" dirty="0" spc="-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3276600" y="3943350"/>
            <a:ext cx="5143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mục</a:t>
            </a:r>
            <a:r>
              <a:rPr lang="en-US" sz="1950" dirty="0" spc="1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đích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14400" y="46291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cặp</a:t>
            </a: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85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2850" dirty="0" spc="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đích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8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8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thuật</a:t>
            </a:r>
            <a:r>
              <a:rPr lang="en-US" sz="28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toán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</a:t>
            </a:r>
            <a:r>
              <a:rPr lang="en-US" sz="2850" dirty="0" spc="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định.</a:t>
            </a:r>
            <a:endParaRPr lang="en-US" sz="2850" dirty="0"/>
          </a:p>
        </p:txBody>
      </p:sp>
      <p:sp>
        <p:nvSpPr>
          <p:cNvPr id="18" name="Shape 16"/>
          <p:cNvSpPr/>
          <p:nvPr/>
        </p:nvSpPr>
        <p:spPr>
          <a:xfrm>
            <a:off x="914400" y="5391150"/>
            <a:ext cx="8058150" cy="2571750"/>
          </a:xfrm>
          <a:prstGeom prst="roundRect">
            <a:avLst>
              <a:gd name="adj" fmla="val 1037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5400" y="5619750"/>
            <a:ext cx="6667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v4.local</a:t>
            </a:r>
            <a:endParaRPr lang="en-US" sz="4200" dirty="0"/>
          </a:p>
        </p:txBody>
      </p:sp>
      <p:sp>
        <p:nvSpPr>
          <p:cNvPr id="20" name="Text richtext-1792363492551-115133631"/>
          <p:cNvSpPr/>
          <p:nvPr/>
        </p:nvSpPr>
        <p:spPr>
          <a:xfrm>
            <a:off x="1295400" y="6515100"/>
            <a:ext cx="7334250" cy="1333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khóa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chung.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Che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9315450" y="5391150"/>
            <a:ext cx="8058150" cy="2571750"/>
          </a:xfrm>
          <a:prstGeom prst="roundRect">
            <a:avLst>
              <a:gd name="adj" fmla="val 1037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96450" y="5619750"/>
            <a:ext cx="6667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v4.public</a:t>
            </a:r>
            <a:endParaRPr lang="en-US" sz="4200" dirty="0"/>
          </a:p>
        </p:txBody>
      </p:sp>
      <p:sp>
        <p:nvSpPr>
          <p:cNvPr id="23" name="Text richtext-1792363492570-925952513"/>
          <p:cNvSpPr/>
          <p:nvPr/>
        </p:nvSpPr>
        <p:spPr>
          <a:xfrm>
            <a:off x="9696450" y="6515100"/>
            <a:ext cx="7334250" cy="1333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550" dirty="0" spc="-9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Ký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khóa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riêng,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Ed25519.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914400" y="82677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7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alg:</a:t>
            </a:r>
            <a:r>
              <a:rPr lang="en-US" sz="2700" b="1" dirty="0" spc="1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b="1" dirty="0" spc="4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7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7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toán.</a:t>
            </a:r>
            <a:endParaRPr lang="en-US" sz="2700" dirty="0"/>
          </a:p>
        </p:txBody>
      </p:sp>
      <p:sp>
        <p:nvSpPr>
          <p:cNvPr id="25" name="Connector line-1792363492581-341000319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7" name="Shape 25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8" name="Shape 26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9" name="Shape 27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0" name="Shape 28"/>
          <p:cNvSpPr/>
          <p:nvPr/>
        </p:nvSpPr>
        <p:spPr>
          <a:xfrm>
            <a:off x="2200275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1" name="Shape 29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48b41719-0013-472e-89ab-d1eb81a9283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95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47625" rIns="0" bIns="-47625" rtlCol="0" anchor="t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Kết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14625"/>
            <a:ext cx="8058150" cy="4476750"/>
          </a:xfrm>
          <a:prstGeom prst="roundRect">
            <a:avLst>
              <a:gd name="adj" fmla="val 5957"/>
            </a:avLst>
          </a:prstGeom>
          <a:solidFill>
            <a:srgbClr val="F3DFB8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876550"/>
            <a:ext cx="1714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1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JWT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857500" y="3048000"/>
            <a:ext cx="571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PyJWT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2.14.0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295400" y="3905250"/>
            <a:ext cx="1619250" cy="4191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3905250"/>
            <a:ext cx="1619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spc="15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650" b="1" spc="15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3105150" y="3829050"/>
            <a:ext cx="55245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Header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payload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cần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95400" y="4972050"/>
            <a:ext cx="1619250" cy="4191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4972050"/>
            <a:ext cx="1619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spc="150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650" b="1" spc="151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105150" y="4895850"/>
            <a:ext cx="55245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6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none,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95400" y="6038850"/>
            <a:ext cx="1619250" cy="4191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6038850"/>
            <a:ext cx="1619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spc="150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650" b="1" spc="151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105150" y="5962650"/>
            <a:ext cx="55245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HS256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khóa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 của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RS256.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15450" y="2714625"/>
            <a:ext cx="8058150" cy="4476750"/>
          </a:xfrm>
          <a:prstGeom prst="roundRect">
            <a:avLst>
              <a:gd name="adj" fmla="val 5957"/>
            </a:avLst>
          </a:prstGeom>
          <a:solidFill>
            <a:srgbClr val="CFE8E2"/>
          </a:solidFill>
          <a:ln/>
        </p:spPr>
      </p:sp>
      <p:sp>
        <p:nvSpPr>
          <p:cNvPr id="17" name="Text 15"/>
          <p:cNvSpPr/>
          <p:nvPr/>
        </p:nvSpPr>
        <p:spPr>
          <a:xfrm>
            <a:off x="9696450" y="2876550"/>
            <a:ext cx="2476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8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PASETO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2287250" y="3048000"/>
            <a:ext cx="476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pyseto</a:t>
            </a:r>
            <a:r>
              <a:rPr lang="en-US" sz="21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1.10.0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696450" y="3905250"/>
            <a:ext cx="1619250" cy="4191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6450" y="3905250"/>
            <a:ext cx="1619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spc="15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650" b="1" spc="15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1506200" y="3829050"/>
            <a:ext cx="55245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v4.public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được;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v4.local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alice.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9696450" y="4972050"/>
            <a:ext cx="1619250" cy="4191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9696450" y="4972050"/>
            <a:ext cx="1619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spc="150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650" b="1" spc="151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1506200" y="4895850"/>
            <a:ext cx="55245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tự,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role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admin,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footer.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9696450" y="6038850"/>
            <a:ext cx="1619250" cy="4191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6" name="Text 24"/>
          <p:cNvSpPr/>
          <p:nvPr/>
        </p:nvSpPr>
        <p:spPr>
          <a:xfrm>
            <a:off x="9696450" y="6038850"/>
            <a:ext cx="1619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spc="150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650" b="1" spc="151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1506200" y="5962650"/>
            <a:ext cx="55245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khóa:</a:t>
            </a:r>
            <a:r>
              <a:rPr lang="en-US" sz="2550" dirty="0" spc="-5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key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found.</a:t>
            </a:r>
            <a:endParaRPr lang="en-US" sz="2550" dirty="0"/>
          </a:p>
        </p:txBody>
      </p:sp>
      <p:sp>
        <p:nvSpPr>
          <p:cNvPr id="28" name="Shape 26"/>
          <p:cNvSpPr/>
          <p:nvPr/>
        </p:nvSpPr>
        <p:spPr>
          <a:xfrm>
            <a:off x="914400" y="7381875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/>
        </p:spPr>
      </p:sp>
      <p:sp>
        <p:nvSpPr>
          <p:cNvPr id="29" name="Text 27"/>
          <p:cNvSpPr/>
          <p:nvPr/>
        </p:nvSpPr>
        <p:spPr>
          <a:xfrm>
            <a:off x="1295400" y="7496175"/>
            <a:ext cx="15716250" cy="9144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ctr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PyJWT: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443"/>
              </a:lnSpc>
              <a:buNone/>
            </a:pPr>
            <a:r>
              <a:rPr lang="en-US" sz="2550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algorithms=[...]</a:t>
            </a:r>
            <a:pPr algn="l" indent="0" marL="0">
              <a:lnSpc>
                <a:spcPts val="3443"/>
              </a:lnSpc>
              <a:buNone/>
            </a:pPr>
            <a:r>
              <a:rPr lang="en-US" sz="25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5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PASETO: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r>
              <a:rPr lang="en-US" sz="2550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550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1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dirty="0" spc="2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pPr algn="l" indent="0" marL="0">
              <a:lnSpc>
                <a:spcPts val="3443"/>
              </a:lnSpc>
              <a:buNone/>
            </a:pPr>
            <a:r>
              <a:rPr lang="en-US" sz="25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550" dirty="0"/>
          </a:p>
        </p:txBody>
      </p:sp>
      <p:sp>
        <p:nvSpPr>
          <p:cNvPr id="30" name="Text 28"/>
          <p:cNvSpPr/>
          <p:nvPr/>
        </p:nvSpPr>
        <p:spPr>
          <a:xfrm>
            <a:off x="914400" y="86868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1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9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9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đo:</a:t>
            </a:r>
            <a:pPr algn="l" indent="0" marL="0">
              <a:buNone/>
            </a:pP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95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9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19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tạm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19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nhiên.</a:t>
            </a:r>
            <a:endParaRPr lang="en-US" sz="1950" dirty="0"/>
          </a:p>
        </p:txBody>
      </p:sp>
      <p:sp>
        <p:nvSpPr>
          <p:cNvPr id="31" name="Connector line-1792363572634-958287360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3" name="Shape 31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5" name="Shape 33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6" name="Shape 34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7" name="Shape 35"/>
          <p:cNvSpPr/>
          <p:nvPr/>
        </p:nvSpPr>
        <p:spPr>
          <a:xfrm>
            <a:off x="252888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8" name="Shape 36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ddd8d304-8e74-4f05-9d1a-47d1a24fb93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47625" rIns="0" bIns="-47625" rtlCol="0" anchor="t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7500" dirty="0" spc="-6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75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endParaRPr lang="en-US" sz="7500" dirty="0"/>
          </a:p>
        </p:txBody>
      </p:sp>
      <p:sp>
        <p:nvSpPr>
          <p:cNvPr id="4" name="Connector line-1792365271068-724183659"/>
          <p:cNvSpPr/>
          <p:nvPr/>
        </p:nvSpPr>
        <p:spPr>
          <a:xfrm>
            <a:off x="914400" y="4152900"/>
            <a:ext cx="86106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5" name="Connector line-1792365271069-600708099"/>
          <p:cNvSpPr/>
          <p:nvPr/>
        </p:nvSpPr>
        <p:spPr>
          <a:xfrm>
            <a:off x="914400" y="5629275"/>
            <a:ext cx="86106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6" name="Connector line-1792365271069-712298225"/>
          <p:cNvSpPr/>
          <p:nvPr/>
        </p:nvSpPr>
        <p:spPr>
          <a:xfrm>
            <a:off x="914400" y="7105650"/>
            <a:ext cx="86106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952500" y="2895600"/>
            <a:ext cx="685800" cy="6858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962150" y="2838450"/>
            <a:ext cx="7620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hồi</a:t>
            </a:r>
            <a:r>
              <a:rPr lang="en-US" sz="33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phát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962150" y="3409950"/>
            <a:ext cx="7620000" cy="7429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 không</a:t>
            </a:r>
            <a:r>
              <a:rPr lang="en-US" sz="21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100" dirty="0" spc="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10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xuất.</a:t>
            </a:r>
            <a:endParaRPr lang="en-US" sz="2100" dirty="0"/>
          </a:p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5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PASETO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chống</a:t>
            </a:r>
            <a:r>
              <a:rPr lang="en-US" sz="21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tấn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1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52500" y="4371975"/>
            <a:ext cx="685800" cy="6858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962150" y="4314825"/>
            <a:ext cx="7620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Hạn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1962150" y="4886325"/>
            <a:ext cx="7620000" cy="7429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2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exp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100" dirty="0" spc="-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100" dirty="0"/>
          </a:p>
          <a:p>
            <a:pPr algn="l" indent="0" marL="0">
              <a:lnSpc>
                <a:spcPts val="2730"/>
              </a:lnSpc>
              <a:buNone/>
            </a:pPr>
            <a:r>
              <a:rPr lang="en-US" sz="21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10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1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100" dirty="0" spc="-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10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52500" y="5848350"/>
            <a:ext cx="685800" cy="6858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962150" y="5791200"/>
            <a:ext cx="7620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Khóa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962150" y="6362700"/>
            <a:ext cx="7620000" cy="7429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 local</a:t>
            </a:r>
            <a:r>
              <a:rPr lang="en-US" sz="210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 đọc</a:t>
            </a:r>
            <a:r>
              <a:rPr lang="en-US" sz="210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100" dirty="0" spc="-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10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-2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token.</a:t>
            </a:r>
            <a:endParaRPr lang="en-US" sz="2100" dirty="0"/>
          </a:p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3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Footer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-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hóa:</a:t>
            </a:r>
            <a:r>
              <a:rPr lang="en-US" sz="210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1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52500" y="7324725"/>
            <a:ext cx="685800" cy="685800"/>
          </a:xfrm>
          <a:prstGeom prst="ellipse">
            <a:avLst/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962150" y="7267575"/>
            <a:ext cx="76200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Chỗ cất</a:t>
            </a:r>
            <a:r>
              <a:rPr lang="en-US" sz="33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token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1962150" y="7839075"/>
            <a:ext cx="7620000" cy="7429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100" dirty="0" spc="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100" dirty="0" spc="-2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1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10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đâu.</a:t>
            </a:r>
            <a:endParaRPr lang="en-US" sz="2100" dirty="0"/>
          </a:p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5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dặn</a:t>
            </a:r>
            <a:r>
              <a:rPr lang="en-US" sz="21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cất</a:t>
            </a:r>
            <a:r>
              <a:rPr lang="en-US" sz="21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 session</a:t>
            </a:r>
            <a:r>
              <a:rPr lang="en-US" sz="2100" dirty="0" spc="-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localStorage.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0096500" y="2714625"/>
            <a:ext cx="7277100" cy="5905500"/>
          </a:xfrm>
          <a:prstGeom prst="roundRect">
            <a:avLst>
              <a:gd name="adj" fmla="val 4516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77500" y="2981325"/>
            <a:ext cx="6477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 DỤ:</a:t>
            </a:r>
            <a:r>
              <a:rPr lang="en-US" sz="16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65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0477500" y="3390900"/>
            <a:ext cx="6572250" cy="8001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2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pyseto</a:t>
            </a:r>
            <a:r>
              <a:rPr lang="en-US" sz="21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1.10.0,</a:t>
            </a:r>
            <a:r>
              <a:rPr lang="en-US" sz="210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token</a:t>
            </a:r>
            <a:r>
              <a:rPr lang="en-US" sz="21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1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exp</a:t>
            </a:r>
            <a:r>
              <a:rPr lang="en-US" sz="21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21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đây</a:t>
            </a:r>
            <a:r>
              <a:rPr lang="en-US" sz="21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1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giờ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0477500" y="4333875"/>
            <a:ext cx="6515100" cy="1333500"/>
          </a:xfrm>
          <a:prstGeom prst="roundRect">
            <a:avLst>
              <a:gd name="adj" fmla="val 14286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63250" y="4495800"/>
            <a:ext cx="6000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decode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-2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19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deserializer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0763250" y="4914900"/>
            <a:ext cx="6000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1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được</a:t>
            </a:r>
            <a:r>
              <a:rPr lang="en-US" sz="30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chấp</a:t>
            </a:r>
            <a:r>
              <a:rPr lang="en-US" sz="30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10477500" y="5857875"/>
            <a:ext cx="6515100" cy="1333500"/>
          </a:xfrm>
          <a:prstGeom prst="roundRect">
            <a:avLst>
              <a:gd name="adj" fmla="val 14286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63250" y="6019800"/>
            <a:ext cx="6000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decode</a:t>
            </a:r>
            <a:r>
              <a:rPr lang="en-US" sz="1950" dirty="0" spc="-2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deserializer=json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0763250" y="6438900"/>
            <a:ext cx="60007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</a:t>
            </a:r>
            <a:r>
              <a:rPr lang="en-US" sz="300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0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chối:</a:t>
            </a:r>
            <a:r>
              <a:rPr lang="en-US" sz="3000" b="1" dirty="0" spc="-7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3000" b="1" dirty="0" spc="-1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expired.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10477500" y="7410450"/>
            <a:ext cx="6515100" cy="11049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PyJWT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dirty="0" spc="-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mặc</a:t>
            </a:r>
            <a:r>
              <a:rPr lang="en-US" sz="1950" dirty="0" spc="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1950" dirty="0"/>
          </a:p>
          <a:p>
            <a:pPr algn="l" indent="0" marL="0">
              <a:lnSpc>
                <a:spcPts val="2633"/>
              </a:lnSpc>
              <a:buNone/>
            </a:pPr>
            <a:r>
              <a:rPr lang="en-US" sz="19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 là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 vi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9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viện,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950" dirty="0" spc="-2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9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1950" dirty="0" spc="-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9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950" dirty="0" spc="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9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dạng.</a:t>
            </a:r>
            <a:endParaRPr lang="en-US" sz="1950" dirty="0"/>
          </a:p>
        </p:txBody>
      </p:sp>
      <p:sp>
        <p:nvSpPr>
          <p:cNvPr id="29" name="Connector line-1792365271148-438629655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1" name="Shape 29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2" name="Shape 30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3" name="Shape 31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4" name="Shape 32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5" name="Shape 33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6" name="Shape 34"/>
          <p:cNvSpPr/>
          <p:nvPr/>
        </p:nvSpPr>
        <p:spPr>
          <a:xfrm>
            <a:off x="2857500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7" name="Shape 35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cf3b1fa6-7fcd-413a-be39-39222002c15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1950" b="1" spc="29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950" b="1" spc="28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47625" rIns="0" bIns="-47625" rtlCol="0" anchor="t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hồi</a:t>
            </a:r>
            <a:r>
              <a:rPr lang="en-US" sz="7500" dirty="0" spc="-7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trước,</a:t>
            </a:r>
            <a:r>
              <a:rPr lang="en-US" sz="75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908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7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650" b="1" spc="28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6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95400" y="3362325"/>
            <a:ext cx="15716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Tôi</a:t>
            </a:r>
            <a:r>
              <a:rPr lang="en-US" sz="4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 cần</a:t>
            </a:r>
            <a:r>
              <a:rPr lang="en-US" sz="4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</a:t>
            </a:r>
            <a:r>
              <a:rPr lang="en-US" sz="4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hồi</a:t>
            </a:r>
            <a:r>
              <a:rPr lang="en-US" sz="48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</a:t>
            </a:r>
            <a:r>
              <a:rPr lang="en-US" sz="4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4572000"/>
            <a:ext cx="5334000" cy="3143250"/>
          </a:xfrm>
          <a:prstGeom prst="roundRect">
            <a:avLst>
              <a:gd name="adj" fmla="val 7879"/>
            </a:avLst>
          </a:prstGeom>
          <a:solidFill>
            <a:srgbClr val="DDE3FA"/>
          </a:solidFill>
          <a:ln/>
        </p:spPr>
      </p:sp>
      <p:sp>
        <p:nvSpPr>
          <p:cNvPr id="8" name="Text 6"/>
          <p:cNvSpPr/>
          <p:nvPr/>
        </p:nvSpPr>
        <p:spPr>
          <a:xfrm>
            <a:off x="1219200" y="4857750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Session</a:t>
            </a:r>
            <a:endParaRPr lang="en-US" sz="3600" dirty="0"/>
          </a:p>
        </p:txBody>
      </p:sp>
      <p:sp>
        <p:nvSpPr>
          <p:cNvPr id="9" name="Text richtext-1792366419824-786424051"/>
          <p:cNvSpPr/>
          <p:nvPr/>
        </p:nvSpPr>
        <p:spPr>
          <a:xfrm>
            <a:off x="1219200" y="5715000"/>
            <a:ext cx="4724400" cy="1905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Xóa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là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hồi.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 giá: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6477000" y="4572000"/>
            <a:ext cx="5334000" cy="3143250"/>
          </a:xfrm>
          <a:prstGeom prst="roundRect">
            <a:avLst>
              <a:gd name="adj" fmla="val 7879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6781800" y="4857750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7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JWT</a:t>
            </a:r>
            <a:pPr algn="l" indent="0" marL="0">
              <a:buNone/>
            </a:pP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6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buNone/>
            </a:pPr>
            <a:r>
              <a:rPr lang="en-US" sz="3600" dirty="0" spc="-7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PASETO</a:t>
            </a:r>
            <a:endParaRPr lang="en-US" sz="3600" dirty="0"/>
          </a:p>
        </p:txBody>
      </p:sp>
      <p:sp>
        <p:nvSpPr>
          <p:cNvPr id="12" name="Text richtext-1792366419847-676865068"/>
          <p:cNvSpPr/>
          <p:nvPr/>
        </p:nvSpPr>
        <p:spPr>
          <a:xfrm>
            <a:off x="6781800" y="5715000"/>
            <a:ext cx="4724400" cy="1905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sớm: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hồi.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khóa: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039600" y="4572000"/>
            <a:ext cx="5334000" cy="3143250"/>
          </a:xfrm>
          <a:prstGeom prst="roundRect">
            <a:avLst>
              <a:gd name="adj" fmla="val 7879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0" y="4857750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8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Tên</a:t>
            </a:r>
            <a:r>
              <a:rPr lang="en-US" sz="36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dạng</a:t>
            </a:r>
            <a:endParaRPr lang="en-US" sz="3600" dirty="0"/>
          </a:p>
        </p:txBody>
      </p:sp>
      <p:sp>
        <p:nvSpPr>
          <p:cNvPr id="15" name="Text richtext-1792366419859-69191918"/>
          <p:cNvSpPr/>
          <p:nvPr/>
        </p:nvSpPr>
        <p:spPr>
          <a:xfrm>
            <a:off x="12344400" y="5715000"/>
            <a:ext cx="4724400" cy="19050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550" dirty="0" spc="-6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PASETO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alg.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An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thư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hình.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14400" y="8048625"/>
            <a:ext cx="16459200" cy="7620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b="1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OWASP:</a:t>
            </a:r>
            <a:pPr algn="l" indent="0" marL="0">
              <a:lnSpc>
                <a:spcPts val="2633"/>
              </a:lnSpc>
              <a:buNone/>
            </a:pP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 nhắc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session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19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JWT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session,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19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 làm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session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còn “không</a:t>
            </a:r>
            <a:r>
              <a:rPr lang="en-US" sz="19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thái”.</a:t>
            </a:r>
            <a:endParaRPr lang="en-US" sz="1950" dirty="0"/>
          </a:p>
        </p:txBody>
      </p:sp>
      <p:sp>
        <p:nvSpPr>
          <p:cNvPr id="17" name="Connector line-1792366419868-246839335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9" name="Shape 17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0" name="Shape 18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1" name="Shape 19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2" name="Shape 20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3" name="Shape 21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4" name="Shape 22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5" name="Shape 23"/>
          <p:cNvSpPr/>
          <p:nvPr/>
        </p:nvSpPr>
        <p:spPr>
          <a:xfrm>
            <a:off x="3186113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6b2ef417-93da-418f-80f5-b157c163670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572500" cy="1238250"/>
          </a:xfrm>
          <a:prstGeom prst="rect">
            <a:avLst/>
          </a:prstGeom>
          <a:noFill/>
          <a:ln/>
        </p:spPr>
        <p:txBody>
          <a:bodyPr wrap="square" lIns="0" tIns="43815" rIns="0" bIns="-43815" rtlCol="0" anchor="t"/>
          <a:lstStyle/>
          <a:p>
            <a:pPr algn="l" indent="0" marL="0">
              <a:lnSpc>
                <a:spcPts val="7590"/>
              </a:lnSpc>
              <a:buNone/>
            </a:pP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Chặn</a:t>
            </a:r>
            <a:r>
              <a:rPr lang="en-US" sz="6900" dirty="0" spc="-4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token</a:t>
            </a:r>
            <a:r>
              <a:rPr lang="en-US" sz="69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90800"/>
            <a:ext cx="8286750" cy="2095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JWT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v4.public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550" dirty="0" spc="-5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PASETO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“loại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hổng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toán”.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nghỉ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5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ngay.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gì?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4857750"/>
            <a:ext cx="8191500" cy="333375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510540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1650" dirty="0"/>
          </a:p>
        </p:txBody>
      </p:sp>
      <p:sp>
        <p:nvSpPr>
          <p:cNvPr id="7" name="Connector line-1792368442187-473104557"/>
          <p:cNvSpPr/>
          <p:nvPr/>
        </p:nvSpPr>
        <p:spPr>
          <a:xfrm>
            <a:off x="1619250" y="6667500"/>
            <a:ext cx="247650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8" name="Connector line-1792368442188-826362162"/>
          <p:cNvSpPr/>
          <p:nvPr/>
        </p:nvSpPr>
        <p:spPr>
          <a:xfrm>
            <a:off x="4095750" y="6667500"/>
            <a:ext cx="4095750" cy="0"/>
          </a:xfrm>
          <a:prstGeom prst="line">
            <a:avLst/>
          </a:prstGeom>
          <a:noFill/>
          <a:ln w="13335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495425" y="6543675"/>
            <a:ext cx="247650" cy="24765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0" name="Shape 8"/>
          <p:cNvSpPr/>
          <p:nvPr/>
        </p:nvSpPr>
        <p:spPr>
          <a:xfrm>
            <a:off x="3924300" y="6496050"/>
            <a:ext cx="342900" cy="3429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Shape 9"/>
          <p:cNvSpPr/>
          <p:nvPr/>
        </p:nvSpPr>
        <p:spPr>
          <a:xfrm>
            <a:off x="8067675" y="6543675"/>
            <a:ext cx="247650" cy="24765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60579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đổi</a:t>
            </a:r>
            <a:r>
              <a:rPr lang="en-US" sz="21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sang</a:t>
            </a:r>
            <a:r>
              <a:rPr lang="en-US" sz="21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v4.public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286250" y="60579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21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100" b="1" dirty="0" spc="-1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10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10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143250" y="7029450"/>
            <a:ext cx="190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nghỉ</a:t>
            </a:r>
            <a:r>
              <a:rPr lang="en-US" sz="22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3143250" y="741045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18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29500" y="7029450"/>
            <a:ext cx="1428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hết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14400" y="8420100"/>
            <a:ext cx="8191500" cy="66675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1800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hẹp thời gian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 còn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8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được;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 không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180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18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0" y="952500"/>
            <a:ext cx="7848600" cy="7810500"/>
          </a:xfrm>
          <a:prstGeom prst="roundRect">
            <a:avLst>
              <a:gd name="adj" fmla="val 3415"/>
            </a:avLst>
          </a:prstGeom>
          <a:solidFill>
            <a:srgbClr val="1F3FD1"/>
          </a:solidFill>
          <a:ln/>
        </p:spPr>
      </p:sp>
      <p:sp>
        <p:nvSpPr>
          <p:cNvPr id="19" name="Shape 17"/>
          <p:cNvSpPr/>
          <p:nvPr/>
        </p:nvSpPr>
        <p:spPr>
          <a:xfrm>
            <a:off x="9944100" y="1352550"/>
            <a:ext cx="647700" cy="647700"/>
          </a:xfrm>
          <a:prstGeom prst="ellips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15550" y="1543050"/>
            <a:ext cx="323850" cy="266700"/>
          </a:xfrm>
          <a:custGeom>
            <a:avLst/>
            <a:gdLst/>
            <a:ahLst/>
            <a:cxnLst/>
            <a:rect l="l" t="t" r="r" b="b"/>
            <a:pathLst>
              <a:path w="323850" h="266700">
                <a:moveTo>
                  <a:pt x="0" y="142875"/>
                </a:moveTo>
                <a:lnTo>
                  <a:pt x="114300" y="266700"/>
                </a:lnTo>
                <a:lnTo>
                  <a:pt x="323850" y="0"/>
                </a:lnTo>
              </a:path>
            </a:pathLst>
          </a:custGeom>
          <a:ln w="571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820400" y="152400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5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950" b="1" spc="298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9906000" y="2686050"/>
            <a:ext cx="7086600" cy="7620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0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4200" dirty="0" spc="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4200" dirty="0" spc="-16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4200" dirty="0" spc="-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4200" dirty="0" spc="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4200" dirty="0" spc="0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này.</a:t>
            </a:r>
            <a:endParaRPr lang="en-US" sz="4200" dirty="0"/>
          </a:p>
        </p:txBody>
      </p:sp>
      <p:sp>
        <p:nvSpPr>
          <p:cNvPr id="23" name="Text richtext-1792368442223-978302195"/>
          <p:cNvSpPr/>
          <p:nvPr/>
        </p:nvSpPr>
        <p:spPr>
          <a:xfrm>
            <a:off x="9906000" y="3733800"/>
            <a:ext cx="7086600" cy="1809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dirty="0" spc="-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550" dirty="0" spc="-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550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hạn.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550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2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550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550" dirty="0" spc="2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550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alg.</a:t>
            </a:r>
            <a:endParaRPr lang="en-US" sz="2550" dirty="0"/>
          </a:p>
        </p:txBody>
      </p:sp>
      <p:sp>
        <p:nvSpPr>
          <p:cNvPr id="24" name="Connector line-1792368442243-135858627"/>
          <p:cNvSpPr/>
          <p:nvPr/>
        </p:nvSpPr>
        <p:spPr>
          <a:xfrm>
            <a:off x="9906000" y="5715000"/>
            <a:ext cx="7086600" cy="0"/>
          </a:xfrm>
          <a:prstGeom prst="line">
            <a:avLst/>
          </a:prstGeom>
          <a:noFill/>
          <a:ln w="19050">
            <a:solidFill>
              <a:srgbClr val="FFFFFF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906000" y="5905500"/>
            <a:ext cx="70866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Muốn</a:t>
            </a:r>
            <a:r>
              <a:rPr lang="en-US" sz="2250" dirty="0" spc="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chặn</a:t>
            </a:r>
            <a:r>
              <a:rPr lang="en-US" sz="2250" dirty="0" spc="-1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ngay,</a:t>
            </a:r>
            <a:r>
              <a:rPr lang="en-US" sz="2250" dirty="0" spc="-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250" dirty="0" spc="0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250" dirty="0" spc="-3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thêm</a:t>
            </a:r>
            <a:r>
              <a:rPr lang="en-US" sz="2250" dirty="0" spc="-5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250" dirty="0" spc="-12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250" dirty="0" spc="1" kern="0">
                <a:solidFill>
                  <a:srgbClr val="FFFF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ba: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9906000" y="6515100"/>
            <a:ext cx="7086600" cy="590550"/>
          </a:xfrm>
          <a:prstGeom prst="roundRect">
            <a:avLst>
              <a:gd name="adj" fmla="val 25806"/>
            </a:avLst>
          </a:prstGeom>
          <a:solidFill>
            <a:srgbClr val="3A57E0"/>
          </a:solidFill>
          <a:ln/>
        </p:spPr>
      </p:sp>
      <p:sp>
        <p:nvSpPr>
          <p:cNvPr id="27" name="Text 25"/>
          <p:cNvSpPr/>
          <p:nvPr/>
        </p:nvSpPr>
        <p:spPr>
          <a:xfrm>
            <a:off x="10153650" y="65151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100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1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1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hồi,</a:t>
            </a:r>
            <a:r>
              <a:rPr lang="en-US" sz="210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100" dirty="0" spc="-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100" dirty="0" spc="-1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1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9906000" y="7239000"/>
            <a:ext cx="7086600" cy="590550"/>
          </a:xfrm>
          <a:prstGeom prst="roundRect">
            <a:avLst>
              <a:gd name="adj" fmla="val 25806"/>
            </a:avLst>
          </a:prstGeom>
          <a:solidFill>
            <a:srgbClr val="3A57E0"/>
          </a:solidFill>
          <a:ln/>
        </p:spPr>
      </p:sp>
      <p:sp>
        <p:nvSpPr>
          <p:cNvPr id="29" name="Text 27"/>
          <p:cNvSpPr/>
          <p:nvPr/>
        </p:nvSpPr>
        <p:spPr>
          <a:xfrm>
            <a:off x="10153650" y="72390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100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khóa:</a:t>
            </a:r>
            <a:r>
              <a:rPr lang="en-US" sz="2100" dirty="0" spc="-1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21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1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100" dirty="0" spc="-2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1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100" dirty="0" spc="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906000" y="7962900"/>
            <a:ext cx="7086600" cy="590550"/>
          </a:xfrm>
          <a:prstGeom prst="roundRect">
            <a:avLst>
              <a:gd name="adj" fmla="val 25806"/>
            </a:avLst>
          </a:prstGeom>
          <a:solidFill>
            <a:srgbClr val="3A57E0"/>
          </a:solidFill>
          <a:ln/>
        </p:spPr>
      </p:sp>
      <p:sp>
        <p:nvSpPr>
          <p:cNvPr id="31" name="Text 29"/>
          <p:cNvSpPr/>
          <p:nvPr/>
        </p:nvSpPr>
        <p:spPr>
          <a:xfrm>
            <a:off x="10153650" y="7962900"/>
            <a:ext cx="6667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Quay</a:t>
            </a:r>
            <a:r>
              <a:rPr lang="en-US" sz="2100" dirty="0" spc="-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1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session</a:t>
            </a:r>
            <a:r>
              <a:rPr lang="en-US" sz="2100" dirty="0" spc="-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100" dirty="0"/>
          </a:p>
        </p:txBody>
      </p:sp>
      <p:sp>
        <p:nvSpPr>
          <p:cNvPr id="32" name="Connector line-1792368442254-610685826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5" name="Shape 33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6" name="Shape 34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7" name="Shape 35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8" name="Shape 36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9" name="Shape 37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0" name="Shape 38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41" name="Shape 39"/>
          <p:cNvSpPr/>
          <p:nvPr/>
        </p:nvSpPr>
        <p:spPr>
          <a:xfrm>
            <a:off x="3514725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2" name="Shape 40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bc8c65a0-48d7-4de9-b10a-cbf139295f3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47625" rIns="0" bIns="-47625" rtlCol="0" anchor="t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75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75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14625"/>
            <a:ext cx="3943350" cy="34290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/>
        </p:spPr>
      </p:sp>
      <p:sp>
        <p:nvSpPr>
          <p:cNvPr id="5" name="Connector line-1792368507745-460421029"/>
          <p:cNvSpPr/>
          <p:nvPr/>
        </p:nvSpPr>
        <p:spPr>
          <a:xfrm>
            <a:off x="1295400" y="3048000"/>
            <a:ext cx="3238500" cy="0"/>
          </a:xfrm>
          <a:prstGeom prst="line">
            <a:avLst/>
          </a:prstGeom>
          <a:noFill/>
          <a:ln w="2857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209675" y="296227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9200" y="3295650"/>
            <a:ext cx="3333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8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PASETO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219200" y="4057650"/>
            <a:ext cx="3333750" cy="6477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Platform-Agnostic</a:t>
            </a:r>
            <a:r>
              <a:rPr lang="en-US" sz="180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r>
              <a:rPr lang="en-US" sz="1800" dirty="0" spc="-3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19200" y="4819650"/>
            <a:ext cx="3333750" cy="1238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Phiên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1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 thuật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086350" y="2714625"/>
            <a:ext cx="3943350" cy="34290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/>
        </p:spPr>
      </p:sp>
      <p:sp>
        <p:nvSpPr>
          <p:cNvPr id="11" name="Connector line-1792368507754-59150397"/>
          <p:cNvSpPr/>
          <p:nvPr/>
        </p:nvSpPr>
        <p:spPr>
          <a:xfrm>
            <a:off x="5467350" y="3048000"/>
            <a:ext cx="3238500" cy="0"/>
          </a:xfrm>
          <a:prstGeom prst="line">
            <a:avLst/>
          </a:prstGeom>
          <a:noFill/>
          <a:ln w="2857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5381625" y="296227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1150" y="3295650"/>
            <a:ext cx="3333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1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JWT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5391150" y="4057650"/>
            <a:ext cx="3333750" cy="6477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JSON</a:t>
            </a:r>
            <a:r>
              <a:rPr lang="en-US" sz="1800" dirty="0" spc="-2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800" dirty="0" spc="-4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91150" y="4819650"/>
            <a:ext cx="3333750" cy="1238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5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mang dữ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liệu;</a:t>
            </a: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258300" y="2714625"/>
            <a:ext cx="3943350" cy="34290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/>
        </p:spPr>
      </p:sp>
      <p:sp>
        <p:nvSpPr>
          <p:cNvPr id="17" name="Connector line-1792368507761-802584146"/>
          <p:cNvSpPr/>
          <p:nvPr/>
        </p:nvSpPr>
        <p:spPr>
          <a:xfrm>
            <a:off x="9639300" y="3048000"/>
            <a:ext cx="3238500" cy="0"/>
          </a:xfrm>
          <a:prstGeom prst="line">
            <a:avLst/>
          </a:prstGeom>
          <a:noFill/>
          <a:ln w="28575">
            <a:solidFill>
              <a:srgbClr val="9A98A0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553575" y="296227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9A98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63100" y="3295650"/>
            <a:ext cx="3333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JSON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9563100" y="4057650"/>
            <a:ext cx="3333750" cy="6477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JavaScript</a:t>
            </a:r>
            <a:r>
              <a:rPr lang="en-US" sz="180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</a:t>
            </a:r>
            <a:r>
              <a:rPr lang="en-US" sz="1800" dirty="0" spc="-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Notation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563100" y="4819650"/>
            <a:ext cx="3333750" cy="1238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Văn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cặp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1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trị.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3430250" y="2714625"/>
            <a:ext cx="3943350" cy="34290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/>
        </p:spPr>
      </p:sp>
      <p:sp>
        <p:nvSpPr>
          <p:cNvPr id="23" name="Connector line-1792368507768-64536618"/>
          <p:cNvSpPr/>
          <p:nvPr/>
        </p:nvSpPr>
        <p:spPr>
          <a:xfrm>
            <a:off x="13811250" y="3048000"/>
            <a:ext cx="3238500" cy="0"/>
          </a:xfrm>
          <a:prstGeom prst="line">
            <a:avLst/>
          </a:prstGeom>
          <a:noFill/>
          <a:ln w="28575">
            <a:solidFill>
              <a:srgbClr val="9A98A0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3725525" y="296227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9A98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35050" y="3295650"/>
            <a:ext cx="33337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0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OWASP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13735050" y="4057650"/>
            <a:ext cx="3333750" cy="64770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80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Worldwide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</a:t>
            </a:r>
            <a:r>
              <a:rPr lang="en-US" sz="180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r>
              <a:rPr lang="en-US" sz="1800" dirty="0" spc="-1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Project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735050" y="4819650"/>
            <a:ext cx="3333750" cy="1238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9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1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10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4400" y="66675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4400" y="7124700"/>
            <a:ext cx="16459200" cy="85725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(bài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nguồn)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-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PASETO: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README, các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thức,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Version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4,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Payload</a:t>
            </a:r>
            <a:r>
              <a:rPr lang="en-US" sz="19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Processing,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Algorithm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Lucidity</a:t>
            </a:r>
            <a:endParaRPr lang="en-US" sz="1950" dirty="0"/>
          </a:p>
          <a:p>
            <a:pPr algn="l" indent="0" marL="0">
              <a:lnSpc>
                <a:spcPts val="2730"/>
              </a:lnSpc>
              <a:buNone/>
            </a:pPr>
            <a:r>
              <a:rPr lang="en-US" sz="1950" dirty="0" spc="-4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OWASP:</a:t>
            </a:r>
            <a:r>
              <a:rPr lang="en-US" sz="19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JSON</a:t>
            </a:r>
            <a:r>
              <a:rPr lang="en-US" sz="19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950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Token,</a:t>
            </a:r>
            <a:r>
              <a:rPr lang="en-US" sz="19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Session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Management,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HTML5 Security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Cheat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Sheet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PyJWT: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sử dụng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pyseto: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README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914400" y="81915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31" name="Connector line-1792368507793-211281407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3" name="Shape 31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4" name="Shape 32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5" name="Shape 33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6" name="Shape 34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7" name="Shape 35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8" name="Shape 36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9" name="Shape 37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0" name="Shape 38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1" name="Shape 39"/>
          <p:cNvSpPr/>
          <p:nvPr/>
        </p:nvSpPr>
        <p:spPr>
          <a:xfrm>
            <a:off x="3843338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2" name="Text 40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786c4d7f-624b-4ee3-b810-5d746df6d14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2026-10-19T00:20:55Z</dcterms:created>
  <dcterms:modified xsi:type="dcterms:W3CDTF">2026-10-19T00:20:55Z</dcterms:modified>
</cp:coreProperties>
</file>