
<file path=[Content_Types].xml><?xml version="1.0" encoding="utf-8"?>
<Types xmlns="http://schemas.openxmlformats.org/package/2006/content-types">
  <Default Extension="fntdata" ContentType="application/x-fontdata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false" autoCompressPictures="0" embedTrueTypeFonts="true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8288000" cy="10287000"/>
  <p:notesSz cx="10287000" cy="18288000"/>
  <p:embeddedFontLst>
    <p:embeddedFont>
      <p:font typeface="Be Vietnam Pro"/>
      <p:regular r:id="rId19"/>
      <p:bold r:id="rId17"/>
    </p:embeddedFont>
    <p:embeddedFont>
      <p:font typeface="Bricolage Grotesque ExtraBold"/>
      <p:regular r:id="rId18"/>
    </p:embeddedFont>
    <p:embeddedFont>
      <p:font typeface="Be Vietnam Pro SemiBold"/>
      <p:regular r:id="rId20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Relationship Id="rId17" Type="http://schemas.openxmlformats.org/officeDocument/2006/relationships/font" Target="fonts/font1.fntdata"/><Relationship Id="rId18" Type="http://schemas.openxmlformats.org/officeDocument/2006/relationships/font" Target="fonts/font2.fntdata"/><Relationship Id="rId19" Type="http://schemas.openxmlformats.org/officeDocument/2006/relationships/font" Target="fonts/font3.fntdata"/><Relationship Id="rId20" Type="http://schemas.openxmlformats.org/officeDocument/2006/relationships/font" Target="fonts/font4.fntdata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8572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7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b="1" spc="29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b="1" spc="301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b="1" spc="29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b="1" spc="29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22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524000"/>
            <a:ext cx="7810500" cy="4476750"/>
          </a:xfrm>
          <a:prstGeom prst="rect">
            <a:avLst/>
          </a:prstGeom>
          <a:noFill/>
          <a:ln/>
        </p:spPr>
        <p:txBody>
          <a:bodyPr wrap="square" lIns="0" tIns="59150" rIns="0" bIns="-59150" rtlCol="0" anchor="t"/>
          <a:lstStyle/>
          <a:p>
            <a:pPr algn="l" indent="0" marL="0">
              <a:lnSpc>
                <a:spcPts val="7245"/>
              </a:lnSpc>
              <a:buNone/>
            </a:pPr>
            <a:r>
              <a:rPr lang="en-US" sz="6900" dirty="0" spc="-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Học</a:t>
            </a:r>
            <a:r>
              <a:rPr lang="en-US" sz="6900" dirty="0" spc="-6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Elasticsearch</a:t>
            </a:r>
            <a:r>
              <a:rPr lang="en-US" sz="6900" dirty="0" spc="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theo</a:t>
            </a:r>
            <a:r>
              <a:rPr lang="en-US" sz="6900" dirty="0" spc="-6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đường</a:t>
            </a:r>
            <a:r>
              <a:rPr lang="en-US" sz="6900" dirty="0" spc="36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đi</a:t>
            </a:r>
            <a:r>
              <a:rPr lang="en-US" sz="69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của</a:t>
            </a:r>
            <a:r>
              <a:rPr lang="en-US" sz="6900" dirty="0" spc="-1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một</a:t>
            </a:r>
            <a:r>
              <a:rPr lang="en-US" sz="6900" dirty="0" spc="-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tài</a:t>
            </a:r>
            <a:r>
              <a:rPr lang="en-US" sz="6900" dirty="0" spc="8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liệu</a:t>
            </a:r>
            <a:endParaRPr lang="en-US" sz="6900" dirty="0"/>
          </a:p>
        </p:txBody>
      </p:sp>
      <p:sp>
        <p:nvSpPr>
          <p:cNvPr id="4" name="Text 2"/>
          <p:cNvSpPr/>
          <p:nvPr/>
        </p:nvSpPr>
        <p:spPr>
          <a:xfrm>
            <a:off x="914400" y="6858000"/>
            <a:ext cx="7810500" cy="1047750"/>
          </a:xfrm>
          <a:prstGeom prst="rect">
            <a:avLst/>
          </a:prstGeom>
          <a:noFill/>
          <a:ln/>
        </p:spPr>
        <p:txBody>
          <a:bodyPr wrap="square" lIns="0" tIns="16192" rIns="0" bIns="-16192" rtlCol="0" anchor="t"/>
          <a:lstStyle/>
          <a:p>
            <a:pPr algn="l" indent="0" marL="0">
              <a:lnSpc>
                <a:spcPts val="3900"/>
              </a:lnSpc>
              <a:buNone/>
            </a:pPr>
            <a:r>
              <a:rPr lang="en-US" sz="3000" dirty="0" spc="-15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Từ</a:t>
            </a:r>
            <a:r>
              <a:rPr lang="en-US" sz="300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lúc</a:t>
            </a:r>
            <a:r>
              <a:rPr lang="en-US" sz="3000" dirty="0" spc="5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gửi</a:t>
            </a:r>
            <a:r>
              <a:rPr lang="en-US" sz="3000" dirty="0" spc="-1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vào</a:t>
            </a:r>
            <a:r>
              <a:rPr lang="en-US" sz="3000" dirty="0" spc="-1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tới</a:t>
            </a:r>
            <a:r>
              <a:rPr lang="en-US" sz="300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lúc</a:t>
            </a:r>
            <a:r>
              <a:rPr lang="en-US" sz="3000" dirty="0" spc="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tìm</a:t>
            </a:r>
            <a:r>
              <a:rPr lang="en-US" sz="3000" dirty="0" spc="-1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thấy</a:t>
            </a:r>
            <a:r>
              <a:rPr lang="en-US" sz="3000" dirty="0" spc="8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được.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914400" y="9525000"/>
            <a:ext cx="8572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22</a:t>
            </a:r>
            <a:r>
              <a:rPr lang="en-US" sz="1650" dirty="0" spc="0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-8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Elasticsearch</a:t>
            </a:r>
            <a:endParaRPr lang="en-US" sz="1650" dirty="0"/>
          </a:p>
        </p:txBody>
      </p:sp>
      <p:sp>
        <p:nvSpPr>
          <p:cNvPr id="6" name="Text 4"/>
          <p:cNvSpPr/>
          <p:nvPr/>
        </p:nvSpPr>
        <p:spPr>
          <a:xfrm>
            <a:off x="10096500" y="1809750"/>
            <a:ext cx="6858000" cy="857250"/>
          </a:xfrm>
          <a:prstGeom prst="roundRect">
            <a:avLst>
              <a:gd name="adj" fmla="val 50000"/>
            </a:avLst>
          </a:prstGeom>
          <a:solidFill>
            <a:srgbClr val="1E212B"/>
          </a:solidFill>
          <a:ln w="28575">
            <a:solidFill>
              <a:srgbClr val="F3EEE3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-7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Tài</a:t>
            </a:r>
            <a:r>
              <a:rPr lang="en-US" sz="2250" b="1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r>
              <a:rPr lang="en-US" sz="2250" b="1" dirty="0" spc="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JSON</a:t>
            </a:r>
            <a:endParaRPr lang="en-US" sz="2250" dirty="0"/>
          </a:p>
        </p:txBody>
      </p:sp>
      <p:sp>
        <p:nvSpPr>
          <p:cNvPr id="7" name="Text 5"/>
          <p:cNvSpPr/>
          <p:nvPr/>
        </p:nvSpPr>
        <p:spPr>
          <a:xfrm>
            <a:off x="10096500" y="3238500"/>
            <a:ext cx="6858000" cy="857250"/>
          </a:xfrm>
          <a:prstGeom prst="roundRect">
            <a:avLst>
              <a:gd name="adj" fmla="val 50000"/>
            </a:avLst>
          </a:prstGeom>
          <a:solidFill>
            <a:srgbClr val="1E212B"/>
          </a:solidFill>
          <a:ln w="28575">
            <a:solidFill>
              <a:srgbClr val="3DD6A0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0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Bộ</a:t>
            </a:r>
            <a:r>
              <a:rPr lang="en-US" sz="2250" b="1" dirty="0" spc="-1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phân</a:t>
            </a:r>
            <a:r>
              <a:rPr lang="en-US" sz="2250" b="1" dirty="0" spc="3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tích</a:t>
            </a:r>
            <a:r>
              <a:rPr lang="en-US" sz="2250" b="1" dirty="0" spc="2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2250" b="1" dirty="0" spc="4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 mục</a:t>
            </a:r>
            <a:r>
              <a:rPr lang="en-US" sz="2250" b="1" dirty="0" spc="5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ngược</a:t>
            </a:r>
            <a:endParaRPr lang="en-US" sz="2250" dirty="0"/>
          </a:p>
        </p:txBody>
      </p:sp>
      <p:sp>
        <p:nvSpPr>
          <p:cNvPr id="8" name="Text 6"/>
          <p:cNvSpPr/>
          <p:nvPr/>
        </p:nvSpPr>
        <p:spPr>
          <a:xfrm>
            <a:off x="10096500" y="4667250"/>
            <a:ext cx="6858000" cy="857250"/>
          </a:xfrm>
          <a:prstGeom prst="roundRect">
            <a:avLst>
              <a:gd name="adj" fmla="val 50000"/>
            </a:avLst>
          </a:prstGeom>
          <a:solidFill>
            <a:srgbClr val="1E212B"/>
          </a:solidFill>
          <a:ln w="28575">
            <a:solidFill>
              <a:srgbClr val="FF6A4D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-8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Segment</a:t>
            </a:r>
            <a:endParaRPr lang="en-US" sz="2250" dirty="0"/>
          </a:p>
        </p:txBody>
      </p:sp>
      <p:sp>
        <p:nvSpPr>
          <p:cNvPr id="9" name="Text 7"/>
          <p:cNvSpPr/>
          <p:nvPr/>
        </p:nvSpPr>
        <p:spPr>
          <a:xfrm>
            <a:off x="10096500" y="6096000"/>
            <a:ext cx="6858000" cy="857250"/>
          </a:xfrm>
          <a:prstGeom prst="roundRect">
            <a:avLst>
              <a:gd name="adj" fmla="val 50000"/>
            </a:avLst>
          </a:prstGeom>
          <a:solidFill>
            <a:srgbClr val="1E212B"/>
          </a:solidFill>
          <a:ln w="28575">
            <a:solidFill>
              <a:srgbClr val="7C93F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-10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Shard</a:t>
            </a:r>
            <a:r>
              <a:rPr lang="en-US" sz="2250" b="1" dirty="0" spc="-16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250" b="1" dirty="0" spc="1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bản</a:t>
            </a:r>
            <a:r>
              <a:rPr lang="en-US" sz="2250" b="1" dirty="0" spc="4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sao</a:t>
            </a:r>
            <a:endParaRPr lang="en-US" sz="2250" dirty="0"/>
          </a:p>
        </p:txBody>
      </p:sp>
      <p:sp>
        <p:nvSpPr>
          <p:cNvPr id="10" name="Text 8"/>
          <p:cNvSpPr/>
          <p:nvPr/>
        </p:nvSpPr>
        <p:spPr>
          <a:xfrm>
            <a:off x="10096500" y="7524750"/>
            <a:ext cx="6858000" cy="857250"/>
          </a:xfrm>
          <a:prstGeom prst="roundRect">
            <a:avLst>
              <a:gd name="adj" fmla="val 50000"/>
            </a:avLst>
          </a:prstGeom>
          <a:solidFill>
            <a:srgbClr val="1E212B"/>
          </a:solidFill>
          <a:ln w="28575">
            <a:solidFill>
              <a:srgbClr val="FFB454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5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Thử</a:t>
            </a:r>
            <a:r>
              <a:rPr lang="en-US" sz="2250" b="1" dirty="0" spc="-2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nghiệm</a:t>
            </a:r>
            <a:endParaRPr lang="en-US" sz="2250" dirty="0"/>
          </a:p>
        </p:txBody>
      </p:sp>
      <p:sp>
        <p:nvSpPr>
          <p:cNvPr id="11" name="Connector line-1792442466878-589385450"/>
          <p:cNvSpPr/>
          <p:nvPr/>
        </p:nvSpPr>
        <p:spPr>
          <a:xfrm>
            <a:off x="13525500" y="2667000"/>
            <a:ext cx="0" cy="523875"/>
          </a:xfrm>
          <a:prstGeom prst="line">
            <a:avLst/>
          </a:prstGeom>
          <a:noFill/>
          <a:ln w="47625">
            <a:solidFill>
              <a:srgbClr val="F3EEE3"/>
            </a:solidFill>
            <a:prstDash val="solid"/>
            <a:headEnd type="none"/>
            <a:tailEnd type="triangle"/>
          </a:ln>
        </p:spPr>
      </p:sp>
      <p:sp>
        <p:nvSpPr>
          <p:cNvPr id="12" name="Connector line-1792442466879-471996293"/>
          <p:cNvSpPr/>
          <p:nvPr/>
        </p:nvSpPr>
        <p:spPr>
          <a:xfrm>
            <a:off x="13525500" y="4095750"/>
            <a:ext cx="0" cy="523875"/>
          </a:xfrm>
          <a:prstGeom prst="line">
            <a:avLst/>
          </a:prstGeom>
          <a:noFill/>
          <a:ln w="47625">
            <a:solidFill>
              <a:srgbClr val="F3EEE3"/>
            </a:solidFill>
            <a:prstDash val="solid"/>
            <a:headEnd type="none"/>
            <a:tailEnd type="triangle"/>
          </a:ln>
        </p:spPr>
      </p:sp>
      <p:sp>
        <p:nvSpPr>
          <p:cNvPr id="13" name="Connector line-1792442466879-536495733"/>
          <p:cNvSpPr/>
          <p:nvPr/>
        </p:nvSpPr>
        <p:spPr>
          <a:xfrm>
            <a:off x="13525500" y="5524500"/>
            <a:ext cx="0" cy="523875"/>
          </a:xfrm>
          <a:prstGeom prst="line">
            <a:avLst/>
          </a:prstGeom>
          <a:noFill/>
          <a:ln w="47625">
            <a:solidFill>
              <a:srgbClr val="F3EEE3"/>
            </a:solidFill>
            <a:prstDash val="solid"/>
            <a:headEnd type="none"/>
            <a:tailEnd type="triangle"/>
          </a:ln>
        </p:spPr>
      </p:sp>
      <p:sp>
        <p:nvSpPr>
          <p:cNvPr id="14" name="Connector line-1792442466879-935437932"/>
          <p:cNvSpPr/>
          <p:nvPr/>
        </p:nvSpPr>
        <p:spPr>
          <a:xfrm>
            <a:off x="13525500" y="6953250"/>
            <a:ext cx="0" cy="523875"/>
          </a:xfrm>
          <a:prstGeom prst="line">
            <a:avLst/>
          </a:prstGeom>
          <a:noFill/>
          <a:ln w="47625">
            <a:solidFill>
              <a:srgbClr val="F3EEE3"/>
            </a:solidFill>
            <a:prstDash val="solid"/>
            <a:headEnd type="none"/>
            <a:tailEnd type="triangle"/>
          </a:ln>
        </p:spPr>
      </p:sp>
      <p:sp>
        <p:nvSpPr>
          <p:cNvPr id="15" name="Shape 13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16" name="Moda image moda-export-watermark-76b7bd37-d62c-4cd3-86a1-738ec8848841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14287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2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TÌNH</a:t>
            </a:r>
            <a:r>
              <a:rPr lang="en-US" sz="1950" b="1" spc="301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HUỐNG</a:t>
            </a:r>
            <a:r>
              <a:rPr lang="en-US" sz="1950" b="1" spc="249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950" b="1" spc="298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MỤC</a:t>
            </a:r>
            <a:r>
              <a:rPr lang="en-US" sz="1950" b="1" spc="300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TIÊU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1906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Hai</a:t>
            </a:r>
            <a:r>
              <a:rPr lang="en-US" sz="7500" dirty="0" spc="-4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lớp</a:t>
            </a:r>
            <a:r>
              <a:rPr lang="en-US" sz="75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chồng</a:t>
            </a:r>
            <a:r>
              <a:rPr lang="en-US" sz="7500" dirty="0" spc="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lên</a:t>
            </a:r>
            <a:r>
              <a:rPr lang="en-US" sz="75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nhau</a:t>
            </a:r>
            <a:endParaRPr lang="en-US" sz="7500" dirty="0"/>
          </a:p>
        </p:txBody>
      </p:sp>
      <p:sp>
        <p:nvSpPr>
          <p:cNvPr id="4" name="Shape 2"/>
          <p:cNvSpPr/>
          <p:nvPr/>
        </p:nvSpPr>
        <p:spPr>
          <a:xfrm>
            <a:off x="914400" y="2857500"/>
            <a:ext cx="16459200" cy="1905000"/>
          </a:xfrm>
          <a:prstGeom prst="roundRect">
            <a:avLst>
              <a:gd name="adj" fmla="val 13000"/>
            </a:avLst>
          </a:prstGeom>
          <a:solidFill>
            <a:srgbClr val="14161C"/>
          </a:solidFill>
          <a:ln/>
        </p:spPr>
      </p:sp>
      <p:sp>
        <p:nvSpPr>
          <p:cNvPr id="5" name="Text 3"/>
          <p:cNvSpPr/>
          <p:nvPr/>
        </p:nvSpPr>
        <p:spPr>
          <a:xfrm>
            <a:off x="1295400" y="3143250"/>
            <a:ext cx="1571625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4" kern="0" dirty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TRÊN</a:t>
            </a:r>
            <a:endParaRPr lang="en-US" sz="1950" dirty="0"/>
          </a:p>
        </p:txBody>
      </p:sp>
      <p:sp>
        <p:nvSpPr>
          <p:cNvPr id="6" name="Text 4"/>
          <p:cNvSpPr/>
          <p:nvPr/>
        </p:nvSpPr>
        <p:spPr>
          <a:xfrm>
            <a:off x="1295400" y="3600450"/>
            <a:ext cx="15716250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200" dirty="0" spc="-47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Lớp</a:t>
            </a:r>
            <a:r>
              <a:rPr lang="en-US" sz="42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phân</a:t>
            </a:r>
            <a:r>
              <a:rPr lang="en-US" sz="4200" dirty="0" spc="-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tán</a:t>
            </a:r>
            <a:r>
              <a:rPr lang="en-US" sz="4200" dirty="0" spc="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của</a:t>
            </a:r>
            <a:r>
              <a:rPr lang="en-US" sz="4200" dirty="0" spc="-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Elasticsearch</a:t>
            </a:r>
            <a:endParaRPr lang="en-US" sz="4200" dirty="0"/>
          </a:p>
        </p:txBody>
      </p:sp>
      <p:sp>
        <p:nvSpPr>
          <p:cNvPr id="7" name="Shape 5"/>
          <p:cNvSpPr/>
          <p:nvPr/>
        </p:nvSpPr>
        <p:spPr>
          <a:xfrm>
            <a:off x="914400" y="5048250"/>
            <a:ext cx="16459200" cy="2476500"/>
          </a:xfrm>
          <a:prstGeom prst="roundRect">
            <a:avLst>
              <a:gd name="adj" fmla="val 10000"/>
            </a:avLst>
          </a:prstGeom>
          <a:solidFill>
            <a:srgbClr val="FBF8F2"/>
          </a:solidFill>
          <a:ln w="28575">
            <a:solidFill>
              <a:srgbClr val="14161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295400" y="5334000"/>
            <a:ext cx="1571625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8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DƯỚI</a:t>
            </a:r>
            <a:endParaRPr lang="en-US" sz="1950" dirty="0"/>
          </a:p>
        </p:txBody>
      </p:sp>
      <p:sp>
        <p:nvSpPr>
          <p:cNvPr id="9" name="Text 7"/>
          <p:cNvSpPr/>
          <p:nvPr/>
        </p:nvSpPr>
        <p:spPr>
          <a:xfrm>
            <a:off x="1295400" y="5791200"/>
            <a:ext cx="15716250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2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Lucene:</a:t>
            </a:r>
            <a:r>
              <a:rPr lang="en-US" sz="42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thư</a:t>
            </a:r>
            <a:r>
              <a:rPr lang="en-US" sz="42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viện</a:t>
            </a:r>
            <a:r>
              <a:rPr lang="en-US" sz="4200" dirty="0" spc="-5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Java</a:t>
            </a:r>
            <a:endParaRPr lang="en-US" sz="4200" dirty="0"/>
          </a:p>
        </p:txBody>
      </p:sp>
      <p:sp>
        <p:nvSpPr>
          <p:cNvPr id="10" name="Text 8"/>
          <p:cNvSpPr/>
          <p:nvPr/>
        </p:nvSpPr>
        <p:spPr>
          <a:xfrm>
            <a:off x="1295400" y="6667500"/>
            <a:ext cx="1571625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50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Bộ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phân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tích,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mục</a:t>
            </a:r>
            <a:r>
              <a:rPr lang="en-US" sz="2550" dirty="0" spc="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ngược,</a:t>
            </a:r>
            <a:r>
              <a:rPr lang="en-US" sz="2550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segment,</a:t>
            </a:r>
            <a:r>
              <a:rPr lang="en-US" sz="2550" dirty="0" spc="-1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shard.</a:t>
            </a:r>
            <a:endParaRPr lang="en-US" sz="2550" dirty="0"/>
          </a:p>
        </p:txBody>
      </p:sp>
      <p:sp>
        <p:nvSpPr>
          <p:cNvPr id="11" name="Text 9"/>
          <p:cNvSpPr/>
          <p:nvPr/>
        </p:nvSpPr>
        <p:spPr>
          <a:xfrm>
            <a:off x="914400" y="7905750"/>
            <a:ext cx="9525000" cy="762000"/>
          </a:xfrm>
          <a:prstGeom prst="roundRect">
            <a:avLst>
              <a:gd name="adj" fmla="val 50000"/>
            </a:avLst>
          </a:prstGeom>
          <a:solidFill>
            <a:srgbClr val="E8E0C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dirty="0" spc="0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Thử</a:t>
            </a:r>
            <a:r>
              <a:rPr lang="en-US" sz="2250" dirty="0" spc="-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nghiệm:</a:t>
            </a:r>
            <a:r>
              <a:rPr lang="en-US" sz="2250" dirty="0" spc="-7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Elasticsearch</a:t>
            </a:r>
            <a:r>
              <a:rPr lang="en-US" sz="2250" dirty="0" spc="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9.5.5</a:t>
            </a:r>
            <a:r>
              <a:rPr lang="en-US" sz="2250" dirty="0" spc="-8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(Lucene</a:t>
            </a:r>
            <a:r>
              <a:rPr lang="en-US" sz="2250" dirty="0" spc="0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10.5.1)</a:t>
            </a:r>
            <a:endParaRPr lang="en-US" sz="2250" dirty="0"/>
          </a:p>
        </p:txBody>
      </p:sp>
      <p:sp>
        <p:nvSpPr>
          <p:cNvPr id="12" name="Shape 10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214438" y="9382125"/>
            <a:ext cx="209550" cy="20955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590675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919288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22479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2576513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2905125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233738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5623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890962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914400" y="9715500"/>
            <a:ext cx="76200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22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02/10</a:t>
            </a:r>
            <a:endParaRPr lang="en-US" sz="1650" dirty="0"/>
          </a:p>
        </p:txBody>
      </p:sp>
      <p:sp>
        <p:nvSpPr>
          <p:cNvPr id="23" name="Shape 21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4" name="Moda image moda-export-watermark-2bb59995-f98d-4f25-a0af-e128f17be5e0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14287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0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KHÁI</a:t>
            </a:r>
            <a:r>
              <a:rPr lang="en-US" sz="1950" b="1" spc="298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NIỆM</a:t>
            </a:r>
            <a:r>
              <a:rPr lang="en-US" sz="1950" b="1" spc="302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</a:t>
            </a:r>
            <a:r>
              <a:rPr lang="en-US" sz="1950" b="1" spc="301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/</a:t>
            </a:r>
            <a:r>
              <a:rPr lang="en-US" sz="1950" b="1" spc="302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4</a:t>
            </a:r>
            <a:r>
              <a:rPr lang="en-US" sz="1950" b="1" spc="296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290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BỘ</a:t>
            </a:r>
            <a:r>
              <a:rPr lang="en-US" sz="1950" b="1" spc="300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PHÂN TÍCH</a:t>
            </a:r>
            <a:r>
              <a:rPr lang="en-US" sz="1950" b="1" spc="250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950" b="1" spc="301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r>
              <a:rPr lang="en-US" sz="1950" b="1" spc="298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MỤC</a:t>
            </a:r>
            <a:r>
              <a:rPr lang="en-US" sz="1950" b="1" spc="301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NGƯỢC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1906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200" dirty="0" spc="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Chữ</a:t>
            </a:r>
            <a:r>
              <a:rPr lang="en-US" sz="72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thành</a:t>
            </a:r>
            <a:r>
              <a:rPr lang="en-US" sz="7200" dirty="0" spc="-5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từ,</a:t>
            </a:r>
            <a:r>
              <a:rPr lang="en-US" sz="72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từ</a:t>
            </a:r>
            <a:r>
              <a:rPr lang="en-US" sz="7200" dirty="0" spc="-2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trỏ</a:t>
            </a:r>
            <a:r>
              <a:rPr lang="en-US" sz="7200" dirty="0" spc="-7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về</a:t>
            </a:r>
            <a:r>
              <a:rPr lang="en-US" sz="7200" dirty="0" spc="-7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tài</a:t>
            </a:r>
            <a:r>
              <a:rPr lang="en-US" sz="7200" dirty="0" spc="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liệu</a:t>
            </a:r>
            <a:endParaRPr lang="en-US" sz="7200" dirty="0"/>
          </a:p>
        </p:txBody>
      </p:sp>
      <p:sp>
        <p:nvSpPr>
          <p:cNvPr id="4" name="Text 2"/>
          <p:cNvSpPr/>
          <p:nvPr/>
        </p:nvSpPr>
        <p:spPr>
          <a:xfrm>
            <a:off x="914400" y="2571750"/>
            <a:ext cx="4953000" cy="4381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500" dirty="0" spc="3" kern="0">
                <a:solidFill>
                  <a:srgbClr val="0F766E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8</a:t>
            </a:r>
            <a:endParaRPr lang="en-US" sz="28500" dirty="0"/>
          </a:p>
        </p:txBody>
      </p:sp>
      <p:sp>
        <p:nvSpPr>
          <p:cNvPr id="5" name="Text 3"/>
          <p:cNvSpPr/>
          <p:nvPr/>
        </p:nvSpPr>
        <p:spPr>
          <a:xfrm>
            <a:off x="6096000" y="3143250"/>
            <a:ext cx="112776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300" b="1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từ</a:t>
            </a:r>
            <a:r>
              <a:rPr lang="en-US" sz="3300" b="1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cho</a:t>
            </a:r>
            <a:r>
              <a:rPr lang="en-US" sz="3300" b="1" dirty="0" spc="-1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3300" b="1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tài</a:t>
            </a:r>
            <a:r>
              <a:rPr lang="en-US" sz="330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r>
              <a:rPr lang="en-US" sz="3300" b="1" dirty="0" spc="-1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330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câu</a:t>
            </a:r>
            <a:endParaRPr lang="en-US" sz="3300" dirty="0"/>
          </a:p>
        </p:txBody>
      </p:sp>
      <p:sp>
        <p:nvSpPr>
          <p:cNvPr id="6" name="Text 4"/>
          <p:cNvSpPr/>
          <p:nvPr/>
        </p:nvSpPr>
        <p:spPr>
          <a:xfrm>
            <a:off x="6096000" y="3810000"/>
            <a:ext cx="112776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5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“Bộ</a:t>
            </a:r>
            <a:r>
              <a:rPr lang="en-US" sz="25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</a:t>
            </a:r>
            <a:r>
              <a:rPr lang="en-US" sz="2550" dirty="0" spc="1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đệm</a:t>
            </a:r>
            <a:r>
              <a:rPr lang="en-US" sz="25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giữ</a:t>
            </a:r>
            <a:r>
              <a:rPr lang="en-US" sz="2550" dirty="0" spc="-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dữ</a:t>
            </a:r>
            <a:r>
              <a:rPr lang="en-US" sz="25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r>
              <a:rPr lang="en-US" sz="2550" dirty="0" spc="-1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hay</a:t>
            </a:r>
            <a:r>
              <a:rPr lang="en-US" sz="25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dùng”</a:t>
            </a:r>
            <a:endParaRPr lang="en-US" sz="2550" dirty="0"/>
          </a:p>
        </p:txBody>
      </p:sp>
      <p:sp>
        <p:nvSpPr>
          <p:cNvPr id="7" name="Text 5"/>
          <p:cNvSpPr/>
          <p:nvPr/>
        </p:nvSpPr>
        <p:spPr>
          <a:xfrm>
            <a:off x="6096000" y="4667250"/>
            <a:ext cx="2190750" cy="857250"/>
          </a:xfrm>
          <a:prstGeom prst="roundRect">
            <a:avLst>
              <a:gd name="adj" fmla="val 22222"/>
            </a:avLst>
          </a:prstGeom>
          <a:solidFill>
            <a:srgbClr val="CFE8E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b="1" dirty="0" spc="-3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bộ</a:t>
            </a:r>
            <a:r>
              <a:rPr lang="en-US" sz="2550" b="1" dirty="0" spc="1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2550" b="1" dirty="0" spc="-2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</a:t>
            </a:r>
            <a:endParaRPr lang="en-US" sz="2550" dirty="0"/>
          </a:p>
        </p:txBody>
      </p:sp>
      <p:sp>
        <p:nvSpPr>
          <p:cNvPr id="8" name="Text 6"/>
          <p:cNvSpPr/>
          <p:nvPr/>
        </p:nvSpPr>
        <p:spPr>
          <a:xfrm>
            <a:off x="8477250" y="4667250"/>
            <a:ext cx="2190750" cy="857250"/>
          </a:xfrm>
          <a:prstGeom prst="roundRect">
            <a:avLst>
              <a:gd name="adj" fmla="val 22222"/>
            </a:avLst>
          </a:prstGeom>
          <a:solidFill>
            <a:srgbClr val="CFE8E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b="1" dirty="0" spc="-4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nhớ</a:t>
            </a:r>
            <a:r>
              <a:rPr lang="en-US" sz="2550" b="1" dirty="0" spc="1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2550" b="1" dirty="0" spc="-1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</a:t>
            </a:r>
            <a:endParaRPr lang="en-US" sz="2550" dirty="0"/>
          </a:p>
        </p:txBody>
      </p:sp>
      <p:sp>
        <p:nvSpPr>
          <p:cNvPr id="9" name="Text 7"/>
          <p:cNvSpPr/>
          <p:nvPr/>
        </p:nvSpPr>
        <p:spPr>
          <a:xfrm>
            <a:off x="10858500" y="4667250"/>
            <a:ext cx="2190750" cy="857250"/>
          </a:xfrm>
          <a:prstGeom prst="roundRect">
            <a:avLst>
              <a:gd name="adj" fmla="val 22222"/>
            </a:avLst>
          </a:prstGeom>
          <a:solidFill>
            <a:srgbClr val="CFE8E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b="1" dirty="0" spc="-1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đệm</a:t>
            </a:r>
            <a:r>
              <a:rPr lang="en-US" sz="2550" b="1" dirty="0" spc="1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2550" b="1" dirty="0" spc="2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</a:t>
            </a:r>
            <a:endParaRPr lang="en-US" sz="2550" dirty="0"/>
          </a:p>
        </p:txBody>
      </p:sp>
      <p:sp>
        <p:nvSpPr>
          <p:cNvPr id="10" name="Text 8"/>
          <p:cNvSpPr/>
          <p:nvPr/>
        </p:nvSpPr>
        <p:spPr>
          <a:xfrm>
            <a:off x="13239750" y="4667250"/>
            <a:ext cx="2190750" cy="857250"/>
          </a:xfrm>
          <a:prstGeom prst="roundRect">
            <a:avLst>
              <a:gd name="adj" fmla="val 22222"/>
            </a:avLst>
          </a:prstGeom>
          <a:solidFill>
            <a:srgbClr val="CFE8E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b="1" dirty="0" spc="1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…</a:t>
            </a:r>
            <a:endParaRPr lang="en-US" sz="2550" dirty="0"/>
          </a:p>
        </p:txBody>
      </p:sp>
      <p:sp>
        <p:nvSpPr>
          <p:cNvPr id="11" name="Text 9"/>
          <p:cNvSpPr/>
          <p:nvPr/>
        </p:nvSpPr>
        <p:spPr>
          <a:xfrm>
            <a:off x="6096000" y="5810250"/>
            <a:ext cx="112776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Vị</a:t>
            </a:r>
            <a:r>
              <a:rPr lang="en-US" sz="2250" dirty="0" spc="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trí</a:t>
            </a:r>
            <a:r>
              <a:rPr lang="en-US" sz="22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giúp</a:t>
            </a:r>
            <a:r>
              <a:rPr lang="en-US" sz="22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tìm</a:t>
            </a:r>
            <a:r>
              <a:rPr lang="en-US" sz="22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cả</a:t>
            </a:r>
            <a:r>
              <a:rPr lang="en-US" sz="2250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cụm</a:t>
            </a:r>
            <a:r>
              <a:rPr lang="en-US" sz="2250" dirty="0" spc="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từ.</a:t>
            </a:r>
            <a:endParaRPr lang="en-US" sz="2250" dirty="0"/>
          </a:p>
        </p:txBody>
      </p:sp>
      <p:sp>
        <p:nvSpPr>
          <p:cNvPr id="12" name="Text 10"/>
          <p:cNvSpPr/>
          <p:nvPr/>
        </p:nvSpPr>
        <p:spPr>
          <a:xfrm>
            <a:off x="914400" y="6953250"/>
            <a:ext cx="95250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15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BỘ</a:t>
            </a:r>
            <a:r>
              <a:rPr lang="en-US" sz="1800" b="1" spc="225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PHÂN</a:t>
            </a:r>
            <a:r>
              <a:rPr lang="en-US" sz="1800" b="1" spc="227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TÍCH:</a:t>
            </a:r>
            <a:r>
              <a:rPr lang="en-US" sz="1800" b="1" spc="218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BA</a:t>
            </a:r>
            <a:r>
              <a:rPr lang="en-US" sz="1800" b="1" spc="225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PHẦN NỐI</a:t>
            </a:r>
            <a:r>
              <a:rPr lang="en-US" sz="1800" b="1" spc="226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NHAU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914400" y="7429500"/>
            <a:ext cx="4762500" cy="857250"/>
          </a:xfrm>
          <a:prstGeom prst="roundRect">
            <a:avLst>
              <a:gd name="adj" fmla="val 50000"/>
            </a:avLst>
          </a:prstGeom>
          <a:solidFill>
            <a:srgbClr val="FBF8F2"/>
          </a:solidFill>
          <a:ln w="28575">
            <a:solidFill>
              <a:srgbClr val="0F766E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 spc="3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Bộ</a:t>
            </a:r>
            <a:r>
              <a:rPr lang="en-US" sz="2400" b="1" dirty="0" spc="-5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lọc</a:t>
            </a:r>
            <a:r>
              <a:rPr lang="en-US" sz="2400" b="1" dirty="0" spc="-1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ký</a:t>
            </a:r>
            <a:r>
              <a:rPr lang="en-US" sz="2400" b="1" dirty="0" spc="3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tự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762750" y="7429500"/>
            <a:ext cx="4762500" cy="857250"/>
          </a:xfrm>
          <a:prstGeom prst="roundRect">
            <a:avLst>
              <a:gd name="adj" fmla="val 50000"/>
            </a:avLst>
          </a:prstGeom>
          <a:solidFill>
            <a:srgbClr val="FBF8F2"/>
          </a:solidFill>
          <a:ln w="28575">
            <a:solidFill>
              <a:srgbClr val="0F766E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 spc="3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Bộ</a:t>
            </a:r>
            <a:r>
              <a:rPr lang="en-US" sz="2400" b="1" dirty="0" spc="-1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tách</a:t>
            </a:r>
            <a:r>
              <a:rPr lang="en-US" sz="2400" b="1" dirty="0" spc="3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</a:t>
            </a:r>
            <a:endParaRPr lang="en-US" sz="2400" dirty="0"/>
          </a:p>
        </p:txBody>
      </p:sp>
      <p:sp>
        <p:nvSpPr>
          <p:cNvPr id="15" name="Text 13"/>
          <p:cNvSpPr/>
          <p:nvPr/>
        </p:nvSpPr>
        <p:spPr>
          <a:xfrm>
            <a:off x="12611100" y="7429500"/>
            <a:ext cx="4762500" cy="857250"/>
          </a:xfrm>
          <a:prstGeom prst="roundRect">
            <a:avLst>
              <a:gd name="adj" fmla="val 50000"/>
            </a:avLst>
          </a:prstGeom>
          <a:solidFill>
            <a:srgbClr val="FBF8F2"/>
          </a:solidFill>
          <a:ln w="28575">
            <a:solidFill>
              <a:srgbClr val="0F766E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 spc="3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Bộ</a:t>
            </a:r>
            <a:r>
              <a:rPr lang="en-US" sz="2400" b="1" dirty="0" spc="-5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lọc</a:t>
            </a:r>
            <a:r>
              <a:rPr lang="en-US" sz="2400" b="1" dirty="0" spc="3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</a:t>
            </a:r>
            <a:endParaRPr lang="en-US" sz="2400" dirty="0"/>
          </a:p>
        </p:txBody>
      </p:sp>
      <p:sp>
        <p:nvSpPr>
          <p:cNvPr id="16" name="Connector line-1792442468919-528299095"/>
          <p:cNvSpPr/>
          <p:nvPr/>
        </p:nvSpPr>
        <p:spPr>
          <a:xfrm>
            <a:off x="5753100" y="7858125"/>
            <a:ext cx="914400" cy="0"/>
          </a:xfrm>
          <a:prstGeom prst="line">
            <a:avLst/>
          </a:prstGeom>
          <a:noFill/>
          <a:ln w="47625">
            <a:solidFill>
              <a:srgbClr val="0F766E"/>
            </a:solidFill>
            <a:prstDash val="solid"/>
            <a:headEnd type="none"/>
            <a:tailEnd type="triangle"/>
          </a:ln>
        </p:spPr>
      </p:sp>
      <p:sp>
        <p:nvSpPr>
          <p:cNvPr id="17" name="Connector line-1792442468920-255132110"/>
          <p:cNvSpPr/>
          <p:nvPr/>
        </p:nvSpPr>
        <p:spPr>
          <a:xfrm>
            <a:off x="11601450" y="7858125"/>
            <a:ext cx="914400" cy="0"/>
          </a:xfrm>
          <a:prstGeom prst="line">
            <a:avLst/>
          </a:prstGeom>
          <a:noFill/>
          <a:ln w="47625">
            <a:solidFill>
              <a:srgbClr val="0F766E"/>
            </a:solidFill>
            <a:prstDash val="solid"/>
            <a:headEnd type="none"/>
            <a:tailEnd type="triangle"/>
          </a:ln>
        </p:spPr>
      </p:sp>
      <p:sp>
        <p:nvSpPr>
          <p:cNvPr id="18" name="Shape 16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262063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543050" y="9382125"/>
            <a:ext cx="209550" cy="20955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919288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2479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2576513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2905125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3233738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35623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890962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914400" y="9715500"/>
            <a:ext cx="76200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22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 03/10</a:t>
            </a:r>
            <a:endParaRPr lang="en-US" sz="1650" dirty="0"/>
          </a:p>
        </p:txBody>
      </p:sp>
      <p:sp>
        <p:nvSpPr>
          <p:cNvPr id="29" name="Shape 27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0" name="Moda image moda-export-watermark-f9d25ae0-011f-4251-bc9d-bd2457491baa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14287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KHÁI</a:t>
            </a:r>
            <a:r>
              <a:rPr lang="en-US" sz="1950" b="1" spc="298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NIỆM 2</a:t>
            </a:r>
            <a:r>
              <a:rPr lang="en-US" sz="1950" b="1" spc="301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/</a:t>
            </a:r>
            <a:r>
              <a:rPr lang="en-US" sz="1950" b="1" spc="302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4</a:t>
            </a:r>
            <a:r>
              <a:rPr lang="en-US" sz="1950" b="1" spc="296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29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SEGMENT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1906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200" dirty="0" spc="1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Segment:</a:t>
            </a:r>
            <a:r>
              <a:rPr lang="en-US" sz="72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ghi</a:t>
            </a:r>
            <a:r>
              <a:rPr lang="en-US" sz="7200" dirty="0" spc="-3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mới,</a:t>
            </a:r>
            <a:r>
              <a:rPr lang="en-US" sz="72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không</a:t>
            </a:r>
            <a:r>
              <a:rPr lang="en-US" sz="7200" dirty="0" spc="-6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sửa</a:t>
            </a:r>
            <a:r>
              <a:rPr lang="en-US" sz="72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cũ</a:t>
            </a:r>
            <a:endParaRPr lang="en-US" sz="7200" dirty="0"/>
          </a:p>
        </p:txBody>
      </p:sp>
      <p:sp>
        <p:nvSpPr>
          <p:cNvPr id="4" name="Connector line-1792442502462-868488471"/>
          <p:cNvSpPr/>
          <p:nvPr/>
        </p:nvSpPr>
        <p:spPr>
          <a:xfrm>
            <a:off x="914400" y="4476750"/>
            <a:ext cx="16459200" cy="0"/>
          </a:xfrm>
          <a:prstGeom prst="line">
            <a:avLst/>
          </a:prstGeom>
          <a:noFill/>
          <a:ln w="47625">
            <a:solidFill>
              <a:srgbClr val="F3EEE3"/>
            </a:solidFill>
            <a:prstDash val="solid"/>
            <a:headEnd type="none"/>
            <a:tailEnd type="triangle"/>
          </a:ln>
        </p:spPr>
      </p:sp>
      <p:sp>
        <p:nvSpPr>
          <p:cNvPr id="5" name="Shape 3"/>
          <p:cNvSpPr/>
          <p:nvPr/>
        </p:nvSpPr>
        <p:spPr>
          <a:xfrm>
            <a:off x="1695450" y="4267200"/>
            <a:ext cx="419100" cy="419100"/>
          </a:xfrm>
          <a:prstGeom prst="ellipse">
            <a:avLst/>
          </a:prstGeom>
          <a:solidFill>
            <a:srgbClr val="FF6A4D"/>
          </a:solidFill>
          <a:ln/>
        </p:spPr>
      </p:sp>
      <p:sp>
        <p:nvSpPr>
          <p:cNvPr id="6" name="Shape 4"/>
          <p:cNvSpPr/>
          <p:nvPr/>
        </p:nvSpPr>
        <p:spPr>
          <a:xfrm>
            <a:off x="5886450" y="4267200"/>
            <a:ext cx="419100" cy="419100"/>
          </a:xfrm>
          <a:prstGeom prst="ellipse">
            <a:avLst/>
          </a:prstGeom>
          <a:solidFill>
            <a:srgbClr val="FF6A4D"/>
          </a:solidFill>
          <a:ln/>
        </p:spPr>
      </p:sp>
      <p:sp>
        <p:nvSpPr>
          <p:cNvPr id="7" name="Shape 5"/>
          <p:cNvSpPr/>
          <p:nvPr/>
        </p:nvSpPr>
        <p:spPr>
          <a:xfrm>
            <a:off x="10077450" y="4267200"/>
            <a:ext cx="419100" cy="419100"/>
          </a:xfrm>
          <a:prstGeom prst="ellipse">
            <a:avLst/>
          </a:prstGeom>
          <a:solidFill>
            <a:srgbClr val="FF6A4D"/>
          </a:solidFill>
          <a:ln/>
        </p:spPr>
      </p:sp>
      <p:sp>
        <p:nvSpPr>
          <p:cNvPr id="8" name="Shape 6"/>
          <p:cNvSpPr/>
          <p:nvPr/>
        </p:nvSpPr>
        <p:spPr>
          <a:xfrm>
            <a:off x="14268450" y="4267200"/>
            <a:ext cx="419100" cy="419100"/>
          </a:xfrm>
          <a:prstGeom prst="ellipse">
            <a:avLst/>
          </a:prstGeom>
          <a:solidFill>
            <a:srgbClr val="FF6A4D"/>
          </a:solidFill>
          <a:ln/>
        </p:spPr>
      </p:sp>
      <p:sp>
        <p:nvSpPr>
          <p:cNvPr id="9" name="Text 7"/>
          <p:cNvSpPr/>
          <p:nvPr/>
        </p:nvSpPr>
        <p:spPr>
          <a:xfrm>
            <a:off x="1047750" y="2762250"/>
            <a:ext cx="38100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300" dirty="0" spc="6" kern="0">
                <a:solidFill>
                  <a:srgbClr val="FF6A4D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Làm</a:t>
            </a:r>
            <a:r>
              <a:rPr lang="en-US" sz="3300" dirty="0" spc="-17" kern="0">
                <a:solidFill>
                  <a:srgbClr val="FF6A4D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mới</a:t>
            </a:r>
            <a:endParaRPr lang="en-US" sz="3300" dirty="0"/>
          </a:p>
        </p:txBody>
      </p:sp>
      <p:sp>
        <p:nvSpPr>
          <p:cNvPr id="10" name="Text 8"/>
          <p:cNvSpPr/>
          <p:nvPr/>
        </p:nvSpPr>
        <p:spPr>
          <a:xfrm>
            <a:off x="1047750" y="3381375"/>
            <a:ext cx="3810000" cy="904875"/>
          </a:xfrm>
          <a:prstGeom prst="rect">
            <a:avLst/>
          </a:prstGeom>
          <a:noFill/>
          <a:ln/>
        </p:spPr>
        <p:txBody>
          <a:bodyPr wrap="square" lIns="0" tIns="15700" rIns="0" bIns="-15700" rtlCol="0" anchor="t"/>
          <a:lstStyle/>
          <a:p>
            <a:pPr algn="l" indent="0" marL="0">
              <a:lnSpc>
                <a:spcPts val="2813"/>
              </a:lnSpc>
              <a:buNone/>
            </a:pPr>
            <a:r>
              <a:rPr lang="en-US" sz="225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Ghi</a:t>
            </a:r>
            <a:r>
              <a:rPr lang="en-US" sz="22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phần</a:t>
            </a:r>
            <a:r>
              <a:rPr lang="en-US" sz="2250" dirty="0" spc="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đang</a:t>
            </a:r>
            <a:r>
              <a:rPr lang="en-US" sz="2250" dirty="0" spc="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đệm</a:t>
            </a:r>
            <a:r>
              <a:rPr lang="en-US" sz="22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thành</a:t>
            </a:r>
            <a:r>
              <a:rPr lang="en-US" sz="2250" dirty="0" spc="-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segment</a:t>
            </a:r>
            <a:r>
              <a:rPr lang="en-US" sz="22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mới</a:t>
            </a:r>
            <a:endParaRPr lang="en-US" sz="2250" dirty="0"/>
          </a:p>
        </p:txBody>
      </p:sp>
      <p:sp>
        <p:nvSpPr>
          <p:cNvPr id="11" name="Text 9"/>
          <p:cNvSpPr/>
          <p:nvPr/>
        </p:nvSpPr>
        <p:spPr>
          <a:xfrm>
            <a:off x="5238750" y="2762250"/>
            <a:ext cx="38100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300" dirty="0" spc="-35" kern="0">
                <a:solidFill>
                  <a:srgbClr val="FF6A4D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Sửa</a:t>
            </a:r>
            <a:endParaRPr lang="en-US" sz="3300" dirty="0"/>
          </a:p>
        </p:txBody>
      </p:sp>
      <p:sp>
        <p:nvSpPr>
          <p:cNvPr id="12" name="Text 10"/>
          <p:cNvSpPr/>
          <p:nvPr/>
        </p:nvSpPr>
        <p:spPr>
          <a:xfrm>
            <a:off x="5238750" y="3381375"/>
            <a:ext cx="3810000" cy="904875"/>
          </a:xfrm>
          <a:prstGeom prst="rect">
            <a:avLst/>
          </a:prstGeom>
          <a:noFill/>
          <a:ln/>
        </p:spPr>
        <p:txBody>
          <a:bodyPr wrap="square" lIns="0" tIns="15700" rIns="0" bIns="-15700" rtlCol="0" anchor="t"/>
          <a:lstStyle/>
          <a:p>
            <a:pPr algn="l" indent="0" marL="0">
              <a:lnSpc>
                <a:spcPts val="2813"/>
              </a:lnSpc>
              <a:buNone/>
            </a:pPr>
            <a:r>
              <a:rPr lang="en-US" sz="22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Đánh</a:t>
            </a:r>
            <a:r>
              <a:rPr lang="en-US" sz="22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dấu</a:t>
            </a:r>
            <a:r>
              <a:rPr lang="en-US" sz="2250" dirty="0" spc="-2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xóa</a:t>
            </a:r>
            <a:r>
              <a:rPr lang="en-US" sz="22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bản</a:t>
            </a:r>
            <a:r>
              <a:rPr lang="en-US" sz="2250" dirty="0" spc="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cũ</a:t>
            </a:r>
            <a:endParaRPr lang="en-US" sz="2250" dirty="0"/>
          </a:p>
        </p:txBody>
      </p:sp>
      <p:sp>
        <p:nvSpPr>
          <p:cNvPr id="13" name="Text 11"/>
          <p:cNvSpPr/>
          <p:nvPr/>
        </p:nvSpPr>
        <p:spPr>
          <a:xfrm>
            <a:off x="9429750" y="2762250"/>
            <a:ext cx="38100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300" dirty="0" spc="2" kern="0">
                <a:solidFill>
                  <a:srgbClr val="FF6A4D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Ghi</a:t>
            </a:r>
            <a:r>
              <a:rPr lang="en-US" sz="3300" dirty="0" spc="0" kern="0">
                <a:solidFill>
                  <a:srgbClr val="FF6A4D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bản</a:t>
            </a:r>
            <a:r>
              <a:rPr lang="en-US" sz="3300" dirty="0" spc="-18" kern="0">
                <a:solidFill>
                  <a:srgbClr val="FF6A4D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mới</a:t>
            </a:r>
            <a:endParaRPr lang="en-US" sz="3300" dirty="0"/>
          </a:p>
        </p:txBody>
      </p:sp>
      <p:sp>
        <p:nvSpPr>
          <p:cNvPr id="14" name="Text 12"/>
          <p:cNvSpPr/>
          <p:nvPr/>
        </p:nvSpPr>
        <p:spPr>
          <a:xfrm>
            <a:off x="9429750" y="3381375"/>
            <a:ext cx="3810000" cy="904875"/>
          </a:xfrm>
          <a:prstGeom prst="rect">
            <a:avLst/>
          </a:prstGeom>
          <a:noFill/>
          <a:ln/>
        </p:spPr>
        <p:txBody>
          <a:bodyPr wrap="square" lIns="0" tIns="15700" rIns="0" bIns="-15700" rtlCol="0" anchor="t"/>
          <a:lstStyle/>
          <a:p>
            <a:pPr algn="l" indent="0" marL="0">
              <a:lnSpc>
                <a:spcPts val="2813"/>
              </a:lnSpc>
              <a:buNone/>
            </a:pPr>
            <a:r>
              <a:rPr lang="en-US" sz="2250" dirty="0" spc="-3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Vào</a:t>
            </a:r>
            <a:r>
              <a:rPr lang="en-US" sz="2250" dirty="0" spc="-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segment</a:t>
            </a:r>
            <a:r>
              <a:rPr lang="en-US" sz="22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mới</a:t>
            </a:r>
            <a:endParaRPr lang="en-US" sz="2250" dirty="0"/>
          </a:p>
        </p:txBody>
      </p:sp>
      <p:sp>
        <p:nvSpPr>
          <p:cNvPr id="15" name="Text 13"/>
          <p:cNvSpPr/>
          <p:nvPr/>
        </p:nvSpPr>
        <p:spPr>
          <a:xfrm>
            <a:off x="13620750" y="2762250"/>
            <a:ext cx="38100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300" dirty="0" spc="-2" kern="0">
                <a:solidFill>
                  <a:srgbClr val="FF6A4D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Gộp</a:t>
            </a:r>
            <a:r>
              <a:rPr lang="en-US" sz="3300" dirty="0" spc="1" kern="0">
                <a:solidFill>
                  <a:srgbClr val="FF6A4D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dần</a:t>
            </a:r>
            <a:endParaRPr lang="en-US" sz="3300" dirty="0"/>
          </a:p>
        </p:txBody>
      </p:sp>
      <p:sp>
        <p:nvSpPr>
          <p:cNvPr id="16" name="Text 14"/>
          <p:cNvSpPr/>
          <p:nvPr/>
        </p:nvSpPr>
        <p:spPr>
          <a:xfrm>
            <a:off x="13620750" y="3381375"/>
            <a:ext cx="3810000" cy="904875"/>
          </a:xfrm>
          <a:prstGeom prst="rect">
            <a:avLst/>
          </a:prstGeom>
          <a:noFill/>
          <a:ln/>
        </p:spPr>
        <p:txBody>
          <a:bodyPr wrap="square" lIns="0" tIns="15700" rIns="0" bIns="-15700" rtlCol="0" anchor="t"/>
          <a:lstStyle/>
          <a:p>
            <a:pPr algn="l" indent="0" marL="0">
              <a:lnSpc>
                <a:spcPts val="2813"/>
              </a:lnSpc>
              <a:buNone/>
            </a:pPr>
            <a:r>
              <a:rPr lang="en-US" sz="2250" dirty="0" spc="-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Segment</a:t>
            </a:r>
            <a:r>
              <a:rPr lang="en-US" sz="2250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nhỏ</a:t>
            </a:r>
            <a:r>
              <a:rPr lang="en-US" sz="22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thành</a:t>
            </a:r>
            <a:r>
              <a:rPr lang="en-US" sz="2250" dirty="0" spc="-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segment</a:t>
            </a:r>
            <a:r>
              <a:rPr lang="en-US" sz="2250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lớn</a:t>
            </a:r>
            <a:endParaRPr lang="en-US" sz="2250" dirty="0"/>
          </a:p>
        </p:txBody>
      </p:sp>
      <p:sp>
        <p:nvSpPr>
          <p:cNvPr id="17" name="Shape 15"/>
          <p:cNvSpPr/>
          <p:nvPr/>
        </p:nvSpPr>
        <p:spPr>
          <a:xfrm>
            <a:off x="914400" y="5715000"/>
            <a:ext cx="8001000" cy="1905000"/>
          </a:xfrm>
          <a:prstGeom prst="roundRect">
            <a:avLst>
              <a:gd name="adj" fmla="val 13000"/>
            </a:avLst>
          </a:prstGeom>
          <a:solidFill>
            <a:srgbClr val="1E212B"/>
          </a:solidFill>
          <a:ln/>
        </p:spPr>
      </p:sp>
      <p:sp>
        <p:nvSpPr>
          <p:cNvPr id="18" name="Text 16"/>
          <p:cNvSpPr/>
          <p:nvPr/>
        </p:nvSpPr>
        <p:spPr>
          <a:xfrm>
            <a:off x="1295400" y="6000750"/>
            <a:ext cx="7239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4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MỖI</a:t>
            </a:r>
            <a:r>
              <a:rPr lang="en-US" sz="1800" b="1" spc="223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SEGMENT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1295400" y="6515100"/>
            <a:ext cx="7239000" cy="952500"/>
          </a:xfrm>
          <a:prstGeom prst="rect">
            <a:avLst/>
          </a:prstGeom>
          <a:noFill/>
          <a:ln/>
        </p:spPr>
        <p:txBody>
          <a:bodyPr wrap="square" lIns="0" tIns="14573" rIns="0" bIns="-14573" rtlCol="0" anchor="t"/>
          <a:lstStyle/>
          <a:p>
            <a:pPr algn="l" indent="0" marL="0">
              <a:lnSpc>
                <a:spcPts val="3510"/>
              </a:lnSpc>
              <a:buNone/>
            </a:pPr>
            <a:r>
              <a:rPr lang="en-US" sz="2700" dirty="0" spc="-5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Là</a:t>
            </a:r>
            <a:r>
              <a:rPr lang="en-US" sz="2700" dirty="0" spc="-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7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r>
              <a:rPr lang="en-US" sz="27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mục</a:t>
            </a:r>
            <a:r>
              <a:rPr lang="en-US" sz="2700" dirty="0" spc="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độc</a:t>
            </a:r>
            <a:r>
              <a:rPr lang="en-US" sz="27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lập.</a:t>
            </a:r>
            <a:endParaRPr lang="en-US" sz="2700" dirty="0"/>
          </a:p>
        </p:txBody>
      </p:sp>
      <p:sp>
        <p:nvSpPr>
          <p:cNvPr id="20" name="Shape 18"/>
          <p:cNvSpPr/>
          <p:nvPr/>
        </p:nvSpPr>
        <p:spPr>
          <a:xfrm>
            <a:off x="9372600" y="5715000"/>
            <a:ext cx="8001000" cy="1905000"/>
          </a:xfrm>
          <a:prstGeom prst="roundRect">
            <a:avLst>
              <a:gd name="adj" fmla="val 13000"/>
            </a:avLst>
          </a:prstGeom>
          <a:solidFill>
            <a:srgbClr val="1E212B"/>
          </a:solidFill>
          <a:ln/>
        </p:spPr>
      </p:sp>
      <p:sp>
        <p:nvSpPr>
          <p:cNvPr id="21" name="Text 19"/>
          <p:cNvSpPr/>
          <p:nvPr/>
        </p:nvSpPr>
        <p:spPr>
          <a:xfrm>
            <a:off x="9753600" y="6000750"/>
            <a:ext cx="7239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17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XÓA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9753600" y="6515100"/>
            <a:ext cx="7239000" cy="952500"/>
          </a:xfrm>
          <a:prstGeom prst="rect">
            <a:avLst/>
          </a:prstGeom>
          <a:noFill/>
          <a:ln/>
        </p:spPr>
        <p:txBody>
          <a:bodyPr wrap="square" lIns="0" tIns="14573" rIns="0" bIns="-14573" rtlCol="0" anchor="t"/>
          <a:lstStyle/>
          <a:p>
            <a:pPr algn="l" indent="0" marL="0">
              <a:lnSpc>
                <a:spcPts val="3510"/>
              </a:lnSpc>
              <a:buNone/>
            </a:pPr>
            <a:r>
              <a:rPr lang="en-US" sz="270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Chỉ</a:t>
            </a:r>
            <a:r>
              <a:rPr lang="en-US" sz="27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2700" dirty="0" spc="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đánh</a:t>
            </a:r>
            <a:r>
              <a:rPr lang="en-US" sz="27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dấu.</a:t>
            </a:r>
            <a:endParaRPr lang="en-US" sz="2700" dirty="0"/>
          </a:p>
        </p:txBody>
      </p:sp>
      <p:sp>
        <p:nvSpPr>
          <p:cNvPr id="23" name="Shape 21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1262063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590675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1871663" y="9382125"/>
            <a:ext cx="209550" cy="20955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22479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576513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2905125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233738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35623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3890962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914400" y="9715500"/>
            <a:ext cx="76200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22</a:t>
            </a:r>
            <a:r>
              <a:rPr lang="en-US" sz="1650" dirty="0" spc="0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04/10</a:t>
            </a:r>
            <a:endParaRPr lang="en-US" sz="1650" dirty="0"/>
          </a:p>
        </p:txBody>
      </p:sp>
      <p:sp>
        <p:nvSpPr>
          <p:cNvPr id="34" name="Shape 32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5" name="Moda image moda-export-watermark-e5008bcc-2414-4639-af0d-f1bc934c9e23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14287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0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KHÁI</a:t>
            </a:r>
            <a:r>
              <a:rPr lang="en-US" sz="1950" b="1" spc="298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NIỆM</a:t>
            </a:r>
            <a:r>
              <a:rPr lang="en-US" sz="1950" b="1" spc="301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 /</a:t>
            </a:r>
            <a:r>
              <a:rPr lang="en-US" sz="1950" b="1" spc="302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4</a:t>
            </a:r>
            <a:r>
              <a:rPr lang="en-US" sz="1950" b="1" spc="296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300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SHARD</a:t>
            </a:r>
            <a:r>
              <a:rPr lang="en-US" sz="1950" b="1" spc="250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950" b="1" spc="294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BẢN</a:t>
            </a:r>
            <a:r>
              <a:rPr lang="en-US" sz="1950" b="1" spc="270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SAO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1906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0" dirty="0" spc="-1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Shard</a:t>
            </a:r>
            <a:r>
              <a:rPr lang="en-US" sz="75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chính</a:t>
            </a:r>
            <a:r>
              <a:rPr lang="en-US" sz="7500" dirty="0" spc="-8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và</a:t>
            </a:r>
            <a:r>
              <a:rPr lang="en-US" sz="7500" dirty="0" spc="-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bản</a:t>
            </a:r>
            <a:r>
              <a:rPr lang="en-US" sz="75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sao</a:t>
            </a:r>
            <a:endParaRPr lang="en-US" sz="7500" dirty="0"/>
          </a:p>
        </p:txBody>
      </p:sp>
      <p:sp>
        <p:nvSpPr>
          <p:cNvPr id="4" name="Text 2"/>
          <p:cNvSpPr/>
          <p:nvPr/>
        </p:nvSpPr>
        <p:spPr>
          <a:xfrm>
            <a:off x="914400" y="4191000"/>
            <a:ext cx="2476500" cy="1047750"/>
          </a:xfrm>
          <a:prstGeom prst="roundRect">
            <a:avLst>
              <a:gd name="adj" fmla="val 50000"/>
            </a:avLst>
          </a:prstGeom>
          <a:solidFill>
            <a:srgbClr val="E8E0C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Chỉ mục</a:t>
            </a:r>
            <a:endParaRPr lang="en-US" sz="2550" dirty="0"/>
          </a:p>
        </p:txBody>
      </p:sp>
      <p:sp>
        <p:nvSpPr>
          <p:cNvPr id="5" name="Connector line-1792442503478-224744919"/>
          <p:cNvSpPr/>
          <p:nvPr/>
        </p:nvSpPr>
        <p:spPr>
          <a:xfrm>
            <a:off x="3429000" y="4714875"/>
            <a:ext cx="762000" cy="0"/>
          </a:xfrm>
          <a:prstGeom prst="line">
            <a:avLst/>
          </a:prstGeom>
          <a:noFill/>
          <a:ln w="47625">
            <a:solidFill>
              <a:srgbClr val="1F3FD1"/>
            </a:solidFill>
            <a:prstDash val="solid"/>
            <a:headEnd type="none"/>
            <a:tailEnd type="triangle"/>
          </a:ln>
        </p:spPr>
      </p:sp>
      <p:sp>
        <p:nvSpPr>
          <p:cNvPr id="6" name="Shape 4"/>
          <p:cNvSpPr/>
          <p:nvPr/>
        </p:nvSpPr>
        <p:spPr>
          <a:xfrm>
            <a:off x="4286250" y="3048000"/>
            <a:ext cx="5334000" cy="3333750"/>
          </a:xfrm>
          <a:prstGeom prst="roundRect">
            <a:avLst>
              <a:gd name="adj" fmla="val 8571"/>
            </a:avLst>
          </a:prstGeom>
          <a:solidFill>
            <a:srgbClr val="FBF8F2"/>
          </a:solidFill>
          <a:ln w="28575">
            <a:solidFill>
              <a:srgbClr val="14161C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72000" y="3286125"/>
            <a:ext cx="4762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6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NÚT 1</a:t>
            </a:r>
            <a:endParaRPr lang="en-US" sz="1950" dirty="0"/>
          </a:p>
        </p:txBody>
      </p:sp>
      <p:sp>
        <p:nvSpPr>
          <p:cNvPr id="8" name="Shape 6"/>
          <p:cNvSpPr/>
          <p:nvPr/>
        </p:nvSpPr>
        <p:spPr>
          <a:xfrm>
            <a:off x="4667250" y="4000500"/>
            <a:ext cx="4572000" cy="1809750"/>
          </a:xfrm>
          <a:prstGeom prst="roundRect">
            <a:avLst>
              <a:gd name="adj" fmla="val 12632"/>
            </a:avLst>
          </a:prstGeom>
          <a:solidFill>
            <a:srgbClr val="1F3FD1"/>
          </a:solidFill>
          <a:ln/>
        </p:spPr>
      </p:sp>
      <p:sp>
        <p:nvSpPr>
          <p:cNvPr id="9" name="Text 7"/>
          <p:cNvSpPr/>
          <p:nvPr/>
        </p:nvSpPr>
        <p:spPr>
          <a:xfrm>
            <a:off x="4953000" y="4286250"/>
            <a:ext cx="40005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dirty="0" spc="-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Shard</a:t>
            </a:r>
            <a:r>
              <a:rPr lang="en-US" sz="36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chính</a:t>
            </a:r>
            <a:endParaRPr lang="en-US" sz="3600" dirty="0"/>
          </a:p>
        </p:txBody>
      </p:sp>
      <p:sp>
        <p:nvSpPr>
          <p:cNvPr id="10" name="Text 8"/>
          <p:cNvSpPr/>
          <p:nvPr/>
        </p:nvSpPr>
        <p:spPr>
          <a:xfrm>
            <a:off x="4953000" y="4953000"/>
            <a:ext cx="4000500" cy="666750"/>
          </a:xfrm>
          <a:prstGeom prst="rect">
            <a:avLst/>
          </a:prstGeom>
          <a:noFill/>
          <a:ln/>
        </p:spPr>
        <p:txBody>
          <a:bodyPr wrap="square" lIns="0" tIns="15700" rIns="0" bIns="-15700" rtlCol="0" anchor="t"/>
          <a:lstStyle/>
          <a:p>
            <a:pPr algn="l" indent="0" marL="0">
              <a:lnSpc>
                <a:spcPts val="2813"/>
              </a:lnSpc>
              <a:buNone/>
            </a:pPr>
            <a:r>
              <a:rPr lang="en-US" sz="2250" dirty="0" spc="-8" kern="0">
                <a:solidFill>
                  <a:srgbClr val="DDE3FA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Một</a:t>
            </a:r>
            <a:r>
              <a:rPr lang="en-US" sz="2250" dirty="0" spc="1" kern="0">
                <a:solidFill>
                  <a:srgbClr val="DDE3FA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r>
              <a:rPr lang="en-US" sz="2250" dirty="0" spc="3" kern="0">
                <a:solidFill>
                  <a:srgbClr val="DDE3FA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mục</a:t>
            </a:r>
            <a:r>
              <a:rPr lang="en-US" sz="2250" dirty="0" spc="-8" kern="0">
                <a:solidFill>
                  <a:srgbClr val="DDE3FA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Lucene</a:t>
            </a:r>
            <a:endParaRPr lang="en-US" sz="2250" dirty="0"/>
          </a:p>
        </p:txBody>
      </p:sp>
      <p:sp>
        <p:nvSpPr>
          <p:cNvPr id="11" name="Shape 9"/>
          <p:cNvSpPr/>
          <p:nvPr/>
        </p:nvSpPr>
        <p:spPr>
          <a:xfrm>
            <a:off x="12001500" y="3048000"/>
            <a:ext cx="5372100" cy="3333750"/>
          </a:xfrm>
          <a:prstGeom prst="roundRect">
            <a:avLst>
              <a:gd name="adj" fmla="val 8571"/>
            </a:avLst>
          </a:prstGeom>
          <a:solidFill>
            <a:srgbClr val="FBF8F2"/>
          </a:solidFill>
          <a:ln w="28575">
            <a:solidFill>
              <a:srgbClr val="14161C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2287250" y="3286125"/>
            <a:ext cx="4762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6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NÚT</a:t>
            </a:r>
            <a:r>
              <a:rPr lang="en-US" sz="1950" b="1" spc="222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</a:t>
            </a:r>
            <a:endParaRPr lang="en-US" sz="1950" dirty="0"/>
          </a:p>
        </p:txBody>
      </p:sp>
      <p:sp>
        <p:nvSpPr>
          <p:cNvPr id="13" name="Shape 11"/>
          <p:cNvSpPr/>
          <p:nvPr/>
        </p:nvSpPr>
        <p:spPr>
          <a:xfrm>
            <a:off x="12382500" y="4000500"/>
            <a:ext cx="4610100" cy="1809750"/>
          </a:xfrm>
          <a:prstGeom prst="roundRect">
            <a:avLst>
              <a:gd name="adj" fmla="val 12632"/>
            </a:avLst>
          </a:prstGeom>
          <a:solidFill>
            <a:srgbClr val="DDE3FA"/>
          </a:solidFill>
          <a:ln w="28575">
            <a:solidFill>
              <a:srgbClr val="1F3FD1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2668250" y="4286250"/>
            <a:ext cx="40005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dirty="0" spc="1" kern="0">
                <a:solidFill>
                  <a:srgbClr val="1F3FD1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Bản</a:t>
            </a:r>
            <a:r>
              <a:rPr lang="en-US" sz="3600" dirty="0" spc="4" kern="0">
                <a:solidFill>
                  <a:srgbClr val="1F3FD1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sao</a:t>
            </a:r>
            <a:endParaRPr lang="en-US" sz="3600" dirty="0"/>
          </a:p>
        </p:txBody>
      </p:sp>
      <p:sp>
        <p:nvSpPr>
          <p:cNvPr id="15" name="Text 13"/>
          <p:cNvSpPr/>
          <p:nvPr/>
        </p:nvSpPr>
        <p:spPr>
          <a:xfrm>
            <a:off x="12668250" y="4953000"/>
            <a:ext cx="4000500" cy="666750"/>
          </a:xfrm>
          <a:prstGeom prst="rect">
            <a:avLst/>
          </a:prstGeom>
          <a:noFill/>
          <a:ln/>
        </p:spPr>
        <p:txBody>
          <a:bodyPr wrap="square" lIns="0" tIns="15700" rIns="0" bIns="-15700" rtlCol="0" anchor="t"/>
          <a:lstStyle/>
          <a:p>
            <a:pPr algn="l" indent="0" marL="0">
              <a:lnSpc>
                <a:spcPts val="2813"/>
              </a:lnSpc>
              <a:buNone/>
            </a:pPr>
            <a:r>
              <a:rPr lang="en-US" sz="22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Bản</a:t>
            </a:r>
            <a:r>
              <a:rPr lang="en-US" sz="22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chép của</a:t>
            </a:r>
            <a:r>
              <a:rPr lang="en-US" sz="2250" dirty="0" spc="-1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shard</a:t>
            </a:r>
            <a:r>
              <a:rPr lang="en-US" sz="22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chính</a:t>
            </a:r>
            <a:endParaRPr lang="en-US" sz="2250" dirty="0"/>
          </a:p>
        </p:txBody>
      </p:sp>
      <p:sp>
        <p:nvSpPr>
          <p:cNvPr id="16" name="Connector line-1792442503490-436951172"/>
          <p:cNvSpPr/>
          <p:nvPr/>
        </p:nvSpPr>
        <p:spPr>
          <a:xfrm>
            <a:off x="9677400" y="4905375"/>
            <a:ext cx="2228850" cy="0"/>
          </a:xfrm>
          <a:prstGeom prst="line">
            <a:avLst/>
          </a:prstGeom>
          <a:noFill/>
          <a:ln w="57150">
            <a:solidFill>
              <a:srgbClr val="1F3FD1"/>
            </a:solidFill>
            <a:prstDash val="solid"/>
            <a:headEnd type="none"/>
            <a:tailEnd type="triangle"/>
          </a:ln>
        </p:spPr>
      </p:sp>
      <p:sp>
        <p:nvSpPr>
          <p:cNvPr id="17" name="Text 15"/>
          <p:cNvSpPr/>
          <p:nvPr/>
        </p:nvSpPr>
        <p:spPr>
          <a:xfrm>
            <a:off x="9677400" y="4191000"/>
            <a:ext cx="22860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-3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chép</a:t>
            </a:r>
            <a:endParaRPr lang="en-US" sz="2250" dirty="0"/>
          </a:p>
        </p:txBody>
      </p:sp>
      <p:sp>
        <p:nvSpPr>
          <p:cNvPr id="18" name="Text 16"/>
          <p:cNvSpPr/>
          <p:nvPr/>
        </p:nvSpPr>
        <p:spPr>
          <a:xfrm>
            <a:off x="914400" y="7048500"/>
            <a:ext cx="164592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dirty="0" spc="-7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Không</a:t>
            </a:r>
            <a:r>
              <a:rPr lang="en-US" sz="2700" dirty="0" spc="-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bao</a:t>
            </a:r>
            <a:r>
              <a:rPr lang="en-US" sz="2700" dirty="0" spc="-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giờ</a:t>
            </a:r>
            <a:r>
              <a:rPr lang="en-US" sz="2700" dirty="0" spc="-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đặt bản</a:t>
            </a:r>
            <a:r>
              <a:rPr lang="en-US" sz="2700" dirty="0" spc="-4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sao</a:t>
            </a:r>
            <a:r>
              <a:rPr lang="en-US" sz="2700" dirty="0" spc="-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cùng</a:t>
            </a:r>
            <a:r>
              <a:rPr lang="en-US" sz="2700" dirty="0" spc="0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nút</a:t>
            </a:r>
            <a:r>
              <a:rPr lang="en-US" sz="2700" dirty="0" spc="-15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với</a:t>
            </a:r>
            <a:r>
              <a:rPr lang="en-US" sz="2700" dirty="0" spc="-19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shard</a:t>
            </a:r>
            <a:r>
              <a:rPr lang="en-US" sz="2700" dirty="0" spc="-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chính.</a:t>
            </a:r>
            <a:endParaRPr lang="en-US" sz="2700" dirty="0"/>
          </a:p>
        </p:txBody>
      </p:sp>
      <p:sp>
        <p:nvSpPr>
          <p:cNvPr id="19" name="Text 17"/>
          <p:cNvSpPr/>
          <p:nvPr/>
        </p:nvSpPr>
        <p:spPr>
          <a:xfrm>
            <a:off x="914400" y="7715250"/>
            <a:ext cx="164592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Bản</a:t>
            </a:r>
            <a:r>
              <a:rPr lang="en-US" sz="240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sao:</a:t>
            </a:r>
            <a:r>
              <a:rPr lang="en-US" sz="24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chịu</a:t>
            </a:r>
            <a:r>
              <a:rPr lang="en-US" sz="240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hỏng</a:t>
            </a:r>
            <a:r>
              <a:rPr lang="en-US" sz="240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máy,</a:t>
            </a:r>
            <a:r>
              <a:rPr lang="en-US" sz="2400" dirty="0" spc="1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đỡ</a:t>
            </a:r>
            <a:r>
              <a:rPr lang="en-US" sz="24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bớt</a:t>
            </a:r>
            <a:r>
              <a:rPr lang="en-US" sz="2400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việc</a:t>
            </a:r>
            <a:r>
              <a:rPr lang="en-US" sz="240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tìm.</a:t>
            </a:r>
            <a:endParaRPr lang="en-US" sz="2400" dirty="0"/>
          </a:p>
        </p:txBody>
      </p:sp>
      <p:sp>
        <p:nvSpPr>
          <p:cNvPr id="20" name="Shape 18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262063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590675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919288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2200275" y="9382125"/>
            <a:ext cx="209550" cy="20955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576513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905125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233738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35623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3890962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914400" y="9715500"/>
            <a:ext cx="76200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22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05/10</a:t>
            </a:r>
            <a:endParaRPr lang="en-US" sz="1650" dirty="0"/>
          </a:p>
        </p:txBody>
      </p:sp>
      <p:sp>
        <p:nvSpPr>
          <p:cNvPr id="31" name="Shape 29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2" name="Moda image moda-export-watermark-b48b9bf0-6579-4d64-ad94-2425d93bf23c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14287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0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KHÁI</a:t>
            </a:r>
            <a:r>
              <a:rPr lang="en-US" sz="1950" b="1" spc="298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NIỆM</a:t>
            </a:r>
            <a:r>
              <a:rPr lang="en-US" sz="1950" b="1" spc="302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4 /</a:t>
            </a:r>
            <a:r>
              <a:rPr lang="en-US" sz="1950" b="1" spc="301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4</a:t>
            </a:r>
            <a:r>
              <a:rPr lang="en-US" sz="1950" b="1" spc="297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301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THỬ</a:t>
            </a:r>
            <a:r>
              <a:rPr lang="en-US" sz="1950" b="1" spc="300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NGHIỆM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1906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Bốn</a:t>
            </a:r>
            <a:r>
              <a:rPr lang="en-US" sz="7500" dirty="0" spc="-4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kết</a:t>
            </a:r>
            <a:r>
              <a:rPr lang="en-US" sz="75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quả</a:t>
            </a:r>
            <a:r>
              <a:rPr lang="en-US" sz="7500" dirty="0" spc="2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đo</a:t>
            </a:r>
            <a:r>
              <a:rPr lang="en-US" sz="7500" dirty="0" spc="-96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được</a:t>
            </a:r>
            <a:endParaRPr lang="en-US" sz="7500" dirty="0"/>
          </a:p>
        </p:txBody>
      </p:sp>
      <p:sp>
        <p:nvSpPr>
          <p:cNvPr id="4" name="Shape 2"/>
          <p:cNvSpPr/>
          <p:nvPr/>
        </p:nvSpPr>
        <p:spPr>
          <a:xfrm>
            <a:off x="914400" y="2762250"/>
            <a:ext cx="16459200" cy="533400"/>
          </a:xfrm>
          <a:prstGeom prst="roundRect">
            <a:avLst>
              <a:gd name="adj" fmla="val 25000"/>
            </a:avLst>
          </a:prstGeom>
          <a:solidFill>
            <a:srgbClr val="FFB454"/>
          </a:solidFill>
          <a:ln/>
        </p:spPr>
      </p:sp>
      <p:sp>
        <p:nvSpPr>
          <p:cNvPr id="5" name="Text 3"/>
          <p:cNvSpPr/>
          <p:nvPr/>
        </p:nvSpPr>
        <p:spPr>
          <a:xfrm>
            <a:off x="1238250" y="2838450"/>
            <a:ext cx="6667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spc="152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LÀM</a:t>
            </a:r>
            <a:r>
              <a:rPr lang="en-US" sz="2100" b="1" spc="147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GÌ</a:t>
            </a:r>
            <a:endParaRPr lang="en-US" sz="2100" dirty="0"/>
          </a:p>
        </p:txBody>
      </p:sp>
      <p:sp>
        <p:nvSpPr>
          <p:cNvPr id="6" name="Text 4"/>
          <p:cNvSpPr/>
          <p:nvPr/>
        </p:nvSpPr>
        <p:spPr>
          <a:xfrm>
            <a:off x="7620000" y="2838450"/>
            <a:ext cx="8572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spc="150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KẾT</a:t>
            </a:r>
            <a:r>
              <a:rPr lang="en-US" sz="2100" b="1" spc="136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QUẢ</a:t>
            </a:r>
            <a:endParaRPr lang="en-US" sz="2100" dirty="0"/>
          </a:p>
        </p:txBody>
      </p:sp>
      <p:sp>
        <p:nvSpPr>
          <p:cNvPr id="7" name="Shape 5"/>
          <p:cNvSpPr/>
          <p:nvPr/>
        </p:nvSpPr>
        <p:spPr>
          <a:xfrm>
            <a:off x="914400" y="3409950"/>
            <a:ext cx="16459200" cy="990600"/>
          </a:xfrm>
          <a:prstGeom prst="roundRect">
            <a:avLst>
              <a:gd name="adj" fmla="val 13462"/>
            </a:avLst>
          </a:prstGeom>
          <a:solidFill>
            <a:srgbClr val="1E212B"/>
          </a:solidFill>
          <a:ln/>
        </p:spPr>
      </p:sp>
      <p:sp>
        <p:nvSpPr>
          <p:cNvPr id="8" name="Shape 6"/>
          <p:cNvSpPr/>
          <p:nvPr/>
        </p:nvSpPr>
        <p:spPr>
          <a:xfrm>
            <a:off x="914400" y="4533900"/>
            <a:ext cx="16459200" cy="990600"/>
          </a:xfrm>
          <a:prstGeom prst="roundRect">
            <a:avLst>
              <a:gd name="adj" fmla="val 13462"/>
            </a:avLst>
          </a:prstGeom>
          <a:solidFill>
            <a:srgbClr val="1E212B"/>
          </a:solidFill>
          <a:ln/>
        </p:spPr>
      </p:sp>
      <p:sp>
        <p:nvSpPr>
          <p:cNvPr id="9" name="Shape 7"/>
          <p:cNvSpPr/>
          <p:nvPr/>
        </p:nvSpPr>
        <p:spPr>
          <a:xfrm>
            <a:off x="914400" y="5657850"/>
            <a:ext cx="16459200" cy="990600"/>
          </a:xfrm>
          <a:prstGeom prst="roundRect">
            <a:avLst>
              <a:gd name="adj" fmla="val 13462"/>
            </a:avLst>
          </a:prstGeom>
          <a:solidFill>
            <a:srgbClr val="1E212B"/>
          </a:solidFill>
          <a:ln/>
        </p:spPr>
      </p:sp>
      <p:sp>
        <p:nvSpPr>
          <p:cNvPr id="10" name="Shape 8"/>
          <p:cNvSpPr/>
          <p:nvPr/>
        </p:nvSpPr>
        <p:spPr>
          <a:xfrm>
            <a:off x="914400" y="6781800"/>
            <a:ext cx="16459200" cy="990600"/>
          </a:xfrm>
          <a:prstGeom prst="roundRect">
            <a:avLst>
              <a:gd name="adj" fmla="val 13462"/>
            </a:avLst>
          </a:prstGeom>
          <a:solidFill>
            <a:srgbClr val="1E212B"/>
          </a:solidFill>
          <a:ln/>
        </p:spPr>
      </p:sp>
      <p:sp>
        <p:nvSpPr>
          <p:cNvPr id="11" name="Text 9"/>
          <p:cNvSpPr/>
          <p:nvPr/>
        </p:nvSpPr>
        <p:spPr>
          <a:xfrm>
            <a:off x="1238250" y="3714750"/>
            <a:ext cx="6096000" cy="4381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dirty="0" spc="1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Ba</a:t>
            </a:r>
            <a:r>
              <a:rPr lang="en-US" sz="2400" dirty="0" spc="0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lần</a:t>
            </a:r>
            <a:r>
              <a:rPr lang="en-US" sz="2400" dirty="0" spc="-1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làm</a:t>
            </a:r>
            <a:r>
              <a:rPr lang="en-US" sz="2400" dirty="0" spc="0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mới</a:t>
            </a:r>
            <a:endParaRPr lang="en-US" sz="2400" dirty="0"/>
          </a:p>
        </p:txBody>
      </p:sp>
      <p:sp>
        <p:nvSpPr>
          <p:cNvPr id="12" name="Text 10"/>
          <p:cNvSpPr/>
          <p:nvPr/>
        </p:nvSpPr>
        <p:spPr>
          <a:xfrm>
            <a:off x="7620000" y="3581400"/>
            <a:ext cx="9429750" cy="723900"/>
          </a:xfrm>
          <a:prstGeom prst="rect">
            <a:avLst/>
          </a:prstGeom>
          <a:noFill/>
          <a:ln/>
        </p:spPr>
        <p:txBody>
          <a:bodyPr wrap="square" lIns="0" tIns="15700" rIns="0" bIns="-15700" rtlCol="0" anchor="t"/>
          <a:lstStyle/>
          <a:p>
            <a:pPr algn="l" indent="0" marL="0">
              <a:lnSpc>
                <a:spcPts val="2813"/>
              </a:lnSpc>
              <a:buNone/>
            </a:pPr>
            <a:r>
              <a:rPr lang="en-US" sz="2250" b="1" dirty="0" spc="0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Ba</a:t>
            </a:r>
            <a:r>
              <a:rPr lang="en-US" sz="2250" b="1" dirty="0" spc="-8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segment</a:t>
            </a:r>
            <a:r>
              <a:rPr lang="en-US" sz="2250" b="1" dirty="0" spc="3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_0, _1,</a:t>
            </a:r>
            <a:r>
              <a:rPr lang="en-US" sz="2250" b="1" dirty="0" spc="2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_2,</a:t>
            </a:r>
            <a:r>
              <a:rPr lang="en-US" sz="2250" b="1" dirty="0" spc="1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mỗi</a:t>
            </a:r>
            <a:r>
              <a:rPr lang="en-US" sz="2250" b="1" dirty="0" spc="2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cái</a:t>
            </a:r>
            <a:r>
              <a:rPr lang="en-US" sz="2250" b="1" dirty="0" spc="-6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250" b="1" dirty="0" spc="0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tài</a:t>
            </a:r>
            <a:r>
              <a:rPr lang="en-US" sz="2250" b="1" dirty="0" spc="1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endParaRPr lang="en-US" sz="2250" dirty="0"/>
          </a:p>
        </p:txBody>
      </p:sp>
      <p:sp>
        <p:nvSpPr>
          <p:cNvPr id="13" name="Text 11"/>
          <p:cNvSpPr/>
          <p:nvPr/>
        </p:nvSpPr>
        <p:spPr>
          <a:xfrm>
            <a:off x="1238250" y="4838700"/>
            <a:ext cx="6096000" cy="4381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dirty="0" spc="15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Sửa</a:t>
            </a:r>
            <a:r>
              <a:rPr lang="en-US" sz="2400" dirty="0" spc="-6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tài</a:t>
            </a:r>
            <a:r>
              <a:rPr lang="en-US" sz="2400" dirty="0" spc="-1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liệu 1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7620000" y="4705350"/>
            <a:ext cx="9429750" cy="723900"/>
          </a:xfrm>
          <a:prstGeom prst="rect">
            <a:avLst/>
          </a:prstGeom>
          <a:noFill/>
          <a:ln/>
        </p:spPr>
        <p:txBody>
          <a:bodyPr wrap="square" lIns="0" tIns="15700" rIns="0" bIns="-15700" rtlCol="0" anchor="t"/>
          <a:lstStyle/>
          <a:p>
            <a:pPr algn="l" indent="0" marL="0">
              <a:lnSpc>
                <a:spcPts val="2813"/>
              </a:lnSpc>
              <a:buNone/>
            </a:pPr>
            <a:r>
              <a:rPr lang="en-US" sz="2250" b="1" dirty="0" spc="3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_0</a:t>
            </a:r>
            <a:r>
              <a:rPr lang="en-US" sz="2250" b="1" dirty="0" spc="-5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còn</a:t>
            </a:r>
            <a:r>
              <a:rPr lang="en-US" sz="2250" b="1" dirty="0" spc="3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</a:t>
            </a:r>
            <a:r>
              <a:rPr lang="en-US" sz="2250" b="1" dirty="0" spc="0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tài</a:t>
            </a:r>
            <a:r>
              <a:rPr lang="en-US" sz="2250" b="1" dirty="0" spc="2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liệu,</a:t>
            </a:r>
            <a:r>
              <a:rPr lang="en-US" sz="2250" b="1" dirty="0" spc="-1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</a:t>
            </a:r>
            <a:r>
              <a:rPr lang="en-US" sz="2250" b="1" dirty="0" spc="10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đã</a:t>
            </a:r>
            <a:r>
              <a:rPr lang="en-US" sz="2250" b="1" dirty="0" spc="-14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xóa;</a:t>
            </a:r>
            <a:r>
              <a:rPr lang="en-US" sz="2250" b="1" dirty="0" spc="1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2250" b="1" dirty="0" spc="-3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thêm</a:t>
            </a:r>
            <a:r>
              <a:rPr lang="en-US" sz="2250" b="1" dirty="0" spc="6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_3</a:t>
            </a:r>
            <a:endParaRPr lang="en-US" sz="2250" dirty="0"/>
          </a:p>
        </p:txBody>
      </p:sp>
      <p:sp>
        <p:nvSpPr>
          <p:cNvPr id="15" name="Text 13"/>
          <p:cNvSpPr/>
          <p:nvPr/>
        </p:nvSpPr>
        <p:spPr>
          <a:xfrm>
            <a:off x="1238250" y="5962650"/>
            <a:ext cx="6096000" cy="4381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dirty="0" spc="-2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Gộp</a:t>
            </a:r>
            <a:r>
              <a:rPr lang="en-US" sz="2400" dirty="0" spc="-18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về</a:t>
            </a:r>
            <a:r>
              <a:rPr lang="en-US" sz="2400" dirty="0" spc="-8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một segment</a:t>
            </a:r>
            <a:endParaRPr lang="en-US" sz="2400" dirty="0"/>
          </a:p>
        </p:txBody>
      </p:sp>
      <p:sp>
        <p:nvSpPr>
          <p:cNvPr id="16" name="Text 14"/>
          <p:cNvSpPr/>
          <p:nvPr/>
        </p:nvSpPr>
        <p:spPr>
          <a:xfrm>
            <a:off x="7620000" y="5829300"/>
            <a:ext cx="9429750" cy="723900"/>
          </a:xfrm>
          <a:prstGeom prst="rect">
            <a:avLst/>
          </a:prstGeom>
          <a:noFill/>
          <a:ln/>
        </p:spPr>
        <p:txBody>
          <a:bodyPr wrap="square" lIns="0" tIns="15700" rIns="0" bIns="-15700" rtlCol="0" anchor="t"/>
          <a:lstStyle/>
          <a:p>
            <a:pPr algn="l" indent="0" marL="0">
              <a:lnSpc>
                <a:spcPts val="2813"/>
              </a:lnSpc>
              <a:buNone/>
            </a:pPr>
            <a:r>
              <a:rPr lang="en-US" sz="2250" b="1" dirty="0" spc="-3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Còn</a:t>
            </a:r>
            <a:r>
              <a:rPr lang="en-US" sz="2250" b="1" dirty="0" spc="2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_4</a:t>
            </a:r>
            <a:r>
              <a:rPr lang="en-US" sz="2250" b="1" dirty="0" spc="-6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với</a:t>
            </a:r>
            <a:r>
              <a:rPr lang="en-US" sz="2250" b="1" dirty="0" spc="5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</a:t>
            </a:r>
            <a:r>
              <a:rPr lang="en-US" sz="2250" b="1" dirty="0" spc="0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tài</a:t>
            </a:r>
            <a:r>
              <a:rPr lang="en-US" sz="2250" b="1" dirty="0" spc="2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liệu;</a:t>
            </a:r>
            <a:r>
              <a:rPr lang="en-US" sz="2250" b="1" dirty="0" spc="-5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thấy tệp</a:t>
            </a:r>
            <a:r>
              <a:rPr lang="en-US" sz="2250" b="1" dirty="0" spc="3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.tim, .tip,</a:t>
            </a:r>
            <a:r>
              <a:rPr lang="en-US" sz="2250" b="1" dirty="0" spc="-1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.doc,</a:t>
            </a:r>
            <a:r>
              <a:rPr lang="en-US" sz="2250" b="1" dirty="0" spc="1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.pos</a:t>
            </a:r>
            <a:endParaRPr lang="en-US" sz="2250" dirty="0"/>
          </a:p>
        </p:txBody>
      </p:sp>
      <p:sp>
        <p:nvSpPr>
          <p:cNvPr id="17" name="Text 15"/>
          <p:cNvSpPr/>
          <p:nvPr/>
        </p:nvSpPr>
        <p:spPr>
          <a:xfrm>
            <a:off x="1238250" y="7086600"/>
            <a:ext cx="6096000" cy="4381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dirty="0" spc="-8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Một</a:t>
            </a:r>
            <a:r>
              <a:rPr lang="en-US" sz="2400" dirty="0" spc="1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nút,</a:t>
            </a:r>
            <a:r>
              <a:rPr lang="en-US" sz="2400" dirty="0" spc="-8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một</a:t>
            </a:r>
            <a:r>
              <a:rPr lang="en-US" sz="2400" dirty="0" spc="-1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bản</a:t>
            </a:r>
            <a:r>
              <a:rPr lang="en-US" sz="2400" dirty="0" spc="1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sao</a:t>
            </a:r>
            <a:endParaRPr lang="en-US" sz="2400" dirty="0"/>
          </a:p>
        </p:txBody>
      </p:sp>
      <p:sp>
        <p:nvSpPr>
          <p:cNvPr id="18" name="Text 16"/>
          <p:cNvSpPr/>
          <p:nvPr/>
        </p:nvSpPr>
        <p:spPr>
          <a:xfrm>
            <a:off x="7620000" y="6953250"/>
            <a:ext cx="9429750" cy="723900"/>
          </a:xfrm>
          <a:prstGeom prst="rect">
            <a:avLst/>
          </a:prstGeom>
          <a:noFill/>
          <a:ln/>
        </p:spPr>
        <p:txBody>
          <a:bodyPr wrap="square" lIns="0" tIns="15700" rIns="0" bIns="-15700" rtlCol="0" anchor="t"/>
          <a:lstStyle/>
          <a:p>
            <a:pPr algn="l" indent="0" marL="0">
              <a:lnSpc>
                <a:spcPts val="2813"/>
              </a:lnSpc>
              <a:buNone/>
            </a:pPr>
            <a:r>
              <a:rPr lang="en-US" sz="2250" b="1" dirty="0" spc="4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Cụm</a:t>
            </a:r>
            <a:r>
              <a:rPr lang="en-US" sz="2250" b="1" dirty="0" spc="5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báo</a:t>
            </a:r>
            <a:r>
              <a:rPr lang="en-US" sz="2250" b="1" dirty="0" spc="-17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yellow:</a:t>
            </a:r>
            <a:r>
              <a:rPr lang="en-US" sz="2250" b="1" dirty="0" spc="0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bản</a:t>
            </a:r>
            <a:r>
              <a:rPr lang="en-US" sz="2250" b="1" dirty="0" spc="4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sao</a:t>
            </a:r>
            <a:r>
              <a:rPr lang="en-US" sz="2250" b="1" dirty="0" spc="12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chưa</a:t>
            </a:r>
            <a:r>
              <a:rPr lang="en-US" sz="2250" b="1" dirty="0" spc="0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2250" b="1" dirty="0" spc="2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chỗ</a:t>
            </a:r>
            <a:endParaRPr lang="en-US" sz="2250" dirty="0"/>
          </a:p>
        </p:txBody>
      </p:sp>
      <p:sp>
        <p:nvSpPr>
          <p:cNvPr id="19" name="Text 17"/>
          <p:cNvSpPr/>
          <p:nvPr/>
        </p:nvSpPr>
        <p:spPr>
          <a:xfrm>
            <a:off x="914400" y="8096250"/>
            <a:ext cx="164592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dirty="0" spc="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.tim:</a:t>
            </a:r>
            <a:r>
              <a:rPr lang="en-US" sz="2100" dirty="0" spc="-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</a:t>
            </a:r>
            <a:r>
              <a:rPr lang="en-US" sz="2100" dirty="0" spc="19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điển</a:t>
            </a:r>
            <a:r>
              <a:rPr lang="en-US" sz="2100" dirty="0" spc="-9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thuật</a:t>
            </a:r>
            <a:r>
              <a:rPr lang="en-US" sz="2100" dirty="0" spc="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ngữ.</a:t>
            </a:r>
            <a:r>
              <a:rPr lang="en-US" sz="2100" dirty="0" spc="-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.tip:</a:t>
            </a:r>
            <a:r>
              <a:rPr lang="en-US" sz="2100" dirty="0" spc="0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 mục</a:t>
            </a:r>
            <a:r>
              <a:rPr lang="en-US" sz="2100" dirty="0" spc="-14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vào</a:t>
            </a:r>
            <a:r>
              <a:rPr lang="en-US" sz="2100" dirty="0" spc="-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</a:t>
            </a:r>
            <a:r>
              <a:rPr lang="en-US" sz="2100" dirty="0" spc="16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điển.</a:t>
            </a:r>
            <a:r>
              <a:rPr lang="en-US" sz="2100" dirty="0" spc="-3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.pos:</a:t>
            </a:r>
            <a:r>
              <a:rPr lang="en-US" sz="2100" dirty="0" spc="-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vị</a:t>
            </a:r>
            <a:r>
              <a:rPr lang="en-US" sz="2100" dirty="0" spc="8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trí.</a:t>
            </a:r>
            <a:endParaRPr lang="en-US" sz="2100" dirty="0"/>
          </a:p>
        </p:txBody>
      </p:sp>
      <p:sp>
        <p:nvSpPr>
          <p:cNvPr id="20" name="Shape 18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262063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590675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919288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22479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528888" y="9382125"/>
            <a:ext cx="209550" cy="20955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905125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233738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35623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3890962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914400" y="9715500"/>
            <a:ext cx="76200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22</a:t>
            </a:r>
            <a:r>
              <a:rPr lang="en-US" sz="1650" dirty="0" spc="0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06/10</a:t>
            </a:r>
            <a:endParaRPr lang="en-US" sz="1650" dirty="0"/>
          </a:p>
        </p:txBody>
      </p:sp>
      <p:sp>
        <p:nvSpPr>
          <p:cNvPr id="31" name="Shape 29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2" name="Moda image moda-export-watermark-258eba4b-0977-48b7-bbeb-34f90115162e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14287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3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GIỚI</a:t>
            </a:r>
            <a:r>
              <a:rPr lang="en-US" sz="1950" b="1" spc="299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HẠN</a:t>
            </a:r>
            <a:r>
              <a:rPr lang="en-US" sz="1950" b="1" spc="250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950" b="1" spc="302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LỰA</a:t>
            </a:r>
            <a:r>
              <a:rPr lang="en-US" sz="1950" b="1" spc="299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CHỌN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1906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0" dirty="0" spc="-3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Giới</a:t>
            </a:r>
            <a:r>
              <a:rPr lang="en-US" sz="75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hạn</a:t>
            </a:r>
            <a:r>
              <a:rPr lang="en-US" sz="75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cần</a:t>
            </a:r>
            <a:r>
              <a:rPr lang="en-US" sz="75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nhớ</a:t>
            </a:r>
            <a:endParaRPr lang="en-US" sz="7500" dirty="0"/>
          </a:p>
        </p:txBody>
      </p:sp>
      <p:sp>
        <p:nvSpPr>
          <p:cNvPr id="4" name="Shape 2"/>
          <p:cNvSpPr/>
          <p:nvPr/>
        </p:nvSpPr>
        <p:spPr>
          <a:xfrm>
            <a:off x="914400" y="2762250"/>
            <a:ext cx="16459200" cy="952500"/>
          </a:xfrm>
          <a:prstGeom prst="roundRect">
            <a:avLst>
              <a:gd name="adj" fmla="val 20000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14400" y="3867150"/>
            <a:ext cx="16459200" cy="952500"/>
          </a:xfrm>
          <a:prstGeom prst="roundRect">
            <a:avLst>
              <a:gd name="adj" fmla="val 20000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14400" y="4972050"/>
            <a:ext cx="16459200" cy="952500"/>
          </a:xfrm>
          <a:prstGeom prst="roundRect">
            <a:avLst>
              <a:gd name="adj" fmla="val 20000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14400" y="6076950"/>
            <a:ext cx="16459200" cy="952500"/>
          </a:xfrm>
          <a:prstGeom prst="roundRect">
            <a:avLst>
              <a:gd name="adj" fmla="val 20000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914400" y="7181850"/>
            <a:ext cx="16459200" cy="952500"/>
          </a:xfrm>
          <a:prstGeom prst="roundRect">
            <a:avLst>
              <a:gd name="adj" fmla="val 20000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238250" y="2990850"/>
            <a:ext cx="495300" cy="495300"/>
          </a:xfrm>
          <a:prstGeom prst="roundRect">
            <a:avLst>
              <a:gd name="adj" fmla="val 26923"/>
            </a:avLst>
          </a:prstGeom>
          <a:solidFill>
            <a:srgbClr val="E8472B"/>
          </a:solidFill>
          <a:ln/>
        </p:spPr>
      </p:sp>
      <p:sp>
        <p:nvSpPr>
          <p:cNvPr id="10" name="Shape 8"/>
          <p:cNvSpPr/>
          <p:nvPr/>
        </p:nvSpPr>
        <p:spPr>
          <a:xfrm>
            <a:off x="1238250" y="4095750"/>
            <a:ext cx="495300" cy="495300"/>
          </a:xfrm>
          <a:prstGeom prst="roundRect">
            <a:avLst>
              <a:gd name="adj" fmla="val 26923"/>
            </a:avLst>
          </a:prstGeom>
          <a:solidFill>
            <a:srgbClr val="E8472B"/>
          </a:solidFill>
          <a:ln/>
        </p:spPr>
      </p:sp>
      <p:sp>
        <p:nvSpPr>
          <p:cNvPr id="11" name="Shape 9"/>
          <p:cNvSpPr/>
          <p:nvPr/>
        </p:nvSpPr>
        <p:spPr>
          <a:xfrm>
            <a:off x="1238250" y="5200650"/>
            <a:ext cx="495300" cy="495300"/>
          </a:xfrm>
          <a:prstGeom prst="roundRect">
            <a:avLst>
              <a:gd name="adj" fmla="val 26923"/>
            </a:avLst>
          </a:prstGeom>
          <a:solidFill>
            <a:srgbClr val="1F3FD1"/>
          </a:solidFill>
          <a:ln/>
        </p:spPr>
      </p:sp>
      <p:sp>
        <p:nvSpPr>
          <p:cNvPr id="12" name="Shape 10"/>
          <p:cNvSpPr/>
          <p:nvPr/>
        </p:nvSpPr>
        <p:spPr>
          <a:xfrm>
            <a:off x="1238250" y="6305550"/>
            <a:ext cx="495300" cy="495300"/>
          </a:xfrm>
          <a:prstGeom prst="roundRect">
            <a:avLst>
              <a:gd name="adj" fmla="val 26923"/>
            </a:avLst>
          </a:prstGeom>
          <a:solidFill>
            <a:srgbClr val="B45309"/>
          </a:solidFill>
          <a:ln/>
        </p:spPr>
      </p:sp>
      <p:sp>
        <p:nvSpPr>
          <p:cNvPr id="13" name="Shape 11"/>
          <p:cNvSpPr/>
          <p:nvPr/>
        </p:nvSpPr>
        <p:spPr>
          <a:xfrm>
            <a:off x="1238250" y="7410450"/>
            <a:ext cx="495300" cy="495300"/>
          </a:xfrm>
          <a:prstGeom prst="roundRect">
            <a:avLst>
              <a:gd name="adj" fmla="val 26923"/>
            </a:avLst>
          </a:prstGeom>
          <a:solidFill>
            <a:srgbClr val="0F766E"/>
          </a:solidFill>
          <a:ln/>
        </p:spPr>
      </p:sp>
      <p:sp>
        <p:nvSpPr>
          <p:cNvPr id="14" name="Text 12"/>
          <p:cNvSpPr/>
          <p:nvPr/>
        </p:nvSpPr>
        <p:spPr>
          <a:xfrm>
            <a:off x="1257300" y="30099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dirty="0" spc="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1</a:t>
            </a:r>
            <a:endParaRPr lang="en-US" sz="2550" dirty="0"/>
          </a:p>
        </p:txBody>
      </p:sp>
      <p:sp>
        <p:nvSpPr>
          <p:cNvPr id="15" name="Text 13"/>
          <p:cNvSpPr/>
          <p:nvPr/>
        </p:nvSpPr>
        <p:spPr>
          <a:xfrm>
            <a:off x="1257300" y="41148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dirty="0" spc="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2</a:t>
            </a:r>
            <a:endParaRPr lang="en-US" sz="2550" dirty="0"/>
          </a:p>
        </p:txBody>
      </p:sp>
      <p:sp>
        <p:nvSpPr>
          <p:cNvPr id="16" name="Text 14"/>
          <p:cNvSpPr/>
          <p:nvPr/>
        </p:nvSpPr>
        <p:spPr>
          <a:xfrm>
            <a:off x="1257300" y="52197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dirty="0" spc="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3</a:t>
            </a:r>
            <a:endParaRPr lang="en-US" sz="2550" dirty="0"/>
          </a:p>
        </p:txBody>
      </p:sp>
      <p:sp>
        <p:nvSpPr>
          <p:cNvPr id="17" name="Text 15"/>
          <p:cNvSpPr/>
          <p:nvPr/>
        </p:nvSpPr>
        <p:spPr>
          <a:xfrm>
            <a:off x="1257300" y="63246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4</a:t>
            </a:r>
            <a:endParaRPr lang="en-US" sz="2550" dirty="0"/>
          </a:p>
        </p:txBody>
      </p:sp>
      <p:sp>
        <p:nvSpPr>
          <p:cNvPr id="18" name="Text 16"/>
          <p:cNvSpPr/>
          <p:nvPr/>
        </p:nvSpPr>
        <p:spPr>
          <a:xfrm>
            <a:off x="1257300" y="74295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dirty="0" spc="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5</a:t>
            </a:r>
            <a:endParaRPr lang="en-US" sz="2550" dirty="0"/>
          </a:p>
        </p:txBody>
      </p:sp>
      <p:sp>
        <p:nvSpPr>
          <p:cNvPr id="19" name="Text 17"/>
          <p:cNvSpPr/>
          <p:nvPr/>
        </p:nvSpPr>
        <p:spPr>
          <a:xfrm>
            <a:off x="2190750" y="3009900"/>
            <a:ext cx="148590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50" dirty="0" spc="-7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Gộp</a:t>
            </a:r>
            <a:r>
              <a:rPr lang="en-US" sz="2850" dirty="0" spc="-10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segment</a:t>
            </a:r>
            <a:r>
              <a:rPr lang="en-US" sz="2850" dirty="0" spc="-1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tốn</a:t>
            </a:r>
            <a:r>
              <a:rPr lang="en-US" sz="2850" dirty="0" spc="7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đọc</a:t>
            </a:r>
            <a:r>
              <a:rPr lang="en-US" sz="2850" dirty="0" spc="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ghi</a:t>
            </a:r>
            <a:r>
              <a:rPr lang="en-US" sz="2850" dirty="0" spc="2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đĩa</a:t>
            </a:r>
            <a:endParaRPr lang="en-US" sz="2850" dirty="0"/>
          </a:p>
        </p:txBody>
      </p:sp>
      <p:sp>
        <p:nvSpPr>
          <p:cNvPr id="20" name="Text 18"/>
          <p:cNvSpPr/>
          <p:nvPr/>
        </p:nvSpPr>
        <p:spPr>
          <a:xfrm>
            <a:off x="2190750" y="4114800"/>
            <a:ext cx="148590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50" dirty="0" spc="-9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Tài</a:t>
            </a:r>
            <a:r>
              <a:rPr lang="en-US" sz="2850" dirty="0" spc="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liệu</a:t>
            </a:r>
            <a:r>
              <a:rPr lang="en-US" sz="2850" dirty="0" spc="17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đã</a:t>
            </a:r>
            <a:r>
              <a:rPr lang="en-US" sz="2850" dirty="0" spc="-29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xóa</a:t>
            </a:r>
            <a:r>
              <a:rPr lang="en-US" sz="2850" dirty="0" spc="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chỉ</a:t>
            </a:r>
            <a:r>
              <a:rPr lang="en-US" sz="2850" dirty="0" spc="-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biến</a:t>
            </a:r>
            <a:r>
              <a:rPr lang="en-US" sz="2850" dirty="0" spc="-8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mất</a:t>
            </a:r>
            <a:r>
              <a:rPr lang="en-US" sz="2850" dirty="0" spc="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khi</a:t>
            </a:r>
            <a:r>
              <a:rPr lang="en-US" sz="2850" dirty="0" spc="1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được</a:t>
            </a:r>
            <a:r>
              <a:rPr lang="en-US" sz="2850" dirty="0" spc="-1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gộp</a:t>
            </a:r>
            <a:endParaRPr lang="en-US" sz="2850" dirty="0"/>
          </a:p>
        </p:txBody>
      </p:sp>
      <p:sp>
        <p:nvSpPr>
          <p:cNvPr id="21" name="Text 19"/>
          <p:cNvSpPr/>
          <p:nvPr/>
        </p:nvSpPr>
        <p:spPr>
          <a:xfrm>
            <a:off x="2190750" y="5219700"/>
            <a:ext cx="148590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50" dirty="0" spc="-8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Soft</a:t>
            </a:r>
            <a:r>
              <a:rPr lang="en-US" sz="2850" dirty="0" spc="-10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deletes</a:t>
            </a:r>
            <a:r>
              <a:rPr lang="en-US" sz="2850" dirty="0" spc="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giữ</a:t>
            </a:r>
            <a:r>
              <a:rPr lang="en-US" sz="2850" dirty="0" spc="0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lần</a:t>
            </a:r>
            <a:r>
              <a:rPr lang="en-US" sz="2850" dirty="0" spc="-29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xóa</a:t>
            </a:r>
            <a:r>
              <a:rPr lang="en-US" sz="2850" dirty="0" spc="-6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gần</a:t>
            </a:r>
            <a:r>
              <a:rPr lang="en-US" sz="2850" dirty="0" spc="4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đây</a:t>
            </a:r>
            <a:r>
              <a:rPr lang="en-US" sz="2850" dirty="0" spc="-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cho</a:t>
            </a:r>
            <a:r>
              <a:rPr lang="en-US" sz="2850" dirty="0" spc="-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bản sao</a:t>
            </a:r>
            <a:endParaRPr lang="en-US" sz="2850" dirty="0"/>
          </a:p>
        </p:txBody>
      </p:sp>
      <p:sp>
        <p:nvSpPr>
          <p:cNvPr id="22" name="Text 20"/>
          <p:cNvSpPr/>
          <p:nvPr/>
        </p:nvSpPr>
        <p:spPr>
          <a:xfrm>
            <a:off x="2190750" y="6324600"/>
            <a:ext cx="148590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50" dirty="0" spc="-20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Ngay</a:t>
            </a:r>
            <a:r>
              <a:rPr lang="en-US" sz="2850" dirty="0" spc="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sau khi</a:t>
            </a:r>
            <a:r>
              <a:rPr lang="en-US" sz="2850" dirty="0" spc="-1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gộp</a:t>
            </a:r>
            <a:r>
              <a:rPr lang="en-US" sz="2850" dirty="0" spc="-15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vẫn</a:t>
            </a:r>
            <a:r>
              <a:rPr lang="en-US" sz="2850" dirty="0" spc="-6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còn</a:t>
            </a:r>
            <a:r>
              <a:rPr lang="en-US" sz="2850" dirty="0" spc="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1</a:t>
            </a:r>
            <a:r>
              <a:rPr lang="en-US" sz="2850" dirty="0" spc="-5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tài</a:t>
            </a:r>
            <a:r>
              <a:rPr lang="en-US" sz="2850" dirty="0" spc="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liệu</a:t>
            </a:r>
            <a:r>
              <a:rPr lang="en-US" sz="2850" dirty="0" spc="17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đã</a:t>
            </a:r>
            <a:r>
              <a:rPr lang="en-US" sz="2850" dirty="0" spc="-29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xóa</a:t>
            </a:r>
            <a:endParaRPr lang="en-US" sz="2850" dirty="0"/>
          </a:p>
        </p:txBody>
      </p:sp>
      <p:sp>
        <p:nvSpPr>
          <p:cNvPr id="23" name="Text 21"/>
          <p:cNvSpPr/>
          <p:nvPr/>
        </p:nvSpPr>
        <p:spPr>
          <a:xfrm>
            <a:off x="2190750" y="7429500"/>
            <a:ext cx="148590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50" dirty="0" spc="-7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Giống</a:t>
            </a:r>
            <a:r>
              <a:rPr lang="en-US" sz="2850" dirty="0" spc="0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LSM ở</a:t>
            </a:r>
            <a:r>
              <a:rPr lang="en-US" sz="2850" dirty="0" spc="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cách</a:t>
            </a:r>
            <a:r>
              <a:rPr lang="en-US" sz="2850" dirty="0" spc="-1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gộp</a:t>
            </a:r>
            <a:r>
              <a:rPr lang="en-US" sz="2850" dirty="0" spc="-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dần,</a:t>
            </a:r>
            <a:r>
              <a:rPr lang="en-US" sz="2850" dirty="0" spc="-6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không</a:t>
            </a:r>
            <a:r>
              <a:rPr lang="en-US" sz="2850" dirty="0" spc="-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ở</a:t>
            </a:r>
            <a:r>
              <a:rPr lang="en-US" sz="2850" dirty="0" spc="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từ</a:t>
            </a:r>
            <a:r>
              <a:rPr lang="en-US" sz="2850" dirty="0" spc="17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điển</a:t>
            </a:r>
            <a:endParaRPr lang="en-US" sz="2850" dirty="0"/>
          </a:p>
        </p:txBody>
      </p:sp>
      <p:sp>
        <p:nvSpPr>
          <p:cNvPr id="24" name="Shape 22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262063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1590675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1919288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2479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2576513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2857500" y="9382125"/>
            <a:ext cx="209550" cy="20955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3233738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35623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3890962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914400" y="9715500"/>
            <a:ext cx="76200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22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-1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07/10</a:t>
            </a:r>
            <a:endParaRPr lang="en-US" sz="1650" dirty="0"/>
          </a:p>
        </p:txBody>
      </p:sp>
      <p:sp>
        <p:nvSpPr>
          <p:cNvPr id="35" name="Shape 33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6" name="Moda image moda-export-watermark-4ca4a5d3-0ccd-47e7-bca3-d073c363eba8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14287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73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CÂU</a:t>
            </a:r>
            <a:r>
              <a:rPr lang="en-US" sz="1950" b="1" spc="302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HỎI</a:t>
            </a:r>
            <a:r>
              <a:rPr lang="en-US" sz="1950" b="1" spc="249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950" b="1" spc="281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ĐÁP</a:t>
            </a:r>
            <a:r>
              <a:rPr lang="en-US" sz="1950" b="1" spc="298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ÁN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1906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550" dirty="0" spc="-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Số</a:t>
            </a:r>
            <a:r>
              <a:rPr lang="en-US" sz="555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sản</a:t>
            </a:r>
            <a:r>
              <a:rPr lang="en-US" sz="555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phẩm</a:t>
            </a:r>
            <a:r>
              <a:rPr lang="en-US" sz="5550" dirty="0" spc="-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không</a:t>
            </a:r>
            <a:r>
              <a:rPr lang="en-US" sz="5550" dirty="0" spc="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đổi,</a:t>
            </a:r>
            <a:r>
              <a:rPr lang="en-US" sz="555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dung</a:t>
            </a:r>
            <a:r>
              <a:rPr lang="en-US" sz="5550" dirty="0" spc="-6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lượng</a:t>
            </a:r>
            <a:r>
              <a:rPr lang="en-US" sz="555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tăng:</a:t>
            </a:r>
            <a:r>
              <a:rPr lang="en-US" sz="5550" dirty="0" spc="-2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vì</a:t>
            </a:r>
            <a:r>
              <a:rPr lang="en-US" sz="5550" dirty="0" spc="-3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sao?</a:t>
            </a:r>
            <a:endParaRPr lang="en-US" sz="5550" dirty="0"/>
          </a:p>
        </p:txBody>
      </p:sp>
      <p:sp>
        <p:nvSpPr>
          <p:cNvPr id="4" name="Shape 2"/>
          <p:cNvSpPr/>
          <p:nvPr/>
        </p:nvSpPr>
        <p:spPr>
          <a:xfrm>
            <a:off x="914400" y="2857500"/>
            <a:ext cx="4953000" cy="2857500"/>
          </a:xfrm>
          <a:prstGeom prst="roundRect">
            <a:avLst>
              <a:gd name="adj" fmla="val 8667"/>
            </a:avLst>
          </a:prstGeom>
          <a:solidFill>
            <a:srgbClr val="FBF8F2"/>
          </a:solidFill>
          <a:ln w="28575">
            <a:solidFill>
              <a:srgbClr val="E8472B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667500" y="2857500"/>
            <a:ext cx="4953000" cy="2857500"/>
          </a:xfrm>
          <a:prstGeom prst="roundRect">
            <a:avLst>
              <a:gd name="adj" fmla="val 8667"/>
            </a:avLst>
          </a:prstGeom>
          <a:solidFill>
            <a:srgbClr val="FBF8F2"/>
          </a:solidFill>
          <a:ln w="28575">
            <a:solidFill>
              <a:srgbClr val="E8472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2420600" y="2857500"/>
            <a:ext cx="4953000" cy="2857500"/>
          </a:xfrm>
          <a:prstGeom prst="roundRect">
            <a:avLst>
              <a:gd name="adj" fmla="val 8667"/>
            </a:avLst>
          </a:prstGeom>
          <a:solidFill>
            <a:srgbClr val="FBF8F2"/>
          </a:solidFill>
          <a:ln w="28575">
            <a:solidFill>
              <a:srgbClr val="E8472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238250" y="3143250"/>
            <a:ext cx="428625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6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1</a:t>
            </a:r>
            <a:r>
              <a:rPr lang="en-US" sz="1800" b="1" spc="225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b="1" spc="226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SỬA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238250" y="3714750"/>
            <a:ext cx="4286250" cy="1809750"/>
          </a:xfrm>
          <a:prstGeom prst="rect">
            <a:avLst/>
          </a:prstGeom>
          <a:noFill/>
          <a:ln/>
        </p:spPr>
        <p:txBody>
          <a:bodyPr wrap="square" lIns="0" tIns="14573" rIns="0" bIns="-14573" rtlCol="0" anchor="t"/>
          <a:lstStyle/>
          <a:p>
            <a:pPr algn="l" indent="0" marL="0">
              <a:lnSpc>
                <a:spcPts val="3510"/>
              </a:lnSpc>
              <a:buNone/>
            </a:pPr>
            <a:r>
              <a:rPr lang="en-US" sz="2700" dirty="0" spc="-5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Mỗi</a:t>
            </a:r>
            <a:r>
              <a:rPr lang="en-US" sz="2700" dirty="0" spc="-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lần</a:t>
            </a:r>
            <a:r>
              <a:rPr lang="en-US" sz="2700" dirty="0" spc="1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sửa</a:t>
            </a:r>
            <a:r>
              <a:rPr lang="en-US" sz="2700" dirty="0" spc="-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giá</a:t>
            </a:r>
            <a:r>
              <a:rPr lang="en-US" sz="2700" dirty="0" spc="-1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một</a:t>
            </a:r>
            <a:r>
              <a:rPr lang="en-US" sz="2700" dirty="0" spc="-4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sản</a:t>
            </a:r>
            <a:r>
              <a:rPr lang="en-US" sz="2700" dirty="0" spc="-5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phẩm</a:t>
            </a:r>
            <a:endParaRPr lang="en-US" sz="2700" dirty="0"/>
          </a:p>
        </p:txBody>
      </p:sp>
      <p:sp>
        <p:nvSpPr>
          <p:cNvPr id="9" name="Text 7"/>
          <p:cNvSpPr/>
          <p:nvPr/>
        </p:nvSpPr>
        <p:spPr>
          <a:xfrm>
            <a:off x="6991350" y="3143250"/>
            <a:ext cx="428625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0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2</a:t>
            </a:r>
            <a:r>
              <a:rPr lang="en-US" sz="1800" b="1" spc="225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 GHI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6991350" y="3714750"/>
            <a:ext cx="4286250" cy="1809750"/>
          </a:xfrm>
          <a:prstGeom prst="rect">
            <a:avLst/>
          </a:prstGeom>
          <a:noFill/>
          <a:ln/>
        </p:spPr>
        <p:txBody>
          <a:bodyPr wrap="square" lIns="0" tIns="13764" rIns="0" bIns="-13764" rtlCol="0" anchor="t"/>
          <a:lstStyle/>
          <a:p>
            <a:pPr algn="l" indent="0" marL="0">
              <a:lnSpc>
                <a:spcPts val="3315"/>
              </a:lnSpc>
              <a:buNone/>
            </a:pPr>
            <a:r>
              <a:rPr lang="en-US" sz="2550" dirty="0" spc="4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Đánh</a:t>
            </a:r>
            <a:r>
              <a:rPr lang="en-US" sz="2550" dirty="0" spc="-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dấu</a:t>
            </a:r>
            <a:r>
              <a:rPr lang="en-US" sz="2550" dirty="0" spc="-27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xóa</a:t>
            </a:r>
            <a:r>
              <a:rPr lang="en-US" sz="2550" dirty="0" spc="-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bản</a:t>
            </a:r>
            <a:r>
              <a:rPr lang="en-US" sz="2550" dirty="0" spc="0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cũ,</a:t>
            </a:r>
            <a:r>
              <a:rPr lang="en-US" sz="2550" dirty="0" spc="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ghi</a:t>
            </a:r>
            <a:r>
              <a:rPr lang="en-US" sz="2550" dirty="0" spc="-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bản</a:t>
            </a:r>
            <a:r>
              <a:rPr lang="en-US" sz="2550" dirty="0" spc="0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mới</a:t>
            </a:r>
            <a:r>
              <a:rPr lang="en-US" sz="2550" dirty="0" spc="-14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vào</a:t>
            </a:r>
            <a:r>
              <a:rPr lang="en-US" sz="2550" dirty="0" spc="-1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segment</a:t>
            </a:r>
            <a:r>
              <a:rPr lang="en-US" sz="2550" dirty="0" spc="-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mới</a:t>
            </a:r>
            <a:endParaRPr lang="en-US" sz="2550" dirty="0"/>
          </a:p>
        </p:txBody>
      </p:sp>
      <p:sp>
        <p:nvSpPr>
          <p:cNvPr id="11" name="Text 9"/>
          <p:cNvSpPr/>
          <p:nvPr/>
        </p:nvSpPr>
        <p:spPr>
          <a:xfrm>
            <a:off x="12744450" y="3143250"/>
            <a:ext cx="428625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4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3</a:t>
            </a:r>
            <a:r>
              <a:rPr lang="en-US" sz="1800" b="1" spc="225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 KẾT</a:t>
            </a:r>
            <a:r>
              <a:rPr lang="en-US" sz="1800" b="1" spc="215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QUẢ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12744450" y="3714750"/>
            <a:ext cx="4286250" cy="1809750"/>
          </a:xfrm>
          <a:prstGeom prst="rect">
            <a:avLst/>
          </a:prstGeom>
          <a:noFill/>
          <a:ln/>
        </p:spPr>
        <p:txBody>
          <a:bodyPr wrap="square" lIns="0" tIns="14573" rIns="0" bIns="-14573" rtlCol="0" anchor="t"/>
          <a:lstStyle/>
          <a:p>
            <a:pPr algn="l" indent="0" marL="0">
              <a:lnSpc>
                <a:spcPts val="3510"/>
              </a:lnSpc>
              <a:buNone/>
            </a:pPr>
            <a:r>
              <a:rPr lang="en-US" sz="2700" dirty="0" spc="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Bản</a:t>
            </a:r>
            <a:r>
              <a:rPr lang="en-US" sz="2700" dirty="0" spc="-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cũ</a:t>
            </a:r>
            <a:r>
              <a:rPr lang="en-US" sz="2700" dirty="0" spc="-6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còn</a:t>
            </a:r>
            <a:r>
              <a:rPr lang="en-US" sz="2700" dirty="0" spc="-5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chiếm</a:t>
            </a:r>
            <a:r>
              <a:rPr lang="en-US" sz="2700" dirty="0" spc="-6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chỗ</a:t>
            </a:r>
            <a:r>
              <a:rPr lang="en-US" sz="2700" dirty="0" spc="-8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tới</a:t>
            </a:r>
            <a:r>
              <a:rPr lang="en-US" sz="2700" dirty="0" spc="-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khi</a:t>
            </a:r>
            <a:r>
              <a:rPr lang="en-US" sz="2700" dirty="0" spc="-1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gộp</a:t>
            </a:r>
            <a:endParaRPr lang="en-US" sz="2700" dirty="0"/>
          </a:p>
        </p:txBody>
      </p:sp>
      <p:sp>
        <p:nvSpPr>
          <p:cNvPr id="13" name="Connector line-1792442554240-661673766"/>
          <p:cNvSpPr/>
          <p:nvPr/>
        </p:nvSpPr>
        <p:spPr>
          <a:xfrm>
            <a:off x="5962650" y="4286250"/>
            <a:ext cx="742950" cy="0"/>
          </a:xfrm>
          <a:prstGeom prst="line">
            <a:avLst/>
          </a:prstGeom>
          <a:noFill/>
          <a:ln w="57150">
            <a:solidFill>
              <a:srgbClr val="E8472B"/>
            </a:solidFill>
            <a:prstDash val="solid"/>
            <a:headEnd type="none"/>
            <a:tailEnd type="triangle"/>
          </a:ln>
        </p:spPr>
      </p:sp>
      <p:sp>
        <p:nvSpPr>
          <p:cNvPr id="14" name="Connector line-1792442554240-821966162"/>
          <p:cNvSpPr/>
          <p:nvPr/>
        </p:nvSpPr>
        <p:spPr>
          <a:xfrm>
            <a:off x="11715750" y="4286250"/>
            <a:ext cx="742950" cy="0"/>
          </a:xfrm>
          <a:prstGeom prst="line">
            <a:avLst/>
          </a:prstGeom>
          <a:noFill/>
          <a:ln w="57150">
            <a:solidFill>
              <a:srgbClr val="E8472B"/>
            </a:solidFill>
            <a:prstDash val="solid"/>
            <a:headEnd type="none"/>
            <a:tailEnd type="triangle"/>
          </a:ln>
        </p:spPr>
      </p:sp>
      <p:sp>
        <p:nvSpPr>
          <p:cNvPr id="15" name="Text 13"/>
          <p:cNvSpPr/>
          <p:nvPr/>
        </p:nvSpPr>
        <p:spPr>
          <a:xfrm>
            <a:off x="914400" y="6191250"/>
            <a:ext cx="164592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7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HƯỚNG</a:t>
            </a:r>
            <a:r>
              <a:rPr lang="en-US" sz="1950" b="1" spc="226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XỬ</a:t>
            </a:r>
            <a:r>
              <a:rPr lang="en-US" sz="1950" b="1" spc="124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LÝ</a:t>
            </a:r>
            <a:endParaRPr lang="en-US" sz="1950" dirty="0"/>
          </a:p>
        </p:txBody>
      </p:sp>
      <p:sp>
        <p:nvSpPr>
          <p:cNvPr id="16" name="Shape 14"/>
          <p:cNvSpPr/>
          <p:nvPr/>
        </p:nvSpPr>
        <p:spPr>
          <a:xfrm>
            <a:off x="914400" y="6667500"/>
            <a:ext cx="8001000" cy="952500"/>
          </a:xfrm>
          <a:prstGeom prst="roundRect">
            <a:avLst>
              <a:gd name="adj" fmla="val 20000"/>
            </a:avLst>
          </a:prstGeom>
          <a:solidFill>
            <a:srgbClr val="E8E0CF"/>
          </a:solidFill>
          <a:ln/>
        </p:spPr>
      </p:sp>
      <p:sp>
        <p:nvSpPr>
          <p:cNvPr id="17" name="Text 15"/>
          <p:cNvSpPr/>
          <p:nvPr/>
        </p:nvSpPr>
        <p:spPr>
          <a:xfrm>
            <a:off x="1238250" y="6915150"/>
            <a:ext cx="74295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dirty="0" spc="-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Gom</a:t>
            </a:r>
            <a:r>
              <a:rPr lang="en-US" sz="2400" dirty="0" spc="-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các lần</a:t>
            </a:r>
            <a:r>
              <a:rPr lang="en-US" sz="2400" dirty="0" spc="1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sửa</a:t>
            </a:r>
            <a:r>
              <a:rPr lang="en-US" sz="2400" dirty="0" spc="-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lại</a:t>
            </a:r>
            <a:r>
              <a:rPr lang="en-US" sz="2400" dirty="0" spc="7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trước</a:t>
            </a:r>
            <a:r>
              <a:rPr lang="en-US" sz="2400" dirty="0" spc="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khi</a:t>
            </a:r>
            <a:r>
              <a:rPr lang="en-US" sz="2400" dirty="0" spc="-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ghi</a:t>
            </a:r>
            <a:endParaRPr lang="en-US" sz="2400" dirty="0"/>
          </a:p>
        </p:txBody>
      </p:sp>
      <p:sp>
        <p:nvSpPr>
          <p:cNvPr id="18" name="Shape 16"/>
          <p:cNvSpPr/>
          <p:nvPr/>
        </p:nvSpPr>
        <p:spPr>
          <a:xfrm>
            <a:off x="9372600" y="6667500"/>
            <a:ext cx="8001000" cy="952500"/>
          </a:xfrm>
          <a:prstGeom prst="roundRect">
            <a:avLst>
              <a:gd name="adj" fmla="val 20000"/>
            </a:avLst>
          </a:prstGeom>
          <a:solidFill>
            <a:srgbClr val="E8E0CF"/>
          </a:solidFill>
          <a:ln/>
        </p:spPr>
      </p:sp>
      <p:sp>
        <p:nvSpPr>
          <p:cNvPr id="19" name="Text 17"/>
          <p:cNvSpPr/>
          <p:nvPr/>
        </p:nvSpPr>
        <p:spPr>
          <a:xfrm>
            <a:off x="9696450" y="6915150"/>
            <a:ext cx="74295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dirty="0" spc="-56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Tách</a:t>
            </a:r>
            <a:r>
              <a:rPr lang="en-US" sz="2400" dirty="0" spc="0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dữ</a:t>
            </a:r>
            <a:r>
              <a:rPr lang="en-US" sz="2400" dirty="0" spc="-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liệu</a:t>
            </a:r>
            <a:r>
              <a:rPr lang="en-US" sz="2400" dirty="0" spc="7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đổi</a:t>
            </a:r>
            <a:r>
              <a:rPr lang="en-US" sz="2400" dirty="0" spc="-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liên</a:t>
            </a:r>
            <a:r>
              <a:rPr lang="en-US" sz="2400" dirty="0" spc="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tục</a:t>
            </a:r>
            <a:r>
              <a:rPr lang="en-US" sz="2400" dirty="0" spc="-2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ra</a:t>
            </a:r>
            <a:r>
              <a:rPr lang="en-US" sz="2400" dirty="0" spc="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riêng</a:t>
            </a:r>
            <a:endParaRPr lang="en-US" sz="2400" dirty="0"/>
          </a:p>
        </p:txBody>
      </p:sp>
      <p:sp>
        <p:nvSpPr>
          <p:cNvPr id="20" name="Shape 18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262063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590675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919288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22479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576513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905125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186113" y="9382125"/>
            <a:ext cx="209550" cy="20955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35623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3890962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914400" y="9715500"/>
            <a:ext cx="76200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22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08/10</a:t>
            </a:r>
            <a:endParaRPr lang="en-US" sz="1650" dirty="0"/>
          </a:p>
        </p:txBody>
      </p:sp>
      <p:sp>
        <p:nvSpPr>
          <p:cNvPr id="31" name="Shape 29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2" name="Moda image moda-export-watermark-99c24712-1618-4d9b-8317-3af1477c46ab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14287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54" kern="0" dirty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ĐÀO</a:t>
            </a:r>
            <a:r>
              <a:rPr lang="en-US" sz="1950" b="1" spc="287" kern="0" dirty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SÂU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1906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Năm</a:t>
            </a:r>
            <a:r>
              <a:rPr lang="en-US" sz="7500" dirty="0" spc="29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điều</a:t>
            </a:r>
            <a:r>
              <a:rPr lang="en-US" sz="75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cần</a:t>
            </a:r>
            <a:r>
              <a:rPr lang="en-US" sz="75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nhớ</a:t>
            </a:r>
            <a:r>
              <a:rPr lang="en-US" sz="7500" dirty="0" spc="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thêm</a:t>
            </a:r>
            <a:endParaRPr lang="en-US" sz="7500" dirty="0"/>
          </a:p>
        </p:txBody>
      </p:sp>
      <p:sp>
        <p:nvSpPr>
          <p:cNvPr id="4" name="Shape 2"/>
          <p:cNvSpPr/>
          <p:nvPr/>
        </p:nvSpPr>
        <p:spPr>
          <a:xfrm>
            <a:off x="914400" y="2762250"/>
            <a:ext cx="16459200" cy="533400"/>
          </a:xfrm>
          <a:prstGeom prst="roundRect">
            <a:avLst>
              <a:gd name="adj" fmla="val 25000"/>
            </a:avLst>
          </a:prstGeom>
          <a:solidFill>
            <a:srgbClr val="F3EEE3"/>
          </a:solidFill>
          <a:ln/>
        </p:spPr>
      </p:sp>
      <p:sp>
        <p:nvSpPr>
          <p:cNvPr id="5" name="Text 3"/>
          <p:cNvSpPr/>
          <p:nvPr/>
        </p:nvSpPr>
        <p:spPr>
          <a:xfrm>
            <a:off x="1238250" y="2838450"/>
            <a:ext cx="5715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151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CHỦ</a:t>
            </a:r>
            <a:r>
              <a:rPr lang="en-US" sz="1950" b="1" spc="150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ĐỀ</a:t>
            </a:r>
            <a:endParaRPr lang="en-US" sz="1950" dirty="0"/>
          </a:p>
        </p:txBody>
      </p:sp>
      <p:sp>
        <p:nvSpPr>
          <p:cNvPr id="6" name="Text 4"/>
          <p:cNvSpPr/>
          <p:nvPr/>
        </p:nvSpPr>
        <p:spPr>
          <a:xfrm>
            <a:off x="6096000" y="2838450"/>
            <a:ext cx="8572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153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GHI</a:t>
            </a:r>
            <a:r>
              <a:rPr lang="en-US" sz="1950" b="1" spc="150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</a:t>
            </a:r>
            <a:endParaRPr lang="en-US" sz="1950" dirty="0"/>
          </a:p>
        </p:txBody>
      </p:sp>
      <p:sp>
        <p:nvSpPr>
          <p:cNvPr id="7" name="Shape 5"/>
          <p:cNvSpPr/>
          <p:nvPr/>
        </p:nvSpPr>
        <p:spPr>
          <a:xfrm>
            <a:off x="914400" y="3409950"/>
            <a:ext cx="16459200" cy="838200"/>
          </a:xfrm>
          <a:prstGeom prst="roundRect">
            <a:avLst>
              <a:gd name="adj" fmla="val 15909"/>
            </a:avLst>
          </a:prstGeom>
          <a:solidFill>
            <a:srgbClr val="1E212B"/>
          </a:solidFill>
          <a:ln/>
        </p:spPr>
      </p:sp>
      <p:sp>
        <p:nvSpPr>
          <p:cNvPr id="8" name="Shape 6"/>
          <p:cNvSpPr/>
          <p:nvPr/>
        </p:nvSpPr>
        <p:spPr>
          <a:xfrm>
            <a:off x="914400" y="4362450"/>
            <a:ext cx="16459200" cy="838200"/>
          </a:xfrm>
          <a:prstGeom prst="roundRect">
            <a:avLst>
              <a:gd name="adj" fmla="val 15909"/>
            </a:avLst>
          </a:prstGeom>
          <a:solidFill>
            <a:srgbClr val="1E212B"/>
          </a:solidFill>
          <a:ln/>
        </p:spPr>
      </p:sp>
      <p:sp>
        <p:nvSpPr>
          <p:cNvPr id="9" name="Shape 7"/>
          <p:cNvSpPr/>
          <p:nvPr/>
        </p:nvSpPr>
        <p:spPr>
          <a:xfrm>
            <a:off x="914400" y="5314950"/>
            <a:ext cx="16459200" cy="838200"/>
          </a:xfrm>
          <a:prstGeom prst="roundRect">
            <a:avLst>
              <a:gd name="adj" fmla="val 15909"/>
            </a:avLst>
          </a:prstGeom>
          <a:solidFill>
            <a:srgbClr val="1E212B"/>
          </a:solidFill>
          <a:ln/>
        </p:spPr>
      </p:sp>
      <p:sp>
        <p:nvSpPr>
          <p:cNvPr id="10" name="Shape 8"/>
          <p:cNvSpPr/>
          <p:nvPr/>
        </p:nvSpPr>
        <p:spPr>
          <a:xfrm>
            <a:off x="914400" y="6267450"/>
            <a:ext cx="16459200" cy="838200"/>
          </a:xfrm>
          <a:prstGeom prst="roundRect">
            <a:avLst>
              <a:gd name="adj" fmla="val 15909"/>
            </a:avLst>
          </a:prstGeom>
          <a:solidFill>
            <a:srgbClr val="1E212B"/>
          </a:solidFill>
          <a:ln/>
        </p:spPr>
      </p:sp>
      <p:sp>
        <p:nvSpPr>
          <p:cNvPr id="11" name="Shape 9"/>
          <p:cNvSpPr/>
          <p:nvPr/>
        </p:nvSpPr>
        <p:spPr>
          <a:xfrm>
            <a:off x="914400" y="7219950"/>
            <a:ext cx="16459200" cy="838200"/>
          </a:xfrm>
          <a:prstGeom prst="roundRect">
            <a:avLst>
              <a:gd name="adj" fmla="val 15909"/>
            </a:avLst>
          </a:prstGeom>
          <a:solidFill>
            <a:srgbClr val="1E212B"/>
          </a:solidFill>
          <a:ln/>
        </p:spPr>
      </p:sp>
      <p:sp>
        <p:nvSpPr>
          <p:cNvPr id="12" name="Shape 10"/>
          <p:cNvSpPr/>
          <p:nvPr/>
        </p:nvSpPr>
        <p:spPr>
          <a:xfrm>
            <a:off x="914400" y="3409950"/>
            <a:ext cx="133350" cy="838200"/>
          </a:xfrm>
          <a:prstGeom prst="roundRect">
            <a:avLst>
              <a:gd name="adj" fmla="val 50000"/>
            </a:avLst>
          </a:prstGeom>
          <a:solidFill>
            <a:srgbClr val="3DD6A0"/>
          </a:solidFill>
          <a:ln/>
        </p:spPr>
      </p:sp>
      <p:sp>
        <p:nvSpPr>
          <p:cNvPr id="13" name="Shape 11"/>
          <p:cNvSpPr/>
          <p:nvPr/>
        </p:nvSpPr>
        <p:spPr>
          <a:xfrm>
            <a:off x="914400" y="4362450"/>
            <a:ext cx="133350" cy="838200"/>
          </a:xfrm>
          <a:prstGeom prst="roundRect">
            <a:avLst>
              <a:gd name="adj" fmla="val 50000"/>
            </a:avLst>
          </a:prstGeom>
          <a:solidFill>
            <a:srgbClr val="3DD6A0"/>
          </a:solidFill>
          <a:ln/>
        </p:spPr>
      </p:sp>
      <p:sp>
        <p:nvSpPr>
          <p:cNvPr id="14" name="Shape 12"/>
          <p:cNvSpPr/>
          <p:nvPr/>
        </p:nvSpPr>
        <p:spPr>
          <a:xfrm>
            <a:off x="914400" y="5314950"/>
            <a:ext cx="133350" cy="838200"/>
          </a:xfrm>
          <a:prstGeom prst="roundRect">
            <a:avLst>
              <a:gd name="adj" fmla="val 50000"/>
            </a:avLst>
          </a:prstGeom>
          <a:solidFill>
            <a:srgbClr val="FF6A4D"/>
          </a:solidFill>
          <a:ln/>
        </p:spPr>
      </p:sp>
      <p:sp>
        <p:nvSpPr>
          <p:cNvPr id="15" name="Shape 13"/>
          <p:cNvSpPr/>
          <p:nvPr/>
        </p:nvSpPr>
        <p:spPr>
          <a:xfrm>
            <a:off x="914400" y="6267450"/>
            <a:ext cx="133350" cy="838200"/>
          </a:xfrm>
          <a:prstGeom prst="roundRect">
            <a:avLst>
              <a:gd name="adj" fmla="val 50000"/>
            </a:avLst>
          </a:prstGeom>
          <a:solidFill>
            <a:srgbClr val="7C93FF"/>
          </a:solidFill>
          <a:ln/>
        </p:spPr>
      </p:sp>
      <p:sp>
        <p:nvSpPr>
          <p:cNvPr id="16" name="Shape 14"/>
          <p:cNvSpPr/>
          <p:nvPr/>
        </p:nvSpPr>
        <p:spPr>
          <a:xfrm>
            <a:off x="914400" y="7219950"/>
            <a:ext cx="133350" cy="838200"/>
          </a:xfrm>
          <a:prstGeom prst="roundRect">
            <a:avLst>
              <a:gd name="adj" fmla="val 50000"/>
            </a:avLst>
          </a:prstGeom>
          <a:solidFill>
            <a:srgbClr val="FF6A4D"/>
          </a:solidFill>
          <a:ln/>
        </p:spPr>
      </p:sp>
      <p:sp>
        <p:nvSpPr>
          <p:cNvPr id="17" name="Text 15"/>
          <p:cNvSpPr/>
          <p:nvPr/>
        </p:nvSpPr>
        <p:spPr>
          <a:xfrm>
            <a:off x="1238250" y="3619500"/>
            <a:ext cx="4572000" cy="4381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50" b="1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Ánh</a:t>
            </a:r>
            <a:r>
              <a:rPr lang="en-US" sz="2250" b="1" dirty="0" spc="-2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xạ</a:t>
            </a:r>
            <a:endParaRPr lang="en-US" sz="2250" dirty="0"/>
          </a:p>
        </p:txBody>
      </p:sp>
      <p:sp>
        <p:nvSpPr>
          <p:cNvPr id="18" name="Text 16"/>
          <p:cNvSpPr/>
          <p:nvPr/>
        </p:nvSpPr>
        <p:spPr>
          <a:xfrm>
            <a:off x="1238250" y="4572000"/>
            <a:ext cx="4572000" cy="4381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50" b="1" dirty="0" spc="-2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Truy</a:t>
            </a:r>
            <a:r>
              <a:rPr lang="en-US" sz="2250" b="1" dirty="0" spc="-1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vấn</a:t>
            </a:r>
            <a:endParaRPr lang="en-US" sz="2250" dirty="0"/>
          </a:p>
        </p:txBody>
      </p:sp>
      <p:sp>
        <p:nvSpPr>
          <p:cNvPr id="19" name="Text 17"/>
          <p:cNvSpPr/>
          <p:nvPr/>
        </p:nvSpPr>
        <p:spPr>
          <a:xfrm>
            <a:off x="1238250" y="5524500"/>
            <a:ext cx="4572000" cy="4381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50" b="1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Gần</a:t>
            </a:r>
            <a:r>
              <a:rPr lang="en-US" sz="2250" b="1" dirty="0" spc="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thời</a:t>
            </a:r>
            <a:r>
              <a:rPr lang="en-US" sz="2250" b="1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gian</a:t>
            </a:r>
            <a:r>
              <a:rPr lang="en-US" sz="2250" b="1" dirty="0" spc="1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thực</a:t>
            </a:r>
            <a:endParaRPr lang="en-US" sz="2250" dirty="0"/>
          </a:p>
        </p:txBody>
      </p:sp>
      <p:sp>
        <p:nvSpPr>
          <p:cNvPr id="20" name="Text 18"/>
          <p:cNvSpPr/>
          <p:nvPr/>
        </p:nvSpPr>
        <p:spPr>
          <a:xfrm>
            <a:off x="1238250" y="6477000"/>
            <a:ext cx="4572000" cy="4381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50" b="1" dirty="0" spc="-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Shard</a:t>
            </a:r>
            <a:endParaRPr lang="en-US" sz="2250" dirty="0"/>
          </a:p>
        </p:txBody>
      </p:sp>
      <p:sp>
        <p:nvSpPr>
          <p:cNvPr id="21" name="Text 19"/>
          <p:cNvSpPr/>
          <p:nvPr/>
        </p:nvSpPr>
        <p:spPr>
          <a:xfrm>
            <a:off x="1238250" y="7429500"/>
            <a:ext cx="4572000" cy="4381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50" b="1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Lịch</a:t>
            </a:r>
            <a:r>
              <a:rPr lang="en-US" sz="225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sử</a:t>
            </a:r>
            <a:r>
              <a:rPr lang="en-US" sz="2250" b="1" dirty="0" spc="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thao</a:t>
            </a:r>
            <a:r>
              <a:rPr lang="en-US" sz="2250" b="1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tác</a:t>
            </a:r>
            <a:endParaRPr lang="en-US" sz="2250" dirty="0"/>
          </a:p>
        </p:txBody>
      </p:sp>
      <p:sp>
        <p:nvSpPr>
          <p:cNvPr id="22" name="Text 20"/>
          <p:cNvSpPr/>
          <p:nvPr/>
        </p:nvSpPr>
        <p:spPr>
          <a:xfrm>
            <a:off x="6096000" y="3619500"/>
            <a:ext cx="11049000" cy="4381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50" dirty="0" spc="-30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text</a:t>
            </a:r>
            <a:r>
              <a:rPr lang="en-US" sz="2250" dirty="0" spc="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cho</a:t>
            </a:r>
            <a:r>
              <a:rPr lang="en-US" sz="2250" dirty="0" spc="3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chữ</a:t>
            </a:r>
            <a:r>
              <a:rPr lang="en-US" sz="2250" dirty="0" spc="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cần</a:t>
            </a:r>
            <a:r>
              <a:rPr lang="en-US" sz="2250" dirty="0" spc="-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tìm;</a:t>
            </a:r>
            <a:r>
              <a:rPr lang="en-US" sz="2250" dirty="0" spc="-4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keyword</a:t>
            </a:r>
            <a:r>
              <a:rPr lang="en-US" sz="2250" dirty="0" spc="17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để</a:t>
            </a:r>
            <a:r>
              <a:rPr lang="en-US" sz="2250" dirty="0" spc="-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lọc,</a:t>
            </a:r>
            <a:r>
              <a:rPr lang="en-US" sz="2250" dirty="0" spc="-8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gộp</a:t>
            </a:r>
            <a:r>
              <a:rPr lang="en-US" sz="2250" dirty="0" spc="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nhóm</a:t>
            </a:r>
            <a:endParaRPr lang="en-US" sz="2250" dirty="0"/>
          </a:p>
        </p:txBody>
      </p:sp>
      <p:sp>
        <p:nvSpPr>
          <p:cNvPr id="23" name="Text 21"/>
          <p:cNvSpPr/>
          <p:nvPr/>
        </p:nvSpPr>
        <p:spPr>
          <a:xfrm>
            <a:off x="6096000" y="4572000"/>
            <a:ext cx="11049000" cy="4381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50" dirty="0" spc="-19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match</a:t>
            </a:r>
            <a:r>
              <a:rPr lang="en-US" sz="2250" dirty="0" spc="30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đi</a:t>
            </a:r>
            <a:r>
              <a:rPr lang="en-US" sz="2250" dirty="0" spc="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qua bộ phân</a:t>
            </a:r>
            <a:r>
              <a:rPr lang="en-US" sz="2250" dirty="0" spc="0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tích,</a:t>
            </a:r>
            <a:r>
              <a:rPr lang="en-US" sz="2250" dirty="0" spc="-10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term</a:t>
            </a:r>
            <a:r>
              <a:rPr lang="en-US" sz="2250" dirty="0" spc="0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thì</a:t>
            </a:r>
            <a:r>
              <a:rPr lang="en-US" sz="2250" dirty="0" spc="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endParaRPr lang="en-US" sz="2250" dirty="0"/>
          </a:p>
        </p:txBody>
      </p:sp>
      <p:sp>
        <p:nvSpPr>
          <p:cNvPr id="24" name="Text 22"/>
          <p:cNvSpPr/>
          <p:nvPr/>
        </p:nvSpPr>
        <p:spPr>
          <a:xfrm>
            <a:off x="6096000" y="5524500"/>
            <a:ext cx="11049000" cy="4381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50" dirty="0" spc="-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Tìm</a:t>
            </a:r>
            <a:r>
              <a:rPr lang="en-US" sz="2250" dirty="0" spc="-7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thấy</a:t>
            </a:r>
            <a:r>
              <a:rPr lang="en-US" sz="2250" dirty="0" spc="-5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sau</a:t>
            </a:r>
            <a:r>
              <a:rPr lang="en-US" sz="2250" dirty="0" spc="0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lần</a:t>
            </a:r>
            <a:r>
              <a:rPr lang="en-US" sz="2250" dirty="0" spc="-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làm</a:t>
            </a:r>
            <a:r>
              <a:rPr lang="en-US" sz="2250" dirty="0" spc="-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mới;</a:t>
            </a:r>
            <a:r>
              <a:rPr lang="en-US" sz="2250" dirty="0" spc="0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mặc</a:t>
            </a:r>
            <a:r>
              <a:rPr lang="en-US" sz="2250" dirty="0" spc="19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định</a:t>
            </a:r>
            <a:r>
              <a:rPr lang="en-US" sz="2250" dirty="0" spc="0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mỗi</a:t>
            </a:r>
            <a:r>
              <a:rPr lang="en-US" sz="2250" dirty="0" spc="-9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giây</a:t>
            </a:r>
            <a:endParaRPr lang="en-US" sz="2250" dirty="0"/>
          </a:p>
        </p:txBody>
      </p:sp>
      <p:sp>
        <p:nvSpPr>
          <p:cNvPr id="25" name="Text 23"/>
          <p:cNvSpPr/>
          <p:nvPr/>
        </p:nvSpPr>
        <p:spPr>
          <a:xfrm>
            <a:off x="6096000" y="6477000"/>
            <a:ext cx="11049000" cy="4381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50" dirty="0" spc="4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Số</a:t>
            </a:r>
            <a:r>
              <a:rPr lang="en-US" sz="2250" dirty="0" spc="-14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shard</a:t>
            </a:r>
            <a:r>
              <a:rPr lang="en-US" sz="2250" dirty="0" spc="0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chính</a:t>
            </a:r>
            <a:r>
              <a:rPr lang="en-US" sz="2250" dirty="0" spc="6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cố</a:t>
            </a:r>
            <a:r>
              <a:rPr lang="en-US" sz="2250" dirty="0" spc="14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định;</a:t>
            </a:r>
            <a:r>
              <a:rPr lang="en-US" sz="2250" dirty="0" spc="-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số</a:t>
            </a:r>
            <a:r>
              <a:rPr lang="en-US" sz="2250" dirty="0" spc="-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bản</a:t>
            </a:r>
            <a:r>
              <a:rPr lang="en-US" sz="2250" dirty="0" spc="-6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sao</a:t>
            </a:r>
            <a:r>
              <a:rPr lang="en-US" sz="2250" dirty="0" spc="13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đổi</a:t>
            </a:r>
            <a:r>
              <a:rPr lang="en-US" sz="2250" dirty="0" spc="9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endParaRPr lang="en-US" sz="2250" dirty="0"/>
          </a:p>
        </p:txBody>
      </p:sp>
      <p:sp>
        <p:nvSpPr>
          <p:cNvPr id="26" name="Text 24"/>
          <p:cNvSpPr/>
          <p:nvPr/>
        </p:nvSpPr>
        <p:spPr>
          <a:xfrm>
            <a:off x="6096000" y="7429500"/>
            <a:ext cx="11049000" cy="4381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50" dirty="0" spc="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Hợp</a:t>
            </a:r>
            <a:r>
              <a:rPr lang="en-US" sz="2250" dirty="0" spc="1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đồng</a:t>
            </a:r>
            <a:r>
              <a:rPr lang="en-US" sz="2250" dirty="0" spc="0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giữ</a:t>
            </a:r>
            <a:r>
              <a:rPr lang="en-US" sz="2250" dirty="0" spc="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lịch</a:t>
            </a:r>
            <a:r>
              <a:rPr lang="en-US" sz="2250" dirty="0" spc="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sử,</a:t>
            </a:r>
            <a:r>
              <a:rPr lang="en-US" sz="2250" dirty="0" spc="0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mặc</a:t>
            </a:r>
            <a:r>
              <a:rPr lang="en-US" sz="2250" dirty="0" spc="19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định</a:t>
            </a:r>
            <a:r>
              <a:rPr lang="en-US" sz="2250" dirty="0" spc="-5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hết</a:t>
            </a:r>
            <a:r>
              <a:rPr lang="en-US" sz="2250" dirty="0" spc="0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hạn</a:t>
            </a:r>
            <a:r>
              <a:rPr lang="en-US" sz="2250" dirty="0" spc="-5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sau</a:t>
            </a:r>
            <a:r>
              <a:rPr lang="en-US" sz="2250" dirty="0" spc="3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12</a:t>
            </a:r>
            <a:r>
              <a:rPr lang="en-US" sz="2250" dirty="0" spc="0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giờ</a:t>
            </a:r>
            <a:endParaRPr lang="en-US" sz="2250" dirty="0"/>
          </a:p>
        </p:txBody>
      </p:sp>
      <p:sp>
        <p:nvSpPr>
          <p:cNvPr id="27" name="Shape 25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262063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1590675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1919288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2479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2576513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905125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3233738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514725" y="9382125"/>
            <a:ext cx="209550" cy="20955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3890962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914400" y="9715500"/>
            <a:ext cx="76200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22</a:t>
            </a:r>
            <a:r>
              <a:rPr lang="en-US" sz="1650" dirty="0" spc="0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09/10</a:t>
            </a:r>
            <a:endParaRPr lang="en-US" sz="1650" dirty="0"/>
          </a:p>
        </p:txBody>
      </p:sp>
      <p:sp>
        <p:nvSpPr>
          <p:cNvPr id="38" name="Shape 36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9" name="Moda image moda-export-watermark-424f3d1a-d5f7-4bf9-936a-d937cb872eb2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14287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2" kern="0" dirty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TỪ</a:t>
            </a:r>
            <a:r>
              <a:rPr lang="en-US" sz="1950" b="1" spc="301" kern="0" dirty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VIẾT</a:t>
            </a:r>
            <a:r>
              <a:rPr lang="en-US" sz="1950" b="1" spc="202" kern="0" dirty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TẮT</a:t>
            </a:r>
            <a:r>
              <a:rPr lang="en-US" sz="1950" b="1" spc="249" kern="0" dirty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950" b="1" spc="300" kern="0" dirty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r>
              <a:rPr lang="en-US" sz="1950" b="1" spc="302" kern="0" dirty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ĐỐI</a:t>
            </a:r>
            <a:r>
              <a:rPr lang="en-US" sz="1950" b="1" spc="300" kern="0" dirty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CHIẾU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1906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Thuật</a:t>
            </a:r>
            <a:r>
              <a:rPr lang="en-US" sz="75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ngữ</a:t>
            </a:r>
            <a:r>
              <a:rPr lang="en-US" sz="7500" dirty="0" spc="-8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và</a:t>
            </a:r>
            <a:r>
              <a:rPr lang="en-US" sz="75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nguồn</a:t>
            </a:r>
            <a:endParaRPr lang="en-US" sz="7500" dirty="0"/>
          </a:p>
        </p:txBody>
      </p:sp>
      <p:sp>
        <p:nvSpPr>
          <p:cNvPr id="4" name="Shape 2"/>
          <p:cNvSpPr/>
          <p:nvPr/>
        </p:nvSpPr>
        <p:spPr>
          <a:xfrm>
            <a:off x="914400" y="2762250"/>
            <a:ext cx="8001000" cy="1238250"/>
          </a:xfrm>
          <a:prstGeom prst="roundRect">
            <a:avLst>
              <a:gd name="adj" fmla="val 16923"/>
            </a:avLst>
          </a:prstGeom>
          <a:solidFill>
            <a:srgbClr val="1E212B"/>
          </a:solidFill>
          <a:ln w="28575">
            <a:solidFill>
              <a:srgbClr val="FF6A4D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295400" y="3028950"/>
            <a:ext cx="190500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500" dirty="0" spc="-1" kern="0">
                <a:solidFill>
                  <a:srgbClr val="FF6A4D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JSON</a:t>
            </a:r>
            <a:endParaRPr lang="en-US" sz="4500" dirty="0"/>
          </a:p>
        </p:txBody>
      </p:sp>
      <p:sp>
        <p:nvSpPr>
          <p:cNvPr id="6" name="Text 4"/>
          <p:cNvSpPr/>
          <p:nvPr/>
        </p:nvSpPr>
        <p:spPr>
          <a:xfrm>
            <a:off x="3333750" y="3009900"/>
            <a:ext cx="5334000" cy="857250"/>
          </a:xfrm>
          <a:prstGeom prst="rect">
            <a:avLst/>
          </a:prstGeom>
          <a:noFill/>
          <a:ln/>
        </p:spPr>
        <p:txBody>
          <a:bodyPr wrap="square" lIns="0" tIns="14669" rIns="0" bIns="-14669" rtlCol="0" anchor="t"/>
          <a:lstStyle/>
          <a:p>
            <a:pPr algn="l" indent="0" marL="0">
              <a:lnSpc>
                <a:spcPts val="2625"/>
              </a:lnSpc>
              <a:buNone/>
            </a:pPr>
            <a:r>
              <a:rPr lang="en-US" sz="2100" dirty="0" spc="2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định</a:t>
            </a:r>
            <a:r>
              <a:rPr lang="en-US" sz="21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dạng</a:t>
            </a:r>
            <a:r>
              <a:rPr lang="en-US" sz="2100" dirty="0" spc="-1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văn</a:t>
            </a:r>
            <a:r>
              <a:rPr lang="en-US" sz="2100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bản:</a:t>
            </a:r>
            <a:r>
              <a:rPr lang="en-US" sz="21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các</a:t>
            </a:r>
            <a:r>
              <a:rPr lang="en-US" sz="2100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cặp</a:t>
            </a:r>
            <a:r>
              <a:rPr lang="en-US" sz="2100" dirty="0" spc="-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tên</a:t>
            </a:r>
            <a:r>
              <a:rPr lang="en-US" sz="2100" dirty="0" spc="-1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1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giá</a:t>
            </a:r>
            <a:r>
              <a:rPr lang="en-US" sz="2100" dirty="0" spc="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trị</a:t>
            </a:r>
            <a:endParaRPr lang="en-US" sz="2100" dirty="0"/>
          </a:p>
        </p:txBody>
      </p:sp>
      <p:sp>
        <p:nvSpPr>
          <p:cNvPr id="7" name="Shape 5"/>
          <p:cNvSpPr/>
          <p:nvPr/>
        </p:nvSpPr>
        <p:spPr>
          <a:xfrm>
            <a:off x="9372600" y="2762250"/>
            <a:ext cx="8001000" cy="1238250"/>
          </a:xfrm>
          <a:prstGeom prst="roundRect">
            <a:avLst>
              <a:gd name="adj" fmla="val 16923"/>
            </a:avLst>
          </a:prstGeom>
          <a:solidFill>
            <a:srgbClr val="1E212B"/>
          </a:solidFill>
          <a:ln w="28575">
            <a:solidFill>
              <a:srgbClr val="FF6A4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753600" y="3028950"/>
            <a:ext cx="190500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500" dirty="0" spc="-4" kern="0">
                <a:solidFill>
                  <a:srgbClr val="FF6A4D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LSM</a:t>
            </a:r>
            <a:endParaRPr lang="en-US" sz="4500" dirty="0"/>
          </a:p>
        </p:txBody>
      </p:sp>
      <p:sp>
        <p:nvSpPr>
          <p:cNvPr id="9" name="Text 7"/>
          <p:cNvSpPr/>
          <p:nvPr/>
        </p:nvSpPr>
        <p:spPr>
          <a:xfrm>
            <a:off x="11791950" y="3009900"/>
            <a:ext cx="5334000" cy="857250"/>
          </a:xfrm>
          <a:prstGeom prst="rect">
            <a:avLst/>
          </a:prstGeom>
          <a:noFill/>
          <a:ln/>
        </p:spPr>
        <p:txBody>
          <a:bodyPr wrap="square" lIns="0" tIns="14669" rIns="0" bIns="-14669" rtlCol="0" anchor="t"/>
          <a:lstStyle/>
          <a:p>
            <a:pPr algn="l" indent="0" marL="0">
              <a:lnSpc>
                <a:spcPts val="2625"/>
              </a:lnSpc>
              <a:buNone/>
            </a:pPr>
            <a:r>
              <a:rPr lang="en-US" sz="210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ghi</a:t>
            </a:r>
            <a:r>
              <a:rPr lang="en-US" sz="21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khối mới không</a:t>
            </a:r>
            <a:r>
              <a:rPr lang="en-US" sz="2100" dirty="0" spc="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sửa,</a:t>
            </a:r>
            <a:r>
              <a:rPr lang="en-US" sz="2100" dirty="0" spc="-2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rồi</a:t>
            </a:r>
            <a:r>
              <a:rPr lang="en-US" sz="2100" dirty="0" spc="-1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gộp</a:t>
            </a:r>
            <a:r>
              <a:rPr lang="en-US" sz="21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dần</a:t>
            </a:r>
            <a:r>
              <a:rPr lang="en-US" sz="2100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ở</a:t>
            </a:r>
            <a:r>
              <a:rPr lang="en-US" sz="210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nền</a:t>
            </a:r>
            <a:endParaRPr lang="en-US" sz="2100" dirty="0"/>
          </a:p>
        </p:txBody>
      </p:sp>
      <p:sp>
        <p:nvSpPr>
          <p:cNvPr id="10" name="Text 8"/>
          <p:cNvSpPr/>
          <p:nvPr/>
        </p:nvSpPr>
        <p:spPr>
          <a:xfrm>
            <a:off x="914400" y="4286250"/>
            <a:ext cx="8572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5" kern="0" dirty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 ĐỐI</a:t>
            </a:r>
            <a:r>
              <a:rPr lang="en-US" sz="1800" b="1" spc="227" kern="0" dirty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CHIẾU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914400" y="4762500"/>
            <a:ext cx="3886200" cy="952500"/>
          </a:xfrm>
          <a:prstGeom prst="roundRect">
            <a:avLst>
              <a:gd name="adj" fmla="val 18000"/>
            </a:avLst>
          </a:prstGeom>
          <a:solidFill>
            <a:srgbClr val="1E212B"/>
          </a:solidFill>
          <a:ln/>
        </p:spPr>
      </p:sp>
      <p:sp>
        <p:nvSpPr>
          <p:cNvPr id="12" name="Shape 10"/>
          <p:cNvSpPr/>
          <p:nvPr/>
        </p:nvSpPr>
        <p:spPr>
          <a:xfrm>
            <a:off x="5105400" y="4762500"/>
            <a:ext cx="3886200" cy="952500"/>
          </a:xfrm>
          <a:prstGeom prst="roundRect">
            <a:avLst>
              <a:gd name="adj" fmla="val 18000"/>
            </a:avLst>
          </a:prstGeom>
          <a:solidFill>
            <a:srgbClr val="1E212B"/>
          </a:solidFill>
          <a:ln/>
        </p:spPr>
      </p:sp>
      <p:sp>
        <p:nvSpPr>
          <p:cNvPr id="13" name="Shape 11"/>
          <p:cNvSpPr/>
          <p:nvPr/>
        </p:nvSpPr>
        <p:spPr>
          <a:xfrm>
            <a:off x="9296400" y="4762500"/>
            <a:ext cx="3886200" cy="952500"/>
          </a:xfrm>
          <a:prstGeom prst="roundRect">
            <a:avLst>
              <a:gd name="adj" fmla="val 18000"/>
            </a:avLst>
          </a:prstGeom>
          <a:solidFill>
            <a:srgbClr val="1E212B"/>
          </a:solidFill>
          <a:ln/>
        </p:spPr>
      </p:sp>
      <p:sp>
        <p:nvSpPr>
          <p:cNvPr id="14" name="Shape 12"/>
          <p:cNvSpPr/>
          <p:nvPr/>
        </p:nvSpPr>
        <p:spPr>
          <a:xfrm>
            <a:off x="13487400" y="4762500"/>
            <a:ext cx="3886200" cy="952500"/>
          </a:xfrm>
          <a:prstGeom prst="roundRect">
            <a:avLst>
              <a:gd name="adj" fmla="val 18000"/>
            </a:avLst>
          </a:prstGeom>
          <a:solidFill>
            <a:srgbClr val="1E212B"/>
          </a:solidFill>
          <a:ln/>
        </p:spPr>
      </p:sp>
      <p:sp>
        <p:nvSpPr>
          <p:cNvPr id="15" name="Shape 13"/>
          <p:cNvSpPr/>
          <p:nvPr/>
        </p:nvSpPr>
        <p:spPr>
          <a:xfrm>
            <a:off x="914400" y="5943600"/>
            <a:ext cx="3886200" cy="952500"/>
          </a:xfrm>
          <a:prstGeom prst="roundRect">
            <a:avLst>
              <a:gd name="adj" fmla="val 18000"/>
            </a:avLst>
          </a:prstGeom>
          <a:solidFill>
            <a:srgbClr val="1E212B"/>
          </a:solidFill>
          <a:ln/>
        </p:spPr>
      </p:sp>
      <p:sp>
        <p:nvSpPr>
          <p:cNvPr id="16" name="Shape 14"/>
          <p:cNvSpPr/>
          <p:nvPr/>
        </p:nvSpPr>
        <p:spPr>
          <a:xfrm>
            <a:off x="5105400" y="5943600"/>
            <a:ext cx="3886200" cy="952500"/>
          </a:xfrm>
          <a:prstGeom prst="roundRect">
            <a:avLst>
              <a:gd name="adj" fmla="val 18000"/>
            </a:avLst>
          </a:prstGeom>
          <a:solidFill>
            <a:srgbClr val="1E212B"/>
          </a:solidFill>
          <a:ln/>
        </p:spPr>
      </p:sp>
      <p:sp>
        <p:nvSpPr>
          <p:cNvPr id="17" name="Shape 15"/>
          <p:cNvSpPr/>
          <p:nvPr/>
        </p:nvSpPr>
        <p:spPr>
          <a:xfrm>
            <a:off x="9296400" y="5943600"/>
            <a:ext cx="3886200" cy="952500"/>
          </a:xfrm>
          <a:prstGeom prst="roundRect">
            <a:avLst>
              <a:gd name="adj" fmla="val 18000"/>
            </a:avLst>
          </a:prstGeom>
          <a:solidFill>
            <a:srgbClr val="1E212B"/>
          </a:solidFill>
          <a:ln/>
        </p:spPr>
      </p:sp>
      <p:sp>
        <p:nvSpPr>
          <p:cNvPr id="18" name="Shape 16"/>
          <p:cNvSpPr/>
          <p:nvPr/>
        </p:nvSpPr>
        <p:spPr>
          <a:xfrm>
            <a:off x="13487400" y="5943600"/>
            <a:ext cx="3886200" cy="952500"/>
          </a:xfrm>
          <a:prstGeom prst="roundRect">
            <a:avLst>
              <a:gd name="adj" fmla="val 18000"/>
            </a:avLst>
          </a:prstGeom>
          <a:solidFill>
            <a:srgbClr val="1E212B"/>
          </a:solidFill>
          <a:ln/>
        </p:spPr>
      </p:sp>
      <p:sp>
        <p:nvSpPr>
          <p:cNvPr id="19" name="Shape 17"/>
          <p:cNvSpPr/>
          <p:nvPr/>
        </p:nvSpPr>
        <p:spPr>
          <a:xfrm>
            <a:off x="914400" y="7124700"/>
            <a:ext cx="3886200" cy="952500"/>
          </a:xfrm>
          <a:prstGeom prst="roundRect">
            <a:avLst>
              <a:gd name="adj" fmla="val 18000"/>
            </a:avLst>
          </a:prstGeom>
          <a:solidFill>
            <a:srgbClr val="1E212B"/>
          </a:solidFill>
          <a:ln/>
        </p:spPr>
      </p:sp>
      <p:sp>
        <p:nvSpPr>
          <p:cNvPr id="20" name="Shape 18"/>
          <p:cNvSpPr/>
          <p:nvPr/>
        </p:nvSpPr>
        <p:spPr>
          <a:xfrm>
            <a:off x="5105400" y="7124700"/>
            <a:ext cx="3886200" cy="952500"/>
          </a:xfrm>
          <a:prstGeom prst="roundRect">
            <a:avLst>
              <a:gd name="adj" fmla="val 18000"/>
            </a:avLst>
          </a:prstGeom>
          <a:solidFill>
            <a:srgbClr val="1E212B"/>
          </a:solidFill>
          <a:ln/>
        </p:spPr>
      </p:sp>
      <p:sp>
        <p:nvSpPr>
          <p:cNvPr id="21" name="Text 19"/>
          <p:cNvSpPr/>
          <p:nvPr/>
        </p:nvSpPr>
        <p:spPr>
          <a:xfrm>
            <a:off x="1143000" y="4914900"/>
            <a:ext cx="3429000" cy="666750"/>
          </a:xfrm>
          <a:prstGeom prst="rect">
            <a:avLst/>
          </a:prstGeom>
          <a:noFill/>
          <a:ln/>
        </p:spPr>
        <p:txBody>
          <a:bodyPr wrap="square" lIns="0" tIns="13605" rIns="0" bIns="-13605" rtlCol="0" anchor="t"/>
          <a:lstStyle/>
          <a:p>
            <a:pPr algn="l" indent="0" marL="0">
              <a:lnSpc>
                <a:spcPts val="2438"/>
              </a:lnSpc>
              <a:buNone/>
            </a:pPr>
            <a:r>
              <a:rPr lang="en-US" sz="195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ByteByteGo</a:t>
            </a:r>
            <a:r>
              <a:rPr lang="en-US" sz="19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(bài</a:t>
            </a:r>
            <a:r>
              <a:rPr lang="en-US" sz="195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nguồn,</a:t>
            </a:r>
            <a:r>
              <a:rPr lang="en-US" sz="19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commit</a:t>
            </a:r>
            <a:r>
              <a:rPr lang="en-US" sz="1950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cố</a:t>
            </a:r>
            <a:r>
              <a:rPr lang="en-US" sz="1950" dirty="0" spc="1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định)</a:t>
            </a:r>
            <a:endParaRPr lang="en-US" sz="1950" dirty="0"/>
          </a:p>
        </p:txBody>
      </p:sp>
      <p:sp>
        <p:nvSpPr>
          <p:cNvPr id="22" name="Text 20"/>
          <p:cNvSpPr/>
          <p:nvPr/>
        </p:nvSpPr>
        <p:spPr>
          <a:xfrm>
            <a:off x="5334000" y="4914900"/>
            <a:ext cx="3429000" cy="666750"/>
          </a:xfrm>
          <a:prstGeom prst="rect">
            <a:avLst/>
          </a:prstGeom>
          <a:noFill/>
          <a:ln/>
        </p:spPr>
        <p:txBody>
          <a:bodyPr wrap="square" lIns="0" tIns="13605" rIns="0" bIns="-13605" rtlCol="0" anchor="t"/>
          <a:lstStyle/>
          <a:p>
            <a:pPr algn="l" indent="0" marL="0">
              <a:lnSpc>
                <a:spcPts val="2438"/>
              </a:lnSpc>
              <a:buNone/>
            </a:pPr>
            <a:r>
              <a:rPr lang="en-US" sz="1950" dirty="0" spc="-1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Anatomy</a:t>
            </a:r>
            <a:r>
              <a:rPr lang="en-US" sz="195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of an</a:t>
            </a:r>
            <a:r>
              <a:rPr lang="en-US" sz="19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analyzer</a:t>
            </a:r>
            <a:endParaRPr lang="en-US" sz="1950" dirty="0"/>
          </a:p>
        </p:txBody>
      </p:sp>
      <p:sp>
        <p:nvSpPr>
          <p:cNvPr id="23" name="Text 21"/>
          <p:cNvSpPr/>
          <p:nvPr/>
        </p:nvSpPr>
        <p:spPr>
          <a:xfrm>
            <a:off x="9525000" y="4914900"/>
            <a:ext cx="3429000" cy="666750"/>
          </a:xfrm>
          <a:prstGeom prst="rect">
            <a:avLst/>
          </a:prstGeom>
          <a:noFill/>
          <a:ln/>
        </p:spPr>
        <p:txBody>
          <a:bodyPr wrap="square" lIns="0" tIns="13605" rIns="0" bIns="-13605" rtlCol="0" anchor="t"/>
          <a:lstStyle/>
          <a:p>
            <a:pPr algn="l" indent="0" marL="0">
              <a:lnSpc>
                <a:spcPts val="2438"/>
              </a:lnSpc>
              <a:buNone/>
            </a:pPr>
            <a:r>
              <a:rPr lang="en-US" sz="19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Near</a:t>
            </a:r>
            <a:r>
              <a:rPr lang="en-US" sz="1950" dirty="0" spc="-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real-time</a:t>
            </a:r>
            <a:r>
              <a:rPr lang="en-US" sz="1950" dirty="0" spc="-1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search</a:t>
            </a:r>
            <a:endParaRPr lang="en-US" sz="1950" dirty="0"/>
          </a:p>
        </p:txBody>
      </p:sp>
      <p:sp>
        <p:nvSpPr>
          <p:cNvPr id="24" name="Text 22"/>
          <p:cNvSpPr/>
          <p:nvPr/>
        </p:nvSpPr>
        <p:spPr>
          <a:xfrm>
            <a:off x="13716000" y="4914900"/>
            <a:ext cx="3429000" cy="666750"/>
          </a:xfrm>
          <a:prstGeom prst="rect">
            <a:avLst/>
          </a:prstGeom>
          <a:noFill/>
          <a:ln/>
        </p:spPr>
        <p:txBody>
          <a:bodyPr wrap="square" lIns="0" tIns="13605" rIns="0" bIns="-13605" rtlCol="0" anchor="t"/>
          <a:lstStyle/>
          <a:p>
            <a:pPr algn="l" indent="0" marL="0">
              <a:lnSpc>
                <a:spcPts val="2438"/>
              </a:lnSpc>
              <a:buNone/>
            </a:pPr>
            <a:r>
              <a:rPr lang="en-US" sz="1950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Clusters,</a:t>
            </a:r>
            <a:r>
              <a:rPr lang="en-US" sz="19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nodes,</a:t>
            </a:r>
            <a:r>
              <a:rPr lang="en-US" sz="19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and</a:t>
            </a:r>
            <a:r>
              <a:rPr lang="en-US" sz="1950" dirty="0" spc="-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shards</a:t>
            </a:r>
            <a:endParaRPr lang="en-US" sz="1950" dirty="0"/>
          </a:p>
        </p:txBody>
      </p:sp>
      <p:sp>
        <p:nvSpPr>
          <p:cNvPr id="25" name="Text 23"/>
          <p:cNvSpPr/>
          <p:nvPr/>
        </p:nvSpPr>
        <p:spPr>
          <a:xfrm>
            <a:off x="1143000" y="6096000"/>
            <a:ext cx="3429000" cy="666750"/>
          </a:xfrm>
          <a:prstGeom prst="rect">
            <a:avLst/>
          </a:prstGeom>
          <a:noFill/>
          <a:ln/>
        </p:spPr>
        <p:txBody>
          <a:bodyPr wrap="square" lIns="0" tIns="13605" rIns="0" bIns="-13605" rtlCol="0" anchor="t"/>
          <a:lstStyle/>
          <a:p>
            <a:pPr algn="l" indent="0" marL="0">
              <a:lnSpc>
                <a:spcPts val="2438"/>
              </a:lnSpc>
              <a:buNone/>
            </a:pPr>
            <a:r>
              <a:rPr lang="en-US" sz="1950" dirty="0" spc="-3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Red</a:t>
            </a:r>
            <a:r>
              <a:rPr lang="en-US" sz="19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or</a:t>
            </a:r>
            <a:r>
              <a:rPr lang="en-US" sz="1950" dirty="0" spc="-1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yellow</a:t>
            </a:r>
            <a:r>
              <a:rPr lang="en-US" sz="19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health</a:t>
            </a:r>
            <a:r>
              <a:rPr lang="en-US" sz="1950" dirty="0" spc="-1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status</a:t>
            </a:r>
            <a:endParaRPr lang="en-US" sz="1950" dirty="0"/>
          </a:p>
        </p:txBody>
      </p:sp>
      <p:sp>
        <p:nvSpPr>
          <p:cNvPr id="26" name="Text 24"/>
          <p:cNvSpPr/>
          <p:nvPr/>
        </p:nvSpPr>
        <p:spPr>
          <a:xfrm>
            <a:off x="5334000" y="6096000"/>
            <a:ext cx="3429000" cy="666750"/>
          </a:xfrm>
          <a:prstGeom prst="rect">
            <a:avLst/>
          </a:prstGeom>
          <a:noFill/>
          <a:ln/>
        </p:spPr>
        <p:txBody>
          <a:bodyPr wrap="square" lIns="0" tIns="13605" rIns="0" bIns="-13605" rtlCol="0" anchor="t"/>
          <a:lstStyle/>
          <a:p>
            <a:pPr algn="l" indent="0" marL="0">
              <a:lnSpc>
                <a:spcPts val="2438"/>
              </a:lnSpc>
              <a:buNone/>
            </a:pPr>
            <a:r>
              <a:rPr lang="en-US" sz="1950" dirty="0" spc="-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Index</a:t>
            </a:r>
            <a:r>
              <a:rPr lang="en-US" sz="19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and</a:t>
            </a:r>
            <a:r>
              <a:rPr lang="en-US" sz="1950" dirty="0" spc="-1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search</a:t>
            </a:r>
            <a:r>
              <a:rPr lang="en-US" sz="19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analysis</a:t>
            </a:r>
            <a:endParaRPr lang="en-US" sz="1950" dirty="0"/>
          </a:p>
        </p:txBody>
      </p:sp>
      <p:sp>
        <p:nvSpPr>
          <p:cNvPr id="27" name="Text 25"/>
          <p:cNvSpPr/>
          <p:nvPr/>
        </p:nvSpPr>
        <p:spPr>
          <a:xfrm>
            <a:off x="9525000" y="6096000"/>
            <a:ext cx="3429000" cy="666750"/>
          </a:xfrm>
          <a:prstGeom prst="rect">
            <a:avLst/>
          </a:prstGeom>
          <a:noFill/>
          <a:ln/>
        </p:spPr>
        <p:txBody>
          <a:bodyPr wrap="square" lIns="0" tIns="13605" rIns="0" bIns="-13605" rtlCol="0" anchor="t"/>
          <a:lstStyle/>
          <a:p>
            <a:pPr algn="l" indent="0" marL="0">
              <a:lnSpc>
                <a:spcPts val="2438"/>
              </a:lnSpc>
              <a:buNone/>
            </a:pPr>
            <a:r>
              <a:rPr lang="en-US" sz="1950" dirty="0" spc="-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History</a:t>
            </a:r>
            <a:r>
              <a:rPr lang="en-US" sz="1950" dirty="0" spc="-1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retention</a:t>
            </a:r>
            <a:endParaRPr lang="en-US" sz="1950" dirty="0"/>
          </a:p>
        </p:txBody>
      </p:sp>
      <p:sp>
        <p:nvSpPr>
          <p:cNvPr id="28" name="Text 26"/>
          <p:cNvSpPr/>
          <p:nvPr/>
        </p:nvSpPr>
        <p:spPr>
          <a:xfrm>
            <a:off x="13716000" y="6096000"/>
            <a:ext cx="3429000" cy="666750"/>
          </a:xfrm>
          <a:prstGeom prst="rect">
            <a:avLst/>
          </a:prstGeom>
          <a:noFill/>
          <a:ln/>
        </p:spPr>
        <p:txBody>
          <a:bodyPr wrap="square" lIns="0" tIns="13605" rIns="0" bIns="-13605" rtlCol="0" anchor="t"/>
          <a:lstStyle/>
          <a:p>
            <a:pPr algn="l" indent="0" marL="0">
              <a:lnSpc>
                <a:spcPts val="2438"/>
              </a:lnSpc>
              <a:buNone/>
            </a:pPr>
            <a:r>
              <a:rPr lang="en-US" sz="1950" dirty="0" spc="-3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Truy</a:t>
            </a:r>
            <a:r>
              <a:rPr lang="en-US" sz="1950" dirty="0" spc="-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vấn</a:t>
            </a:r>
            <a:r>
              <a:rPr lang="en-US" sz="1950" dirty="0" spc="-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term</a:t>
            </a:r>
            <a:endParaRPr lang="en-US" sz="1950" dirty="0"/>
          </a:p>
        </p:txBody>
      </p:sp>
      <p:sp>
        <p:nvSpPr>
          <p:cNvPr id="29" name="Text 27"/>
          <p:cNvSpPr/>
          <p:nvPr/>
        </p:nvSpPr>
        <p:spPr>
          <a:xfrm>
            <a:off x="1143000" y="7277100"/>
            <a:ext cx="3429000" cy="666750"/>
          </a:xfrm>
          <a:prstGeom prst="rect">
            <a:avLst/>
          </a:prstGeom>
          <a:noFill/>
          <a:ln/>
        </p:spPr>
        <p:txBody>
          <a:bodyPr wrap="square" lIns="0" tIns="12573" rIns="0" bIns="-12573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80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codecs/lucene104/</a:t>
            </a:r>
            <a:endParaRPr lang="en-US" sz="1800" dirty="0"/>
          </a:p>
          <a:p>
            <a:pPr algn="l" indent="0" marL="0">
              <a:lnSpc>
                <a:spcPts val="2250"/>
              </a:lnSpc>
              <a:buNone/>
            </a:pPr>
            <a:r>
              <a:rPr lang="en-US" sz="1800" dirty="0" spc="-1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package-info.java</a:t>
            </a:r>
            <a:endParaRPr lang="en-US" sz="1800" dirty="0"/>
          </a:p>
        </p:txBody>
      </p:sp>
      <p:sp>
        <p:nvSpPr>
          <p:cNvPr id="30" name="Text 28"/>
          <p:cNvSpPr/>
          <p:nvPr/>
        </p:nvSpPr>
        <p:spPr>
          <a:xfrm>
            <a:off x="5334000" y="7277100"/>
            <a:ext cx="3429000" cy="666750"/>
          </a:xfrm>
          <a:prstGeom prst="rect">
            <a:avLst/>
          </a:prstGeom>
          <a:noFill/>
          <a:ln/>
        </p:spPr>
        <p:txBody>
          <a:bodyPr wrap="square" lIns="0" tIns="12573" rIns="0" bIns="-12573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800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Lucene104Postings</a:t>
            </a:r>
            <a:endParaRPr lang="en-US" sz="1800" dirty="0"/>
          </a:p>
          <a:p>
            <a:pPr algn="l" indent="0" marL="0">
              <a:lnSpc>
                <a:spcPts val="2250"/>
              </a:lnSpc>
              <a:buNone/>
            </a:pPr>
            <a:r>
              <a:rPr lang="en-US" sz="1800" dirty="0" spc="-1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Format.java</a:t>
            </a:r>
            <a:endParaRPr lang="en-US" sz="1800" dirty="0"/>
          </a:p>
        </p:txBody>
      </p:sp>
      <p:sp>
        <p:nvSpPr>
          <p:cNvPr id="31" name="Shape 29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1262063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1590675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1919288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22479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576513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2905125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233738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35623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3843338" y="9382125"/>
            <a:ext cx="209550" cy="20955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914400" y="9715500"/>
            <a:ext cx="76200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22</a:t>
            </a:r>
            <a:r>
              <a:rPr lang="en-US" sz="1650" dirty="0" spc="0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10/10</a:t>
            </a:r>
            <a:endParaRPr lang="en-US" sz="1650" dirty="0"/>
          </a:p>
        </p:txBody>
      </p:sp>
      <p:sp>
        <p:nvSpPr>
          <p:cNvPr id="42" name="Shape 40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43" name="Moda image moda-export-watermark-d0421c45-5697-4638-9dc2-6ca10895e5d4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2026-10-19T20:43:08Z</dcterms:created>
  <dcterms:modified xsi:type="dcterms:W3CDTF">2026-10-19T20:43:08Z</dcterms:modified>
</cp:coreProperties>
</file>