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ricolage Grotesque"/>
      <p:bold r:id="rId18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 bằng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mã: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cách</a:t>
            </a:r>
            <a:r>
              <a:rPr lang="en-US" sz="6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thật?</a:t>
            </a:r>
            <a:endParaRPr lang="en-US" sz="3000" dirty="0"/>
          </a:p>
        </p:txBody>
      </p:sp>
      <p:sp>
        <p:nvSpPr>
          <p:cNvPr id="5" name="Connector line-1792421637086-384265765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Cấu</a:t>
            </a:r>
            <a:r>
              <a:rPr lang="en-US" sz="195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0" y="3429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6134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2100" dirty="0"/>
          </a:p>
        </p:txBody>
      </p:sp>
      <p:sp>
        <p:nvSpPr>
          <p:cNvPr id="12" name="Connector line-1792421637106-540441985"/>
          <p:cNvSpPr/>
          <p:nvPr/>
        </p:nvSpPr>
        <p:spPr>
          <a:xfrm flipV="1">
            <a:off x="12439650" y="3790950"/>
            <a:ext cx="895350" cy="13525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3" name="Connector line-1792421637107-374997952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4" name="Connector line-1792421637107-943665759"/>
          <p:cNvSpPr/>
          <p:nvPr/>
        </p:nvSpPr>
        <p:spPr>
          <a:xfrm>
            <a:off x="12439650" y="5143500"/>
            <a:ext cx="895350" cy="13525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a3f4882-7351-4741-bc1d-f7d8fe75a4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34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45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4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4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345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4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4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34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3c5823a3-934a-470e-a568-b59bf0e866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180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700" dirty="0"/>
          </a:p>
        </p:txBody>
      </p:sp>
      <p:sp>
        <p:nvSpPr>
          <p:cNvPr id="7" name="Connector line-1792421641823-309369921"/>
          <p:cNvSpPr/>
          <p:nvPr/>
        </p:nvSpPr>
        <p:spPr>
          <a:xfrm>
            <a:off x="5486400" y="4429125"/>
            <a:ext cx="13716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1641824-275440236"/>
          <p:cNvSpPr/>
          <p:nvPr/>
        </p:nvSpPr>
        <p:spPr>
          <a:xfrm>
            <a:off x="11430000" y="4429125"/>
            <a:ext cx="13716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6477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47700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Mục: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chủ,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mạng,</a:t>
            </a:r>
            <a:r>
              <a:rPr lang="en-US" sz="2850" dirty="0" spc="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79fd637-42bf-40b4-abb6-a5bbae3b95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800" b="1" spc="26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6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báo,</a:t>
            </a:r>
            <a:r>
              <a:rPr lang="en-US" sz="6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Quản lý</a:t>
            </a:r>
            <a:r>
              <a:rPr lang="en-US" sz="28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</a:t>
            </a:r>
            <a:r>
              <a:rPr lang="en-US" sz="28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850" dirty="0"/>
          </a:p>
        </p:txBody>
      </p:sp>
      <p:sp>
        <p:nvSpPr>
          <p:cNvPr id="6" name="Text richtext-1792421642957-27674276"/>
          <p:cNvSpPr/>
          <p:nvPr/>
        </p:nvSpPr>
        <p:spPr>
          <a:xfrm>
            <a:off x="1333500" y="4381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7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524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</a:t>
            </a:r>
            <a:r>
              <a:rPr lang="en-US" sz="28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r>
              <a:rPr lang="en-US" sz="28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8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endParaRPr lang="en-US" sz="2850" dirty="0"/>
          </a:p>
        </p:txBody>
      </p:sp>
      <p:sp>
        <p:nvSpPr>
          <p:cNvPr id="9" name="Text richtext-1792421642979-200799066"/>
          <p:cNvSpPr/>
          <p:nvPr/>
        </p:nvSpPr>
        <p:spPr>
          <a:xfrm>
            <a:off x="9791700" y="4381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8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bản,</a:t>
            </a:r>
            <a:r>
              <a:rPr lang="en-US" sz="27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11bc0c1-44db-487c-ac67-2fc5f820d6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HẠ</a:t>
            </a:r>
            <a:r>
              <a:rPr lang="en-US" sz="1800" b="1" spc="26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80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3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3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62300"/>
            <a:ext cx="914400" cy="9144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35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591050"/>
            <a:ext cx="914400" cy="9144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35" dirty="0"/>
          </a:p>
        </p:txBody>
      </p:sp>
      <p:sp>
        <p:nvSpPr>
          <p:cNvPr id="9" name="Text 7"/>
          <p:cNvSpPr/>
          <p:nvPr/>
        </p:nvSpPr>
        <p:spPr>
          <a:xfrm>
            <a:off x="2476500" y="447675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Lập</a:t>
            </a:r>
            <a:r>
              <a:rPr lang="en-US" sz="30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hoạch: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liệt</a:t>
            </a:r>
            <a:r>
              <a:rPr lang="en-US" sz="30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019800"/>
            <a:ext cx="914400" cy="9144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235" dirty="0"/>
          </a:p>
        </p:txBody>
      </p:sp>
      <p:sp>
        <p:nvSpPr>
          <p:cNvPr id="12" name="Text 10"/>
          <p:cNvSpPr/>
          <p:nvPr/>
        </p:nvSpPr>
        <p:spPr>
          <a:xfrm>
            <a:off x="2476500" y="5905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Áp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4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7448550"/>
            <a:ext cx="914400" cy="9144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235" dirty="0"/>
          </a:p>
        </p:txBody>
      </p:sp>
      <p:sp>
        <p:nvSpPr>
          <p:cNvPr id="15" name="Text 13"/>
          <p:cNvSpPr/>
          <p:nvPr/>
        </p:nvSpPr>
        <p:spPr>
          <a:xfrm>
            <a:off x="2476500" y="733425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lại: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4daee6b-5a79-43c4-8515-2d6b17c57e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6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 dụng.</a:t>
            </a:r>
            <a:endParaRPr lang="en-US" sz="6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1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5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85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</a:t>
                      </a:r>
                      <a:r>
                        <a:rPr lang="en-US" sz="28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sánh,</a:t>
                      </a: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850" b="1" dirty="0" spc="-3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</a:t>
                      </a:r>
                      <a:r>
                        <a:rPr lang="en-US" sz="28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850" dirty="0" spc="-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850" dirty="0" spc="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đổi:</a:t>
                      </a:r>
                      <a:r>
                        <a:rPr lang="en-US" sz="2850" dirty="0" spc="1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850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cổng,</a:t>
                      </a:r>
                      <a:r>
                        <a:rPr lang="en-US" sz="2850" dirty="0" spc="-2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850" dirty="0" spc="-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850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Áp</a:t>
                      </a: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850" b="1" dirty="0" spc="-3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</a:t>
                      </a:r>
                      <a:r>
                        <a:rPr lang="en-US" sz="28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Thực</a:t>
                      </a:r>
                      <a:r>
                        <a:rPr lang="en-US" sz="2850" dirty="0" spc="-2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tế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khớp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8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8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</a:t>
                      </a:r>
                      <a:r>
                        <a:rPr lang="en-US" sz="285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r>
                        <a:rPr lang="en-US" sz="2850" dirty="0" spc="-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850" dirty="0" spc="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a5d2c41a-6243-419b-b4aa-923b623186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2860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6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60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</a:t>
            </a:r>
            <a:r>
              <a:rPr lang="en-US" sz="60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gấp,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0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5245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435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4350" dirty="0" spc="-6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43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4350" dirty="0" spc="-2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chữa.</a:t>
            </a:r>
            <a:endParaRPr lang="en-US" sz="4350" dirty="0"/>
          </a:p>
        </p:txBody>
      </p:sp>
      <p:sp>
        <p:nvSpPr>
          <p:cNvPr id="7" name="Text richtext-1792421650996-909693177"/>
          <p:cNvSpPr/>
          <p:nvPr/>
        </p:nvSpPr>
        <p:spPr>
          <a:xfrm>
            <a:off x="1333500" y="6667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thì</a:t>
            </a:r>
            <a:r>
              <a:rPr lang="en-US" sz="28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8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8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0b88123-8ce1-4de7-bee3-6e3af47708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IaC</a:t>
            </a:r>
            <a:pPr algn="l" indent="0" marL="0">
              <a:buNone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(Infrastructure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Code): hạ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6195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Puppet: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49530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9530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Ansible: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b77ed9f-4d8e-40dd-bc23-593b639d89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2026-10-19T14:54:27Z</dcterms:created>
  <dcterms:modified xsi:type="dcterms:W3CDTF">2026-10-19T14:54:27Z</dcterms:modified>
</cp:coreProperties>
</file>