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192500" cy="2381250"/>
          </a:xfrm>
          <a:prstGeom prst="rect">
            <a:avLst/>
          </a:prstGeom>
          <a:noFill/>
          <a:ln/>
        </p:spPr>
        <p:txBody>
          <a:bodyPr wrap="square" lIns="0" tIns="66866" rIns="0" bIns="-66866" rtlCol="0" anchor="t"/>
          <a:lstStyle/>
          <a:p>
            <a:pPr algn="l" indent="0" marL="0">
              <a:lnSpc>
                <a:spcPts val="8586"/>
              </a:lnSpc>
              <a:buNone/>
            </a:pPr>
            <a:r>
              <a:rPr lang="en-US" sz="8100" dirty="0" spc="-1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Vòng</a:t>
            </a:r>
            <a:r>
              <a:rPr lang="en-US" sz="8100" dirty="0" spc="-2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đời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tính năng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81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cờ: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81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8100" dirty="0" spc="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đến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dọn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428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Năm</a:t>
            </a:r>
            <a:r>
              <a:rPr lang="en-US" sz="30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dirty="0" spc="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dừng,</a:t>
            </a:r>
            <a:r>
              <a:rPr lang="en-US" sz="30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3000" dirty="0" spc="2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30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2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3000" dirty="0"/>
          </a:p>
        </p:txBody>
      </p:sp>
      <p:sp>
        <p:nvSpPr>
          <p:cNvPr id="5" name="Connector line-1792371506365-687257546"/>
          <p:cNvSpPr/>
          <p:nvPr/>
        </p:nvSpPr>
        <p:spPr>
          <a:xfrm>
            <a:off x="2571750" y="6477000"/>
            <a:ext cx="13144500" cy="0"/>
          </a:xfrm>
          <a:prstGeom prst="line">
            <a:avLst/>
          </a:prstGeom>
          <a:noFill/>
          <a:ln w="38100">
            <a:solidFill>
              <a:srgbClr val="3A3F4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2190750" y="6096000"/>
            <a:ext cx="762000" cy="7620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47750" y="7143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lên,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476875" y="6096000"/>
            <a:ext cx="762000" cy="7620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4333875" y="7143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 nội bộ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8763000" y="6096000"/>
            <a:ext cx="762000" cy="7620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2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7620000" y="7143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049125" y="6096000"/>
            <a:ext cx="762000" cy="7620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4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906125" y="7143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5335250" y="6096000"/>
            <a:ext cx="762000" cy="762000"/>
          </a:xfrm>
          <a:prstGeom prst="ellipse">
            <a:avLst/>
          </a:prstGeom>
          <a:solidFill>
            <a:srgbClr val="14161C"/>
          </a:solidFill>
          <a:ln w="4762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dirty="0" spc="-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5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4192250" y="7143750"/>
            <a:ext cx="3048000" cy="9525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ctr" indent="0" marL="0">
              <a:lnSpc>
                <a:spcPts val="3188"/>
              </a:lnSpc>
              <a:buNone/>
            </a:pP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 cờ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914400" y="9525000"/>
            <a:ext cx="857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DevOps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CI/CD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e290512-6d98-4a9a-9f02-cce9333c12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3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b="1" spc="25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1950" b="1" spc="299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950" b="1" spc="302" kern="0" dirty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2000250"/>
            <a:ext cx="152400" cy="190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1866900"/>
            <a:ext cx="15621000" cy="2286000"/>
          </a:xfrm>
          <a:prstGeom prst="rect">
            <a:avLst/>
          </a:prstGeom>
          <a:noFill/>
          <a:ln/>
        </p:spPr>
        <p:txBody>
          <a:bodyPr wrap="square" lIns="0" tIns="35052" rIns="0" bIns="-35052" rtlCol="0" anchor="t"/>
          <a:lstStyle/>
          <a:p>
            <a:pPr algn="l" indent="0" marL="0">
              <a:lnSpc>
                <a:spcPts val="7728"/>
              </a:lnSpc>
              <a:buNone/>
            </a:pPr>
            <a:r>
              <a:rPr lang="en-US" sz="6900" dirty="0" spc="-1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khỏi việc</a:t>
            </a:r>
            <a:r>
              <a:rPr lang="en-US" sz="6900" dirty="0" spc="-6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người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thấy.</a:t>
            </a:r>
            <a:endParaRPr lang="en-US" sz="69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335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950" b="1" spc="1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3335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372600" y="5334000"/>
            <a:ext cx="8001000" cy="2286000"/>
          </a:xfrm>
          <a:prstGeom prst="roundRect">
            <a:avLst>
              <a:gd name="adj" fmla="val 11667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9791700" y="567690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1950" b="1" spc="15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HỦY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9791700" y="6286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Dừng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700" dirty="0" spc="-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f50b655-ef9e-497e-9225-0c4cebdb93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32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95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5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Mã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900" dirty="0" spc="-8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r>
              <a:rPr lang="en-US" sz="6900" dirty="0" spc="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 nhánh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4000500" y="2590800"/>
            <a:ext cx="657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100" b="1" spc="4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0801350" y="2590800"/>
            <a:ext cx="6572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100" b="1" spc="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14400" y="3810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914400" y="6477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Nhân viên,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4000500" y="3143250"/>
            <a:ext cx="6572250" cy="2438400"/>
          </a:xfrm>
          <a:prstGeom prst="roundRect">
            <a:avLst>
              <a:gd name="adj" fmla="val 109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1500" y="348615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85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4381500" y="4248150"/>
            <a:ext cx="5810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 nằm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cờ;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55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10801350" y="3143250"/>
            <a:ext cx="6572250" cy="2438400"/>
          </a:xfrm>
          <a:prstGeom prst="roundRect">
            <a:avLst>
              <a:gd name="adj" fmla="val 109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182350" y="348615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b="1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1182350" y="4248150"/>
            <a:ext cx="5810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4000500" y="5810250"/>
            <a:ext cx="6572250" cy="2438400"/>
          </a:xfrm>
          <a:prstGeom prst="roundRect">
            <a:avLst>
              <a:gd name="adj" fmla="val 109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1500" y="615315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4381500" y="6915150"/>
            <a:ext cx="5810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cờ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0801350" y="5810250"/>
            <a:ext cx="6572250" cy="2438400"/>
          </a:xfrm>
          <a:prstGeom prst="roundRect">
            <a:avLst>
              <a:gd name="adj" fmla="val 10938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82350" y="6153150"/>
            <a:ext cx="581025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r>
              <a:rPr lang="en-US" sz="2850" b="1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11182350" y="6915150"/>
            <a:ext cx="581025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cờ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9f688db7-4d2b-4722-855d-c831c061476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32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95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9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spc="28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dần,</a:t>
            </a:r>
            <a:r>
              <a:rPr lang="en-US" sz="6900" dirty="0" spc="2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kiện</a:t>
            </a:r>
            <a:r>
              <a:rPr lang="en-US" sz="6900" dirty="0" spc="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dừng đặt</a:t>
            </a:r>
            <a:r>
              <a:rPr lang="en-US" sz="6900" dirty="0" spc="-7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34861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3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19200" y="4286250"/>
            <a:ext cx="31051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Bật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550" dirty="0"/>
          </a:p>
        </p:txBody>
      </p:sp>
      <p:sp>
        <p:nvSpPr>
          <p:cNvPr id="7" name="Connector line-1792371558697-334098335"/>
          <p:cNvSpPr/>
          <p:nvPr/>
        </p:nvSpPr>
        <p:spPr>
          <a:xfrm>
            <a:off x="4705350" y="4667250"/>
            <a:ext cx="381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516255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67350" y="34861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67350" y="4286250"/>
            <a:ext cx="31051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endParaRPr lang="en-US" sz="2550" dirty="0"/>
          </a:p>
        </p:txBody>
      </p:sp>
      <p:sp>
        <p:nvSpPr>
          <p:cNvPr id="11" name="Connector line-1792371558703-114695731"/>
          <p:cNvSpPr/>
          <p:nvPr/>
        </p:nvSpPr>
        <p:spPr>
          <a:xfrm>
            <a:off x="8953500" y="4667250"/>
            <a:ext cx="381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41070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15500" y="34861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715500" y="4286250"/>
            <a:ext cx="31051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2550" dirty="0"/>
          </a:p>
        </p:txBody>
      </p:sp>
      <p:sp>
        <p:nvSpPr>
          <p:cNvPr id="15" name="Connector line-1792371558707-314842328"/>
          <p:cNvSpPr/>
          <p:nvPr/>
        </p:nvSpPr>
        <p:spPr>
          <a:xfrm>
            <a:off x="13201650" y="4667250"/>
            <a:ext cx="381000" cy="0"/>
          </a:xfrm>
          <a:prstGeom prst="line">
            <a:avLst/>
          </a:prstGeom>
          <a:noFill/>
          <a:ln w="47625">
            <a:solidFill>
              <a:srgbClr val="7C93FF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658850" y="3238500"/>
            <a:ext cx="3714750" cy="2857500"/>
          </a:xfrm>
          <a:prstGeom prst="roundRect">
            <a:avLst>
              <a:gd name="adj" fmla="val 9333"/>
            </a:avLst>
          </a:prstGeom>
          <a:solidFill>
            <a:srgbClr val="2A2E3A"/>
          </a:solidFill>
          <a:ln w="38100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963650" y="3486150"/>
            <a:ext cx="76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3963650" y="4286250"/>
            <a:ext cx="3105150" cy="1619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Chạm</a:t>
            </a:r>
            <a:r>
              <a:rPr lang="en-US" sz="2550" b="1" dirty="0" spc="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550" b="1" dirty="0" spc="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762750"/>
            <a:ext cx="16459200" cy="1428750"/>
          </a:xfrm>
          <a:prstGeom prst="roundRect">
            <a:avLst>
              <a:gd name="adj" fmla="val 18667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3500" y="7191375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luôn</a:t>
            </a:r>
            <a:r>
              <a:rPr lang="en-US" sz="255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các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5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550" dirty="0"/>
          </a:p>
        </p:txBody>
      </p:sp>
      <p:sp>
        <p:nvSpPr>
          <p:cNvPr id="21" name="Shape 19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42cf270d-f1d8-46f5-ba30-732dce15a6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32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950" b="1" spc="30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9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95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Mở</a:t>
            </a:r>
            <a:r>
              <a:rPr lang="en-US" sz="6900" dirty="0" spc="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-4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chưa</a:t>
            </a:r>
            <a:r>
              <a:rPr lang="en-US" sz="6900" dirty="0" spc="-9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ngay</a:t>
            </a:r>
            <a:endParaRPr lang="en-US" sz="6900" dirty="0"/>
          </a:p>
        </p:txBody>
      </p:sp>
      <p:sp>
        <p:nvSpPr>
          <p:cNvPr id="4" name="Connector line-1792371573406-866177003"/>
          <p:cNvSpPr/>
          <p:nvPr/>
        </p:nvSpPr>
        <p:spPr>
          <a:xfrm>
            <a:off x="3486150" y="4476750"/>
            <a:ext cx="12325350" cy="0"/>
          </a:xfrm>
          <a:prstGeom prst="line">
            <a:avLst/>
          </a:prstGeom>
          <a:noFill/>
          <a:ln w="57150">
            <a:solidFill>
              <a:srgbClr val="B45309"/>
            </a:solidFill>
            <a:prstDash val="solid"/>
            <a:headEnd type="none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162300" y="4152900"/>
            <a:ext cx="647700" cy="647700"/>
          </a:xfrm>
          <a:prstGeom prst="ellipse">
            <a:avLst/>
          </a:prstGeom>
          <a:solidFill>
            <a:srgbClr val="B45309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334000"/>
            <a:ext cx="5143500" cy="2667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5400" y="56769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Mở</a:t>
            </a:r>
            <a:r>
              <a:rPr lang="en-US" sz="2850" b="1" dirty="0" spc="-1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295400" y="64389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8820150" y="4152900"/>
            <a:ext cx="647700" cy="647700"/>
          </a:xfrm>
          <a:prstGeom prst="ellipse">
            <a:avLst/>
          </a:prstGeom>
          <a:solidFill>
            <a:srgbClr val="B45309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2250" y="5334000"/>
            <a:ext cx="5143500" cy="2667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53250" y="56769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850" b="1" dirty="0" spc="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6953250" y="64389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khẩn cấp.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4478000" y="4152900"/>
            <a:ext cx="647700" cy="647700"/>
          </a:xfrm>
          <a:prstGeom prst="ellipse">
            <a:avLst/>
          </a:prstGeom>
          <a:solidFill>
            <a:srgbClr val="F3EEE3"/>
          </a:solidFill>
          <a:ln w="47625">
            <a:solidFill>
              <a:srgbClr val="B4530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230100" y="5334000"/>
            <a:ext cx="5143500" cy="2667000"/>
          </a:xfrm>
          <a:prstGeom prst="roundRect">
            <a:avLst>
              <a:gd name="adj" fmla="val 10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11100" y="5676900"/>
            <a:ext cx="4381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850" b="1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12611100" y="6438900"/>
            <a:ext cx="438150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Sang</a:t>
            </a:r>
            <a:r>
              <a:rPr lang="en-US" sz="25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5: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3bf2bed0-3eb3-478d-a306-3634c066b48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ĐIỂM</a:t>
            </a:r>
            <a:r>
              <a:rPr lang="en-US" sz="1950" b="1" spc="32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195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195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195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nhánh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cũ khỏi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mã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850" b="1" dirty="0" spc="-1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85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6" name="Text richtext-1792371598504-781912434"/>
          <p:cNvSpPr/>
          <p:nvPr/>
        </p:nvSpPr>
        <p:spPr>
          <a:xfrm>
            <a:off x="1333500" y="3905250"/>
            <a:ext cx="72390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Thường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mở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372600" y="2762250"/>
            <a:ext cx="8001000" cy="30480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1051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8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2850" dirty="0"/>
          </a:p>
        </p:txBody>
      </p:sp>
      <p:sp>
        <p:nvSpPr>
          <p:cNvPr id="9" name="Text richtext-1792371598528-559393118"/>
          <p:cNvSpPr/>
          <p:nvPr/>
        </p:nvSpPr>
        <p:spPr>
          <a:xfrm>
            <a:off x="9791700" y="3905250"/>
            <a:ext cx="7239000" cy="1714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marL="323850" indent="-231371">
              <a:lnSpc>
                <a:spcPts val="3570"/>
              </a:lnSpc>
              <a:spcAft>
                <a:spcPts val="750"/>
              </a:spcAft>
              <a:buSzPct val="100000"/>
              <a:buFont typeface="Arial"/>
              <a:buChar char="•"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khẩn cấp.</a:t>
            </a:r>
            <a:endParaRPr lang="en-US" sz="2550" dirty="0"/>
          </a:p>
          <a:p>
            <a:pPr algn="l" marL="323850" indent="-231371">
              <a:lnSpc>
                <a:spcPts val="3570"/>
              </a:lnSpc>
              <a:buSzPct val="100000"/>
              <a:buFont typeface="Arial"/>
              <a:buChar char="•"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 thể</a:t>
            </a:r>
            <a:r>
              <a:rPr lang="en-US" sz="25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6286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6553200"/>
            <a:ext cx="1562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1950" b="1" spc="8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1950" b="1" spc="14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333500" y="7048500"/>
            <a:ext cx="1562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4ad11367-0061-43c7-b194-d75a1471da8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7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Cờ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miễn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phí, không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phủ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hết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952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2381250" y="3048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 cần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476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381250" y="4572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 khó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14400" y="5715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1E212B"/>
          </a:solidFill>
          <a:ln w="19050">
            <a:solidFill>
              <a:srgbClr val="3A3F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6000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" kern="0">
                <a:solidFill>
                  <a:srgbClr val="9AA0B5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2381250" y="6096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5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lược</a:t>
            </a:r>
            <a:r>
              <a:rPr lang="en-US" sz="25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nâng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 viện: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7239000"/>
            <a:ext cx="16459200" cy="1295400"/>
          </a:xfrm>
          <a:prstGeom prst="roundRect">
            <a:avLst>
              <a:gd name="adj" fmla="val 20588"/>
            </a:avLst>
          </a:prstGeom>
          <a:solidFill>
            <a:srgbClr val="2A2E3A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524750"/>
            <a:ext cx="8572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2381250" y="7620000"/>
            <a:ext cx="14668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5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chiều,</a:t>
            </a:r>
            <a:r>
              <a:rPr lang="en-US" sz="2550" b="1" dirty="0" spc="-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hoạch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c0889e10-9a97-45ec-9bc8-d3012722be0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95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950" b="1" spc="29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15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Tắt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 có</a:t>
            </a:r>
            <a:r>
              <a:rPr lang="en-US" sz="6900" dirty="0" spc="-6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về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-8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71750"/>
            <a:ext cx="11430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1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b="1" spc="14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GỒM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914400" y="3143250"/>
            <a:ext cx="11430000" cy="990600"/>
          </a:xfrm>
          <a:prstGeom prst="roundRect">
            <a:avLst>
              <a:gd name="adj" fmla="val 2115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3409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810500" y="34099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9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Tắt</a:t>
            </a:r>
            <a:r>
              <a:rPr lang="en-US" sz="2550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cờ:</a:t>
            </a:r>
            <a:r>
              <a:rPr lang="en-US" sz="2550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</a:t>
            </a:r>
            <a:r>
              <a:rPr lang="en-US" sz="2550" dirty="0" spc="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" y="4286250"/>
            <a:ext cx="114300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552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7810500" y="45529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còn.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14400" y="5429250"/>
            <a:ext cx="114300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695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7810500" y="56959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còn.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1430000" cy="990600"/>
          </a:xfrm>
          <a:prstGeom prst="roundRect">
            <a:avLst>
              <a:gd name="adj" fmla="val 2115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8389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Migration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7810500" y="6838950"/>
            <a:ext cx="4191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Vẫn</a:t>
            </a:r>
            <a:r>
              <a:rPr lang="en-US" sz="25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12801600" y="3143250"/>
            <a:ext cx="4572000" cy="4419600"/>
          </a:xfrm>
          <a:prstGeom prst="roundRect">
            <a:avLst>
              <a:gd name="adj" fmla="val 6034"/>
            </a:avLst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239750" y="3524250"/>
            <a:ext cx="381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13239750" y="4953000"/>
            <a:ext cx="3810000" cy="22860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Muốn</a:t>
            </a:r>
            <a:r>
              <a:rPr lang="en-US" sz="25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rút lại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6B6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1b80bc50-11cb-4a3d-86ea-bdde1c91ad0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95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4592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thói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quen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cờ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Cờ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550" b="1" dirty="0" spc="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550" b="1" dirty="0" spc="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9540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</a:t>
            </a:r>
            <a:r>
              <a:rPr lang="en-US" sz="255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phòng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cũ.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25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550" b="1" dirty="0" spc="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905625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 băm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5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5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dùng.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2667000"/>
            <a:ext cx="5229225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009900"/>
            <a:ext cx="446722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nhánh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12515850" y="3695700"/>
            <a:ext cx="4467225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thử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bật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r>
              <a:rPr lang="en-US" sz="25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144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6153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255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cờ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95400" y="68389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5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hạn;</a:t>
            </a:r>
            <a:r>
              <a:rPr lang="en-US" sz="25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5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372600" y="5810250"/>
            <a:ext cx="8001000" cy="2857500"/>
          </a:xfrm>
          <a:prstGeom prst="roundRect">
            <a:avLst>
              <a:gd name="adj" fmla="val 9333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53600" y="615315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Dọn cờ</a:t>
            </a:r>
            <a:endParaRPr lang="en-US" sz="2550" dirty="0"/>
          </a:p>
        </p:txBody>
      </p:sp>
      <p:sp>
        <p:nvSpPr>
          <p:cNvPr id="18" name="Text 16"/>
          <p:cNvSpPr/>
          <p:nvPr/>
        </p:nvSpPr>
        <p:spPr>
          <a:xfrm>
            <a:off x="9753600" y="6838950"/>
            <a:ext cx="7239000" cy="1619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5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5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nhiệm</a:t>
            </a:r>
            <a:r>
              <a:rPr lang="en-US" sz="25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55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r>
              <a:rPr lang="en-US" sz="25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noFill/>
          <a:ln w="19050">
            <a:solidFill>
              <a:srgbClr val="9AA0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6809c8df-2f78-4d1b-9200-b687197c764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763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61925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endParaRPr lang="en-US" sz="6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762250"/>
          <a:ext cx="13716000" cy="914400"/>
        </p:xfrm>
        <a:graphic>
          <a:graphicData uri="http://schemas.openxmlformats.org/drawingml/2006/table">
            <a:tbl>
              <a:tblPr/>
              <a:tblGrid>
                <a:gridCol w="3621024"/>
                <a:gridCol w="12838176"/>
              </a:tblGrid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Mục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b="1" dirty="0" spc="-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Nội</a:t>
                      </a:r>
                      <a:r>
                        <a:rPr lang="en-US" sz="2400" b="1" dirty="0" spc="-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dung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Thuật</a:t>
                      </a:r>
                      <a:r>
                        <a:rPr lang="en-US" sz="2400" dirty="0" spc="4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ngữ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Bài</a:t>
                      </a:r>
                      <a:r>
                        <a:rPr lang="en-US" sz="2400" dirty="0" spc="-7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này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không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có</a:t>
                      </a:r>
                      <a:r>
                        <a:rPr lang="en-US" sz="2400" dirty="0" spc="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từ</a:t>
                      </a:r>
                      <a:r>
                        <a:rPr lang="en-US" sz="2400" dirty="0" spc="-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viết</a:t>
                      </a:r>
                      <a:r>
                        <a:rPr lang="en-US" sz="2400" dirty="0" spc="-2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tắt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cần giải</a:t>
                      </a:r>
                      <a:r>
                        <a:rPr lang="en-US" sz="240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thích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ByteByteGo</a:t>
                      </a:r>
                      <a:r>
                        <a:rPr lang="en-US" sz="2400" dirty="0" spc="-1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tại</a:t>
                      </a:r>
                      <a:r>
                        <a:rPr lang="en-US" sz="2400" dirty="0" spc="-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snapshot</a:t>
                      </a:r>
                      <a:r>
                        <a:rPr lang="en-US" sz="240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cố</a:t>
                      </a:r>
                      <a:r>
                        <a:rPr lang="en-US" sz="240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định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04775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Nguồn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80"/>
                        </a:lnSpc>
                        <a:buNone/>
                      </a:pPr>
                      <a:r>
                        <a:rPr lang="en-US" sz="2400" dirty="0" spc="-4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Feature</a:t>
                      </a:r>
                      <a:r>
                        <a:rPr lang="en-US" sz="2400" dirty="0" spc="-33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Toggles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914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200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485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771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057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31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6289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91465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391650"/>
            <a:ext cx="171450" cy="1714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486150" y="9391650"/>
            <a:ext cx="171450" cy="1714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14400" y="9677400"/>
            <a:ext cx="857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995461e8-bb43-48cd-8d16-84d5ffec473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2026-10-19T02:53:38Z</dcterms:created>
  <dcterms:modified xsi:type="dcterms:W3CDTF">2026-10-19T02:53:38Z</dcterms:modified>
</cp:coreProperties>
</file>