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336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0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r>
              <a:rPr lang="en-US" sz="81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2.0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lời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9144000" cy="5334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8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95250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25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2550" dirty="0"/>
          </a:p>
        </p:txBody>
      </p:sp>
      <p:sp>
        <p:nvSpPr>
          <p:cNvPr id="6" name="Connector line-1792339376660-99903128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tấm</a:t>
            </a:r>
            <a:r>
              <a:rPr lang="en-US" sz="42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vé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audience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 nghiệm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2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làm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4955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3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165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4573250" y="24955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b="1" spc="16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650" dirty="0"/>
          </a:p>
        </p:txBody>
      </p:sp>
      <p:sp>
        <p:nvSpPr>
          <p:cNvPr id="16" name="Connector line-1792339376682-411058186"/>
          <p:cNvSpPr/>
          <p:nvPr/>
        </p:nvSpPr>
        <p:spPr>
          <a:xfrm>
            <a:off x="10953750" y="3429000"/>
            <a:ext cx="6477000" cy="0"/>
          </a:xfrm>
          <a:prstGeom prst="line">
            <a:avLst/>
          </a:prstGeom>
          <a:noFill/>
          <a:ln w="38100">
            <a:solidFill>
              <a:srgbClr val="D8D3C4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0725150" y="3200400"/>
            <a:ext cx="457200" cy="4572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7202150" y="3200400"/>
            <a:ext cx="457200" cy="4572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9" name="Shape 17"/>
          <p:cNvSpPr/>
          <p:nvPr/>
        </p:nvSpPr>
        <p:spPr>
          <a:xfrm>
            <a:off x="12668250" y="2857500"/>
            <a:ext cx="30480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668250" y="3028950"/>
            <a:ext cx="3048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access</a:t>
            </a:r>
            <a:r>
              <a:rPr lang="en-US" sz="2250" b="1" dirty="0" spc="-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668250" y="34861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896600" y="52768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29950" y="5419725"/>
            <a:ext cx="238125" cy="200025"/>
          </a:xfrm>
          <a:custGeom>
            <a:avLst/>
            <a:gdLst/>
            <a:ahLst/>
            <a:cxnLst/>
            <a:rect l="l" t="t" r="r" b="b"/>
            <a:pathLst>
              <a:path w="238125" h="200025">
                <a:moveTo>
                  <a:pt x="0" y="104775"/>
                </a:moveTo>
                <a:lnTo>
                  <a:pt x="85725" y="200025"/>
                </a:lnTo>
                <a:lnTo>
                  <a:pt x="238125" y="0"/>
                </a:lnTo>
              </a:path>
            </a:pathLst>
          </a:custGeom>
          <a:ln w="47625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639550" y="51435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1639550" y="54673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4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10896600" y="661035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39475" y="67532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209550"/>
                </a:lnTo>
                <a:moveTo>
                  <a:pt x="209550" y="0"/>
                </a:moveTo>
                <a:lnTo>
                  <a:pt x="0" y="209550"/>
                </a:lnTo>
              </a:path>
            </a:pathLst>
          </a:custGeom>
          <a:ln w="47625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639550" y="64770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6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1639550" y="6800850"/>
            <a:ext cx="5753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4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nhập,</a:t>
            </a:r>
            <a:r>
              <a:rPr lang="en-US" sz="24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4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4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0763250" y="7524750"/>
            <a:ext cx="6667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87100" y="7753350"/>
            <a:ext cx="6019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6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087100" y="8153400"/>
            <a:ext cx="60198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iss,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1087100" y="8572500"/>
            <a:ext cx="60198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ea962c2a-95ac-4b65-95b4-418c990c92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vai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OAuth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479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gì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5048250"/>
          </a:xfrm>
          <a:prstGeom prst="roundRect">
            <a:avLst>
              <a:gd name="adj" fmla="val 528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E8E0CF"/>
          </a:solidFill>
          <a:ln/>
        </p:spPr>
      </p:sp>
      <p:sp>
        <p:nvSpPr>
          <p:cNvPr id="7" name="Shape 5"/>
          <p:cNvSpPr/>
          <p:nvPr/>
        </p:nvSpPr>
        <p:spPr>
          <a:xfrm>
            <a:off x="1352550" y="4305300"/>
            <a:ext cx="457200" cy="4572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3525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716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Chủ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52578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67350" y="4305300"/>
            <a:ext cx="457200" cy="4572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54673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4864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 dụng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4864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cầm</a:t>
            </a:r>
            <a:r>
              <a:rPr lang="en-US" sz="19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3726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82150" y="4305300"/>
            <a:ext cx="457200" cy="4572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95821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6012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0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ủy quyền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6012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34874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696950" y="4305300"/>
            <a:ext cx="457200" cy="4572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3" name="Text 21"/>
          <p:cNvSpPr/>
          <p:nvPr/>
        </p:nvSpPr>
        <p:spPr>
          <a:xfrm>
            <a:off x="136969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7160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API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37160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khai, kiểm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950" dirty="0"/>
          </a:p>
        </p:txBody>
      </p:sp>
      <p:sp>
        <p:nvSpPr>
          <p:cNvPr id="26" name="Connector line-1792363419432-429252887"/>
          <p:cNvSpPr/>
          <p:nvPr/>
        </p:nvSpPr>
        <p:spPr>
          <a:xfrm>
            <a:off x="1143000" y="6877050"/>
            <a:ext cx="160020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1143000" y="71056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THỰC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143000" y="7581900"/>
            <a:ext cx="1143000" cy="5524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User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2438400" y="7581900"/>
            <a:ext cx="1428750" cy="5524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Server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4019550" y="7581900"/>
            <a:ext cx="3048000" cy="5524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Identity</a:t>
            </a:r>
            <a:r>
              <a:rPr lang="en-US" sz="21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Provider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7905750" y="7239000"/>
            <a:ext cx="923925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“Identity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Provider”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OWASP,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authlib.</a:t>
            </a:r>
            <a:endParaRPr lang="en-US" sz="2400" dirty="0"/>
          </a:p>
        </p:txBody>
      </p:sp>
      <p:sp>
        <p:nvSpPr>
          <p:cNvPr id="32" name="Connector line-1792363419445-98241001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2a6204df-6081-4a8a-8473-96bf78daab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38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382000" cy="2476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Token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giống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tấm</a:t>
            </a:r>
            <a:r>
              <a:rPr lang="en-US" sz="75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vé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81915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6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sẵn,</a:t>
            </a:r>
            <a:r>
              <a:rPr lang="en-US" sz="27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 ở</a:t>
            </a:r>
            <a:r>
              <a:rPr lang="en-US" sz="27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7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810250"/>
            <a:ext cx="8191500" cy="2571750"/>
          </a:xfrm>
          <a:prstGeom prst="roundRect">
            <a:avLst>
              <a:gd name="adj" fmla="val 9630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1100" y="61341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7" name="Shape 5"/>
          <p:cNvSpPr/>
          <p:nvPr/>
        </p:nvSpPr>
        <p:spPr>
          <a:xfrm>
            <a:off x="1304925" y="6267450"/>
            <a:ext cx="219075" cy="180975"/>
          </a:xfrm>
          <a:custGeom>
            <a:avLst/>
            <a:gdLst/>
            <a:ahLst/>
            <a:cxnLst/>
            <a:rect l="l" t="t" r="r" b="b"/>
            <a:pathLst>
              <a:path w="219075" h="180975">
                <a:moveTo>
                  <a:pt x="0" y="95250"/>
                </a:moveTo>
                <a:lnTo>
                  <a:pt x="76200" y="180975"/>
                </a:lnTo>
                <a:lnTo>
                  <a:pt x="219075" y="0"/>
                </a:lnTo>
              </a:path>
            </a:pathLst>
          </a:custGeom>
          <a:ln w="4762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0700" y="62103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6858000"/>
            <a:ext cx="7524750" cy="1333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620250" y="1047750"/>
            <a:ext cx="7753350" cy="7905750"/>
          </a:xfrm>
          <a:prstGeom prst="roundRect">
            <a:avLst>
              <a:gd name="adj" fmla="val 368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96500" y="1447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ACCESS</a:t>
            </a:r>
            <a:r>
              <a:rPr lang="en-US" sz="1950" b="1" spc="28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950" dirty="0"/>
          </a:p>
        </p:txBody>
      </p:sp>
      <p:sp>
        <p:nvSpPr>
          <p:cNvPr id="12" name="Connector line-1792363469935-965537476"/>
          <p:cNvSpPr/>
          <p:nvPr/>
        </p:nvSpPr>
        <p:spPr>
          <a:xfrm>
            <a:off x="10096500" y="2143125"/>
            <a:ext cx="6800850" cy="0"/>
          </a:xfrm>
          <a:prstGeom prst="line">
            <a:avLst/>
          </a:prstGeom>
          <a:noFill/>
          <a:ln w="28575">
            <a:solidFill>
              <a:srgbClr val="4A4E5C"/>
            </a:solidFill>
            <a:prstDash val="lgDash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53550" y="1876425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4" name="Shape 12"/>
          <p:cNvSpPr/>
          <p:nvPr/>
        </p:nvSpPr>
        <p:spPr>
          <a:xfrm>
            <a:off x="17106900" y="1876425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0096500" y="257175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scope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239750" y="2628900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250" dirty="0"/>
          </a:p>
        </p:txBody>
      </p:sp>
      <p:sp>
        <p:nvSpPr>
          <p:cNvPr id="17" name="Connector line-1792363469947-184729311"/>
          <p:cNvSpPr/>
          <p:nvPr/>
        </p:nvSpPr>
        <p:spPr>
          <a:xfrm>
            <a:off x="10096500" y="3905250"/>
            <a:ext cx="680085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0096500" y="419100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audience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239750" y="4248150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20" name="Connector line-1792363469959-401741403"/>
          <p:cNvSpPr/>
          <p:nvPr/>
        </p:nvSpPr>
        <p:spPr>
          <a:xfrm>
            <a:off x="10096500" y="5524500"/>
            <a:ext cx="680085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0096500" y="581025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exp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3239750" y="5867400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23" name="Connector line-1792363469964-713440883"/>
          <p:cNvSpPr/>
          <p:nvPr/>
        </p:nvSpPr>
        <p:spPr>
          <a:xfrm>
            <a:off x="10096500" y="7143750"/>
            <a:ext cx="680085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0096500" y="742950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13239750" y="7486650"/>
            <a:ext cx="3810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2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ủy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250" dirty="0"/>
          </a:p>
        </p:txBody>
      </p:sp>
      <p:sp>
        <p:nvSpPr>
          <p:cNvPr id="26" name="Connector line-1792363469989-79636031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d7f547e1-bb48-4d62-b8e8-b152816b71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04775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5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JWT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480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343150" y="29527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2343150" y="352425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 kiểm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287000" y="32194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3716000" y="310515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</a:t>
            </a:r>
            <a:r>
              <a:rPr lang="en-US" sz="24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41910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44767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2343150" y="43815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Token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343150" y="495300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chối.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287000" y="46482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exp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3716000" y="453390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</a:t>
            </a:r>
            <a:r>
              <a:rPr lang="en-US" sz="24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6197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59055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2343150" y="5810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Đúng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audience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2343150" y="638175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thì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287000" y="60769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audience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3716000" y="596265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</a:t>
            </a:r>
            <a:r>
              <a:rPr lang="en-US" sz="24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38250" y="73342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2343150" y="72390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Đủ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scope không?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2343150" y="781050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0287000" y="75057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scope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13716000" y="739140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 403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4400" y="85344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4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240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239000" y="859155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 tự là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1800" dirty="0"/>
          </a:p>
        </p:txBody>
      </p:sp>
      <p:sp>
        <p:nvSpPr>
          <p:cNvPr id="30" name="Connector line-1792363511421-23141803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1049000" y="990600"/>
            <a:ext cx="6324600" cy="1447800"/>
          </a:xfrm>
          <a:prstGeom prst="roundRect">
            <a:avLst>
              <a:gd name="adj" fmla="val 15789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353800" y="11811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650" b="1" spc="23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650" b="1" spc="21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1353800" y="1581150"/>
            <a:ext cx="571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JWT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iss,</a:t>
            </a:r>
            <a:r>
              <a:rPr lang="en-US" sz="21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typ nếu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header có.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1353800" y="1981200"/>
            <a:ext cx="571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chuỗi mờ: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1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ủy</a:t>
            </a:r>
            <a:r>
              <a:rPr lang="en-US" sz="21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quyền.</a:t>
            </a:r>
            <a:endParaRPr lang="en-US" sz="210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111ce717-9810-4173-9f25-ce6017f271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5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861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3295650" y="29337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295650" y="32575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scope,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chữ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295650" y="37338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 viện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sai.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315450" y="27622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20250" y="30861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11" name="Text 9"/>
          <p:cNvSpPr/>
          <p:nvPr/>
        </p:nvSpPr>
        <p:spPr>
          <a:xfrm>
            <a:off x="11696700" y="29337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696700" y="32575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1696700" y="37338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(none)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47053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19200" y="50292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16" name="Text 14"/>
          <p:cNvSpPr/>
          <p:nvPr/>
        </p:nvSpPr>
        <p:spPr>
          <a:xfrm>
            <a:off x="3295650" y="48768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295650" y="52006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1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295650" y="56769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19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200,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2,5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315450" y="47053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620250" y="50292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21" name="Text 19"/>
          <p:cNvSpPr/>
          <p:nvPr/>
        </p:nvSpPr>
        <p:spPr>
          <a:xfrm>
            <a:off x="11696700" y="48768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AUDIENCE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696700" y="52006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photos-api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profile-api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1696700" y="56769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 viện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 không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14400" y="66484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19200" y="69723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403</a:t>
            </a:r>
            <a:endParaRPr lang="en-US" sz="6300" dirty="0"/>
          </a:p>
        </p:txBody>
      </p:sp>
      <p:sp>
        <p:nvSpPr>
          <p:cNvPr id="26" name="Text 24"/>
          <p:cNvSpPr/>
          <p:nvPr/>
        </p:nvSpPr>
        <p:spPr>
          <a:xfrm>
            <a:off x="3295650" y="68199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3295650" y="71437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read_photos,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295650" y="76200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insufficient_scope.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315450" y="66484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20250" y="69723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</a:t>
            </a:r>
            <a:endParaRPr lang="en-US" sz="6300" dirty="0"/>
          </a:p>
        </p:txBody>
      </p:sp>
      <p:sp>
        <p:nvSpPr>
          <p:cNvPr id="31" name="Text 29"/>
          <p:cNvSpPr/>
          <p:nvPr/>
        </p:nvSpPr>
        <p:spPr>
          <a:xfrm>
            <a:off x="11696700" y="68199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696700" y="71437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read_profile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1696700" y="76200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tên;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read_email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email.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914400" y="8591550"/>
            <a:ext cx="1619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thái.</a:t>
            </a:r>
            <a:endParaRPr lang="en-US" sz="1800" dirty="0"/>
          </a:p>
        </p:txBody>
      </p:sp>
      <p:sp>
        <p:nvSpPr>
          <p:cNvPr id="35" name="Connector line-1792363556799-8998675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649070e4-34da-4c26-b9e7-444d544d06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 đăng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nhập,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bearer,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5400" y="4191000"/>
            <a:ext cx="685800" cy="6858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7" name="Shape 5"/>
          <p:cNvSpPr/>
          <p:nvPr/>
        </p:nvSpPr>
        <p:spPr>
          <a:xfrm>
            <a:off x="1514475" y="441007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0" y="0"/>
                </a:moveTo>
                <a:lnTo>
                  <a:pt x="247650" y="247650"/>
                </a:lnTo>
                <a:moveTo>
                  <a:pt x="247650" y="0"/>
                </a:moveTo>
                <a:lnTo>
                  <a:pt x="0" y="247650"/>
                </a:lnTo>
              </a:path>
            </a:pathLst>
          </a:custGeom>
          <a:ln w="57150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Chứng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minh bạn</a:t>
            </a:r>
            <a:r>
              <a:rPr lang="en-US" sz="33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95400" y="6572250"/>
            <a:ext cx="4572000" cy="11906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 ai;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max_age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auth_time.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295400" y="79057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ID</a:t>
            </a:r>
            <a:r>
              <a:rPr lang="en-US" sz="19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6515100" y="3810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4191000"/>
            <a:ext cx="685800" cy="6858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7115175" y="441007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0" y="0"/>
                </a:moveTo>
                <a:lnTo>
                  <a:pt x="247650" y="247650"/>
                </a:lnTo>
                <a:moveTo>
                  <a:pt x="247650" y="0"/>
                </a:moveTo>
                <a:lnTo>
                  <a:pt x="0" y="247650"/>
                </a:lnTo>
              </a:path>
            </a:pathLst>
          </a:custGeom>
          <a:ln w="57150">
            <a:solidFill>
              <a:srgbClr val="F3E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9610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cầm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6896100" y="657225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bearer: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6896100" y="79057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bearer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2115800" y="3810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496800" y="4191000"/>
            <a:ext cx="685800" cy="6858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2715875" y="441007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0" y="0"/>
                </a:moveTo>
                <a:lnTo>
                  <a:pt x="247650" y="247650"/>
                </a:lnTo>
                <a:moveTo>
                  <a:pt x="247650" y="0"/>
                </a:moveTo>
                <a:lnTo>
                  <a:pt x="0" y="247650"/>
                </a:lnTo>
              </a:path>
            </a:pathLst>
          </a:custGeom>
          <a:ln w="57150">
            <a:solidFill>
              <a:srgbClr val="F3E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49680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nâng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2496800" y="657225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496800" y="79057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chữ ký</a:t>
            </a:r>
            <a:endParaRPr lang="en-US" sz="1950" dirty="0"/>
          </a:p>
        </p:txBody>
      </p:sp>
      <p:sp>
        <p:nvSpPr>
          <p:cNvPr id="23" name="Connector line-1792363587548-23513339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43edfbae-697b-4112-8f8c-829387c64c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Mật khẩu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0985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7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7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8572500" cy="5295900"/>
          </a:xfrm>
          <a:prstGeom prst="roundRect">
            <a:avLst>
              <a:gd name="adj" fmla="val 5036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886200"/>
            <a:ext cx="7810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650" b="1" spc="21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19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2667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0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9/9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4095750" y="4400550"/>
            <a:ext cx="5143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100" dirty="0"/>
          </a:p>
        </p:txBody>
      </p:sp>
      <p:sp>
        <p:nvSpPr>
          <p:cNvPr id="9" name="Connector line-1792365273435-128721322"/>
          <p:cNvSpPr/>
          <p:nvPr/>
        </p:nvSpPr>
        <p:spPr>
          <a:xfrm>
            <a:off x="1295400" y="6057900"/>
            <a:ext cx="7810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95400" y="6229350"/>
            <a:ext cx="2667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7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0/31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4095750" y="6400800"/>
            <a:ext cx="4953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1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introspection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95400" y="83058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(kể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ID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token)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049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7811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574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36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99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9" name="Shape 17"/>
          <p:cNvSpPr/>
          <p:nvPr/>
        </p:nvSpPr>
        <p:spPr>
          <a:xfrm>
            <a:off x="41624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0" name="Shape 18"/>
          <p:cNvSpPr/>
          <p:nvPr/>
        </p:nvSpPr>
        <p:spPr>
          <a:xfrm>
            <a:off x="46386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1" name="Shape 19"/>
          <p:cNvSpPr/>
          <p:nvPr/>
        </p:nvSpPr>
        <p:spPr>
          <a:xfrm>
            <a:off x="51149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333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09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38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14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91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7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43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19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96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72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48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24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1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77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33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09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86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622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8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14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91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72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43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619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96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5722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048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524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001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829800" y="3619500"/>
            <a:ext cx="7543800" cy="5295900"/>
          </a:xfrm>
          <a:prstGeom prst="roundRect">
            <a:avLst>
              <a:gd name="adj" fmla="val 5036"/>
            </a:avLst>
          </a:prstGeom>
          <a:solidFill>
            <a:srgbClr val="1E212B"/>
          </a:solidFill>
          <a:ln/>
        </p:spPr>
      </p:sp>
      <p:sp>
        <p:nvSpPr>
          <p:cNvPr id="54" name="Text 52"/>
          <p:cNvSpPr/>
          <p:nvPr/>
        </p:nvSpPr>
        <p:spPr>
          <a:xfrm>
            <a:off x="10210800" y="38862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0210800" y="42100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43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nhiên,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10591800" y="47625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950" dirty="0"/>
          </a:p>
        </p:txBody>
      </p:sp>
      <p:sp>
        <p:nvSpPr>
          <p:cNvPr id="57" name="Text 55"/>
          <p:cNvSpPr/>
          <p:nvPr/>
        </p:nvSpPr>
        <p:spPr>
          <a:xfrm>
            <a:off x="14287500" y="4762500"/>
            <a:ext cx="2762250" cy="4953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58" name="Connector line-1792365273463-452496329"/>
          <p:cNvSpPr/>
          <p:nvPr/>
        </p:nvSpPr>
        <p:spPr>
          <a:xfrm>
            <a:off x="11544300" y="5257800"/>
            <a:ext cx="0" cy="2171700"/>
          </a:xfrm>
          <a:prstGeom prst="line">
            <a:avLst/>
          </a:prstGeom>
          <a:noFill/>
          <a:ln w="28575">
            <a:solidFill>
              <a:srgbClr val="4A4E5C"/>
            </a:solidFill>
            <a:prstDash val="lgDash"/>
            <a:headEnd type="none"/>
            <a:tailEnd type="none"/>
          </a:ln>
        </p:spPr>
      </p:sp>
      <p:sp>
        <p:nvSpPr>
          <p:cNvPr id="59" name="Connector line-1792365273463-658083240"/>
          <p:cNvSpPr/>
          <p:nvPr/>
        </p:nvSpPr>
        <p:spPr>
          <a:xfrm>
            <a:off x="15668625" y="5257800"/>
            <a:ext cx="0" cy="2171700"/>
          </a:xfrm>
          <a:prstGeom prst="line">
            <a:avLst/>
          </a:prstGeom>
          <a:noFill/>
          <a:ln w="28575">
            <a:solidFill>
              <a:srgbClr val="4A4E5C"/>
            </a:solidFill>
            <a:prstDash val="lgDash"/>
            <a:headEnd type="none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11639550" y="5486400"/>
            <a:ext cx="39338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hỏi</a:t>
            </a:r>
            <a:r>
              <a:rPr lang="en-US" sz="18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introspection</a:t>
            </a:r>
            <a:endParaRPr lang="en-US" sz="1800" dirty="0"/>
          </a:p>
        </p:txBody>
      </p:sp>
      <p:sp>
        <p:nvSpPr>
          <p:cNvPr id="61" name="Connector line-1792365273465-500596347"/>
          <p:cNvSpPr/>
          <p:nvPr/>
        </p:nvSpPr>
        <p:spPr>
          <a:xfrm>
            <a:off x="11639550" y="5943600"/>
            <a:ext cx="3933825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2" name="Connector line-1792365273465-815719961"/>
          <p:cNvSpPr/>
          <p:nvPr/>
        </p:nvSpPr>
        <p:spPr>
          <a:xfrm flipH="1">
            <a:off x="11639550" y="6629400"/>
            <a:ext cx="3933825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11639550" y="6781800"/>
            <a:ext cx="3933825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active,</a:t>
            </a:r>
            <a:r>
              <a:rPr lang="en-US" sz="18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client_id,</a:t>
            </a:r>
            <a:r>
              <a:rPr lang="en-US" sz="180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scope,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aud,</a:t>
            </a:r>
            <a:r>
              <a:rPr lang="en-US" sz="1800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exp,</a:t>
            </a:r>
            <a:r>
              <a:rPr lang="en-US" sz="1800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iat</a:t>
            </a:r>
            <a:endParaRPr lang="en-US" sz="1800" dirty="0"/>
          </a:p>
        </p:txBody>
      </p:sp>
      <p:sp>
        <p:nvSpPr>
          <p:cNvPr id="64" name="Connector line-1792365273472-55578214"/>
          <p:cNvSpPr/>
          <p:nvPr/>
        </p:nvSpPr>
        <p:spPr>
          <a:xfrm>
            <a:off x="10210800" y="7620000"/>
            <a:ext cx="67818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5" name="Text 63"/>
          <p:cNvSpPr/>
          <p:nvPr/>
        </p:nvSpPr>
        <p:spPr>
          <a:xfrm>
            <a:off x="10210800" y="7734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photos-api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read_profile: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10210800" y="80772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active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scope: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endParaRPr lang="en-US" sz="2250" dirty="0"/>
          </a:p>
        </p:txBody>
      </p:sp>
      <p:sp>
        <p:nvSpPr>
          <p:cNvPr id="67" name="Text 65"/>
          <p:cNvSpPr/>
          <p:nvPr/>
        </p:nvSpPr>
        <p:spPr>
          <a:xfrm>
            <a:off x="10210800" y="84582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aud: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250" dirty="0"/>
          </a:p>
        </p:txBody>
      </p:sp>
      <p:sp>
        <p:nvSpPr>
          <p:cNvPr id="68" name="Connector line-1792365273480-5074930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0" name="Shape 6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1" name="Shape 6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2" name="Shape 7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3" name="Shape 7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4" name="Shape 7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5" name="Shape 73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6" name="Shape 7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80" name="Shape 7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1" name="Moda image moda-export-watermark-bd3fb0d3-c4e3-4d24-8a0c-339184595a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515350" y="249555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b="1" spc="22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b="1" spc="21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16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2.1,</a:t>
            </a:r>
            <a:r>
              <a:rPr lang="en-US" sz="1650" b="1" spc="19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OWASP,</a:t>
            </a:r>
            <a:r>
              <a:rPr lang="en-US" sz="16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289560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310515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thể: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User,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Identity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Provider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7800975" y="323850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Shape 7"/>
          <p:cNvSpPr/>
          <p:nvPr/>
        </p:nvSpPr>
        <p:spPr>
          <a:xfrm>
            <a:off x="7943850" y="340995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15350" y="289560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0" y="3105150"/>
            <a:ext cx="81915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vai.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“Identity</a:t>
            </a:r>
            <a:r>
              <a:rPr lang="en-US" sz="22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Provider”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vai</a:t>
            </a:r>
            <a:r>
              <a:rPr lang="en-US" sz="22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OAuth.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421005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44196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tính, làm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7800975" y="45529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Shape 13"/>
          <p:cNvSpPr/>
          <p:nvPr/>
        </p:nvSpPr>
        <p:spPr>
          <a:xfrm>
            <a:off x="7943850" y="472440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15350" y="421005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58250" y="4400550"/>
            <a:ext cx="8191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đại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diện</a:t>
            </a:r>
            <a:r>
              <a:rPr lang="en-US" sz="22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 cho</a:t>
            </a:r>
            <a:r>
              <a:rPr lang="en-US" sz="22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dụng.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OAuth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2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400" y="552450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1238250" y="573405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7800975" y="586740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Shape 19"/>
          <p:cNvSpPr/>
          <p:nvPr/>
        </p:nvSpPr>
        <p:spPr>
          <a:xfrm>
            <a:off x="7943850" y="603885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15350" y="552450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58250" y="5715000"/>
            <a:ext cx="8191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Cấp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2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API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.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2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dành cho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API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14400" y="683895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25" name="Text 23"/>
          <p:cNvSpPr/>
          <p:nvPr/>
        </p:nvSpPr>
        <p:spPr>
          <a:xfrm>
            <a:off x="1238250" y="70485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7800975" y="71818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7943850" y="735330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15350" y="683895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58250" y="7029450"/>
            <a:ext cx="8191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Scope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2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250" dirty="0" spc="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25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ủy</a:t>
            </a:r>
            <a:r>
              <a:rPr lang="en-US" sz="2250" dirty="0" spc="-1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đặt,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API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thi.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14400" y="83439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2.1,</a:t>
            </a:r>
            <a:r>
              <a:rPr lang="en-US" sz="1800" dirty="0" spc="-4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authlib.</a:t>
            </a:r>
            <a:endParaRPr lang="en-US" sz="1800" dirty="0"/>
          </a:p>
        </p:txBody>
      </p:sp>
      <p:sp>
        <p:nvSpPr>
          <p:cNvPr id="31" name="Connector line-1792366416385-16425953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62d87f92-8d1d-4253-9785-808c02de61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89916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ủy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quyền.</a:t>
            </a:r>
            <a:r>
              <a:rPr lang="en-US" sz="2550" dirty="0" spc="-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Kẻ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read_photos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đem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không,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kiểm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89916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81300" y="4743450"/>
            <a:ext cx="3429000" cy="5905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b="1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2857500" y="5334000"/>
            <a:ext cx="1638300" cy="1181100"/>
          </a:xfrm>
          <a:custGeom>
            <a:avLst/>
            <a:gdLst/>
            <a:ahLst/>
            <a:cxnLst/>
            <a:rect l="l" t="t" r="r" b="b"/>
            <a:pathLst>
              <a:path w="1638300" h="1181100">
                <a:moveTo>
                  <a:pt x="1638300" y="0"/>
                </a:moveTo>
                <a:lnTo>
                  <a:pt x="1638300" y="476250"/>
                </a:lnTo>
                <a:lnTo>
                  <a:pt x="0" y="476250"/>
                </a:lnTo>
                <a:lnTo>
                  <a:pt x="0" y="1181100"/>
                </a:ln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95800" y="5810250"/>
            <a:ext cx="3467100" cy="704850"/>
          </a:xfrm>
          <a:custGeom>
            <a:avLst/>
            <a:gdLst/>
            <a:ahLst/>
            <a:cxnLst/>
            <a:rect l="l" t="t" r="r" b="b"/>
            <a:pathLst>
              <a:path w="3467100" h="704850">
                <a:moveTo>
                  <a:pt x="0" y="0"/>
                </a:moveTo>
                <a:lnTo>
                  <a:pt x="3467100" y="0"/>
                </a:lnTo>
                <a:lnTo>
                  <a:pt x="3467100" y="704850"/>
                </a:ln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19250" y="6572250"/>
            <a:ext cx="2476500" cy="990600"/>
          </a:xfrm>
          <a:prstGeom prst="roundRect">
            <a:avLst>
              <a:gd name="adj" fmla="val 21154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19250" y="6743700"/>
            <a:ext cx="2476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619250" y="714375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photos-api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724650" y="6572250"/>
            <a:ext cx="2476500" cy="990600"/>
          </a:xfrm>
          <a:prstGeom prst="roundRect">
            <a:avLst>
              <a:gd name="adj" fmla="val 21154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4650" y="6743700"/>
            <a:ext cx="2476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6724650" y="714375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profile-api</a:t>
            </a:r>
            <a:endParaRPr lang="en-US" sz="1800" dirty="0"/>
          </a:p>
        </p:txBody>
      </p:sp>
      <p:sp>
        <p:nvSpPr>
          <p:cNvPr id="15" name="Connector line-1792367679195-986591466"/>
          <p:cNvSpPr/>
          <p:nvPr/>
        </p:nvSpPr>
        <p:spPr>
          <a:xfrm flipV="1">
            <a:off x="2857500" y="762000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1333500" y="796290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9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read_photos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4438650" y="7677150"/>
            <a:ext cx="3524250" cy="571500"/>
          </a:xfrm>
          <a:custGeom>
            <a:avLst/>
            <a:gdLst/>
            <a:ahLst/>
            <a:cxnLst/>
            <a:rect l="l" t="t" r="r" b="b"/>
            <a:pathLst>
              <a:path w="3524250" h="571500">
                <a:moveTo>
                  <a:pt x="0" y="571500"/>
                </a:moveTo>
                <a:lnTo>
                  <a:pt x="3524250" y="571500"/>
                </a:lnTo>
                <a:lnTo>
                  <a:pt x="3524250" y="0"/>
                </a:lnTo>
              </a:path>
            </a:pathLst>
          </a:custGeom>
          <a:ln w="47625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47416" y="7486650"/>
            <a:ext cx="230969" cy="200025"/>
          </a:xfrm>
          <a:custGeom>
            <a:avLst/>
            <a:gdLst/>
            <a:ahLst/>
            <a:cxnLst/>
            <a:rect l="l" t="t" r="r" b="b"/>
            <a:pathLst>
              <a:path w="230969" h="200025">
                <a:moveTo>
                  <a:pt x="115484" y="0"/>
                </a:moveTo>
                <a:lnTo>
                  <a:pt x="230969" y="200025"/>
                </a:lnTo>
                <a:lnTo>
                  <a:pt x="0" y="200025"/>
                </a:lnTo>
                <a:lnTo>
                  <a:pt x="115484" y="0"/>
                </a:lnTo>
                <a:close/>
              </a:path>
            </a:pathLst>
          </a:cu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78486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đem</a:t>
            </a:r>
            <a:r>
              <a:rPr lang="en-US" sz="18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8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18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sơ?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439400" y="1428750"/>
            <a:ext cx="6934200" cy="7620000"/>
          </a:xfrm>
          <a:prstGeom prst="roundRect">
            <a:avLst>
              <a:gd name="adj" fmla="val 3846"/>
            </a:avLst>
          </a:prstGeom>
          <a:solidFill>
            <a:srgbClr val="1F3FD1"/>
          </a:solidFill>
          <a:ln/>
        </p:spPr>
      </p:sp>
      <p:sp>
        <p:nvSpPr>
          <p:cNvPr id="21" name="Shape 19"/>
          <p:cNvSpPr/>
          <p:nvPr/>
        </p:nvSpPr>
        <p:spPr>
          <a:xfrm>
            <a:off x="10915650" y="1962150"/>
            <a:ext cx="571500" cy="5715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077575" y="2152650"/>
            <a:ext cx="257175" cy="190500"/>
          </a:xfrm>
          <a:custGeom>
            <a:avLst/>
            <a:gdLst/>
            <a:ahLst/>
            <a:cxnLst/>
            <a:rect l="l" t="t" r="r" b="b"/>
            <a:pathLst>
              <a:path w="257175" h="190500">
                <a:moveTo>
                  <a:pt x="0" y="104775"/>
                </a:moveTo>
                <a:lnTo>
                  <a:pt x="85725" y="190500"/>
                </a:lnTo>
                <a:lnTo>
                  <a:pt x="25717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15650" y="2819400"/>
            <a:ext cx="598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915650" y="3162300"/>
            <a:ext cx="5981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</a:t>
            </a:r>
            <a:r>
              <a:rPr lang="en-US" sz="660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6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6600" dirty="0"/>
          </a:p>
        </p:txBody>
      </p:sp>
      <p:sp>
        <p:nvSpPr>
          <p:cNvPr id="25" name="Text 23"/>
          <p:cNvSpPr/>
          <p:nvPr/>
        </p:nvSpPr>
        <p:spPr>
          <a:xfrm>
            <a:off x="10915650" y="4248150"/>
            <a:ext cx="5981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Nếu</a:t>
            </a:r>
            <a:r>
              <a:rPr lang="en-US" sz="240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40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40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40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40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</a:t>
            </a:r>
            <a:r>
              <a:rPr lang="en-US" sz="24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bốn phép</a:t>
            </a:r>
            <a:r>
              <a:rPr lang="en-US" sz="24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thử:</a:t>
            </a:r>
            <a:endParaRPr lang="en-US" sz="2400" dirty="0"/>
          </a:p>
        </p:txBody>
      </p:sp>
      <p:sp>
        <p:nvSpPr>
          <p:cNvPr id="26" name="Text richtext-1792367679212-502263500"/>
          <p:cNvSpPr/>
          <p:nvPr/>
        </p:nvSpPr>
        <p:spPr>
          <a:xfrm>
            <a:off x="10915650" y="4838700"/>
            <a:ext cx="5981700" cy="2019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Audience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 ảnh (câu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55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read_profile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(câu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chữ: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audience</a:t>
            </a:r>
            <a:endParaRPr lang="en-US" sz="2550" dirty="0"/>
          </a:p>
        </p:txBody>
      </p:sp>
      <p:sp>
        <p:nvSpPr>
          <p:cNvPr id="27" name="Connector line-1792367679233-269625379"/>
          <p:cNvSpPr/>
          <p:nvPr/>
        </p:nvSpPr>
        <p:spPr>
          <a:xfrm>
            <a:off x="10915650" y="6953250"/>
            <a:ext cx="5981700" cy="0"/>
          </a:xfrm>
          <a:prstGeom prst="line">
            <a:avLst/>
          </a:prstGeom>
          <a:noFill/>
          <a:ln w="19050">
            <a:solidFill>
              <a:srgbClr val="DDE3FA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10915650" y="7086600"/>
            <a:ext cx="59817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mờ</a:t>
            </a:r>
            <a:r>
              <a:rPr lang="en-US" sz="18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introspection</a:t>
            </a:r>
            <a:r>
              <a:rPr lang="en-US" sz="18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800" dirty="0" spc="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18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dirty="0" spc="-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active</a:t>
            </a:r>
            <a:r>
              <a:rPr lang="en-US" sz="1800" dirty="0" spc="-1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scope.</a:t>
            </a:r>
            <a:endParaRPr lang="en-US" sz="1800" dirty="0"/>
          </a:p>
        </p:txBody>
      </p:sp>
      <p:sp>
        <p:nvSpPr>
          <p:cNvPr id="29" name="Connector line-1792367679236-9859640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0915650" y="7848600"/>
            <a:ext cx="5981700" cy="990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token:</a:t>
            </a:r>
            <a:endParaRPr lang="en-US" sz="1800" dirty="0"/>
          </a:p>
          <a:p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8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kiểm</a:t>
            </a:r>
            <a:r>
              <a:rPr lang="en-US" sz="18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iss,</a:t>
            </a:r>
            <a:r>
              <a:rPr lang="en-US" sz="1800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</a:t>
            </a:r>
            <a:r>
              <a:rPr lang="en-US" sz="18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18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 có.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8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mờ: hỏi</a:t>
            </a:r>
            <a:r>
              <a:rPr lang="en-US" sz="18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ủy</a:t>
            </a:r>
            <a:r>
              <a:rPr lang="en-US" sz="180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36b51d1c-e28d-44eb-b2b8-324b33f1cf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119062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Connector line-1792368417277-486182630"/>
          <p:cNvSpPr/>
          <p:nvPr/>
        </p:nvSpPr>
        <p:spPr>
          <a:xfrm>
            <a:off x="1362075" y="1790700"/>
            <a:ext cx="324802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6205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162050" y="278130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AUTHorization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6205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làm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8635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536257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Connector line-1792368417287-456391663"/>
          <p:cNvSpPr/>
          <p:nvPr/>
        </p:nvSpPr>
        <p:spPr>
          <a:xfrm>
            <a:off x="5534025" y="1790700"/>
            <a:ext cx="3248025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33400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5334000" y="272415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533400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8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 trình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25830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53452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7" name="Connector line-1792368417295-255583446"/>
          <p:cNvSpPr/>
          <p:nvPr/>
        </p:nvSpPr>
        <p:spPr>
          <a:xfrm>
            <a:off x="9705975" y="1790700"/>
            <a:ext cx="32480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50595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505950" y="278130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3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50595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chữ ký.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43025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370647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3" name="Connector line-1792368417303-23409366"/>
          <p:cNvSpPr/>
          <p:nvPr/>
        </p:nvSpPr>
        <p:spPr>
          <a:xfrm>
            <a:off x="13877925" y="1790700"/>
            <a:ext cx="32480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367790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13677900" y="278130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67790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8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14400" y="4229100"/>
            <a:ext cx="53340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90625" y="45053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9" name="Connector line-1792368417310-914996505"/>
          <p:cNvSpPr/>
          <p:nvPr/>
        </p:nvSpPr>
        <p:spPr>
          <a:xfrm>
            <a:off x="1362075" y="4591050"/>
            <a:ext cx="46386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162050" y="4819650"/>
            <a:ext cx="4838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endParaRPr lang="en-US" sz="4200" dirty="0"/>
          </a:p>
        </p:txBody>
      </p:sp>
      <p:sp>
        <p:nvSpPr>
          <p:cNvPr id="31" name="Text 29"/>
          <p:cNvSpPr/>
          <p:nvPr/>
        </p:nvSpPr>
        <p:spPr>
          <a:xfrm>
            <a:off x="1162050" y="5581650"/>
            <a:ext cx="48387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IDentity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62050" y="6134100"/>
            <a:ext cx="48387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tính: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 danh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477000" y="4229100"/>
            <a:ext cx="53340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34" name="Shape 32"/>
          <p:cNvSpPr/>
          <p:nvPr/>
        </p:nvSpPr>
        <p:spPr>
          <a:xfrm>
            <a:off x="6753225" y="45053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35" name="Connector line-1792368417317-330531683"/>
          <p:cNvSpPr/>
          <p:nvPr/>
        </p:nvSpPr>
        <p:spPr>
          <a:xfrm>
            <a:off x="6924675" y="4591050"/>
            <a:ext cx="46386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6724650" y="4819650"/>
            <a:ext cx="4838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OpenID</a:t>
            </a:r>
            <a:endParaRPr lang="en-US" sz="4200" dirty="0"/>
          </a:p>
        </p:txBody>
      </p:sp>
      <p:sp>
        <p:nvSpPr>
          <p:cNvPr id="37" name="Text 35"/>
          <p:cNvSpPr/>
          <p:nvPr/>
        </p:nvSpPr>
        <p:spPr>
          <a:xfrm>
            <a:off x="6724650" y="5581650"/>
            <a:ext cx="48387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IDentity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6724650" y="6134100"/>
            <a:ext cx="48387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mở;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OpenID Connect</a:t>
            </a:r>
            <a:r>
              <a:rPr lang="en-US" sz="18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r>
              <a:rPr lang="en-US" sz="18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OAuth.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2039600" y="4229100"/>
            <a:ext cx="53340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40" name="Shape 38"/>
          <p:cNvSpPr/>
          <p:nvPr/>
        </p:nvSpPr>
        <p:spPr>
          <a:xfrm>
            <a:off x="12315825" y="45053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41" name="Connector line-1792368417323-660526963"/>
          <p:cNvSpPr/>
          <p:nvPr/>
        </p:nvSpPr>
        <p:spPr>
          <a:xfrm>
            <a:off x="12487275" y="4591050"/>
            <a:ext cx="463867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12287250" y="4819650"/>
            <a:ext cx="4838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4200" dirty="0"/>
          </a:p>
        </p:txBody>
      </p:sp>
      <p:sp>
        <p:nvSpPr>
          <p:cNvPr id="43" name="Text 41"/>
          <p:cNvSpPr/>
          <p:nvPr/>
        </p:nvSpPr>
        <p:spPr>
          <a:xfrm>
            <a:off x="12287250" y="5581650"/>
            <a:ext cx="48387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287250" y="6134100"/>
            <a:ext cx="48387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8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800" dirty="0"/>
          </a:p>
        </p:txBody>
      </p:sp>
      <p:sp>
        <p:nvSpPr>
          <p:cNvPr id="45" name="Connector line-1792368417328-733610902"/>
          <p:cNvSpPr/>
          <p:nvPr/>
        </p:nvSpPr>
        <p:spPr>
          <a:xfrm>
            <a:off x="914400" y="712470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914400" y="735330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14400" y="77343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nháp)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914400" y="862965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49" name="Connector line-1792368417334-92621307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0" name="Text 5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ff4615a9-20c3-4ba2-9641-cdd1c7051e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2026-10-19T10:17:51Z</dcterms:created>
  <dcterms:modified xsi:type="dcterms:W3CDTF">2026-10-19T10:17:51Z</dcterms:modified>
</cp:coreProperties>
</file>