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8288000" cy="10287000"/>
  <p:notesSz cx="10287000" cy="18288000"/>
  <p:embeddedFontLst>
    <p:embeddedFont>
      <p:font typeface="Be Vietnam Pro"/>
      <p:regular r:id="rId17"/>
      <p:bold r:id="rId15"/>
    </p:embeddedFont>
    <p:embeddedFont>
      <p:font typeface="Bricolage Grotesque ExtraBold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9525000" cy="4972050"/>
          </a:xfrm>
          <a:prstGeom prst="rect">
            <a:avLst/>
          </a:prstGeom>
          <a:noFill/>
          <a:ln/>
        </p:spPr>
        <p:txBody>
          <a:bodyPr wrap="square" lIns="0" tIns="72009" rIns="0" bIns="-72009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UPI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81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Ấn</a:t>
            </a:r>
            <a:r>
              <a:rPr lang="en-US" sz="81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Độ:</a:t>
            </a:r>
            <a:r>
              <a:rPr lang="en-US" sz="81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đăng</a:t>
            </a:r>
            <a:r>
              <a:rPr lang="en-US" sz="8100" dirty="0" spc="-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ký,</a:t>
            </a: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liên</a:t>
            </a:r>
            <a:r>
              <a:rPr lang="en-US" sz="8100" dirty="0" spc="-4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kết</a:t>
            </a:r>
            <a:r>
              <a:rPr lang="en-US" sz="810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tài</a:t>
            </a:r>
            <a:r>
              <a:rPr lang="en-US" sz="81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khoản,</a:t>
            </a:r>
            <a:r>
              <a:rPr lang="en-US" sz="81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chuyển tiền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6858000"/>
            <a:ext cx="9144000" cy="1047750"/>
          </a:xfrm>
          <a:prstGeom prst="rect">
            <a:avLst/>
          </a:prstGeom>
          <a:noFill/>
          <a:ln/>
        </p:spPr>
        <p:txBody>
          <a:bodyPr wrap="square" lIns="0" tIns="11430" rIns="0" bIns="-1143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Alice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30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3000" dirty="0" spc="3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UPI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Bob.</a:t>
            </a:r>
            <a:endParaRPr lang="en-US" sz="3000" dirty="0"/>
          </a:p>
        </p:txBody>
      </p:sp>
      <p:sp>
        <p:nvSpPr>
          <p:cNvPr id="5" name="Connector line-1792380647169-779879642"/>
          <p:cNvSpPr/>
          <p:nvPr/>
        </p:nvSpPr>
        <p:spPr>
          <a:xfrm>
            <a:off x="914400" y="8286750"/>
            <a:ext cx="861060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8572500"/>
            <a:ext cx="9144000" cy="76200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210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100" dirty="0" spc="2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10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1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</a:t>
            </a:r>
            <a:r>
              <a:rPr lang="en-US" sz="21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thật?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 thanh</a:t>
            </a:r>
            <a:r>
              <a:rPr lang="en-US" sz="16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16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nghệ</a:t>
            </a: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2192000" y="3143250"/>
            <a:ext cx="1181100" cy="2000250"/>
          </a:xfrm>
          <a:custGeom>
            <a:avLst/>
            <a:gdLst/>
            <a:ahLst/>
            <a:cxnLst/>
            <a:rect l="l" t="t" r="r" b="b"/>
            <a:pathLst>
              <a:path w="1181100" h="2000250">
                <a:moveTo>
                  <a:pt x="0" y="2000250"/>
                </a:moveTo>
                <a:cubicBezTo>
                  <a:pt x="590550" y="2000250"/>
                  <a:pt x="590550" y="0"/>
                  <a:pt x="1181100" y="0"/>
                </a:cubicBezTo>
              </a:path>
            </a:pathLst>
          </a:custGeom>
          <a:ln w="47625">
            <a:solidFill>
              <a:srgbClr val="FFB454"/>
            </a:solidFill>
            <a:prstDash val="solid"/>
          </a:ln>
        </p:spPr>
      </p:sp>
      <p:sp>
        <p:nvSpPr>
          <p:cNvPr id="9" name="Connector line-1792380647185-685118645"/>
          <p:cNvSpPr/>
          <p:nvPr/>
        </p:nvSpPr>
        <p:spPr>
          <a:xfrm>
            <a:off x="12192000" y="5143500"/>
            <a:ext cx="1181100" cy="0"/>
          </a:xfrm>
          <a:prstGeom prst="line">
            <a:avLst/>
          </a:prstGeom>
          <a:noFill/>
          <a:ln w="47625">
            <a:solidFill>
              <a:srgbClr val="3DD6A0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2192000" y="5143500"/>
            <a:ext cx="1181100" cy="2000250"/>
          </a:xfrm>
          <a:custGeom>
            <a:avLst/>
            <a:gdLst/>
            <a:ahLst/>
            <a:cxnLst/>
            <a:rect l="l" t="t" r="r" b="b"/>
            <a:pathLst>
              <a:path w="1181100" h="2000250">
                <a:moveTo>
                  <a:pt x="0" y="0"/>
                </a:moveTo>
                <a:cubicBezTo>
                  <a:pt x="590550" y="0"/>
                  <a:pt x="590550" y="2000250"/>
                  <a:pt x="1181100" y="2000250"/>
                </a:cubicBezTo>
              </a:path>
            </a:pathLst>
          </a:custGeom>
          <a:ln w="47625">
            <a:solidFill>
              <a:srgbClr val="7C93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68000" y="4381500"/>
            <a:ext cx="1524000" cy="15240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12" name="Text 10"/>
          <p:cNvSpPr/>
          <p:nvPr/>
        </p:nvSpPr>
        <p:spPr>
          <a:xfrm>
            <a:off x="10668000" y="4972050"/>
            <a:ext cx="1524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7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NPCI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13373100" y="278130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Alice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3373100" y="478155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5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Ngân</a:t>
            </a:r>
            <a:r>
              <a:rPr lang="en-US" sz="2100" b="1" dirty="0" spc="-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 của</a:t>
            </a:r>
            <a:r>
              <a:rPr lang="en-US" sz="2100" b="1" dirty="0" spc="-5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Bob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3373100" y="678180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Bob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7b4f53e5-cae7-4390-8f1a-5294c95b907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800" b="1" spc="25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Địa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thay số</a:t>
            </a:r>
            <a:r>
              <a:rPr lang="en-US" sz="69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tài</a:t>
            </a:r>
            <a:r>
              <a:rPr lang="en-US" sz="69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khoản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381250"/>
            <a:ext cx="8572500" cy="3810000"/>
          </a:xfrm>
          <a:prstGeom prst="rect">
            <a:avLst/>
          </a:prstGeom>
          <a:noFill/>
          <a:ln/>
        </p:spPr>
        <p:txBody>
          <a:bodyPr wrap="square" lIns="0" tIns="259080" rIns="0" bIns="-259080" rtlCol="0" anchor="ctr"/>
          <a:lstStyle/>
          <a:p>
            <a:pPr algn="l" indent="0" marL="0">
              <a:lnSpc>
                <a:spcPts val="25500"/>
              </a:lnSpc>
              <a:buNone/>
            </a:pPr>
            <a:r>
              <a:rPr lang="en-US" sz="25500" dirty="0" spc="-37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60%</a:t>
            </a:r>
            <a:endParaRPr lang="en-US" sz="25500" dirty="0"/>
          </a:p>
        </p:txBody>
      </p:sp>
      <p:sp>
        <p:nvSpPr>
          <p:cNvPr id="5" name="Text 3"/>
          <p:cNvSpPr/>
          <p:nvPr/>
        </p:nvSpPr>
        <p:spPr>
          <a:xfrm>
            <a:off x="914400" y="6096000"/>
            <a:ext cx="8572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 bán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lẻ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Ấn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914400" y="66675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 của</a:t>
            </a:r>
            <a:r>
              <a:rPr lang="en-US" sz="19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nguồn,</a:t>
            </a:r>
            <a:r>
              <a:rPr lang="en-US" sz="1950" dirty="0" spc="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1950" dirty="0" spc="-1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tra.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9525000" y="2762250"/>
            <a:ext cx="7848600" cy="1047750"/>
          </a:xfrm>
          <a:prstGeom prst="roundRect">
            <a:avLst>
              <a:gd name="adj" fmla="val 25455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906000" y="2762250"/>
            <a:ext cx="70866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Dùng</a:t>
            </a:r>
            <a:r>
              <a:rPr lang="en-US" sz="2400" dirty="0" spc="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4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4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4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9525000" y="4000500"/>
            <a:ext cx="7848600" cy="1047750"/>
          </a:xfrm>
          <a:prstGeom prst="roundRect">
            <a:avLst>
              <a:gd name="adj" fmla="val 25455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906000" y="4000500"/>
            <a:ext cx="70866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4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</a:t>
            </a:r>
            <a:r>
              <a:rPr lang="en-US" sz="24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</a:t>
            </a:r>
            <a:r>
              <a:rPr lang="en-US" sz="2400" dirty="0" spc="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đứng</a:t>
            </a:r>
            <a:r>
              <a:rPr lang="en-US" sz="240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4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ngân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hàng.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9525000" y="5238750"/>
            <a:ext cx="7848600" cy="1047750"/>
          </a:xfrm>
          <a:prstGeom prst="roundRect">
            <a:avLst>
              <a:gd name="adj" fmla="val 25455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906000" y="5238750"/>
            <a:ext cx="70866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Ngân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4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4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vai.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914400" y="7524750"/>
            <a:ext cx="16459200" cy="1238250"/>
          </a:xfrm>
          <a:prstGeom prst="roundRect">
            <a:avLst>
              <a:gd name="adj" fmla="val 21538"/>
            </a:avLst>
          </a:prstGeom>
          <a:solidFill>
            <a:srgbClr val="14161C"/>
          </a:solidFill>
          <a:ln/>
        </p:spPr>
      </p:sp>
      <p:sp>
        <p:nvSpPr>
          <p:cNvPr id="14" name="Text 12"/>
          <p:cNvSpPr/>
          <p:nvPr/>
        </p:nvSpPr>
        <p:spPr>
          <a:xfrm>
            <a:off x="1295400" y="7524750"/>
            <a:ext cx="15697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30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khung:</a:t>
            </a:r>
            <a:r>
              <a:rPr lang="en-US" sz="30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Bob</a:t>
            </a:r>
            <a:r>
              <a:rPr lang="en-US" sz="30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</a:t>
            </a:r>
            <a:r>
              <a:rPr lang="en-US" sz="30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bị,</a:t>
            </a:r>
            <a:r>
              <a:rPr lang="en-US" sz="30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Alice</a:t>
            </a:r>
            <a:r>
              <a:rPr lang="en-US" sz="3000" b="1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30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100</a:t>
            </a:r>
            <a:r>
              <a:rPr lang="en-US" sz="30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rupee.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02/08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22b0ea49-858d-417f-89d7-c62492e90df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4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</a:t>
            </a:r>
            <a:r>
              <a:rPr lang="en-US" sz="180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1800" b="1" spc="29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800" b="1" spc="296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BOB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Bob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chuẩn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bị</a:t>
            </a:r>
            <a:r>
              <a:rPr lang="en-US" sz="6900" dirty="0" spc="-7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trước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nhận</a:t>
            </a:r>
            <a:endParaRPr lang="en-US" sz="6900" dirty="0"/>
          </a:p>
        </p:txBody>
      </p:sp>
      <p:sp>
        <p:nvSpPr>
          <p:cNvPr id="4" name="Connector line-1792380649104-618768851"/>
          <p:cNvSpPr/>
          <p:nvPr/>
        </p:nvSpPr>
        <p:spPr>
          <a:xfrm>
            <a:off x="2628900" y="3810000"/>
            <a:ext cx="13773150" cy="0"/>
          </a:xfrm>
          <a:prstGeom prst="line">
            <a:avLst/>
          </a:prstGeom>
          <a:noFill/>
          <a:ln w="76200">
            <a:solidFill>
              <a:srgbClr val="B45309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2343150" y="3524250"/>
            <a:ext cx="571500" cy="5715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6" name="Shape 4"/>
          <p:cNvSpPr/>
          <p:nvPr/>
        </p:nvSpPr>
        <p:spPr>
          <a:xfrm>
            <a:off x="6934200" y="3524250"/>
            <a:ext cx="571500" cy="5715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7" name="Shape 5"/>
          <p:cNvSpPr/>
          <p:nvPr/>
        </p:nvSpPr>
        <p:spPr>
          <a:xfrm>
            <a:off x="11525250" y="3524250"/>
            <a:ext cx="571500" cy="5715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8" name="Shape 6"/>
          <p:cNvSpPr/>
          <p:nvPr/>
        </p:nvSpPr>
        <p:spPr>
          <a:xfrm>
            <a:off x="16116300" y="3524250"/>
            <a:ext cx="571500" cy="5715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762250"/>
            <a:ext cx="3429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200" dirty="0" spc="2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5505450" y="2762250"/>
            <a:ext cx="3429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200" dirty="0" spc="2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10096500" y="2762250"/>
            <a:ext cx="3429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200" dirty="0" spc="-2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14687550" y="2762250"/>
            <a:ext cx="3429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914400" y="4381500"/>
            <a:ext cx="3429000" cy="1238250"/>
          </a:xfrm>
          <a:prstGeom prst="rect">
            <a:avLst/>
          </a:prstGeom>
          <a:noFill/>
          <a:ln/>
        </p:spPr>
        <p:txBody>
          <a:bodyPr wrap="square" lIns="0" tIns="14669" rIns="0" bIns="-14669" rtlCol="0" anchor="t"/>
          <a:lstStyle/>
          <a:p>
            <a:pPr algn="ctr" indent="0" marL="0">
              <a:lnSpc>
                <a:spcPts val="2625"/>
              </a:lnSpc>
              <a:buNone/>
            </a:pPr>
            <a:r>
              <a:rPr lang="en-US" sz="2100" b="1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Đưa</a:t>
            </a:r>
            <a:r>
              <a:rPr lang="en-US" sz="21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100" b="1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điện</a:t>
            </a:r>
            <a:r>
              <a:rPr lang="en-US" sz="21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thoại,</a:t>
            </a:r>
            <a:r>
              <a:rPr lang="en-US" sz="210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1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100" b="1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OTP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5505450" y="4381500"/>
            <a:ext cx="3429000" cy="1238250"/>
          </a:xfrm>
          <a:prstGeom prst="rect">
            <a:avLst/>
          </a:prstGeom>
          <a:noFill/>
          <a:ln/>
        </p:spPr>
        <p:txBody>
          <a:bodyPr wrap="square" lIns="0" tIns="14669" rIns="0" bIns="-14669" rtlCol="0" anchor="t"/>
          <a:lstStyle/>
          <a:p>
            <a:pPr algn="ctr" indent="0" marL="0">
              <a:lnSpc>
                <a:spcPts val="2625"/>
              </a:lnSpc>
              <a:buNone/>
            </a:pPr>
            <a:r>
              <a:rPr lang="en-US" sz="21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Đặt</a:t>
            </a:r>
            <a:r>
              <a:rPr lang="en-US" sz="210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 thanh</a:t>
            </a:r>
            <a:r>
              <a:rPr lang="en-US" sz="21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21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ảo</a:t>
            </a:r>
            <a:r>
              <a:rPr lang="en-US" sz="2100" b="1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(VPA)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0096500" y="4381500"/>
            <a:ext cx="3429000" cy="1238250"/>
          </a:xfrm>
          <a:prstGeom prst="rect">
            <a:avLst/>
          </a:prstGeom>
          <a:noFill/>
          <a:ln/>
        </p:spPr>
        <p:txBody>
          <a:bodyPr wrap="square" lIns="0" tIns="14669" rIns="0" bIns="-14669" rtlCol="0" anchor="t"/>
          <a:lstStyle/>
          <a:p>
            <a:pPr algn="ctr" indent="0" marL="0">
              <a:lnSpc>
                <a:spcPts val="2625"/>
              </a:lnSpc>
              <a:buNone/>
            </a:pPr>
            <a:r>
              <a:rPr lang="en-US" sz="21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Liên</a:t>
            </a:r>
            <a:r>
              <a:rPr lang="en-US" sz="2100" b="1" dirty="0" spc="-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1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1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</a:t>
            </a: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 NPCI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4687550" y="4381500"/>
            <a:ext cx="3429000" cy="1238250"/>
          </a:xfrm>
          <a:prstGeom prst="rect">
            <a:avLst/>
          </a:prstGeom>
          <a:noFill/>
          <a:ln/>
        </p:spPr>
        <p:txBody>
          <a:bodyPr wrap="square" lIns="0" tIns="14669" rIns="0" bIns="-14669" rtlCol="0" anchor="t"/>
          <a:lstStyle/>
          <a:p>
            <a:pPr algn="ctr" indent="0" marL="0">
              <a:lnSpc>
                <a:spcPts val="2625"/>
              </a:lnSpc>
              <a:buNone/>
            </a:pPr>
            <a:r>
              <a:rPr lang="en-US" sz="21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Đặt</a:t>
            </a:r>
            <a:r>
              <a:rPr lang="en-US" sz="21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PIN,</a:t>
            </a:r>
            <a:r>
              <a:rPr lang="en-US" sz="210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10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21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100" b="1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yếu</a:t>
            </a:r>
            <a:r>
              <a:rPr lang="en-US" sz="21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914400" y="6477000"/>
            <a:ext cx="16459200" cy="1905000"/>
          </a:xfrm>
          <a:prstGeom prst="roundRect">
            <a:avLst>
              <a:gd name="adj" fmla="val 14000"/>
            </a:avLst>
          </a:prstGeom>
          <a:solidFill>
            <a:srgbClr val="F6E3C8"/>
          </a:solidFill>
          <a:ln/>
        </p:spPr>
      </p:sp>
      <p:sp>
        <p:nvSpPr>
          <p:cNvPr id="18" name="Text 16"/>
          <p:cNvSpPr/>
          <p:nvPr/>
        </p:nvSpPr>
        <p:spPr>
          <a:xfrm>
            <a:off x="1295400" y="6477000"/>
            <a:ext cx="15697200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Địa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25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ngân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thu;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PIN</a:t>
            </a:r>
            <a:r>
              <a:rPr lang="en-US" sz="2550" b="1" dirty="0" spc="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thẳng</a:t>
            </a:r>
            <a:r>
              <a:rPr lang="en-US" sz="25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ngân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5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hành.</a:t>
            </a:r>
            <a:endParaRPr lang="en-US" sz="2550" dirty="0"/>
          </a:p>
        </p:txBody>
      </p:sp>
      <p:sp>
        <p:nvSpPr>
          <p:cNvPr id="19" name="Shape 17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03/08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108ad8ad-9433-4193-ab49-4c004c5b3c1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1800" b="1" spc="3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ALICE</a:t>
            </a:r>
            <a:r>
              <a:rPr lang="en-US" sz="1800" b="1" spc="297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96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BOB</a:t>
            </a:r>
            <a:r>
              <a:rPr lang="en-US" sz="1800" b="1" spc="3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100</a:t>
            </a:r>
            <a:r>
              <a:rPr lang="en-US" sz="1800" b="1" spc="294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RUPEE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NPCI</a:t>
            </a:r>
            <a:r>
              <a:rPr lang="en-US" sz="6900" dirty="0" spc="1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đứng</a:t>
            </a:r>
            <a:r>
              <a:rPr lang="en-US" sz="6900" dirty="0" spc="-4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giữa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mọi</a:t>
            </a:r>
            <a:r>
              <a:rPr lang="en-US" sz="6900" dirty="0" spc="-9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bước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04/08</a:t>
            </a:r>
            <a:endParaRPr lang="en-US" sz="1650" dirty="0"/>
          </a:p>
        </p:txBody>
      </p:sp>
      <p:sp>
        <p:nvSpPr>
          <p:cNvPr id="13" name="Connector line-1792400517127-197147380"/>
          <p:cNvSpPr/>
          <p:nvPr/>
        </p:nvSpPr>
        <p:spPr>
          <a:xfrm>
            <a:off x="2762250" y="3371850"/>
            <a:ext cx="0" cy="5486400"/>
          </a:xfrm>
          <a:prstGeom prst="line">
            <a:avLst/>
          </a:prstGeom>
          <a:noFill/>
          <a:ln w="28575">
            <a:solidFill>
              <a:srgbClr val="3A3F52"/>
            </a:solidFill>
            <a:prstDash val="solid"/>
            <a:headEnd type="none"/>
            <a:tailEnd type="none"/>
          </a:ln>
        </p:spPr>
      </p:sp>
      <p:sp>
        <p:nvSpPr>
          <p:cNvPr id="14" name="Connector line-1792400517129-735423147"/>
          <p:cNvSpPr/>
          <p:nvPr/>
        </p:nvSpPr>
        <p:spPr>
          <a:xfrm>
            <a:off x="6953250" y="3371850"/>
            <a:ext cx="0" cy="5486400"/>
          </a:xfrm>
          <a:prstGeom prst="line">
            <a:avLst/>
          </a:prstGeom>
          <a:noFill/>
          <a:ln w="28575">
            <a:solidFill>
              <a:srgbClr val="3A3F52"/>
            </a:solidFill>
            <a:prstDash val="solid"/>
            <a:headEnd type="none"/>
            <a:tailEnd type="none"/>
          </a:ln>
        </p:spPr>
      </p:sp>
      <p:sp>
        <p:nvSpPr>
          <p:cNvPr id="15" name="Connector line-1792400517130-371484973"/>
          <p:cNvSpPr/>
          <p:nvPr/>
        </p:nvSpPr>
        <p:spPr>
          <a:xfrm>
            <a:off x="11144250" y="3371850"/>
            <a:ext cx="0" cy="5486400"/>
          </a:xfrm>
          <a:prstGeom prst="line">
            <a:avLst/>
          </a:prstGeom>
          <a:noFill/>
          <a:ln w="28575">
            <a:solidFill>
              <a:srgbClr val="3A3F52"/>
            </a:solidFill>
            <a:prstDash val="solid"/>
            <a:headEnd type="none"/>
            <a:tailEnd type="none"/>
          </a:ln>
        </p:spPr>
      </p:sp>
      <p:sp>
        <p:nvSpPr>
          <p:cNvPr id="16" name="Connector line-1792400517130-6573186"/>
          <p:cNvSpPr/>
          <p:nvPr/>
        </p:nvSpPr>
        <p:spPr>
          <a:xfrm>
            <a:off x="15335250" y="3371850"/>
            <a:ext cx="0" cy="5486400"/>
          </a:xfrm>
          <a:prstGeom prst="line">
            <a:avLst/>
          </a:prstGeom>
          <a:noFill/>
          <a:ln w="28575">
            <a:solidFill>
              <a:srgbClr val="3A3F52"/>
            </a:solidFill>
            <a:prstDash val="solid"/>
            <a:headEnd type="none"/>
            <a:tailEnd type="none"/>
          </a:ln>
        </p:spPr>
      </p:sp>
      <p:sp>
        <p:nvSpPr>
          <p:cNvPr id="17" name="Text 15"/>
          <p:cNvSpPr/>
          <p:nvPr/>
        </p:nvSpPr>
        <p:spPr>
          <a:xfrm>
            <a:off x="952500" y="2762250"/>
            <a:ext cx="3619500" cy="609600"/>
          </a:xfrm>
          <a:prstGeom prst="roundRect">
            <a:avLst>
              <a:gd name="adj" fmla="val 3125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Ứng dụng của</a:t>
            </a:r>
            <a:r>
              <a:rPr lang="en-US" sz="1950" b="1" dirty="0" spc="-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Alice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5143500" y="2762250"/>
            <a:ext cx="3619500" cy="609600"/>
          </a:xfrm>
          <a:prstGeom prst="roundRect">
            <a:avLst>
              <a:gd name="adj" fmla="val 3125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NPCI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9334500" y="2762250"/>
            <a:ext cx="3619500" cy="609600"/>
          </a:xfrm>
          <a:prstGeom prst="roundRect">
            <a:avLst>
              <a:gd name="adj" fmla="val 3125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Ngân</a:t>
            </a:r>
            <a:r>
              <a:rPr lang="en-US" sz="1950" b="1" dirty="0" spc="-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1950" b="1" dirty="0" spc="-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50" b="1" dirty="0" spc="-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Alice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3525500" y="2762250"/>
            <a:ext cx="3619500" cy="609600"/>
          </a:xfrm>
          <a:prstGeom prst="roundRect">
            <a:avLst>
              <a:gd name="adj" fmla="val 3125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Ngân</a:t>
            </a:r>
            <a:r>
              <a:rPr lang="en-US" sz="1950" b="1" dirty="0" spc="-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1950" b="1" dirty="0" spc="-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50" b="1" dirty="0" spc="-5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Bob</a:t>
            </a:r>
            <a:endParaRPr lang="en-US" sz="1950" dirty="0"/>
          </a:p>
        </p:txBody>
      </p:sp>
      <p:sp>
        <p:nvSpPr>
          <p:cNvPr id="21" name="Connector line-1792400517147-599114410"/>
          <p:cNvSpPr/>
          <p:nvPr/>
        </p:nvSpPr>
        <p:spPr>
          <a:xfrm>
            <a:off x="2762250" y="3810000"/>
            <a:ext cx="4114800" cy="0"/>
          </a:xfrm>
          <a:prstGeom prst="line">
            <a:avLst/>
          </a:prstGeom>
          <a:noFill/>
          <a:ln w="38100">
            <a:solidFill>
              <a:srgbClr val="3DD6A0"/>
            </a:solidFill>
            <a:prstDash val="solid"/>
            <a:headEnd type="none"/>
            <a:tailEnd type="triangle" w="lg" len="lg"/>
          </a:ln>
        </p:spPr>
      </p:sp>
      <p:sp>
        <p:nvSpPr>
          <p:cNvPr id="22" name="Text 20"/>
          <p:cNvSpPr/>
          <p:nvPr/>
        </p:nvSpPr>
        <p:spPr>
          <a:xfrm>
            <a:off x="2762250" y="3429000"/>
            <a:ext cx="4191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Địa</a:t>
            </a: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Bob +</a:t>
            </a:r>
            <a:r>
              <a:rPr lang="en-US" sz="19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100</a:t>
            </a: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rupee</a:t>
            </a:r>
            <a:endParaRPr lang="en-US" sz="1950" dirty="0"/>
          </a:p>
        </p:txBody>
      </p:sp>
      <p:sp>
        <p:nvSpPr>
          <p:cNvPr id="23" name="Connector line-1792400517154-726890627"/>
          <p:cNvSpPr/>
          <p:nvPr/>
        </p:nvSpPr>
        <p:spPr>
          <a:xfrm>
            <a:off x="6953250" y="4419600"/>
            <a:ext cx="8305800" cy="0"/>
          </a:xfrm>
          <a:prstGeom prst="line">
            <a:avLst/>
          </a:prstGeom>
          <a:noFill/>
          <a:ln w="38100">
            <a:solidFill>
              <a:srgbClr val="3DD6A0"/>
            </a:solidFill>
            <a:prstDash val="solid"/>
            <a:headEnd type="none"/>
            <a:tailEnd type="triangle" w="lg" len="lg"/>
          </a:ln>
        </p:spPr>
      </p:sp>
      <p:sp>
        <p:nvSpPr>
          <p:cNvPr id="24" name="Text 22"/>
          <p:cNvSpPr/>
          <p:nvPr/>
        </p:nvSpPr>
        <p:spPr>
          <a:xfrm>
            <a:off x="11334750" y="4057650"/>
            <a:ext cx="381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-6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</a:t>
            </a:r>
            <a:r>
              <a:rPr lang="en-US" sz="19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tiết</a:t>
            </a:r>
            <a:r>
              <a:rPr lang="en-US" sz="1950" dirty="0" spc="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endParaRPr lang="en-US" sz="1950" dirty="0"/>
          </a:p>
        </p:txBody>
      </p:sp>
      <p:sp>
        <p:nvSpPr>
          <p:cNvPr id="25" name="Connector line-1792400517157-96964177"/>
          <p:cNvSpPr/>
          <p:nvPr/>
        </p:nvSpPr>
        <p:spPr>
          <a:xfrm>
            <a:off x="6953250" y="5029200"/>
            <a:ext cx="4114800" cy="0"/>
          </a:xfrm>
          <a:prstGeom prst="line">
            <a:avLst/>
          </a:prstGeom>
          <a:noFill/>
          <a:ln w="38100">
            <a:solidFill>
              <a:srgbClr val="3DD6A0"/>
            </a:solidFill>
            <a:prstDash val="solid"/>
            <a:headEnd type="none"/>
            <a:tailEnd type="triangle" w="lg" len="lg"/>
          </a:ln>
        </p:spPr>
      </p:sp>
      <p:sp>
        <p:nvSpPr>
          <p:cNvPr id="26" name="Text 24"/>
          <p:cNvSpPr/>
          <p:nvPr/>
        </p:nvSpPr>
        <p:spPr>
          <a:xfrm>
            <a:off x="6953250" y="4667250"/>
            <a:ext cx="4191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-6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Yêu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trừ</a:t>
            </a:r>
            <a:r>
              <a:rPr lang="en-US" sz="19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100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rupee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9048750" y="5295900"/>
            <a:ext cx="4191000" cy="533400"/>
          </a:xfrm>
          <a:prstGeom prst="roundRect">
            <a:avLst>
              <a:gd name="adj" fmla="val 35714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Alice</a:t>
            </a:r>
            <a:r>
              <a:rPr lang="en-US" sz="1950" b="1" dirty="0" spc="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1950" b="1" dirty="0" spc="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trừ</a:t>
            </a:r>
            <a:r>
              <a:rPr lang="en-US" sz="1950" b="1" dirty="0" spc="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100</a:t>
            </a:r>
            <a:r>
              <a:rPr lang="en-US" sz="1950" b="1" dirty="0" spc="-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rupee</a:t>
            </a:r>
            <a:endParaRPr lang="en-US" sz="1950" dirty="0"/>
          </a:p>
        </p:txBody>
      </p:sp>
      <p:sp>
        <p:nvSpPr>
          <p:cNvPr id="28" name="Connector line-1792400517161-184753072"/>
          <p:cNvSpPr/>
          <p:nvPr/>
        </p:nvSpPr>
        <p:spPr>
          <a:xfrm flipH="1">
            <a:off x="7029450" y="6191250"/>
            <a:ext cx="4114800" cy="0"/>
          </a:xfrm>
          <a:prstGeom prst="line">
            <a:avLst/>
          </a:prstGeom>
          <a:noFill/>
          <a:ln w="38100">
            <a:solidFill>
              <a:srgbClr val="FFB454"/>
            </a:solidFill>
            <a:prstDash val="solid"/>
            <a:headEnd type="none"/>
            <a:tailEnd type="triangle" w="lg" len="lg"/>
          </a:ln>
        </p:spPr>
      </p:sp>
      <p:sp>
        <p:nvSpPr>
          <p:cNvPr id="29" name="Text 27"/>
          <p:cNvSpPr/>
          <p:nvPr/>
        </p:nvSpPr>
        <p:spPr>
          <a:xfrm>
            <a:off x="6953250" y="5829300"/>
            <a:ext cx="4191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-2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Xác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195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trừ</a:t>
            </a:r>
            <a:endParaRPr lang="en-US" sz="1950" dirty="0"/>
          </a:p>
        </p:txBody>
      </p:sp>
      <p:sp>
        <p:nvSpPr>
          <p:cNvPr id="30" name="Connector line-1792400517164-574453902"/>
          <p:cNvSpPr/>
          <p:nvPr/>
        </p:nvSpPr>
        <p:spPr>
          <a:xfrm>
            <a:off x="6953250" y="6800850"/>
            <a:ext cx="8305800" cy="0"/>
          </a:xfrm>
          <a:prstGeom prst="line">
            <a:avLst/>
          </a:prstGeom>
          <a:noFill/>
          <a:ln w="38100">
            <a:solidFill>
              <a:srgbClr val="3DD6A0"/>
            </a:solidFill>
            <a:prstDash val="solid"/>
            <a:headEnd type="none"/>
            <a:tailEnd type="triangle" w="lg" len="lg"/>
          </a:ln>
        </p:spPr>
      </p:sp>
      <p:sp>
        <p:nvSpPr>
          <p:cNvPr id="31" name="Text 29"/>
          <p:cNvSpPr/>
          <p:nvPr/>
        </p:nvSpPr>
        <p:spPr>
          <a:xfrm>
            <a:off x="11334750" y="6438900"/>
            <a:ext cx="381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-6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Yêu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19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100</a:t>
            </a: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rupee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13525500" y="7067550"/>
            <a:ext cx="3619500" cy="533400"/>
          </a:xfrm>
          <a:prstGeom prst="roundRect">
            <a:avLst>
              <a:gd name="adj" fmla="val 35714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Bob</a:t>
            </a:r>
            <a:r>
              <a:rPr lang="en-US" sz="1800" b="1" dirty="0" spc="8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1800" b="1" dirty="0" spc="-8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1800" b="1" dirty="0" spc="-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100</a:t>
            </a:r>
            <a:r>
              <a:rPr lang="en-US" sz="1800" b="1" dirty="0" spc="-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rupee</a:t>
            </a:r>
            <a:endParaRPr lang="en-US" sz="1800" dirty="0"/>
          </a:p>
        </p:txBody>
      </p:sp>
      <p:sp>
        <p:nvSpPr>
          <p:cNvPr id="33" name="Connector line-1792400517168-133963386"/>
          <p:cNvSpPr/>
          <p:nvPr/>
        </p:nvSpPr>
        <p:spPr>
          <a:xfrm flipH="1">
            <a:off x="7029450" y="7962900"/>
            <a:ext cx="8305800" cy="0"/>
          </a:xfrm>
          <a:prstGeom prst="line">
            <a:avLst/>
          </a:prstGeom>
          <a:noFill/>
          <a:ln w="38100">
            <a:solidFill>
              <a:srgbClr val="FFB454"/>
            </a:solidFill>
            <a:prstDash val="solid"/>
            <a:headEnd type="none"/>
            <a:tailEnd type="triangle" w="lg" len="lg"/>
          </a:ln>
        </p:spPr>
      </p:sp>
      <p:sp>
        <p:nvSpPr>
          <p:cNvPr id="34" name="Text 32"/>
          <p:cNvSpPr/>
          <p:nvPr/>
        </p:nvSpPr>
        <p:spPr>
          <a:xfrm>
            <a:off x="11334750" y="7600950"/>
            <a:ext cx="381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-2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Xác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195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endParaRPr lang="en-US" sz="1950" dirty="0"/>
          </a:p>
        </p:txBody>
      </p:sp>
      <p:sp>
        <p:nvSpPr>
          <p:cNvPr id="35" name="Connector line-1792400517170-651931153"/>
          <p:cNvSpPr/>
          <p:nvPr/>
        </p:nvSpPr>
        <p:spPr>
          <a:xfrm flipH="1">
            <a:off x="2838450" y="8572500"/>
            <a:ext cx="4114800" cy="0"/>
          </a:xfrm>
          <a:prstGeom prst="line">
            <a:avLst/>
          </a:prstGeom>
          <a:noFill/>
          <a:ln w="38100">
            <a:solidFill>
              <a:srgbClr val="FFB454"/>
            </a:solidFill>
            <a:prstDash val="solid"/>
            <a:headEnd type="none"/>
            <a:tailEnd type="triangle" w="lg" len="lg"/>
          </a:ln>
        </p:spPr>
      </p:sp>
      <p:sp>
        <p:nvSpPr>
          <p:cNvPr id="36" name="Text 34"/>
          <p:cNvSpPr/>
          <p:nvPr/>
        </p:nvSpPr>
        <p:spPr>
          <a:xfrm>
            <a:off x="2762250" y="8210550"/>
            <a:ext cx="4191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Báo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endParaRPr lang="en-US" sz="1950" dirty="0"/>
          </a:p>
        </p:txBody>
      </p:sp>
      <p:sp>
        <p:nvSpPr>
          <p:cNvPr id="37" name="Shape 3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8" name="Moda image moda-export-watermark-86470f09-bbf8-4bf8-aaa5-35211117e94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Nguồn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 là</a:t>
            </a: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</a:t>
            </a:r>
            <a:r>
              <a:rPr lang="en-US" sz="6900" dirty="0" spc="-3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tóm</a:t>
            </a:r>
            <a:r>
              <a:rPr lang="en-US" sz="69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tắt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5334000" cy="4191000"/>
          </a:xfrm>
          <a:prstGeom prst="roundRect">
            <a:avLst>
              <a:gd name="adj" fmla="val 727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200400"/>
            <a:ext cx="457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195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NÓI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295400" y="3810000"/>
            <a:ext cx="4572000" cy="2857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Nếu</a:t>
            </a:r>
            <a:r>
              <a:rPr lang="en-US" sz="25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b="1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r>
              <a:rPr lang="en-US" sz="2550" b="1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2550" b="1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chừng:</a:t>
            </a:r>
            <a:r>
              <a:rPr lang="en-US" sz="25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trừ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tiền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Alice,</a:t>
            </a:r>
            <a:r>
              <a:rPr lang="en-US" sz="255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5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 Bob.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6477000" y="2857500"/>
            <a:ext cx="5334000" cy="4191000"/>
          </a:xfrm>
          <a:prstGeom prst="roundRect">
            <a:avLst>
              <a:gd name="adj" fmla="val 727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0" y="3200400"/>
            <a:ext cx="457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195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NÓI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6858000" y="3810000"/>
            <a:ext cx="4572000" cy="2857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Hạn</a:t>
            </a:r>
            <a:r>
              <a:rPr lang="en-US" sz="2550" b="1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</a:t>
            </a:r>
            <a:r>
              <a:rPr lang="en-US" sz="2550" b="1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phí.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12039600" y="2857500"/>
            <a:ext cx="5334000" cy="4191000"/>
          </a:xfrm>
          <a:prstGeom prst="roundRect">
            <a:avLst>
              <a:gd name="adj" fmla="val 7273"/>
            </a:avLst>
          </a:prstGeom>
          <a:solidFill>
            <a:srgbClr val="14161C"/>
          </a:solidFill>
          <a:ln/>
        </p:spPr>
      </p:sp>
      <p:sp>
        <p:nvSpPr>
          <p:cNvPr id="11" name="Text 9"/>
          <p:cNvSpPr/>
          <p:nvPr/>
        </p:nvSpPr>
        <p:spPr>
          <a:xfrm>
            <a:off x="12420600" y="3200400"/>
            <a:ext cx="457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</a:t>
            </a:r>
            <a:r>
              <a:rPr lang="en-US" sz="1950" b="1" spc="25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420600" y="3810000"/>
            <a:ext cx="4572000" cy="2857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60%</a:t>
            </a: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 số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nguồn,</a:t>
            </a:r>
            <a:r>
              <a:rPr lang="en-US" sz="2550" b="1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5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tra.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05/08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0d07b910-ac22-4273-8257-21f4138998f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180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Ai</a:t>
            </a:r>
            <a:r>
              <a:rPr lang="en-US" sz="6900" dirty="0" spc="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đổi</a:t>
            </a:r>
            <a:r>
              <a:rPr lang="en-US" sz="6900" dirty="0" spc="2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địa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thành</a:t>
            </a: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tài</a:t>
            </a:r>
            <a:r>
              <a:rPr lang="en-US" sz="6900" dirty="0" spc="-2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khoản?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571750"/>
            <a:ext cx="16459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Alice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4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400" dirty="0" spc="2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 UPI</a:t>
            </a:r>
            <a:r>
              <a:rPr lang="en-US" sz="24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 Bob. Bên</a:t>
            </a:r>
            <a:r>
              <a:rPr lang="en-US" sz="2400" dirty="0" spc="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 ai?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14400" y="3524250"/>
            <a:ext cx="16459200" cy="3048000"/>
          </a:xfrm>
          <a:prstGeom prst="roundRect">
            <a:avLst>
              <a:gd name="adj" fmla="val 12500"/>
            </a:avLst>
          </a:prstGeom>
          <a:solidFill>
            <a:srgbClr val="1E212B"/>
          </a:solidFill>
          <a:ln w="38100">
            <a:solidFill>
              <a:srgbClr val="FF6A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95400" y="3524250"/>
            <a:ext cx="15697200" cy="3048000"/>
          </a:xfrm>
          <a:prstGeom prst="rect">
            <a:avLst/>
          </a:prstGeom>
          <a:noFill/>
          <a:ln/>
        </p:spPr>
        <p:txBody>
          <a:bodyPr wrap="square" lIns="0" tIns="14288" rIns="0" bIns="-14288" rtlCol="0" anchor="ctr"/>
          <a:lstStyle/>
          <a:p>
            <a:pPr algn="l" indent="0" marL="0">
              <a:lnSpc>
                <a:spcPts val="5175"/>
              </a:lnSpc>
              <a:buNone/>
            </a:pPr>
            <a:r>
              <a:rPr lang="en-US" sz="45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NPCI</a:t>
            </a:r>
            <a:r>
              <a:rPr lang="en-US" sz="4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nhờ</a:t>
            </a:r>
            <a:r>
              <a:rPr lang="en-US" sz="45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ngân</a:t>
            </a:r>
            <a:r>
              <a:rPr lang="en-US" sz="45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hàng</a:t>
            </a:r>
            <a:r>
              <a:rPr lang="en-US" sz="45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45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Bob</a:t>
            </a:r>
            <a:r>
              <a:rPr lang="en-US" sz="4500" dirty="0" spc="-1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tra</a:t>
            </a:r>
            <a:r>
              <a:rPr lang="en-US" sz="4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chi</a:t>
            </a:r>
            <a:r>
              <a:rPr lang="en-US" sz="45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tiết</a:t>
            </a:r>
            <a:r>
              <a:rPr lang="en-US" sz="4500" dirty="0" spc="2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địa</a:t>
            </a:r>
            <a:r>
              <a:rPr lang="en-US" sz="45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chỉ.</a:t>
            </a:r>
            <a:endParaRPr lang="en-US" sz="4500" dirty="0"/>
          </a:p>
        </p:txBody>
      </p:sp>
      <p:sp>
        <p:nvSpPr>
          <p:cNvPr id="7" name="Text 5"/>
          <p:cNvSpPr/>
          <p:nvPr/>
        </p:nvSpPr>
        <p:spPr>
          <a:xfrm>
            <a:off x="914400" y="6953250"/>
            <a:ext cx="16459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3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Rồi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trừ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tiền</a:t>
            </a:r>
            <a:r>
              <a:rPr lang="en-US" sz="2250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Alice</a:t>
            </a:r>
            <a:r>
              <a:rPr lang="en-US" sz="2250" dirty="0" spc="-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tiền</a:t>
            </a: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2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Bob.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914400" y="7620000"/>
            <a:ext cx="16459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nói</a:t>
            </a:r>
            <a:r>
              <a:rPr lang="en-US" sz="19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NPCI</a:t>
            </a:r>
            <a:r>
              <a:rPr lang="en-US" sz="1950" dirty="0" spc="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19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19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195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vệ</a:t>
            </a: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</a:t>
            </a:r>
            <a:r>
              <a:rPr lang="en-US" sz="19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tiết</a:t>
            </a:r>
            <a:r>
              <a:rPr lang="en-US" sz="1950" dirty="0" spc="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</a:t>
            </a: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nào.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06/08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20fc1509-3bec-40e2-bad8-cf25be607ae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800" b="1" spc="28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Bài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này</a:t>
            </a: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thêm</a:t>
            </a:r>
            <a:r>
              <a:rPr lang="en-US" sz="6900" dirty="0" spc="-2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r>
              <a:rPr lang="en-US" sz="6900" dirty="0" spc="-5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vào</a:t>
            </a:r>
            <a:r>
              <a:rPr lang="en-US" sz="69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nguồn?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857500"/>
            <a:ext cx="3429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4953000" y="2857500"/>
            <a:ext cx="1143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LÀM</a:t>
            </a:r>
            <a:r>
              <a:rPr lang="en-US" sz="1650" b="1" spc="22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endParaRPr lang="en-US" sz="1650" dirty="0"/>
          </a:p>
        </p:txBody>
      </p:sp>
      <p:sp>
        <p:nvSpPr>
          <p:cNvPr id="6" name="Connector line-1792380652373-463905905"/>
          <p:cNvSpPr/>
          <p:nvPr/>
        </p:nvSpPr>
        <p:spPr>
          <a:xfrm>
            <a:off x="914400" y="3238500"/>
            <a:ext cx="16459200" cy="0"/>
          </a:xfrm>
          <a:prstGeom prst="line">
            <a:avLst/>
          </a:prstGeom>
          <a:noFill/>
          <a:ln w="19050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914400" y="3467100"/>
            <a:ext cx="16459200" cy="1047750"/>
          </a:xfrm>
          <a:prstGeom prst="roundRect">
            <a:avLst>
              <a:gd name="adj" fmla="val 2181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95400" y="3467100"/>
            <a:ext cx="3429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250" b="1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4953000" y="3467100"/>
            <a:ext cx="12192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phần:</a:t>
            </a:r>
            <a:r>
              <a:rPr lang="en-US" sz="22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đăng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ký, liên</a:t>
            </a:r>
            <a:r>
              <a:rPr lang="en-US" sz="2250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kết,</a:t>
            </a:r>
            <a:r>
              <a:rPr lang="en-US" sz="22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tiền.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14400" y="4705350"/>
            <a:ext cx="16459200" cy="1047750"/>
          </a:xfrm>
          <a:prstGeom prst="roundRect">
            <a:avLst>
              <a:gd name="adj" fmla="val 21818"/>
            </a:avLst>
          </a:prstGeom>
          <a:solidFill>
            <a:srgbClr val="DDE3FA"/>
          </a:solidFill>
          <a:ln/>
        </p:spPr>
      </p:sp>
      <p:sp>
        <p:nvSpPr>
          <p:cNvPr id="11" name="Text 9"/>
          <p:cNvSpPr/>
          <p:nvPr/>
        </p:nvSpPr>
        <p:spPr>
          <a:xfrm>
            <a:off x="1295400" y="4705350"/>
            <a:ext cx="3429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250" b="1" dirty="0" spc="-7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250" b="1" dirty="0" spc="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4953000" y="4705350"/>
            <a:ext cx="12192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Gộp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2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bốn</a:t>
            </a:r>
            <a:r>
              <a:rPr lang="en-US" sz="22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bị.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14400" y="5943600"/>
            <a:ext cx="16459200" cy="1047750"/>
          </a:xfrm>
          <a:prstGeom prst="roundRect">
            <a:avLst>
              <a:gd name="adj" fmla="val 21818"/>
            </a:avLst>
          </a:prstGeom>
          <a:solidFill>
            <a:srgbClr val="14161C"/>
          </a:solidFill>
          <a:ln/>
        </p:spPr>
      </p:sp>
      <p:sp>
        <p:nvSpPr>
          <p:cNvPr id="14" name="Text 12"/>
          <p:cNvSpPr/>
          <p:nvPr/>
        </p:nvSpPr>
        <p:spPr>
          <a:xfrm>
            <a:off x="1295400" y="5943600"/>
            <a:ext cx="3619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1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250" b="1" dirty="0" spc="-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 soạn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4953000" y="5943600"/>
            <a:ext cx="12192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Đổi</a:t>
            </a:r>
            <a:r>
              <a:rPr lang="en-US" sz="22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2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ngân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2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vai,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</a:t>
            </a:r>
            <a:r>
              <a:rPr lang="en-US" sz="22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2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thật.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914400" y="7429500"/>
            <a:ext cx="16459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trừ</a:t>
            </a:r>
            <a:r>
              <a:rPr lang="en-US" sz="19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tiền</a:t>
            </a:r>
            <a:r>
              <a:rPr lang="en-US" sz="19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195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ngân</a:t>
            </a:r>
            <a:r>
              <a:rPr lang="en-US" sz="19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Alice</a:t>
            </a:r>
            <a:r>
              <a:rPr lang="en-US" sz="19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9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chữ,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9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vẽ</a:t>
            </a:r>
            <a:r>
              <a:rPr lang="en-US" sz="1950" dirty="0" spc="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riêng.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07/08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08b33176-677a-41fe-a0a1-16dc6178f98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Sáu thuật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667000"/>
            <a:ext cx="8001000" cy="1047750"/>
          </a:xfrm>
          <a:prstGeom prst="roundRect">
            <a:avLst>
              <a:gd name="adj" fmla="val 21818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2952750"/>
            <a:ext cx="1619250" cy="47625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UPI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2952750" y="2667000"/>
            <a:ext cx="5715000" cy="1047750"/>
          </a:xfrm>
          <a:prstGeom prst="rect">
            <a:avLst/>
          </a:prstGeom>
          <a:noFill/>
          <a:ln/>
        </p:spPr>
        <p:txBody>
          <a:bodyPr wrap="square" lIns="0" tIns="12573" rIns="0" bIns="-12573" rtlCol="0" anchor="ctr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18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</a:t>
            </a:r>
            <a:r>
              <a:rPr lang="en-US" sz="18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thanh</a:t>
            </a:r>
            <a:r>
              <a:rPr lang="en-US" sz="18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18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18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3905250"/>
            <a:ext cx="8001000" cy="1047750"/>
          </a:xfrm>
          <a:prstGeom prst="roundRect">
            <a:avLst>
              <a:gd name="adj" fmla="val 21818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4191000"/>
            <a:ext cx="1619250" cy="4762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NPCI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2952750" y="3905250"/>
            <a:ext cx="5715000" cy="1047750"/>
          </a:xfrm>
          <a:prstGeom prst="rect">
            <a:avLst/>
          </a:prstGeom>
          <a:noFill/>
          <a:ln/>
        </p:spPr>
        <p:txBody>
          <a:bodyPr wrap="square" lIns="0" tIns="12573" rIns="0" bIns="-12573" rtlCol="0" anchor="ctr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 spc="-5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Tập</a:t>
            </a:r>
            <a:r>
              <a:rPr lang="en-US" sz="180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đoàn</a:t>
            </a:r>
            <a:r>
              <a:rPr lang="en-US" sz="18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Thanh</a:t>
            </a:r>
            <a:r>
              <a:rPr lang="en-US" sz="18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18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Quốc</a:t>
            </a:r>
            <a:r>
              <a:rPr lang="en-US" sz="18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</a:t>
            </a:r>
            <a:r>
              <a:rPr lang="en-US" sz="18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Ấn</a:t>
            </a:r>
            <a:r>
              <a:rPr lang="en-US" sz="18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14400" y="5143500"/>
            <a:ext cx="8001000" cy="1047750"/>
          </a:xfrm>
          <a:prstGeom prst="roundRect">
            <a:avLst>
              <a:gd name="adj" fmla="val 21818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5429250"/>
            <a:ext cx="1619250" cy="4762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OTP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2952750" y="5143500"/>
            <a:ext cx="5715000" cy="1047750"/>
          </a:xfrm>
          <a:prstGeom prst="rect">
            <a:avLst/>
          </a:prstGeom>
          <a:noFill/>
          <a:ln/>
        </p:spPr>
        <p:txBody>
          <a:bodyPr wrap="square" lIns="0" tIns="12573" rIns="0" bIns="-12573" rtlCol="0" anchor="ctr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Mật</a:t>
            </a:r>
            <a:r>
              <a:rPr lang="en-US" sz="18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khẩu</a:t>
            </a:r>
            <a:r>
              <a:rPr lang="en-US" sz="18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18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8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372600" y="2667000"/>
            <a:ext cx="8001000" cy="1047750"/>
          </a:xfrm>
          <a:prstGeom prst="roundRect">
            <a:avLst>
              <a:gd name="adj" fmla="val 21818"/>
            </a:avLst>
          </a:prstGeom>
          <a:solidFill>
            <a:srgbClr val="1E212B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0" y="2952750"/>
            <a:ext cx="1619250" cy="4762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4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VPA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1410950" y="2667000"/>
            <a:ext cx="5715000" cy="1047750"/>
          </a:xfrm>
          <a:prstGeom prst="rect">
            <a:avLst/>
          </a:prstGeom>
          <a:noFill/>
          <a:ln/>
        </p:spPr>
        <p:txBody>
          <a:bodyPr wrap="square" lIns="0" tIns="12573" rIns="0" bIns="-12573" rtlCol="0" anchor="ctr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Địa</a:t>
            </a:r>
            <a:r>
              <a:rPr lang="en-US" sz="18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18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thanh</a:t>
            </a:r>
            <a:r>
              <a:rPr lang="en-US" sz="18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18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ảo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372600" y="3905250"/>
            <a:ext cx="8001000" cy="1047750"/>
          </a:xfrm>
          <a:prstGeom prst="roundRect">
            <a:avLst>
              <a:gd name="adj" fmla="val 21818"/>
            </a:avLst>
          </a:prstGeom>
          <a:solidFill>
            <a:srgbClr val="1E212B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0" y="4191000"/>
            <a:ext cx="1619250" cy="4762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PIN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1410950" y="3905250"/>
            <a:ext cx="5715000" cy="1047750"/>
          </a:xfrm>
          <a:prstGeom prst="rect">
            <a:avLst/>
          </a:prstGeom>
          <a:noFill/>
          <a:ln/>
        </p:spPr>
        <p:txBody>
          <a:bodyPr wrap="square" lIns="0" tIns="12573" rIns="0" bIns="-12573" rtlCol="0" anchor="ctr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180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18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18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</a:t>
            </a:r>
            <a:r>
              <a:rPr lang="en-US" sz="18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372600" y="5143500"/>
            <a:ext cx="8001000" cy="1047750"/>
          </a:xfrm>
          <a:prstGeom prst="roundRect">
            <a:avLst>
              <a:gd name="adj" fmla="val 21818"/>
            </a:avLst>
          </a:prstGeom>
          <a:solidFill>
            <a:srgbClr val="1E212B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0" y="5429250"/>
            <a:ext cx="1619250" cy="47625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5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2FA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1410950" y="5143500"/>
            <a:ext cx="5715000" cy="1047750"/>
          </a:xfrm>
          <a:prstGeom prst="rect">
            <a:avLst/>
          </a:prstGeom>
          <a:noFill/>
          <a:ln/>
        </p:spPr>
        <p:txBody>
          <a:bodyPr wrap="square" lIns="0" tIns="12573" rIns="0" bIns="-12573" rtlCol="0" anchor="ctr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Xác</a:t>
            </a:r>
            <a:r>
              <a:rPr lang="en-US" sz="180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18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180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yếu</a:t>
            </a:r>
            <a:r>
              <a:rPr lang="en-US" sz="18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</a:t>
            </a:r>
            <a:endParaRPr lang="en-US" sz="1800" dirty="0"/>
          </a:p>
        </p:txBody>
      </p:sp>
      <p:sp>
        <p:nvSpPr>
          <p:cNvPr id="22" name="Connector line-1792380653230-383808339"/>
          <p:cNvSpPr/>
          <p:nvPr/>
        </p:nvSpPr>
        <p:spPr>
          <a:xfrm>
            <a:off x="914400" y="6762750"/>
            <a:ext cx="1645920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23" name="Text 21"/>
          <p:cNvSpPr/>
          <p:nvPr/>
        </p:nvSpPr>
        <p:spPr>
          <a:xfrm>
            <a:off x="914400" y="7048500"/>
            <a:ext cx="762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914400" y="752475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ByteByteGo:</a:t>
            </a: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nguồn,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2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25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914400" y="8096250"/>
            <a:ext cx="16459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80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18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80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2026-10-19.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8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1800" dirty="0" spc="-2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mới.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08/08</a:t>
            </a:r>
            <a:endParaRPr lang="en-US" sz="1650" dirty="0"/>
          </a:p>
        </p:txBody>
      </p:sp>
      <p:sp>
        <p:nvSpPr>
          <p:cNvPr id="35" name="Shape 3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6" name="Moda image moda-export-watermark-fe010e1b-8c40-4c4a-9aa4-a759b9e1ad1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2026-10-19T09:03:27Z</dcterms:created>
  <dcterms:modified xsi:type="dcterms:W3CDTF">2026-10-19T09:03:27Z</dcterms:modified>
</cp:coreProperties>
</file>