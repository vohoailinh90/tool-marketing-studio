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  <p:embeddedFont>
      <p:font typeface="Be Vietnam Pro Semi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3429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nút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thắt</a:t>
            </a:r>
            <a:r>
              <a:rPr lang="en-US" sz="81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 nhóm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81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mềm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 chạy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30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giao, không</a:t>
            </a:r>
            <a:r>
              <a:rPr lang="en-US" sz="30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8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Chờ</a:t>
            </a:r>
            <a:r>
              <a:rPr lang="en-US" sz="2550" dirty="0" spc="-5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môi</a:t>
            </a:r>
            <a:r>
              <a:rPr lang="en-US" sz="2550" dirty="0" spc="4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trường</a:t>
            </a:r>
            <a:r>
              <a:rPr lang="en-US" sz="2550" dirty="0" spc="-2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550" dirty="0" spc="-19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quyền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5105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72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372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9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Phát</a:t>
            </a:r>
            <a:r>
              <a:rPr lang="en-US" sz="2550" dirty="0" spc="-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hành</a:t>
            </a:r>
            <a:r>
              <a:rPr lang="en-US" sz="25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thủ</a:t>
            </a:r>
            <a:r>
              <a:rPr lang="en-US" sz="2550" dirty="0" spc="-1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công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296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63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563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Sự</a:t>
            </a:r>
            <a:r>
              <a:rPr lang="en-US" sz="2550" dirty="0" spc="-10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cố</a:t>
            </a:r>
            <a:r>
              <a:rPr lang="en-US" sz="2550" dirty="0" spc="-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lặp</a:t>
            </a:r>
            <a:r>
              <a:rPr lang="en-US" sz="255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3487400" y="5905500"/>
            <a:ext cx="3886200" cy="238125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54100" y="6096000"/>
            <a:ext cx="190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3754100" y="6572250"/>
            <a:ext cx="33528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Hiểu</a:t>
            </a:r>
            <a:r>
              <a:rPr lang="en-US" sz="2550" dirty="0" spc="-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biết</a:t>
            </a:r>
            <a:r>
              <a:rPr lang="en-US" sz="2550" dirty="0" spc="-1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dồn</a:t>
            </a:r>
            <a:r>
              <a:rPr lang="en-US" sz="255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r>
              <a:rPr lang="en-US" sz="2550" dirty="0" spc="-12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vài</a:t>
            </a:r>
            <a:r>
              <a:rPr lang="en-US" sz="2550" dirty="0" spc="10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người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62bf55a5-fcaf-4a0b-adc9-34e248867bc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Thời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238500"/>
            <a:ext cx="4000500" cy="2095500"/>
          </a:xfrm>
          <a:prstGeom prst="roundRect">
            <a:avLst>
              <a:gd name="adj" fmla="val 1272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Viết</a:t>
            </a:r>
            <a:r>
              <a:rPr lang="en-US" sz="360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mã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286500" y="3238500"/>
            <a:ext cx="5715000" cy="2095500"/>
          </a:xfrm>
          <a:prstGeom prst="roundRect">
            <a:avLst>
              <a:gd name="adj" fmla="val 12727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Chuyển</a:t>
            </a:r>
            <a:r>
              <a:rPr lang="en-US" sz="330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giao</a:t>
            </a:r>
            <a:r>
              <a:rPr lang="en-US" sz="3300" dirty="0" spc="1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giữa</a:t>
            </a:r>
            <a:r>
              <a:rPr lang="en-US" sz="33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các</a:t>
            </a:r>
            <a:r>
              <a:rPr lang="en-US" sz="3300" dirty="0" spc="-1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nhóm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13373100" y="3238500"/>
            <a:ext cx="4000500" cy="2095500"/>
          </a:xfrm>
          <a:prstGeom prst="roundRect">
            <a:avLst>
              <a:gd name="adj" fmla="val 12727"/>
            </a:avLst>
          </a:prstGeom>
          <a:solidFill>
            <a:srgbClr val="E8E0CF"/>
          </a:solidFill>
          <a:ln w="28575">
            <a:solidFill>
              <a:srgbClr val="6B6A66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3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Lên</a:t>
            </a:r>
            <a:r>
              <a:rPr lang="en-US" sz="3600" dirty="0" spc="-1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chạy</a:t>
            </a:r>
            <a:endParaRPr lang="en-US" sz="3600" dirty="0"/>
          </a:p>
        </p:txBody>
      </p:sp>
      <p:sp>
        <p:nvSpPr>
          <p:cNvPr id="7" name="Connector line-1792371351829-706138435"/>
          <p:cNvSpPr/>
          <p:nvPr/>
        </p:nvSpPr>
        <p:spPr>
          <a:xfrm>
            <a:off x="5010150" y="4286250"/>
            <a:ext cx="11811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71351830-532429821"/>
          <p:cNvSpPr/>
          <p:nvPr/>
        </p:nvSpPr>
        <p:spPr>
          <a:xfrm>
            <a:off x="12096750" y="4286250"/>
            <a:ext cx="11811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191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Bốn</a:t>
            </a:r>
            <a:r>
              <a:rPr lang="en-US" sz="300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nút</a:t>
            </a:r>
            <a:r>
              <a:rPr lang="en-US" sz="3000" dirty="0" spc="-7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thắt,</a:t>
            </a:r>
            <a:r>
              <a:rPr lang="en-US" sz="300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dấu</a:t>
            </a:r>
            <a:r>
              <a:rPr lang="en-US" sz="30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hiệu</a:t>
            </a:r>
            <a:r>
              <a:rPr lang="en-US" sz="3000" dirty="0" spc="-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nhận</a:t>
            </a:r>
            <a:r>
              <a:rPr lang="en-US" sz="3000" dirty="0" spc="-1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ra,</a:t>
            </a:r>
            <a:r>
              <a:rPr lang="en-US" sz="300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việc</a:t>
            </a:r>
            <a:r>
              <a:rPr lang="en-US" sz="3000" dirty="0" spc="-1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nên</a:t>
            </a:r>
            <a:r>
              <a:rPr lang="en-US" sz="30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thử</a:t>
            </a:r>
            <a:r>
              <a:rPr lang="en-US" sz="3000" dirty="0" spc="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trước.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14400" y="695325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Text 19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b5063d13-4cf4-4633-9612-5a2bd95a94e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Chờ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môi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4762500" cy="2476500"/>
          </a:xfrm>
          <a:prstGeom prst="roundRect">
            <a:avLst>
              <a:gd name="adj" fmla="val 10769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Nhóm</a:t>
            </a:r>
            <a:r>
              <a:rPr lang="en-US" sz="33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sản</a:t>
            </a:r>
            <a:r>
              <a:rPr lang="en-US" sz="33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phẩm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2611100" y="3143250"/>
            <a:ext cx="4762500" cy="2476500"/>
          </a:xfrm>
          <a:prstGeom prst="roundRect">
            <a:avLst>
              <a:gd name="adj" fmla="val 10769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Môi</a:t>
            </a:r>
            <a:r>
              <a:rPr lang="en-US" sz="3300" dirty="0" spc="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trường,</a:t>
            </a:r>
            <a:r>
              <a:rPr lang="en-US" sz="3300" dirty="0" spc="-2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quyền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5810250" y="3286125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Mở</a:t>
            </a:r>
            <a:r>
              <a:rPr lang="en-US" sz="2100" dirty="0" spc="-17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yêu</a:t>
            </a:r>
            <a:r>
              <a:rPr lang="en-US" sz="2100" dirty="0" spc="-3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cầu</a:t>
            </a:r>
            <a:r>
              <a:rPr lang="en-US" sz="2100" dirty="0" spc="-16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rồi</a:t>
            </a:r>
            <a:r>
              <a:rPr lang="en-US" sz="2100" dirty="0" spc="7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đợi</a:t>
            </a:r>
            <a:r>
              <a:rPr lang="en-US" sz="2100" dirty="0" spc="-1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100" dirty="0" spc="-12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ngày</a:t>
            </a:r>
            <a:endParaRPr lang="en-US" sz="2100" dirty="0"/>
          </a:p>
        </p:txBody>
      </p:sp>
      <p:sp>
        <p:nvSpPr>
          <p:cNvPr id="7" name="Connector line-1792371353866-315108935"/>
          <p:cNvSpPr/>
          <p:nvPr/>
        </p:nvSpPr>
        <p:spPr>
          <a:xfrm>
            <a:off x="5810250" y="3905250"/>
            <a:ext cx="666750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5810250" y="42862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Mẫu</a:t>
            </a:r>
            <a:r>
              <a:rPr lang="en-US" sz="21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môi</a:t>
            </a:r>
            <a:r>
              <a:rPr lang="en-US" sz="2100" dirty="0" spc="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trường</a:t>
            </a:r>
            <a:r>
              <a:rPr lang="en-US" sz="210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2100" dirty="0" spc="-6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phục</a:t>
            </a:r>
            <a:r>
              <a:rPr lang="en-US" sz="2100" dirty="0" spc="-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100" dirty="0"/>
          </a:p>
        </p:txBody>
      </p:sp>
      <p:sp>
        <p:nvSpPr>
          <p:cNvPr id="9" name="Connector line-1792371353869-607674800"/>
          <p:cNvSpPr/>
          <p:nvPr/>
        </p:nvSpPr>
        <p:spPr>
          <a:xfrm>
            <a:off x="5810250" y="4953000"/>
            <a:ext cx="6667500" cy="0"/>
          </a:xfrm>
          <a:prstGeom prst="line">
            <a:avLst/>
          </a:prstGeom>
          <a:noFill/>
          <a:ln w="85725">
            <a:solidFill>
              <a:srgbClr val="E8472B"/>
            </a:solidFill>
            <a:prstDash val="solid"/>
            <a:headEnd type="none"/>
            <a:tailEnd type="triangle" w="sm" len="sm"/>
          </a:ln>
        </p:spPr>
      </p:sp>
      <p:sp>
        <p:nvSpPr>
          <p:cNvPr id="10" name="Text 8"/>
          <p:cNvSpPr/>
          <p:nvPr/>
        </p:nvSpPr>
        <p:spPr>
          <a:xfrm>
            <a:off x="914400" y="6477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Thử</a:t>
            </a:r>
            <a:r>
              <a:rPr lang="en-US" sz="3000" dirty="0" spc="1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trước:</a:t>
            </a:r>
            <a:r>
              <a:rPr lang="en-US" sz="3000" dirty="0" spc="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mẫu</a:t>
            </a:r>
            <a:r>
              <a:rPr lang="en-US" sz="3000" dirty="0" spc="-2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môi</a:t>
            </a:r>
            <a:r>
              <a:rPr lang="en-US" sz="3000" dirty="0" spc="5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trường</a:t>
            </a:r>
            <a:r>
              <a:rPr lang="en-US" sz="30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tự</a:t>
            </a:r>
            <a:r>
              <a:rPr lang="en-US" sz="3000" dirty="0" spc="-4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phục</a:t>
            </a:r>
            <a:r>
              <a:rPr lang="en-US" sz="3000" dirty="0" spc="3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vụ.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14400" y="7239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 hiệu: mở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Text 20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4a53a0c-7006-4559-b920-35eeb765a5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spc="26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Phát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thủ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914400" y="3333750"/>
            <a:ext cx="72390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Cần</a:t>
            </a:r>
            <a:r>
              <a:rPr lang="en-US" sz="3150" dirty="0" spc="-1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3150" dirty="0" spc="1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người</a:t>
            </a:r>
            <a:r>
              <a:rPr lang="en-US" sz="3150" dirty="0" spc="-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nhớ</a:t>
            </a:r>
            <a:r>
              <a:rPr lang="en-US" sz="31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đủ</a:t>
            </a:r>
            <a:r>
              <a:rPr lang="en-US" sz="3150" dirty="0" spc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các</a:t>
            </a:r>
            <a:r>
              <a:rPr lang="en-US" sz="3150" dirty="0" spc="1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bước</a:t>
            </a:r>
            <a:endParaRPr lang="en-US" sz="3150" dirty="0"/>
          </a:p>
        </p:txBody>
      </p:sp>
      <p:sp>
        <p:nvSpPr>
          <p:cNvPr id="6" name="Text 4"/>
          <p:cNvSpPr/>
          <p:nvPr/>
        </p:nvSpPr>
        <p:spPr>
          <a:xfrm>
            <a:off x="10134600" y="285750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spc="29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0134600" y="3333750"/>
            <a:ext cx="7239000" cy="2476500"/>
          </a:xfrm>
          <a:prstGeom prst="roundRect">
            <a:avLst>
              <a:gd name="adj" fmla="val 10769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Viết</a:t>
            </a:r>
            <a:r>
              <a:rPr lang="en-US" sz="31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các</a:t>
            </a:r>
            <a:r>
              <a:rPr lang="en-US" sz="3150" dirty="0" spc="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bước</a:t>
            </a:r>
            <a:r>
              <a:rPr lang="en-US" sz="31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thành</a:t>
            </a:r>
            <a:r>
              <a:rPr lang="en-US" sz="31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pipeline</a:t>
            </a:r>
            <a:endParaRPr lang="en-US" sz="3150" dirty="0"/>
          </a:p>
        </p:txBody>
      </p:sp>
      <p:sp>
        <p:nvSpPr>
          <p:cNvPr id="8" name="Connector line-1792371355897-600319237"/>
          <p:cNvSpPr/>
          <p:nvPr/>
        </p:nvSpPr>
        <p:spPr>
          <a:xfrm>
            <a:off x="8248650" y="4572000"/>
            <a:ext cx="17907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3" name="Shape 11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Text 17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ac93d45e-57ce-4d6d-bfa5-63c3403af2a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spc="26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Sự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cố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lặp lại</a:t>
            </a:r>
            <a:endParaRPr lang="en-US" sz="6900" dirty="0"/>
          </a:p>
        </p:txBody>
      </p:sp>
      <p:sp>
        <p:nvSpPr>
          <p:cNvPr id="4" name="Connector line-1792371382025-624226810"/>
          <p:cNvSpPr/>
          <p:nvPr/>
        </p:nvSpPr>
        <p:spPr>
          <a:xfrm>
            <a:off x="2857500" y="4095750"/>
            <a:ext cx="125730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Text 3"/>
          <p:cNvSpPr/>
          <p:nvPr/>
        </p:nvSpPr>
        <p:spPr>
          <a:xfrm>
            <a:off x="23622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590" dirty="0"/>
          </a:p>
        </p:txBody>
      </p:sp>
      <p:sp>
        <p:nvSpPr>
          <p:cNvPr id="6" name="Text 4"/>
          <p:cNvSpPr/>
          <p:nvPr/>
        </p:nvSpPr>
        <p:spPr>
          <a:xfrm>
            <a:off x="86487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590" dirty="0"/>
          </a:p>
        </p:txBody>
      </p:sp>
      <p:sp>
        <p:nvSpPr>
          <p:cNvPr id="7" name="Text 5"/>
          <p:cNvSpPr/>
          <p:nvPr/>
        </p:nvSpPr>
        <p:spPr>
          <a:xfrm>
            <a:off x="14935200" y="3600450"/>
            <a:ext cx="990600" cy="9906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59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590" dirty="0"/>
          </a:p>
        </p:txBody>
      </p:sp>
      <p:sp>
        <p:nvSpPr>
          <p:cNvPr id="8" name="Shape 6"/>
          <p:cNvSpPr/>
          <p:nvPr/>
        </p:nvSpPr>
        <p:spPr>
          <a:xfrm>
            <a:off x="914400" y="5143500"/>
            <a:ext cx="38862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5143500"/>
            <a:ext cx="3238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7200900" y="5143500"/>
            <a:ext cx="38862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7524750" y="5143500"/>
            <a:ext cx="3238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nhường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 cho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13487400" y="5143500"/>
            <a:ext cx="3886200" cy="2095500"/>
          </a:xfrm>
          <a:prstGeom prst="roundRect">
            <a:avLst>
              <a:gd name="adj" fmla="val 10909"/>
            </a:avLst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3811250" y="5143500"/>
            <a:ext cx="32385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Đặt</a:t>
            </a:r>
            <a:r>
              <a:rPr lang="en-US" sz="2550" dirty="0" spc="-2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SLO</a:t>
            </a:r>
            <a:r>
              <a:rPr lang="en-US" sz="2550" dirty="0" spc="-2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</a:t>
            </a:r>
            <a:r>
              <a:rPr lang="en-US" sz="255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quy</a:t>
            </a:r>
            <a:r>
              <a:rPr lang="en-US" sz="2550" dirty="0" spc="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tắc khi</a:t>
            </a:r>
            <a:r>
              <a:rPr lang="en-US" sz="2550" dirty="0" spc="-1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hết</a:t>
            </a:r>
            <a:r>
              <a:rPr lang="en-US" sz="25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ngân</a:t>
            </a:r>
            <a:r>
              <a:rPr lang="en-US" sz="2550" dirty="0" spc="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sách</a:t>
            </a:r>
            <a:r>
              <a:rPr lang="en-US" sz="255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lỗi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14400" y="7905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5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4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Text 23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342aa369-4c05-4561-9e3b-50a9a6fb069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NÚT</a:t>
            </a:r>
            <a:r>
              <a:rPr lang="en-US" sz="1950" b="1" spc="26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THẮT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Hiểu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dồn</a:t>
            </a:r>
            <a:r>
              <a:rPr lang="en-US" sz="6900" dirty="0" spc="-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 vài</a:t>
            </a:r>
            <a:r>
              <a:rPr lang="en-US" sz="69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52578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 w="28575">
            <a:solidFill>
              <a:srgbClr val="9AA0B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524250"/>
            <a:ext cx="4572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1910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6515100" y="3238500"/>
            <a:ext cx="52578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96100" y="3524250"/>
            <a:ext cx="4572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spc="21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896100" y="41910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9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Viết runbook</a:t>
            </a:r>
            <a:endParaRPr lang="en-US" sz="3900" dirty="0"/>
          </a:p>
        </p:txBody>
      </p:sp>
      <p:sp>
        <p:nvSpPr>
          <p:cNvPr id="10" name="Shape 8"/>
          <p:cNvSpPr/>
          <p:nvPr/>
        </p:nvSpPr>
        <p:spPr>
          <a:xfrm>
            <a:off x="12115800" y="3238500"/>
            <a:ext cx="5257800" cy="3429000"/>
          </a:xfrm>
          <a:prstGeom prst="roundRect">
            <a:avLst>
              <a:gd name="adj" fmla="val 7778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96800" y="3524250"/>
            <a:ext cx="4572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spc="21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950" b="1" spc="22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496800" y="41910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Luân</a:t>
            </a:r>
            <a:r>
              <a:rPr lang="en-US" sz="390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phiên</a:t>
            </a:r>
            <a:r>
              <a:rPr lang="en-US" sz="3900" dirty="0" spc="1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trực</a:t>
            </a:r>
            <a:r>
              <a:rPr lang="en-US" sz="3900" dirty="0" spc="-1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ca</a:t>
            </a:r>
            <a:endParaRPr lang="en-US" sz="39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5d9dc1a7-0df5-4454-a585-cbe193a64b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0861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43624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45910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586740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609600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7372350"/>
            <a:ext cx="16459200" cy="125730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7600950"/>
            <a:ext cx="800100" cy="8001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2381250" y="28575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Bốn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nút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thắt: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nhìn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bài,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đầy đủ.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381250" y="43624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Nhỏ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2850" dirty="0" spc="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chưa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chắc</a:t>
            </a:r>
            <a:r>
              <a:rPr lang="en-US" sz="28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28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nhóm</a:t>
            </a:r>
            <a:r>
              <a:rPr lang="en-US" sz="28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riêng,</a:t>
            </a:r>
            <a:r>
              <a:rPr lang="en-US" sz="2850" dirty="0" spc="-3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SLO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chính</a:t>
            </a:r>
            <a:r>
              <a:rPr lang="en-US" sz="28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thức.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586740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9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Tên</a:t>
            </a:r>
            <a:r>
              <a:rPr lang="en-US" sz="28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r>
              <a:rPr lang="en-US" sz="28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như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DevOps,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SRE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8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ranh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giới</a:t>
            </a:r>
            <a:r>
              <a:rPr lang="en-US" sz="2850" dirty="0" spc="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cứng.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7372350"/>
            <a:ext cx="14573250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Hãy</a:t>
            </a:r>
            <a:r>
              <a:rPr lang="en-US" sz="28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hỏi</a:t>
            </a:r>
            <a:r>
              <a:rPr lang="en-US" sz="28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công</a:t>
            </a:r>
            <a:r>
              <a:rPr lang="en-US" sz="28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28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cụ</a:t>
            </a:r>
            <a:r>
              <a:rPr lang="en-US" sz="28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thể,</a:t>
            </a:r>
            <a:r>
              <a:rPr lang="en-US" sz="2850" dirty="0" spc="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đừng</a:t>
            </a:r>
            <a:r>
              <a:rPr lang="en-US" sz="2850" dirty="0" spc="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dựa</a:t>
            </a:r>
            <a:r>
              <a:rPr lang="en-US" sz="28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28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tên.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00656aa7-6622-4ccb-95bb-95f8c59d2a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Hết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ngân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lỗi,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tính năng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33350" cy="1809750"/>
          </a:xfrm>
          <a:prstGeom prst="rect">
            <a:avLst/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2952750"/>
            <a:ext cx="1571625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Ưu</a:t>
            </a:r>
            <a:r>
              <a:rPr lang="en-US" sz="975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r>
              <a:rPr lang="en-US" sz="9750" dirty="0" spc="2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</a:t>
            </a:r>
            <a:r>
              <a:rPr lang="en-US" sz="97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97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cậy.</a:t>
            </a:r>
            <a:endParaRPr lang="en-US" sz="97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Giảm</a:t>
            </a:r>
            <a:r>
              <a:rPr lang="en-US" sz="30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tốc phát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hành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tính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năng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mới,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tới</a:t>
            </a: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khi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3000" dirty="0" spc="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đạt</a:t>
            </a:r>
            <a:r>
              <a:rPr lang="en-US" sz="3000" dirty="0" spc="-3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SLO.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6858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30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300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thẳng.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7a56fb17-02f5-4a45-8c86-1afb542f5b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40767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52959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65151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7734300"/>
            <a:ext cx="16459200" cy="1066800"/>
          </a:xfrm>
          <a:prstGeom prst="roundRect">
            <a:avLst>
              <a:gd name="adj" fmla="val 196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857500"/>
            <a:ext cx="133350" cy="1066800"/>
          </a:xfrm>
          <a:prstGeom prst="rect">
            <a:avLst/>
          </a:prstGeom>
          <a:solidFill>
            <a:srgbClr val="6B6A66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4076700"/>
            <a:ext cx="133350" cy="10668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5295900"/>
            <a:ext cx="133350" cy="106680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6515100"/>
            <a:ext cx="133350" cy="10668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7734300"/>
            <a:ext cx="133350" cy="10668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28575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4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Đo</a:t>
            </a:r>
            <a:r>
              <a:rPr lang="en-US" sz="2400" dirty="0" spc="-4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chỗ chờ</a:t>
            </a:r>
            <a:r>
              <a:rPr lang="en-US" sz="2400" dirty="0" spc="7" kern="0">
                <a:solidFill>
                  <a:srgbClr val="6B6A66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trước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286500" y="28575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 thời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40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33500" y="40767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Tự</a:t>
            </a:r>
            <a:r>
              <a:rPr lang="en-US" sz="2400" dirty="0" spc="-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phục</a:t>
            </a:r>
            <a:r>
              <a:rPr lang="en-US" sz="2400" dirty="0" spc="1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vụ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86500" y="40767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400" dirty="0" spc="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mẫu: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pipeline,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tầng.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333500" y="52959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7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Tự</a:t>
            </a:r>
            <a:r>
              <a:rPr lang="en-US" sz="2400" dirty="0" spc="-8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động</a:t>
            </a:r>
            <a:r>
              <a:rPr lang="en-US" sz="2400" dirty="0" spc="-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hóa</a:t>
            </a:r>
            <a:r>
              <a:rPr lang="en-US" sz="2400" dirty="0" spc="-8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phát</a:t>
            </a:r>
            <a:r>
              <a:rPr lang="en-US" sz="2400" dirty="0" spc="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hành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286500" y="52959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333500" y="65151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Mục tiêu</a:t>
            </a:r>
            <a:r>
              <a:rPr lang="en-US" sz="2400" dirty="0" spc="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độ</a:t>
            </a:r>
            <a:r>
              <a:rPr lang="en-US" sz="2400" dirty="0" spc="-3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tin</a:t>
            </a:r>
            <a:r>
              <a:rPr lang="en-US" sz="2400" dirty="0" spc="-10" kern="0">
                <a:solidFill>
                  <a:srgbClr val="B45309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cậy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286500" y="65151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lỗi: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SLO.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1333500" y="7734300"/>
            <a:ext cx="4762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Chia</a:t>
            </a:r>
            <a:r>
              <a:rPr lang="en-US" sz="2400" dirty="0" spc="0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sẻ</a:t>
            </a:r>
            <a:r>
              <a:rPr lang="en-US" sz="2400" dirty="0" spc="3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hiểu</a:t>
            </a:r>
            <a:r>
              <a:rPr lang="en-US" sz="2400" dirty="0" spc="-5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biết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286500" y="7734300"/>
            <a:ext cx="108585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Cập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runbook;</a:t>
            </a:r>
            <a:r>
              <a:rPr lang="en-US" sz="24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cố,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 lỗi.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1" name="Shape 2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2" name="Shape 3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4" name="Text 32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9b5f53ec-f489-40d1-9b79-b09e6ca8d94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52578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38250" y="1428750"/>
            <a:ext cx="4610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SLO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240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515100" y="1428750"/>
            <a:ext cx="52578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38950" y="1428750"/>
            <a:ext cx="4610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DevOps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40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2115800" y="1428750"/>
            <a:ext cx="52578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439650" y="1428750"/>
            <a:ext cx="4610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SRE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4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6195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14400" y="4191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ByteByteGo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(bản chụp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r>
              <a:rPr lang="en-US" sz="2100" dirty="0" spc="1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515100" y="4191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Mục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r>
              <a:rPr lang="en-US" sz="2100" dirty="0" spc="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mức</a:t>
            </a: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dịch</a:t>
            </a: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115800" y="419100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Chính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sách</a:t>
            </a: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ngân</a:t>
            </a:r>
            <a:r>
              <a:rPr lang="en-US" sz="210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sách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lỗi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14400" y="542925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3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Văn</a:t>
            </a:r>
            <a:r>
              <a:rPr lang="en-US" sz="210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100" dirty="0" spc="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đánh</a:t>
            </a:r>
            <a:r>
              <a:rPr lang="en-US" sz="210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giá</a:t>
            </a:r>
            <a:r>
              <a:rPr lang="en-US" sz="2100" dirty="0" spc="-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sau</a:t>
            </a:r>
            <a:r>
              <a:rPr lang="en-US" sz="210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210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cố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15100" y="5429250"/>
            <a:ext cx="5257800" cy="9525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Định</a:t>
            </a:r>
            <a:r>
              <a:rPr lang="en-US" sz="2100" dirty="0" spc="-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nghĩa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Shape 22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5" name="Text 23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2a872d8b-6129-4a87-ae99-02b030ea11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2026-10-19T14:16:06Z</dcterms:created>
  <dcterms:modified xsi:type="dcterms:W3CDTF">2026-10-19T14:16:06Z</dcterms:modified>
</cp:coreProperties>
</file>