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lĩnh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vực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hay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28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do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5" name="Connector line-1792338272104-979236941"/>
          <p:cNvSpPr/>
          <p:nvPr/>
        </p:nvSpPr>
        <p:spPr>
          <a:xfrm>
            <a:off x="914400" y="7096125"/>
            <a:ext cx="8953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239000"/>
            <a:ext cx="28575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lĩnh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962400" y="7239000"/>
            <a:ext cx="28575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3962400" y="8477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010400" y="7239000"/>
            <a:ext cx="28575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800" dirty="0"/>
          </a:p>
        </p:txBody>
      </p:sp>
      <p:sp>
        <p:nvSpPr>
          <p:cNvPr id="11" name="Text 9"/>
          <p:cNvSpPr/>
          <p:nvPr/>
        </p:nvSpPr>
        <p:spPr>
          <a:xfrm>
            <a:off x="7010400" y="8477250"/>
            <a:ext cx="323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668000" y="914400"/>
            <a:ext cx="6705600" cy="2781300"/>
          </a:xfrm>
          <a:prstGeom prst="roundRect">
            <a:avLst>
              <a:gd name="adj" fmla="val 9589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0" y="1257300"/>
            <a:ext cx="95250" cy="2095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11334750" y="12954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334750" y="1695450"/>
            <a:ext cx="5810250" cy="10287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3000" dirty="0"/>
          </a:p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1334750" y="2819400"/>
            <a:ext cx="590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nhúng ·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0" y="3981450"/>
            <a:ext cx="67056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2800" y="4324350"/>
            <a:ext cx="95250" cy="1562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11334750" y="43624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334750" y="47625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hiệu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1334750" y="5410200"/>
            <a:ext cx="590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·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668000" y="6515100"/>
            <a:ext cx="67056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2800" y="6858000"/>
            <a:ext cx="95250" cy="1562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334750" y="68961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334750" y="729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1334750" y="7943850"/>
            <a:ext cx="590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6c5e640-d494-4fc3-bd9e-60bbbc4a44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r>
              <a:rPr lang="en-US" sz="7500" dirty="0" spc="-9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lớn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294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5730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VỰC,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0" y="17907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20193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4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 phần</a:t>
            </a:r>
            <a:r>
              <a:rPr lang="en-US" sz="2400" b="1" dirty="0" spc="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400" b="1" dirty="0" spc="-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829800" y="276225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nhúng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553950" y="2762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9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4992350" y="2762250"/>
            <a:ext cx="1333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525000" y="40386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9829800" y="42672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829800" y="5010150"/>
            <a:ext cx="1333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315700" y="50101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944600" y="50101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525000" y="62865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F3DFB8"/>
          </a:solidFill>
          <a:ln/>
        </p:spPr>
      </p:sp>
      <p:sp>
        <p:nvSpPr>
          <p:cNvPr id="21" name="Text 19"/>
          <p:cNvSpPr/>
          <p:nvPr/>
        </p:nvSpPr>
        <p:spPr>
          <a:xfrm>
            <a:off x="9829800" y="65151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4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829800" y="7258050"/>
            <a:ext cx="2667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9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649200" y="7258050"/>
            <a:ext cx="3048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 dụng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0ade8c1-f41a-40a2-b227-04398866b6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 PHẦN</a:t>
            </a:r>
            <a:r>
              <a:rPr lang="en-US" sz="1950" b="1" spc="24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75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cứng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 thống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300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vực,</a:t>
            </a:r>
            <a:r>
              <a:rPr lang="en-US" sz="30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30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27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vực.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7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5913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0294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 hợp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525000" y="12954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600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706100" y="1562100"/>
            <a:ext cx="6096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nhúng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0706100" y="215265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7338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829800" y="40386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706100" y="4000500"/>
            <a:ext cx="6096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17" name="Shape 15"/>
          <p:cNvSpPr/>
          <p:nvPr/>
        </p:nvSpPr>
        <p:spPr>
          <a:xfrm>
            <a:off x="9525000" y="61722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0706100" y="6438900"/>
            <a:ext cx="6096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0706100" y="702945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0706100" y="4591050"/>
            <a:ext cx="61341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 nhớ, nên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 ích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 thống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 thấp.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f514eae3-e068-4e11-ba79-5fa907e05f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b="1" spc="1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hiệu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30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</a:t>
            </a:r>
            <a:r>
              <a:rPr lang="en-US" sz="30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5913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0294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là lý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nêu,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phép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25000" y="12954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553700" y="1504950"/>
            <a:ext cx="6191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829800" y="21717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game.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829800" y="274320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1982450" y="274320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525000" y="37338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9624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53700" y="3943350"/>
            <a:ext cx="6191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829800" y="46101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hiệu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cài bằng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829800" y="5181600"/>
            <a:ext cx="28575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2839700" y="5181600"/>
            <a:ext cx="26670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525000" y="61722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CFE8E2"/>
          </a:solidFill>
          <a:ln/>
        </p:spPr>
      </p:sp>
      <p:sp>
        <p:nvSpPr>
          <p:cNvPr id="23" name="Text 21"/>
          <p:cNvSpPr/>
          <p:nvPr/>
        </p:nvSpPr>
        <p:spPr>
          <a:xfrm>
            <a:off x="9829800" y="64008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553700" y="6381750"/>
            <a:ext cx="6191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850" dirty="0"/>
          </a:p>
        </p:txBody>
      </p:sp>
      <p:sp>
        <p:nvSpPr>
          <p:cNvPr id="25" name="Text 23"/>
          <p:cNvSpPr/>
          <p:nvPr/>
        </p:nvSpPr>
        <p:spPr>
          <a:xfrm>
            <a:off x="9829800" y="70485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cao.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829800" y="7620000"/>
            <a:ext cx="32385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 chính</a:t>
            </a:r>
            <a:r>
              <a:rPr lang="en-US" sz="19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3220700" y="7620000"/>
            <a:ext cx="32385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a5394d7a-3d3b-402a-b4df-d653c311f9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để</a:t>
            </a: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trống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8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 web,</a:t>
            </a:r>
            <a:r>
              <a:rPr lang="en-US" sz="2850" b="1" dirty="0" spc="3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7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tiêu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đề,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không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5913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525000" y="1295400"/>
            <a:ext cx="7467600" cy="3238500"/>
          </a:xfrm>
          <a:prstGeom prst="roundRect">
            <a:avLst>
              <a:gd name="adj" fmla="val 7059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9829800" y="1600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706100" y="1562100"/>
            <a:ext cx="6096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8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9829800" y="24003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829800" y="33718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PHẦN NGUỒN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29800" y="3752850"/>
            <a:ext cx="36195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0" y="4762500"/>
            <a:ext cx="7467600" cy="3619500"/>
          </a:xfrm>
          <a:prstGeom prst="roundRect">
            <a:avLst>
              <a:gd name="adj" fmla="val 6316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9829800" y="5067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706100" y="5029200"/>
            <a:ext cx="6096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tài chính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829800" y="5981700"/>
            <a:ext cx="6858000" cy="2057400"/>
          </a:xfrm>
          <a:prstGeom prst="roundRect">
            <a:avLst>
              <a:gd name="adj" fmla="val 925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19" name="Text 17"/>
          <p:cNvSpPr/>
          <p:nvPr/>
        </p:nvSpPr>
        <p:spPr>
          <a:xfrm>
            <a:off x="10210800" y="6248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ĐỂ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95400" y="70294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thêm.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0210800" y="6705600"/>
            <a:ext cx="628650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nêu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59812a20-880e-4cfb-baba-325cc4aa8d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 nhớ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850" b="1" dirty="0" spc="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8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hợp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duy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5913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0294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KHÔNG: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12" name="Text 10"/>
          <p:cNvSpPr/>
          <p:nvPr/>
        </p:nvSpPr>
        <p:spPr>
          <a:xfrm>
            <a:off x="9829800" y="1981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×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706100" y="17145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 sánh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525000" y="3009900"/>
            <a:ext cx="74676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15" name="Text 13"/>
          <p:cNvSpPr/>
          <p:nvPr/>
        </p:nvSpPr>
        <p:spPr>
          <a:xfrm>
            <a:off x="9829800" y="32766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30099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0" y="4305300"/>
            <a:ext cx="74676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4572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×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706100" y="43053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0" name="Connector line-1792339163374-443673490"/>
          <p:cNvSpPr/>
          <p:nvPr/>
        </p:nvSpPr>
        <p:spPr>
          <a:xfrm>
            <a:off x="9525000" y="56959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525000" y="5943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2103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NHÓM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829800" y="6667500"/>
            <a:ext cx="6858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hợp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lý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f0157c-2ca6-40c9-9d9d-51a5fc79ea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Lĩnh</a:t>
            </a:r>
            <a:r>
              <a:rPr lang="en-US" sz="75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vực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khớp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 phần</a:t>
            </a:r>
            <a:r>
              <a:rPr lang="en-US" sz="27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7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294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lĩnh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khớp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nhất,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nêu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525000" y="125730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THEO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0" y="167640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981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706100" y="19812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LĨNH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706100" y="2400300"/>
            <a:ext cx="6096000" cy="952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nhúng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525000" y="396240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829800" y="4267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706100" y="42672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b="1" spc="1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706100" y="4686300"/>
            <a:ext cx="6096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525000" y="624840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98298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706100" y="65532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706100" y="69723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 chi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e3e3c737-2b7a-452e-8cfd-383da83690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spc="21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b="1" spc="2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9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Gom lại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nêu.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5913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0294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thêm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 số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609600"/>
          </a:xfrm>
          <a:prstGeom prst="roundRect">
            <a:avLst>
              <a:gd name="adj" fmla="val 28125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9658350" y="17335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267950" y="16383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nhúng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2343150"/>
            <a:ext cx="7467600" cy="609600"/>
          </a:xfrm>
          <a:prstGeom prst="roundRect">
            <a:avLst>
              <a:gd name="adj" fmla="val 28125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658350" y="2438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67950" y="234315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0" y="3048000"/>
            <a:ext cx="7467600" cy="609600"/>
          </a:xfrm>
          <a:prstGeom prst="roundRect">
            <a:avLst>
              <a:gd name="adj" fmla="val 28125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9658350" y="31432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267950" y="30480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3752850"/>
            <a:ext cx="7467600" cy="609600"/>
          </a:xfrm>
          <a:prstGeom prst="roundRect">
            <a:avLst>
              <a:gd name="adj" fmla="val 28125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9658350" y="38481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267950" y="375285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4457700"/>
            <a:ext cx="7467600" cy="609600"/>
          </a:xfrm>
          <a:prstGeom prst="roundRect">
            <a:avLst>
              <a:gd name="adj" fmla="val 28125"/>
            </a:avLst>
          </a:prstGeom>
          <a:solidFill>
            <a:srgbClr val="F3DFB8"/>
          </a:solidFill>
          <a:ln/>
        </p:spPr>
      </p:sp>
      <p:sp>
        <p:nvSpPr>
          <p:cNvPr id="24" name="Text 22"/>
          <p:cNvSpPr/>
          <p:nvPr/>
        </p:nvSpPr>
        <p:spPr>
          <a:xfrm>
            <a:off x="9658350" y="4552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267950" y="44577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4097000" y="4457700"/>
            <a:ext cx="27051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525000" y="5162550"/>
            <a:ext cx="7467600" cy="609600"/>
          </a:xfrm>
          <a:prstGeom prst="roundRect">
            <a:avLst>
              <a:gd name="adj" fmla="val 28125"/>
            </a:avLst>
          </a:prstGeom>
          <a:solidFill>
            <a:srgbClr val="F3DFB8"/>
          </a:solidFill>
          <a:ln/>
        </p:spPr>
      </p:sp>
      <p:sp>
        <p:nvSpPr>
          <p:cNvPr id="28" name="Text 26"/>
          <p:cNvSpPr/>
          <p:nvPr/>
        </p:nvSpPr>
        <p:spPr>
          <a:xfrm>
            <a:off x="9658350" y="52578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67950" y="516255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525000" y="5867400"/>
            <a:ext cx="7467600" cy="609600"/>
          </a:xfrm>
          <a:prstGeom prst="roundRect">
            <a:avLst>
              <a:gd name="adj" fmla="val 28125"/>
            </a:avLst>
          </a:prstGeom>
          <a:solidFill>
            <a:srgbClr val="DDE3FA"/>
          </a:solidFill>
          <a:ln/>
        </p:spPr>
      </p:sp>
      <p:sp>
        <p:nvSpPr>
          <p:cNvPr id="31" name="Text 29"/>
          <p:cNvSpPr/>
          <p:nvPr/>
        </p:nvSpPr>
        <p:spPr>
          <a:xfrm>
            <a:off x="9658350" y="5962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267950" y="58674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525000" y="6572250"/>
            <a:ext cx="7467600" cy="609600"/>
          </a:xfrm>
          <a:prstGeom prst="roundRect">
            <a:avLst>
              <a:gd name="adj" fmla="val 28125"/>
            </a:avLst>
          </a:prstGeom>
          <a:solidFill>
            <a:srgbClr val="CFE8E2"/>
          </a:solidFill>
          <a:ln/>
        </p:spPr>
      </p:sp>
      <p:sp>
        <p:nvSpPr>
          <p:cNvPr id="34" name="Text 32"/>
          <p:cNvSpPr/>
          <p:nvPr/>
        </p:nvSpPr>
        <p:spPr>
          <a:xfrm>
            <a:off x="9658350" y="66675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267950" y="657225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250" dirty="0"/>
          </a:p>
        </p:txBody>
      </p:sp>
      <p:sp>
        <p:nvSpPr>
          <p:cNvPr id="36" name="Connector line-1792339242387-536683679"/>
          <p:cNvSpPr/>
          <p:nvPr/>
        </p:nvSpPr>
        <p:spPr>
          <a:xfrm>
            <a:off x="9525000" y="74485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9525000" y="762000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1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525000" y="80200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1963400" y="80200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4401800" y="80200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5786b5b4-cc8b-48f7-9bc7-4ec406c1a5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3335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7685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162300"/>
            <a:ext cx="4667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3600450"/>
            <a:ext cx="4667250" cy="12382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nhúng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19200" y="4953000"/>
            <a:ext cx="466725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05575" y="2857500"/>
            <a:ext cx="527685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3162300"/>
            <a:ext cx="4667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10375" y="3600450"/>
            <a:ext cx="4667250" cy="12382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tiện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42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27685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401550" y="3162300"/>
            <a:ext cx="4667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401550" y="3600450"/>
            <a:ext cx="4667250" cy="12382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401550" y="4953000"/>
            <a:ext cx="466725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nêu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6819900"/>
            <a:ext cx="164592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219200" y="710565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19200" y="7543800"/>
            <a:ext cx="1584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 lĩnh</a:t>
            </a: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19200" y="8191500"/>
            <a:ext cx="15849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810375" y="4953000"/>
            <a:ext cx="466725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Tiện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 điều hành.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c75b68f0-b0fc-45b8-9f2c-dc0955ef58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2026-10-18T16:02:44Z</dcterms:created>
  <dcterms:modified xsi:type="dcterms:W3CDTF">2026-10-18T16:02:44Z</dcterms:modified>
</cp:coreProperties>
</file>