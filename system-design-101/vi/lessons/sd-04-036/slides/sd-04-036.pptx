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144000" cy="1685925"/>
          </a:xfrm>
          <a:prstGeom prst="rect">
            <a:avLst/>
          </a:prstGeom>
          <a:noFill/>
          <a:ln/>
        </p:spPr>
        <p:txBody>
          <a:bodyPr wrap="square" lIns="0" tIns="60420" rIns="0" bIns="-60420" rtlCol="0" anchor="t"/>
          <a:lstStyle/>
          <a:p>
            <a:pPr algn="l" indent="0" marL="0">
              <a:lnSpc>
                <a:spcPts val="7403"/>
              </a:lnSpc>
              <a:buNone/>
            </a:pPr>
            <a:r>
              <a:rPr lang="en-US" sz="70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Nhập môn</a:t>
            </a:r>
            <a:r>
              <a:rPr lang="en-US" sz="705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sharding</a:t>
            </a:r>
            <a:endParaRPr lang="en-US" sz="705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8572500" cy="714375"/>
          </a:xfrm>
          <a:prstGeom prst="rect">
            <a:avLst/>
          </a:prstGeom>
          <a:noFill/>
          <a:ln/>
        </p:spPr>
        <p:txBody>
          <a:bodyPr wrap="square" lIns="0" tIns="17812" rIns="0" bIns="-17812" rtlCol="0" anchor="t"/>
          <a:lstStyle/>
          <a:p>
            <a:pPr algn="l" indent="0" marL="0">
              <a:lnSpc>
                <a:spcPts val="4290"/>
              </a:lnSpc>
              <a:buNone/>
            </a:pPr>
            <a:r>
              <a:rPr lang="en-US" sz="33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330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</a:t>
            </a:r>
            <a:r>
              <a:rPr lang="en-US" sz="330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rồi,</a:t>
            </a:r>
            <a:r>
              <a:rPr lang="en-US" sz="33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33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33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33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đổi?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5143500"/>
            <a:ext cx="8382000" cy="485775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22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2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</a:t>
            </a: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2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2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chia.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914400" y="952500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sd-04-036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10477500" y="914400"/>
            <a:ext cx="68961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858500" y="1200150"/>
            <a:ext cx="6096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858500" y="1638300"/>
            <a:ext cx="609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r>
              <a:rPr lang="en-US" sz="42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shard</a:t>
            </a:r>
            <a:r>
              <a:rPr lang="en-US" sz="4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42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cả</a:t>
            </a:r>
            <a:r>
              <a:rPr lang="en-US" sz="4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4</a:t>
            </a:r>
            <a:endParaRPr lang="en-US" sz="4200" dirty="0"/>
          </a:p>
        </p:txBody>
      </p:sp>
      <p:sp>
        <p:nvSpPr>
          <p:cNvPr id="10" name="Shape 8"/>
          <p:cNvSpPr/>
          <p:nvPr/>
        </p:nvSpPr>
        <p:spPr>
          <a:xfrm>
            <a:off x="10477500" y="2952750"/>
            <a:ext cx="68961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858500" y="3238500"/>
            <a:ext cx="6096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SHARD</a:t>
            </a:r>
            <a:r>
              <a:rPr lang="en-US" sz="180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LỆCH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858500" y="3676650"/>
            <a:ext cx="609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3.994</a:t>
            </a:r>
            <a:r>
              <a:rPr lang="en-US" sz="42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đơn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10477500" y="4991100"/>
            <a:ext cx="68961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858500" y="5276850"/>
            <a:ext cx="6096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GỘP</a:t>
            </a:r>
            <a:r>
              <a:rPr lang="en-US" sz="180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800" b="1" spc="21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858500" y="5715000"/>
            <a:ext cx="609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0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43,74</a:t>
            </a:r>
            <a:r>
              <a:rPr lang="en-US" sz="42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≠</a:t>
            </a:r>
            <a:r>
              <a:rPr lang="en-US" sz="42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40,54</a:t>
            </a:r>
            <a:endParaRPr lang="en-US" sz="4200" dirty="0"/>
          </a:p>
        </p:txBody>
      </p:sp>
      <p:sp>
        <p:nvSpPr>
          <p:cNvPr id="16" name="Shape 14"/>
          <p:cNvSpPr/>
          <p:nvPr/>
        </p:nvSpPr>
        <p:spPr>
          <a:xfrm>
            <a:off x="10477500" y="7029450"/>
            <a:ext cx="6896100" cy="1809750"/>
          </a:xfrm>
          <a:prstGeom prst="roundRect">
            <a:avLst>
              <a:gd name="adj" fmla="val 1473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858500" y="7315200"/>
            <a:ext cx="6096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800" b="1" spc="21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 SHARD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858500" y="7753350"/>
            <a:ext cx="609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hụt</a:t>
            </a:r>
            <a:r>
              <a:rPr lang="en-US" sz="42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30</a:t>
            </a:r>
            <a:endParaRPr lang="en-US" sz="4200" dirty="0"/>
          </a:p>
        </p:txBody>
      </p:sp>
      <p:sp>
        <p:nvSpPr>
          <p:cNvPr id="19" name="Text 17"/>
          <p:cNvSpPr/>
          <p:nvPr/>
        </p:nvSpPr>
        <p:spPr>
          <a:xfrm>
            <a:off x="10477500" y="9096375"/>
            <a:ext cx="68961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10.000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khóa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72907911-9ccc-47b4-89ea-16674b7b111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524000"/>
            <a:ext cx="114300" cy="238125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428750"/>
            <a:ext cx="15716250" cy="2571750"/>
          </a:xfrm>
          <a:prstGeom prst="rect">
            <a:avLst/>
          </a:prstGeom>
          <a:noFill/>
          <a:ln/>
        </p:spPr>
        <p:txBody>
          <a:bodyPr wrap="square" lIns="0" tIns="54864" rIns="0" bIns="-54864" rtlCol="0" anchor="t"/>
          <a:lstStyle/>
          <a:p>
            <a:pPr algn="l" indent="0" marL="0">
              <a:lnSpc>
                <a:spcPts val="7776"/>
              </a:lnSpc>
              <a:buNone/>
            </a:pP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Mô phỏng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4</a:t>
            </a:r>
            <a:r>
              <a:rPr lang="en-US" sz="72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shard</a:t>
            </a:r>
            <a:r>
              <a:rPr lang="en-US" sz="7200" dirty="0" spc="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</a:t>
            </a:r>
            <a:r>
              <a:rPr lang="en-US" sz="72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rõ</a:t>
            </a:r>
            <a:r>
              <a:rPr lang="en-US" sz="72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khăn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5143500" cy="1143000"/>
          </a:xfrm>
          <a:prstGeom prst="roundRect">
            <a:avLst>
              <a:gd name="adj" fmla="val 23333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6343650" y="4476750"/>
            <a:ext cx="5143500" cy="1143000"/>
          </a:xfrm>
          <a:prstGeom prst="roundRect">
            <a:avLst>
              <a:gd name="adj" fmla="val 23333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Gộp</a:t>
            </a:r>
            <a:r>
              <a:rPr lang="en-US" sz="2550" b="1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1772900" y="4476750"/>
            <a:ext cx="5143500" cy="1143000"/>
          </a:xfrm>
          <a:prstGeom prst="roundRect">
            <a:avLst>
              <a:gd name="adj" fmla="val 23333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14400" y="6191250"/>
            <a:ext cx="16002000" cy="2571750"/>
          </a:xfrm>
          <a:prstGeom prst="roundRect">
            <a:avLst>
              <a:gd name="adj" fmla="val 1037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647700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PHÉP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6934200"/>
            <a:ext cx="15240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SQLite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10.000</a:t>
            </a:r>
            <a:r>
              <a:rPr lang="en-US" sz="27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1.000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1295400" y="7524750"/>
            <a:ext cx="15240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khách: mã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1295400" y="8153400"/>
            <a:ext cx="1524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Khách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đơn,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món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nhỏ.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36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51a0c8bb-c535-4254-a93d-c6ea1a1dc18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1950" b="1" spc="20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1950" b="1" spc="17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b="1" spc="22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Chọn</a:t>
            </a:r>
            <a:r>
              <a:rPr lang="en-US" sz="63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3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shard</a:t>
            </a:r>
            <a:r>
              <a:rPr lang="en-US" sz="6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r>
              <a:rPr lang="en-US" sz="6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r>
              <a:rPr lang="en-US" sz="6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 nào</a:t>
            </a:r>
            <a:r>
              <a:rPr lang="en-US" sz="63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rẻ</a:t>
            </a:r>
            <a:endParaRPr lang="en-US" sz="63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4191000" cy="5715000"/>
          </a:xfrm>
          <a:prstGeom prst="roundRect">
            <a:avLst>
              <a:gd name="adj" fmla="val 6364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333750"/>
            <a:ext cx="3619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1800" b="1" spc="16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1800" b="1" spc="21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LOGIC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238250" y="3905250"/>
            <a:ext cx="3543300" cy="1238250"/>
          </a:xfrm>
          <a:prstGeom prst="roundRect">
            <a:avLst>
              <a:gd name="adj" fmla="val 15385"/>
            </a:avLst>
          </a:prstGeom>
          <a:solidFill>
            <a:srgbClr val="1F3FD1"/>
          </a:solidFill>
          <a:ln/>
        </p:spPr>
      </p:sp>
      <p:sp>
        <p:nvSpPr>
          <p:cNvPr id="7" name="Text 5"/>
          <p:cNvSpPr/>
          <p:nvPr/>
        </p:nvSpPr>
        <p:spPr>
          <a:xfrm>
            <a:off x="1485900" y="4076700"/>
            <a:ext cx="30480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485900" y="4533900"/>
            <a:ext cx="3048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2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800" dirty="0" spc="3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 thử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238250" y="5429250"/>
            <a:ext cx="3543300" cy="1238250"/>
          </a:xfrm>
          <a:prstGeom prst="roundRect">
            <a:avLst>
              <a:gd name="adj" fmla="val 1538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85900" y="5600700"/>
            <a:ext cx="30480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Lớp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485900" y="6057900"/>
            <a:ext cx="3048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đứng</a:t>
            </a:r>
            <a:r>
              <a:rPr lang="en-US" sz="18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việc</a:t>
            </a:r>
            <a:r>
              <a:rPr lang="en-US" sz="180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238250" y="6953250"/>
            <a:ext cx="3543300" cy="1524000"/>
          </a:xfrm>
          <a:prstGeom prst="roundRect">
            <a:avLst>
              <a:gd name="adj" fmla="val 125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485900" y="7124700"/>
            <a:ext cx="30480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24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4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485900" y="7581900"/>
            <a:ext cx="3048000" cy="76200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chia,</a:t>
            </a:r>
            <a:r>
              <a:rPr lang="en-US" sz="1800" dirty="0" spc="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18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715000" y="3048000"/>
            <a:ext cx="11658600" cy="5715000"/>
          </a:xfrm>
          <a:prstGeom prst="roundRect">
            <a:avLst>
              <a:gd name="adj" fmla="val 4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00750" y="3286125"/>
            <a:ext cx="1905000" cy="685800"/>
          </a:xfrm>
          <a:prstGeom prst="roundRect">
            <a:avLst>
              <a:gd name="adj" fmla="val 22222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8858250" y="3286125"/>
            <a:ext cx="1714500" cy="685800"/>
          </a:xfrm>
          <a:prstGeom prst="roundRect">
            <a:avLst>
              <a:gd name="adj" fmla="val 22222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Shard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0953750" y="3286125"/>
            <a:ext cx="1714500" cy="685800"/>
          </a:xfrm>
          <a:prstGeom prst="roundRect">
            <a:avLst>
              <a:gd name="adj" fmla="val 22222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Shard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3049250" y="3286125"/>
            <a:ext cx="1714500" cy="685800"/>
          </a:xfrm>
          <a:prstGeom prst="roundRect">
            <a:avLst>
              <a:gd name="adj" fmla="val 22222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Shard</a:t>
            </a: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5144750" y="3286125"/>
            <a:ext cx="1714500" cy="685800"/>
          </a:xfrm>
          <a:prstGeom prst="roundRect">
            <a:avLst>
              <a:gd name="adj" fmla="val 22222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Shard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2100" dirty="0"/>
          </a:p>
        </p:txBody>
      </p:sp>
      <p:sp>
        <p:nvSpPr>
          <p:cNvPr id="21" name="Connector line-1792371331114-404703968"/>
          <p:cNvSpPr/>
          <p:nvPr/>
        </p:nvSpPr>
        <p:spPr>
          <a:xfrm>
            <a:off x="6953250" y="3971925"/>
            <a:ext cx="0" cy="4552950"/>
          </a:xfrm>
          <a:prstGeom prst="line">
            <a:avLst/>
          </a:prstGeom>
          <a:noFill/>
          <a:ln w="28575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22" name="Connector line-1792371331115-631193411"/>
          <p:cNvSpPr/>
          <p:nvPr/>
        </p:nvSpPr>
        <p:spPr>
          <a:xfrm>
            <a:off x="9715500" y="3971925"/>
            <a:ext cx="0" cy="4552950"/>
          </a:xfrm>
          <a:prstGeom prst="line">
            <a:avLst/>
          </a:prstGeom>
          <a:noFill/>
          <a:ln w="28575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23" name="Connector line-1792371331115-534405268"/>
          <p:cNvSpPr/>
          <p:nvPr/>
        </p:nvSpPr>
        <p:spPr>
          <a:xfrm>
            <a:off x="11811000" y="3971925"/>
            <a:ext cx="0" cy="4552950"/>
          </a:xfrm>
          <a:prstGeom prst="line">
            <a:avLst/>
          </a:prstGeom>
          <a:noFill/>
          <a:ln w="28575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24" name="Connector line-1792371331115-72543291"/>
          <p:cNvSpPr/>
          <p:nvPr/>
        </p:nvSpPr>
        <p:spPr>
          <a:xfrm>
            <a:off x="13906500" y="3971925"/>
            <a:ext cx="0" cy="4552950"/>
          </a:xfrm>
          <a:prstGeom prst="line">
            <a:avLst/>
          </a:prstGeom>
          <a:noFill/>
          <a:ln w="28575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25" name="Connector line-1792371331115-573685404"/>
          <p:cNvSpPr/>
          <p:nvPr/>
        </p:nvSpPr>
        <p:spPr>
          <a:xfrm>
            <a:off x="16002000" y="3971925"/>
            <a:ext cx="0" cy="4552950"/>
          </a:xfrm>
          <a:prstGeom prst="line">
            <a:avLst/>
          </a:prstGeom>
          <a:noFill/>
          <a:ln w="28575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26" name="Text 24"/>
          <p:cNvSpPr/>
          <p:nvPr/>
        </p:nvSpPr>
        <p:spPr>
          <a:xfrm>
            <a:off x="7143750" y="4171950"/>
            <a:ext cx="6096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19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42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42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9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 4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27" name="Connector line-1792371331118-860253993"/>
          <p:cNvSpPr/>
          <p:nvPr/>
        </p:nvSpPr>
        <p:spPr>
          <a:xfrm>
            <a:off x="6953250" y="4667250"/>
            <a:ext cx="687705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14287500" y="4429125"/>
            <a:ext cx="2857500" cy="4953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chạm</a:t>
            </a:r>
            <a:r>
              <a:rPr lang="en-US" sz="19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endParaRPr lang="en-US" sz="1950" dirty="0"/>
          </a:p>
        </p:txBody>
      </p:sp>
      <p:sp>
        <p:nvSpPr>
          <p:cNvPr id="29" name="Text 27"/>
          <p:cNvSpPr/>
          <p:nvPr/>
        </p:nvSpPr>
        <p:spPr>
          <a:xfrm>
            <a:off x="7143750" y="5219700"/>
            <a:ext cx="6667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19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sp9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19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1950" dirty="0"/>
          </a:p>
        </p:txBody>
      </p:sp>
      <p:sp>
        <p:nvSpPr>
          <p:cNvPr id="30" name="Connector line-1792371331124-510798082"/>
          <p:cNvSpPr/>
          <p:nvPr/>
        </p:nvSpPr>
        <p:spPr>
          <a:xfrm>
            <a:off x="6953250" y="5715000"/>
            <a:ext cx="268605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31" name="Connector line-1792371331124-728014762"/>
          <p:cNvSpPr/>
          <p:nvPr/>
        </p:nvSpPr>
        <p:spPr>
          <a:xfrm>
            <a:off x="6953250" y="6096000"/>
            <a:ext cx="478155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32" name="Connector line-1792371331124-227845908"/>
          <p:cNvSpPr/>
          <p:nvPr/>
        </p:nvSpPr>
        <p:spPr>
          <a:xfrm>
            <a:off x="6953250" y="6477000"/>
            <a:ext cx="687705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33" name="Connector line-1792371331125-925226262"/>
          <p:cNvSpPr/>
          <p:nvPr/>
        </p:nvSpPr>
        <p:spPr>
          <a:xfrm>
            <a:off x="6953250" y="6858000"/>
            <a:ext cx="897255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34" name="Connector line-1792371331125-679876264"/>
          <p:cNvSpPr/>
          <p:nvPr/>
        </p:nvSpPr>
        <p:spPr>
          <a:xfrm flipH="1">
            <a:off x="7029450" y="7334250"/>
            <a:ext cx="897255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35" name="Text 33"/>
          <p:cNvSpPr/>
          <p:nvPr/>
        </p:nvSpPr>
        <p:spPr>
          <a:xfrm>
            <a:off x="9525000" y="744855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 4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180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dirty="0" spc="-2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6000750" y="7810500"/>
            <a:ext cx="4381500" cy="609600"/>
          </a:xfrm>
          <a:prstGeom prst="roundRect">
            <a:avLst>
              <a:gd name="adj" fmla="val 25000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gộp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 ·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chạm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21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endParaRPr lang="en-US" sz="2100" dirty="0"/>
          </a:p>
        </p:txBody>
      </p:sp>
      <p:sp>
        <p:nvSpPr>
          <p:cNvPr id="37" name="Shape 3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36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48" name="Shape 4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9" name="Moda image moda-export-watermark-b1715b72-fe23-4114-af5f-8ccaf584e51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SHARD</a:t>
            </a:r>
            <a:r>
              <a:rPr lang="en-US" sz="1950" b="1" spc="22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LỆCH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khách</a:t>
            </a:r>
            <a:r>
              <a:rPr lang="en-US" sz="600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</a:t>
            </a:r>
            <a:r>
              <a:rPr lang="en-US" sz="60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 cả</a:t>
            </a:r>
            <a:r>
              <a:rPr lang="en-US" sz="60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shard</a:t>
            </a:r>
            <a:r>
              <a:rPr lang="en-US" sz="6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nặng</a:t>
            </a:r>
            <a:r>
              <a:rPr lang="en-US" sz="60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gấp</a:t>
            </a:r>
            <a:r>
              <a:rPr lang="en-US" sz="6000" dirty="0" spc="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đôi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8191500" cy="453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0" dirty="0" spc="-4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3.994</a:t>
            </a:r>
            <a:endParaRPr lang="en-US" sz="21000" dirty="0"/>
          </a:p>
        </p:txBody>
      </p:sp>
      <p:sp>
        <p:nvSpPr>
          <p:cNvPr id="5" name="Text 3"/>
          <p:cNvSpPr/>
          <p:nvPr/>
        </p:nvSpPr>
        <p:spPr>
          <a:xfrm>
            <a:off x="914400" y="5905500"/>
            <a:ext cx="7810500" cy="6477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050"/>
              </a:lnSpc>
              <a:buNone/>
            </a:pPr>
            <a:r>
              <a:rPr lang="en-US" sz="3000" dirty="0" spc="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đơn</a:t>
            </a:r>
            <a:r>
              <a:rPr lang="en-US" sz="30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0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3,</a:t>
            </a:r>
            <a:r>
              <a:rPr lang="en-US" sz="30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30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30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30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30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914400" y="7239000"/>
            <a:ext cx="7810500" cy="828675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Khách</a:t>
            </a:r>
            <a:r>
              <a:rPr lang="en-US" sz="22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 2.000</a:t>
            </a:r>
            <a:r>
              <a:rPr lang="en-US" sz="225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đơn.</a:t>
            </a: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2250" dirty="0" spc="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2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2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225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563100" y="3048000"/>
            <a:ext cx="7810500" cy="5715000"/>
          </a:xfrm>
          <a:prstGeom prst="roundRect">
            <a:avLst>
              <a:gd name="adj" fmla="val 4667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9944100" y="335280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 MỖI SHARD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944100" y="4095750"/>
            <a:ext cx="1333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Shard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11334750" y="4076700"/>
            <a:ext cx="2914650" cy="419100"/>
          </a:xfrm>
          <a:prstGeom prst="roundRect">
            <a:avLst>
              <a:gd name="adj" fmla="val 22727"/>
            </a:avLst>
          </a:prstGeom>
          <a:solidFill>
            <a:srgbClr val="9AA0B5"/>
          </a:solidFill>
          <a:ln/>
        </p:spPr>
      </p:sp>
      <p:sp>
        <p:nvSpPr>
          <p:cNvPr id="11" name="Text 9"/>
          <p:cNvSpPr/>
          <p:nvPr/>
        </p:nvSpPr>
        <p:spPr>
          <a:xfrm>
            <a:off x="14382750" y="4095750"/>
            <a:ext cx="190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2.051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9944100" y="5143500"/>
            <a:ext cx="1333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Shard</a:t>
            </a: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11334750" y="5124450"/>
            <a:ext cx="2876550" cy="419100"/>
          </a:xfrm>
          <a:prstGeom prst="roundRect">
            <a:avLst>
              <a:gd name="adj" fmla="val 22727"/>
            </a:avLst>
          </a:prstGeom>
          <a:solidFill>
            <a:srgbClr val="9AA0B5"/>
          </a:solidFill>
          <a:ln/>
        </p:spPr>
      </p:sp>
      <p:sp>
        <p:nvSpPr>
          <p:cNvPr id="14" name="Text 12"/>
          <p:cNvSpPr/>
          <p:nvPr/>
        </p:nvSpPr>
        <p:spPr>
          <a:xfrm>
            <a:off x="14382750" y="5143500"/>
            <a:ext cx="190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2.023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9944100" y="6191250"/>
            <a:ext cx="1333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Shard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11334750" y="6172200"/>
            <a:ext cx="2743200" cy="419100"/>
          </a:xfrm>
          <a:prstGeom prst="roundRect">
            <a:avLst>
              <a:gd name="adj" fmla="val 22727"/>
            </a:avLst>
          </a:prstGeom>
          <a:solidFill>
            <a:srgbClr val="9AA0B5"/>
          </a:solidFill>
          <a:ln/>
        </p:spPr>
      </p:sp>
      <p:sp>
        <p:nvSpPr>
          <p:cNvPr id="17" name="Text 15"/>
          <p:cNvSpPr/>
          <p:nvPr/>
        </p:nvSpPr>
        <p:spPr>
          <a:xfrm>
            <a:off x="14382750" y="6191250"/>
            <a:ext cx="190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1.932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9944100" y="7239000"/>
            <a:ext cx="1333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Shard</a:t>
            </a:r>
            <a:r>
              <a:rPr lang="en-US" sz="21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11334750" y="7219950"/>
            <a:ext cx="5676900" cy="419100"/>
          </a:xfrm>
          <a:prstGeom prst="roundRect">
            <a:avLst>
              <a:gd name="adj" fmla="val 22727"/>
            </a:avLst>
          </a:prstGeom>
          <a:solidFill>
            <a:srgbClr val="FFB454"/>
          </a:solidFill>
          <a:ln/>
        </p:spPr>
      </p:sp>
      <p:sp>
        <p:nvSpPr>
          <p:cNvPr id="20" name="Text 18"/>
          <p:cNvSpPr/>
          <p:nvPr/>
        </p:nvSpPr>
        <p:spPr>
          <a:xfrm>
            <a:off x="11334750" y="7905750"/>
            <a:ext cx="5715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3.994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36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a8d33820-b75c-4cc7-8bc5-57a76e4cd30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GỘP</a:t>
            </a:r>
            <a:r>
              <a:rPr lang="en-US" sz="1950" b="1" spc="22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b="1" spc="21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Trung</a:t>
            </a:r>
            <a:r>
              <a:rPr lang="en-US" sz="6000" dirty="0" spc="-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bình</a:t>
            </a:r>
            <a:r>
              <a:rPr lang="en-US" sz="6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</a:t>
            </a:r>
            <a:r>
              <a:rPr lang="en-US" sz="60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trung</a:t>
            </a:r>
            <a:r>
              <a:rPr lang="en-US" sz="60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bình</a:t>
            </a:r>
            <a:r>
              <a:rPr lang="en-US" sz="6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0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0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trung</a:t>
            </a:r>
            <a:r>
              <a:rPr lang="en-US" sz="60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bình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7810500" cy="5619750"/>
          </a:xfrm>
          <a:prstGeom prst="roundRect">
            <a:avLst>
              <a:gd name="adj" fmla="val 4746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48615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SAI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1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r>
              <a:rPr lang="en-US" sz="1800" b="1" spc="21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800" b="1" spc="21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4000500"/>
            <a:ext cx="7048500" cy="259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0" dirty="0" spc="-292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43,74</a:t>
            </a:r>
            <a:endParaRPr lang="en-US" sz="12000" dirty="0"/>
          </a:p>
        </p:txBody>
      </p:sp>
      <p:sp>
        <p:nvSpPr>
          <p:cNvPr id="7" name="Text 5"/>
          <p:cNvSpPr/>
          <p:nvPr/>
        </p:nvSpPr>
        <p:spPr>
          <a:xfrm>
            <a:off x="1295400" y="6286500"/>
            <a:ext cx="7048500" cy="942975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 trung bình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riêng,</a:t>
            </a:r>
            <a:r>
              <a:rPr lang="en-US" sz="25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 tiếp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1295400" y="7620000"/>
            <a:ext cx="7048500" cy="4572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Shard</a:t>
            </a:r>
            <a:r>
              <a:rPr lang="en-US" sz="210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đông</a:t>
            </a:r>
            <a:r>
              <a:rPr lang="en-US" sz="21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món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 bị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1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ngang</a:t>
            </a: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9563100" y="3143250"/>
            <a:ext cx="7810500" cy="5619750"/>
          </a:xfrm>
          <a:prstGeom prst="roundRect">
            <a:avLst>
              <a:gd name="adj" fmla="val 4746"/>
            </a:avLst>
          </a:prstGeom>
          <a:solidFill>
            <a:srgbClr val="0F766E"/>
          </a:solidFill>
          <a:ln/>
        </p:spPr>
      </p:sp>
      <p:sp>
        <p:nvSpPr>
          <p:cNvPr id="10" name="Text 8"/>
          <p:cNvSpPr/>
          <p:nvPr/>
        </p:nvSpPr>
        <p:spPr>
          <a:xfrm>
            <a:off x="9944100" y="348615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ĐÚNG ·</a:t>
            </a:r>
            <a:r>
              <a:rPr lang="en-US" sz="1800" b="1" spc="216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1800" b="1" spc="226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r>
              <a:rPr lang="en-US" sz="1800" b="1" spc="217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224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1800" b="1" spc="226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944100" y="4000500"/>
            <a:ext cx="7048500" cy="2590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40,54</a:t>
            </a:r>
            <a:endParaRPr lang="en-US" sz="12000" dirty="0"/>
          </a:p>
        </p:txBody>
      </p:sp>
      <p:sp>
        <p:nvSpPr>
          <p:cNvPr id="12" name="Text 10"/>
          <p:cNvSpPr/>
          <p:nvPr/>
        </p:nvSpPr>
        <p:spPr>
          <a:xfrm>
            <a:off x="9944100" y="6286500"/>
            <a:ext cx="7048500" cy="5524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Gộp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đếm</a:t>
            </a:r>
            <a:r>
              <a:rPr lang="en-US" sz="255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shard,</a:t>
            </a:r>
            <a:r>
              <a:rPr lang="en-US" sz="255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9944100" y="7620000"/>
            <a:ext cx="7048500" cy="4572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11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2100" dirty="0" spc="1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100" dirty="0" spc="-2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100" dirty="0" spc="-15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2100" dirty="0" spc="-6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÷</a:t>
            </a:r>
            <a:r>
              <a:rPr lang="en-US" sz="2100" dirty="0" spc="-10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100" dirty="0" spc="-9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dirty="0" spc="10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100" dirty="0" spc="-1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100" dirty="0" spc="-16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36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bb6e7aca-fa00-490b-ae75-5f8f850bfdf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b="1" spc="21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Chuyển</a:t>
            </a:r>
            <a:r>
              <a:rPr lang="en-US" sz="60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30</a:t>
            </a:r>
            <a:r>
              <a:rPr lang="en-US" sz="60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 hai</a:t>
            </a:r>
            <a:r>
              <a:rPr lang="en-US" sz="6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lần ghi</a:t>
            </a:r>
            <a:r>
              <a:rPr lang="en-US" sz="60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 hai</a:t>
            </a:r>
            <a:r>
              <a:rPr lang="en-US" sz="60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shard</a:t>
            </a:r>
            <a:endParaRPr lang="en-US" sz="6000" dirty="0"/>
          </a:p>
        </p:txBody>
      </p:sp>
      <p:sp>
        <p:nvSpPr>
          <p:cNvPr id="4" name="Connector line-1792371385628-621830745"/>
          <p:cNvSpPr/>
          <p:nvPr/>
        </p:nvSpPr>
        <p:spPr>
          <a:xfrm>
            <a:off x="1428750" y="3810000"/>
            <a:ext cx="15430500" cy="0"/>
          </a:xfrm>
          <a:prstGeom prst="line">
            <a:avLst/>
          </a:prstGeom>
          <a:noFill/>
          <a:ln w="571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257300" y="3638550"/>
            <a:ext cx="342900" cy="3429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6" name="Shape 4"/>
          <p:cNvSpPr/>
          <p:nvPr/>
        </p:nvSpPr>
        <p:spPr>
          <a:xfrm>
            <a:off x="5495925" y="3638550"/>
            <a:ext cx="342900" cy="3429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7" name="Shape 5"/>
          <p:cNvSpPr/>
          <p:nvPr/>
        </p:nvSpPr>
        <p:spPr>
          <a:xfrm>
            <a:off x="9734550" y="3638550"/>
            <a:ext cx="342900" cy="3429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8" name="Shape 6"/>
          <p:cNvSpPr/>
          <p:nvPr/>
        </p:nvSpPr>
        <p:spPr>
          <a:xfrm>
            <a:off x="13973175" y="3638550"/>
            <a:ext cx="342900" cy="3429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857500"/>
            <a:ext cx="381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TRƯỚC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153025" y="2857500"/>
            <a:ext cx="381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391650" y="2857500"/>
            <a:ext cx="381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SỰ</a:t>
            </a: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630275" y="2857500"/>
            <a:ext cx="3810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SAU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4286250"/>
            <a:ext cx="3810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100.000</a:t>
            </a:r>
            <a:endParaRPr lang="en-US" sz="4200" dirty="0"/>
          </a:p>
        </p:txBody>
      </p:sp>
      <p:sp>
        <p:nvSpPr>
          <p:cNvPr id="14" name="Text 12"/>
          <p:cNvSpPr/>
          <p:nvPr/>
        </p:nvSpPr>
        <p:spPr>
          <a:xfrm>
            <a:off x="914400" y="5048250"/>
            <a:ext cx="3810000" cy="4572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5153025" y="4286250"/>
            <a:ext cx="3810000" cy="5524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Shard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1: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 trừ</a:t>
            </a: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5153025" y="5334000"/>
            <a:ext cx="381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1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9391650" y="4286250"/>
            <a:ext cx="3810000" cy="5524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Tiến</a:t>
            </a:r>
            <a:r>
              <a:rPr lang="en-US" sz="25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9391650" y="4857750"/>
            <a:ext cx="3810000" cy="7810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shard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21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13630275" y="4286250"/>
            <a:ext cx="3810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57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99.970</a:t>
            </a:r>
            <a:endParaRPr lang="en-US" sz="4200" dirty="0"/>
          </a:p>
        </p:txBody>
      </p:sp>
      <p:sp>
        <p:nvSpPr>
          <p:cNvPr id="20" name="Text 18"/>
          <p:cNvSpPr/>
          <p:nvPr/>
        </p:nvSpPr>
        <p:spPr>
          <a:xfrm>
            <a:off x="13630275" y="5048250"/>
            <a:ext cx="381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hụt</a:t>
            </a: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30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14400" y="6286500"/>
            <a:ext cx="10096500" cy="2476500"/>
          </a:xfrm>
          <a:prstGeom prst="roundRect">
            <a:avLst>
              <a:gd name="adj" fmla="val 10769"/>
            </a:avLst>
          </a:prstGeom>
          <a:solidFill>
            <a:srgbClr val="F8D9D0"/>
          </a:solidFill>
          <a:ln/>
        </p:spPr>
      </p:sp>
      <p:sp>
        <p:nvSpPr>
          <p:cNvPr id="22" name="Text 20"/>
          <p:cNvSpPr/>
          <p:nvPr/>
        </p:nvSpPr>
        <p:spPr>
          <a:xfrm>
            <a:off x="1295400" y="6572250"/>
            <a:ext cx="9334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MUỐN CÙNG</a:t>
            </a:r>
            <a:r>
              <a:rPr lang="en-US" sz="1800" b="1" spc="20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</a:t>
            </a:r>
            <a:r>
              <a:rPr lang="en-US" sz="1800" b="1" spc="2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 KHÔNG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295400" y="7048500"/>
            <a:ext cx="9334500" cy="647700"/>
          </a:xfrm>
          <a:prstGeom prst="rect">
            <a:avLst/>
          </a:prstGeom>
          <a:noFill/>
          <a:ln/>
        </p:spPr>
        <p:txBody>
          <a:bodyPr wrap="square" lIns="0" tIns="15407" rIns="0" bIns="-15407" rtlCol="0" anchor="t"/>
          <a:lstStyle/>
          <a:p>
            <a:pPr algn="l" indent="0" marL="0">
              <a:lnSpc>
                <a:spcPts val="3716"/>
              </a:lnSpc>
              <a:buNone/>
            </a:pPr>
            <a:r>
              <a:rPr lang="en-US" sz="2858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Cần</a:t>
            </a:r>
            <a:r>
              <a:rPr lang="en-US" sz="2858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858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858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858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tán,</a:t>
            </a:r>
            <a:r>
              <a:rPr lang="en-US" sz="2858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chẳng</a:t>
            </a:r>
            <a:r>
              <a:rPr lang="en-US" sz="2858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858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cam</a:t>
            </a:r>
            <a:r>
              <a:rPr lang="en-US" sz="2858" b="1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858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8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pha</a:t>
            </a:r>
            <a:endParaRPr lang="en-US" sz="2858" dirty="0"/>
          </a:p>
        </p:txBody>
      </p:sp>
      <p:sp>
        <p:nvSpPr>
          <p:cNvPr id="24" name="Shape 22"/>
          <p:cNvSpPr/>
          <p:nvPr/>
        </p:nvSpPr>
        <p:spPr>
          <a:xfrm>
            <a:off x="11391900" y="6286500"/>
            <a:ext cx="5981700" cy="2476500"/>
          </a:xfrm>
          <a:prstGeom prst="roundRect">
            <a:avLst>
              <a:gd name="adj" fmla="val 1076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772900" y="6572250"/>
            <a:ext cx="5334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POSTGRESQL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772900" y="7048500"/>
            <a:ext cx="53340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PREPARE</a:t>
            </a:r>
            <a:r>
              <a:rPr lang="en-US" sz="2400" b="1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TRANSACTION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11772900" y="7581900"/>
            <a:ext cx="5334000" cy="95250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cho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quản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9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ngoài,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950" dirty="0" spc="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thẳng</a:t>
            </a:r>
            <a:endParaRPr lang="en-US" sz="1950" dirty="0"/>
          </a:p>
        </p:txBody>
      </p:sp>
      <p:sp>
        <p:nvSpPr>
          <p:cNvPr id="28" name="Shape 2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36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854396ca-db6f-4030-ad47-9d84782a38c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Phép</a:t>
            </a:r>
            <a:r>
              <a:rPr lang="en-US" sz="6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 không</a:t>
            </a:r>
            <a:r>
              <a:rPr lang="en-US" sz="60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</a:t>
            </a:r>
            <a:r>
              <a:rPr lang="en-US" sz="6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hết</a:t>
            </a:r>
            <a:r>
              <a:rPr lang="en-US" sz="60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mọi</a:t>
            </a:r>
            <a:r>
              <a:rPr lang="en-US" sz="6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thứ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105150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9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2762250" y="314325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tiến</a:t>
            </a:r>
            <a:r>
              <a:rPr lang="en-US" sz="28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trình,</a:t>
            </a:r>
            <a:r>
              <a:rPr lang="en-US" sz="28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mạng:</a:t>
            </a:r>
            <a:r>
              <a:rPr lang="en-US" sz="28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8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85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trễ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2762250" y="3667125"/>
            <a:ext cx="14097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19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19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1950" dirty="0" spc="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r>
              <a:rPr lang="en-US" sz="1950" dirty="0" spc="-2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lời.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914400" y="438150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4629150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8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2762250" y="466725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"Chết</a:t>
            </a:r>
            <a:r>
              <a:rPr lang="en-US" sz="2850" b="1" dirty="0" spc="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850" b="1" dirty="0" spc="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chừng"</a:t>
            </a:r>
            <a:r>
              <a:rPr lang="en-US" sz="28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b="1" dirty="0" spc="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85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2762250" y="5191125"/>
            <a:ext cx="14097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19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thật.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14400" y="590550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95400" y="6153150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2762250" y="619125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 lại</a:t>
            </a:r>
            <a:r>
              <a:rPr lang="en-US" sz="285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28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(resharding)</a:t>
            </a:r>
            <a:r>
              <a:rPr lang="en-US" sz="28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b="1" dirty="0" spc="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2762250" y="6715125"/>
            <a:ext cx="14097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95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9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chạy.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914400" y="742950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95400" y="7677150"/>
            <a:ext cx="1143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04</a:t>
            </a:r>
            <a:endParaRPr lang="en-US" sz="5400" dirty="0"/>
          </a:p>
        </p:txBody>
      </p:sp>
      <p:sp>
        <p:nvSpPr>
          <p:cNvPr id="18" name="Text 16"/>
          <p:cNvSpPr/>
          <p:nvPr/>
        </p:nvSpPr>
        <p:spPr>
          <a:xfrm>
            <a:off x="2762250" y="7715250"/>
            <a:ext cx="140970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Trước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chia:</a:t>
            </a:r>
            <a:r>
              <a:rPr lang="en-US" sz="28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đọc,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mục,</a:t>
            </a: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đệm?</a:t>
            </a:r>
            <a:endParaRPr lang="en-US" sz="2850" dirty="0"/>
          </a:p>
        </p:txBody>
      </p:sp>
      <p:sp>
        <p:nvSpPr>
          <p:cNvPr id="19" name="Text 17"/>
          <p:cNvSpPr/>
          <p:nvPr/>
        </p:nvSpPr>
        <p:spPr>
          <a:xfrm>
            <a:off x="2762250" y="8239125"/>
            <a:ext cx="14097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19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19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khăn</a:t>
            </a:r>
            <a:r>
              <a:rPr lang="en-US" sz="19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 tính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năng.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36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8169fd8c-777e-46fd-8848-4269aa758ad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809750"/>
          </a:xfrm>
          <a:prstGeom prst="rect">
            <a:avLst/>
          </a:prstGeom>
          <a:noFill/>
          <a:ln/>
        </p:spPr>
        <p:txBody>
          <a:bodyPr wrap="square" lIns="0" tIns="32385" rIns="0" bIns="-32385" rtlCol="0" anchor="t"/>
          <a:lstStyle/>
          <a:p>
            <a:pPr algn="l" indent="0" marL="0">
              <a:lnSpc>
                <a:spcPts val="5610"/>
              </a:lnSpc>
              <a:buNone/>
            </a:pPr>
            <a:r>
              <a:rPr lang="en-US" sz="51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Chia</a:t>
            </a:r>
            <a:r>
              <a:rPr lang="en-US" sz="51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 nhắn theo</a:t>
            </a:r>
            <a:r>
              <a:rPr lang="en-US" sz="51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5100" dirty="0" spc="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gửi.</a:t>
            </a:r>
            <a:r>
              <a:rPr lang="en-US" sz="51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Mở</a:t>
            </a:r>
            <a:r>
              <a:rPr lang="en-US" sz="51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cuộc</a:t>
            </a:r>
            <a:r>
              <a:rPr lang="en-US" sz="51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An</a:t>
            </a:r>
            <a:r>
              <a:rPr lang="en-US" sz="5100" dirty="0" spc="-5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1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Bình,</a:t>
            </a:r>
            <a:r>
              <a:rPr lang="en-US" sz="51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50</a:t>
            </a:r>
            <a:r>
              <a:rPr lang="en-US" sz="51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</a:t>
            </a:r>
            <a:r>
              <a:rPr lang="en-US" sz="5100" dirty="0" spc="-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</a:t>
            </a:r>
            <a:r>
              <a:rPr lang="en-US" sz="51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nhất:</a:t>
            </a:r>
            <a:r>
              <a:rPr lang="en-US" sz="51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mấy</a:t>
            </a:r>
            <a:r>
              <a:rPr lang="en-US" sz="5100" dirty="0" spc="-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shard?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14400" y="3524250"/>
            <a:ext cx="16459200" cy="857250"/>
          </a:xfrm>
          <a:prstGeom prst="roundRect">
            <a:avLst>
              <a:gd name="adj" fmla="val 22222"/>
            </a:avLst>
          </a:prstGeom>
          <a:solidFill>
            <a:srgbClr val="14161C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752850"/>
            <a:ext cx="43815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31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950" b="1" spc="150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6096000" y="3752850"/>
            <a:ext cx="5334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9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CUỘC AN</a:t>
            </a:r>
            <a:r>
              <a:rPr lang="en-US" sz="1950" b="1" spc="99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150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1811000" y="3752850"/>
            <a:ext cx="5334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50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 TIN</a:t>
            </a:r>
            <a:r>
              <a:rPr lang="en-US" sz="1950" b="1" spc="148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</a:t>
            </a:r>
            <a:r>
              <a:rPr lang="en-US" sz="1950" b="1" spc="125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950" b="1" spc="178" kern="0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914400" y="4533900"/>
            <a:ext cx="16459200" cy="1905000"/>
          </a:xfrm>
          <a:prstGeom prst="roundRect">
            <a:avLst>
              <a:gd name="adj" fmla="val 100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95400" y="4819650"/>
            <a:ext cx="4381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70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700" b="1" dirty="0" spc="4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6096000" y="4819650"/>
            <a:ext cx="5334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 hoặc</a:t>
            </a:r>
            <a:r>
              <a:rPr lang="en-US" sz="2550" b="1" dirty="0" spc="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2550" b="1" dirty="0" spc="-1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6096000" y="5334000"/>
            <a:ext cx="5334000" cy="95250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shard:</a:t>
            </a:r>
            <a:r>
              <a:rPr lang="en-US" sz="19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gộp,</a:t>
            </a:r>
            <a:r>
              <a:rPr lang="en-US" sz="19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sắp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gian;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19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1950" dirty="0" spc="-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1811000" y="4819650"/>
            <a:ext cx="5334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5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6591300"/>
            <a:ext cx="16459200" cy="1905000"/>
          </a:xfrm>
          <a:prstGeom prst="roundRect">
            <a:avLst>
              <a:gd name="adj" fmla="val 10000"/>
            </a:avLst>
          </a:prstGeom>
          <a:solidFill>
            <a:srgbClr val="DDE3FA"/>
          </a:solidFill>
          <a:ln/>
        </p:spPr>
      </p:sp>
      <p:sp>
        <p:nvSpPr>
          <p:cNvPr id="14" name="Text 12"/>
          <p:cNvSpPr/>
          <p:nvPr/>
        </p:nvSpPr>
        <p:spPr>
          <a:xfrm>
            <a:off x="1295400" y="6877050"/>
            <a:ext cx="4381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cuộc</a:t>
            </a:r>
            <a:r>
              <a:rPr lang="en-US" sz="270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trò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chuyện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6096000" y="6877050"/>
            <a:ext cx="5334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2550" b="1" dirty="0" spc="-1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6096000" y="7391400"/>
            <a:ext cx="5334000" cy="428625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mọi tin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cuộc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 chung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1811000" y="6877050"/>
            <a:ext cx="53340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5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1811000" y="7391400"/>
            <a:ext cx="5334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95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36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6db1b04b-e002-4930-af83-f09b21bf2f0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1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1950" b="1" spc="22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9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</a:t>
            </a:r>
            <a:r>
              <a:rPr lang="en-US" sz="60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60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mà</a:t>
            </a:r>
            <a:r>
              <a:rPr lang="en-US" sz="6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60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phép</a:t>
            </a:r>
            <a:r>
              <a:rPr lang="en-US" sz="6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r>
              <a:rPr lang="en-US" sz="60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in</a:t>
            </a:r>
            <a:r>
              <a:rPr lang="en-US" sz="60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ra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8001000" cy="2762250"/>
          </a:xfrm>
          <a:prstGeom prst="roundRect">
            <a:avLst>
              <a:gd name="adj" fmla="val 965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952750"/>
            <a:ext cx="152400" cy="2762250"/>
          </a:xfrm>
          <a:prstGeom prst="rect">
            <a:avLst/>
          </a:prstGeom>
          <a:solidFill>
            <a:srgbClr val="1F3FD1"/>
          </a:solidFill>
          <a:ln/>
        </p:spPr>
      </p:sp>
      <p:sp>
        <p:nvSpPr>
          <p:cNvPr id="6" name="Text 4"/>
          <p:cNvSpPr/>
          <p:nvPr/>
        </p:nvSpPr>
        <p:spPr>
          <a:xfrm>
            <a:off x="1390650" y="32385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18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180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80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90650" y="3714750"/>
            <a:ext cx="72390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r>
              <a:rPr lang="en-US" sz="5400" dirty="0" spc="-6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54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4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1390650" y="4762500"/>
            <a:ext cx="723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 sản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phẩm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9372600" y="2952750"/>
            <a:ext cx="8001000" cy="2762250"/>
          </a:xfrm>
          <a:prstGeom prst="roundRect">
            <a:avLst>
              <a:gd name="adj" fmla="val 965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372600" y="2952750"/>
            <a:ext cx="152400" cy="276225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1" name="Text 9"/>
          <p:cNvSpPr/>
          <p:nvPr/>
        </p:nvSpPr>
        <p:spPr>
          <a:xfrm>
            <a:off x="9848850" y="32385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 MỖI SHARD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848850" y="3714750"/>
            <a:ext cx="723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2051</a:t>
            </a:r>
            <a:r>
              <a:rPr lang="en-US" sz="4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 2023 ·</a:t>
            </a:r>
            <a:r>
              <a:rPr lang="en-US" sz="42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1932</a:t>
            </a:r>
            <a:r>
              <a:rPr lang="en-US" sz="4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 3994</a:t>
            </a:r>
            <a:endParaRPr lang="en-US" sz="4200" dirty="0"/>
          </a:p>
        </p:txBody>
      </p:sp>
      <p:sp>
        <p:nvSpPr>
          <p:cNvPr id="13" name="Text 11"/>
          <p:cNvSpPr/>
          <p:nvPr/>
        </p:nvSpPr>
        <p:spPr>
          <a:xfrm>
            <a:off x="9848850" y="4762500"/>
            <a:ext cx="723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shard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r>
              <a:rPr lang="en-US" sz="210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1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14400" y="6000750"/>
            <a:ext cx="8001000" cy="2762250"/>
          </a:xfrm>
          <a:prstGeom prst="roundRect">
            <a:avLst>
              <a:gd name="adj" fmla="val 965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6000750"/>
            <a:ext cx="152400" cy="276225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6" name="Text 14"/>
          <p:cNvSpPr/>
          <p:nvPr/>
        </p:nvSpPr>
        <p:spPr>
          <a:xfrm>
            <a:off x="1390650" y="62865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TRUNG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390650" y="6762750"/>
            <a:ext cx="723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40,536</a:t>
            </a:r>
            <a:r>
              <a:rPr lang="en-US" sz="42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42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43,738</a:t>
            </a:r>
            <a:endParaRPr lang="en-US" sz="4200" dirty="0"/>
          </a:p>
        </p:txBody>
      </p:sp>
      <p:sp>
        <p:nvSpPr>
          <p:cNvPr id="18" name="Text 16"/>
          <p:cNvSpPr/>
          <p:nvPr/>
        </p:nvSpPr>
        <p:spPr>
          <a:xfrm>
            <a:off x="1390650" y="7810500"/>
            <a:ext cx="723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đúng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bình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372600" y="6000750"/>
            <a:ext cx="8001000" cy="2762250"/>
          </a:xfrm>
          <a:prstGeom prst="roundRect">
            <a:avLst>
              <a:gd name="adj" fmla="val 965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372600" y="6000750"/>
            <a:ext cx="152400" cy="276225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21" name="Text 19"/>
          <p:cNvSpPr/>
          <p:nvPr/>
        </p:nvSpPr>
        <p:spPr>
          <a:xfrm>
            <a:off x="9848850" y="6286500"/>
            <a:ext cx="7239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180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TIỀN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848850" y="6762750"/>
            <a:ext cx="723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100.000</a:t>
            </a:r>
            <a:r>
              <a:rPr lang="en-US" sz="42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42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99.970</a:t>
            </a:r>
            <a:endParaRPr lang="en-US" sz="4200" dirty="0"/>
          </a:p>
        </p:txBody>
      </p:sp>
      <p:sp>
        <p:nvSpPr>
          <p:cNvPr id="23" name="Text 21"/>
          <p:cNvSpPr/>
          <p:nvPr/>
        </p:nvSpPr>
        <p:spPr>
          <a:xfrm>
            <a:off x="9848850" y="7810500"/>
            <a:ext cx="723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trước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</a:t>
            </a:r>
            <a:r>
              <a:rPr lang="en-US" sz="21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10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chừng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36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5" name="Text 33"/>
          <p:cNvSpPr/>
          <p:nvPr/>
        </p:nvSpPr>
        <p:spPr>
          <a:xfrm>
            <a:off x="97536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3.13.16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SQLite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3.45.1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2026-10-18</a:t>
            </a:r>
            <a:endParaRPr lang="en-US" sz="1650" dirty="0"/>
          </a:p>
        </p:txBody>
      </p:sp>
      <p:sp>
        <p:nvSpPr>
          <p:cNvPr id="36" name="Shape 3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7" name="Moda image moda-export-watermark-fce668ed-dcb7-462c-a21a-c76b74434c4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b="1" spc="17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192500" cy="1495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9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69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chiếu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7810500" cy="5715000"/>
          </a:xfrm>
          <a:prstGeom prst="roundRect">
            <a:avLst>
              <a:gd name="adj" fmla="val 4667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9090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13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3905250"/>
            <a:ext cx="7048500" cy="1171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7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SQL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1295400" y="4857750"/>
            <a:ext cx="7048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Structured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Query</a:t>
            </a:r>
            <a:r>
              <a:rPr lang="en-US" sz="24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Language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295400" y="5429250"/>
            <a:ext cx="7048500" cy="942975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trúc: hỏi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295400" y="7239000"/>
            <a:ext cx="7048500" cy="723900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19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</a:t>
            </a:r>
            <a:r>
              <a:rPr lang="en-US" sz="19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 thử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19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SQLite</a:t>
            </a:r>
            <a:r>
              <a:rPr lang="en-US" sz="19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563100" y="3048000"/>
            <a:ext cx="7810500" cy="2714625"/>
          </a:xfrm>
          <a:prstGeom prst="roundRect">
            <a:avLst>
              <a:gd name="adj" fmla="val 9825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9944100" y="3352800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944100" y="3810000"/>
            <a:ext cx="7048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4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4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4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4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400" dirty="0" spc="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9944100" y="4381500"/>
            <a:ext cx="7048500" cy="723900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9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shard,</a:t>
            </a:r>
            <a:r>
              <a:rPr lang="en-US" sz="19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9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chia,</a:t>
            </a:r>
            <a:r>
              <a:rPr lang="en-US" sz="19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 logic,</a:t>
            </a:r>
            <a:r>
              <a:rPr lang="en-US" sz="19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 khó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khăn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9563100" y="6048375"/>
            <a:ext cx="7810500" cy="2714625"/>
          </a:xfrm>
          <a:prstGeom prst="roundRect">
            <a:avLst>
              <a:gd name="adj" fmla="val 9825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9944100" y="6353175"/>
            <a:ext cx="70485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POSTGRESQL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16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944100" y="6810375"/>
            <a:ext cx="7048500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PREPARE</a:t>
            </a:r>
            <a:r>
              <a:rPr lang="en-US" sz="240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TRANSACTION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944100" y="7381875"/>
            <a:ext cx="7048500" cy="428625"/>
          </a:xfrm>
          <a:prstGeom prst="rect">
            <a:avLst/>
          </a:prstGeom>
          <a:noFill/>
          <a:ln/>
        </p:spPr>
        <p:txBody>
          <a:bodyPr wrap="square" lIns="0" tIns="4334" rIns="0" bIns="-4334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Chuẩn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9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cam</a:t>
            </a:r>
            <a:r>
              <a:rPr lang="en-US" sz="1950" dirty="0" spc="-2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9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pha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9645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36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3a5255df-37ca-4447-b2e2-ac7cb25a9b6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2026-10-19T01:36:41Z</dcterms:created>
  <dcterms:modified xsi:type="dcterms:W3CDTF">2026-10-19T01:36:41Z</dcterms:modified>
</cp:coreProperties>
</file>