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Băm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7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1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1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1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15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1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1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286250"/>
            <a:ext cx="8382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lệch,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25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sd-04-039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0" y="914400"/>
            <a:ext cx="6896100" cy="7848600"/>
          </a:xfrm>
          <a:prstGeom prst="roundRect">
            <a:avLst>
              <a:gd name="adj" fmla="val 38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96600" y="13335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18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96600" y="2095500"/>
            <a:ext cx="6096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dirty="0" spc="-1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6.889</a:t>
            </a:r>
            <a:endParaRPr lang="en-US" sz="15000" dirty="0"/>
          </a:p>
        </p:txBody>
      </p:sp>
      <p:sp>
        <p:nvSpPr>
          <p:cNvPr id="10" name="Text 8"/>
          <p:cNvSpPr/>
          <p:nvPr/>
        </p:nvSpPr>
        <p:spPr>
          <a:xfrm>
            <a:off x="10896600" y="47625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896600" y="6286500"/>
            <a:ext cx="6057900" cy="19050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2" name="Text 10"/>
          <p:cNvSpPr/>
          <p:nvPr/>
        </p:nvSpPr>
        <p:spPr>
          <a:xfrm>
            <a:off x="10896600" y="66675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 ĐIỂM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18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896600" y="71247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lại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c7f5b26e-955b-4c08-a1b6-e4f2d627e1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gây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bão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dời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810500" cy="3429000"/>
          </a:xfrm>
          <a:prstGeom prst="roundRect">
            <a:avLst>
              <a:gd name="adj" fmla="val 777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813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băm(khóa)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95400" y="533400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Thêm,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dời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63100" y="2857500"/>
            <a:ext cx="7810500" cy="3429000"/>
          </a:xfrm>
          <a:prstGeom prst="roundRect">
            <a:avLst>
              <a:gd name="adj" fmla="val 7778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944100" y="31813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800" b="1" spc="1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80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44100" y="3714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944100" y="533400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Hầu</a:t>
            </a:r>
            <a:r>
              <a:rPr lang="en-US" sz="24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667500"/>
            <a:ext cx="164592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9532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5400" y="7410450"/>
            <a:ext cx="1562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200.000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user:số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sha256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95400" y="8020050"/>
            <a:ext cx="15621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4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5c6c786-5ebb-40bc-b106-c3ace06019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432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753600" y="42862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cùng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00075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28650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295400" y="7429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30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0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72600" y="600075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63246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753600" y="695325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Điểm</a:t>
            </a:r>
            <a:r>
              <a:rPr lang="en-US" sz="4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4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r>
              <a:rPr lang="en-US" sz="42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4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b3bffee-8cef-4305-a99c-e971118081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950" b="1" spc="18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200.000</a:t>
            </a:r>
            <a:r>
              <a:rPr lang="en-US" sz="1950" b="1" spc="20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9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9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67050"/>
            <a:ext cx="476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95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b="1" spc="1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67500" y="3067050"/>
            <a:ext cx="476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1950" b="1" spc="11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001500" y="3067050"/>
            <a:ext cx="5143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b="1" spc="11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7719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394335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67500" y="394335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1.959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2001500" y="3943350"/>
            <a:ext cx="5143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44.980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914400" y="48006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97205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667500" y="497205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8.977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001500" y="4972050"/>
            <a:ext cx="5143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28.645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914400" y="58293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5400" y="600075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667500" y="600075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18.397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2001500" y="6000750"/>
            <a:ext cx="5143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22.186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914400" y="68580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5400" y="702945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1.000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667500" y="702945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18.883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2001500" y="7029450"/>
            <a:ext cx="5143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21.128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14400" y="80581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20.000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8515350"/>
            <a:ext cx="1619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Cassandra: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token/máy,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vị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1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4728d6b5-36f9-4792-84e9-dac95811e8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spc="17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s3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hỏng: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4191000" cy="2857500"/>
          </a:xfrm>
          <a:prstGeom prst="roundRect">
            <a:avLst>
              <a:gd name="adj" fmla="val 9333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514850"/>
            <a:ext cx="342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7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800" b="1" spc="226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504825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6.889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295400" y="6286500"/>
            <a:ext cx="3429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250" dirty="0" spc="2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3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250" dirty="0" spc="0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77000" y="2857500"/>
            <a:ext cx="10896600" cy="1809750"/>
          </a:xfrm>
          <a:prstGeom prst="roundRect">
            <a:avLst>
              <a:gd name="adj" fmla="val 12632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3105150"/>
            <a:ext cx="10096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18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3524250"/>
            <a:ext cx="1009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0" y="4076700"/>
            <a:ext cx="1009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77000" y="4857750"/>
            <a:ext cx="108966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5105400"/>
            <a:ext cx="10096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 ĐIỂM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18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5524500"/>
            <a:ext cx="1009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0" y="6076950"/>
            <a:ext cx="1009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4.085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477000" y="6858000"/>
            <a:ext cx="108966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7105650"/>
            <a:ext cx="10096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1800" b="1" spc="23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DƯ,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 XUỐNG 9</a:t>
            </a:r>
            <a:r>
              <a:rPr lang="en-US" sz="1800" b="1" spc="1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7524750"/>
            <a:ext cx="1009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180.046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0" y="8077200"/>
            <a:ext cx="1009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90%,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100" dirty="0"/>
          </a:p>
        </p:txBody>
      </p:sp>
      <p:sp>
        <p:nvSpPr>
          <p:cNvPr id="20" name="Connector line-1792375441680-567029186"/>
          <p:cNvSpPr/>
          <p:nvPr/>
        </p:nvSpPr>
        <p:spPr>
          <a:xfrm flipV="1">
            <a:off x="5143500" y="3762375"/>
            <a:ext cx="1257300" cy="1571625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375441680-287654836"/>
          <p:cNvSpPr/>
          <p:nvPr/>
        </p:nvSpPr>
        <p:spPr>
          <a:xfrm>
            <a:off x="5143500" y="5619750"/>
            <a:ext cx="1257300" cy="142875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75441680-753650319"/>
          <p:cNvSpPr/>
          <p:nvPr/>
        </p:nvSpPr>
        <p:spPr>
          <a:xfrm>
            <a:off x="5143500" y="5905500"/>
            <a:ext cx="1257300" cy="1857375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0c314ba2-661c-46f4-a1c1-5a32266ae9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9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miễn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62250" y="3143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vòng: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2762250" y="3667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Thêm,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629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762250" y="4667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2762250" y="5191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153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2762250" y="6191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762250" y="6715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7429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677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2762250" y="7715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762250" y="8239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DynamoDB,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Cassandra,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Discord,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Akamai,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b716b77-50bd-4b25-855b-1dccbed879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khác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 theo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250" dirty="0"/>
          </a:p>
        </p:txBody>
      </p:sp>
      <p:sp>
        <p:nvSpPr>
          <p:cNvPr id="5" name="Connector line-1792375477180-801898123"/>
          <p:cNvSpPr/>
          <p:nvPr/>
        </p:nvSpPr>
        <p:spPr>
          <a:xfrm>
            <a:off x="1085850" y="3905250"/>
            <a:ext cx="15963900" cy="0"/>
          </a:xfrm>
          <a:prstGeom prst="line">
            <a:avLst/>
          </a:prstGeom>
          <a:noFill/>
          <a:ln w="571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14400" y="3733800"/>
            <a:ext cx="342900" cy="342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Shape 5"/>
          <p:cNvSpPr/>
          <p:nvPr/>
        </p:nvSpPr>
        <p:spPr>
          <a:xfrm>
            <a:off x="5153025" y="3733800"/>
            <a:ext cx="342900" cy="342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Shape 6"/>
          <p:cNvSpPr/>
          <p:nvPr/>
        </p:nvSpPr>
        <p:spPr>
          <a:xfrm>
            <a:off x="9391650" y="3733800"/>
            <a:ext cx="342900" cy="3429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3630275" y="3733800"/>
            <a:ext cx="342900" cy="3429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3850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53025" y="323850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91650" y="323850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30275" y="323850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4000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153025" y="4343400"/>
            <a:ext cx="4000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391650" y="4343400"/>
            <a:ext cx="4000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đôi,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3630275" y="43434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tiếp: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chuyền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6096000"/>
            <a:ext cx="16459200" cy="2667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5400" y="6381750"/>
            <a:ext cx="1562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95400" y="6858000"/>
            <a:ext cx="1562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295400" y="7429500"/>
            <a:ext cx="1562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295400" y="8001000"/>
            <a:ext cx="1562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7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5681b1e9-5f9a-4f88-92a3-3e94a28527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9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Càng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chia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3771900" cy="4191000"/>
          </a:xfrm>
          <a:prstGeom prst="roundRect">
            <a:avLst>
              <a:gd name="adj" fmla="val 70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95650"/>
            <a:ext cx="3048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3048000" cy="168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-1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0,75</a:t>
            </a:r>
            <a:endParaRPr lang="en-US" sz="7800" dirty="0"/>
          </a:p>
        </p:txBody>
      </p:sp>
      <p:sp>
        <p:nvSpPr>
          <p:cNvPr id="7" name="Shape 5"/>
          <p:cNvSpPr/>
          <p:nvPr/>
        </p:nvSpPr>
        <p:spPr>
          <a:xfrm>
            <a:off x="5143500" y="2952750"/>
            <a:ext cx="3771900" cy="4191000"/>
          </a:xfrm>
          <a:prstGeom prst="roundRect">
            <a:avLst>
              <a:gd name="adj" fmla="val 70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4500" y="3295650"/>
            <a:ext cx="3048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 ĐIỂM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24500" y="4000500"/>
            <a:ext cx="3048000" cy="168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0,31</a:t>
            </a:r>
            <a:endParaRPr lang="en-US" sz="7800" dirty="0"/>
          </a:p>
        </p:txBody>
      </p:sp>
      <p:sp>
        <p:nvSpPr>
          <p:cNvPr id="10" name="Shape 8"/>
          <p:cNvSpPr/>
          <p:nvPr/>
        </p:nvSpPr>
        <p:spPr>
          <a:xfrm>
            <a:off x="9372600" y="2952750"/>
            <a:ext cx="3771900" cy="4191000"/>
          </a:xfrm>
          <a:prstGeom prst="roundRect">
            <a:avLst>
              <a:gd name="adj" fmla="val 7071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3295650"/>
            <a:ext cx="3048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 ĐIỂM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53600" y="4000500"/>
            <a:ext cx="3048000" cy="168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-7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0,06</a:t>
            </a:r>
            <a:endParaRPr lang="en-US" sz="7800" dirty="0"/>
          </a:p>
        </p:txBody>
      </p:sp>
      <p:sp>
        <p:nvSpPr>
          <p:cNvPr id="13" name="Shape 11"/>
          <p:cNvSpPr/>
          <p:nvPr/>
        </p:nvSpPr>
        <p:spPr>
          <a:xfrm>
            <a:off x="13601700" y="2952750"/>
            <a:ext cx="3771900" cy="4191000"/>
          </a:xfrm>
          <a:prstGeom prst="roundRect">
            <a:avLst>
              <a:gd name="adj" fmla="val 7071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3982700" y="3295650"/>
            <a:ext cx="3048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 ĐIỂM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982700" y="4000500"/>
            <a:ext cx="3048000" cy="168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0,04</a:t>
            </a:r>
            <a:endParaRPr lang="en-US" sz="7800" dirty="0"/>
          </a:p>
        </p:txBody>
      </p:sp>
      <p:sp>
        <p:nvSpPr>
          <p:cNvPr id="16" name="Text 14"/>
          <p:cNvSpPr/>
          <p:nvPr/>
        </p:nvSpPr>
        <p:spPr>
          <a:xfrm>
            <a:off x="1295400" y="5905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524500" y="5905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753600" y="5905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982700" y="5905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762000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 bằng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14400" y="8191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3.13.16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sha256,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1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c70b719-0ae5-4e08-9efd-49388f1284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33750"/>
            <a:ext cx="7048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22910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76250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phối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7810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286500"/>
            <a:ext cx="7048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DB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295400" y="718185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DataBase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95400" y="771525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63100" y="3048000"/>
            <a:ext cx="7810500" cy="2714625"/>
          </a:xfrm>
          <a:prstGeom prst="roundRect">
            <a:avLst>
              <a:gd name="adj" fmla="val 982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944100" y="33528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44100" y="381000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63100" y="6048375"/>
            <a:ext cx="7810500" cy="2714625"/>
          </a:xfrm>
          <a:prstGeom prst="roundRect">
            <a:avLst>
              <a:gd name="adj" fmla="val 9825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9944100" y="6353175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1800" b="1" spc="21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44100" y="6810375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conf/cassandra.yaml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d954308-a063-43f0-bd9b-2740431e90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2026-10-19T02:05:17Z</dcterms:created>
  <dcterms:modified xsi:type="dcterms:W3CDTF">2026-10-19T02:05:17Z</dcterms:modified>
</cp:coreProperties>
</file>