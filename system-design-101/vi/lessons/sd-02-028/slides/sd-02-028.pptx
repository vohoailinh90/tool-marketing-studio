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5" name="Connector line-1792382904326-5634525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Khối</a:t>
            </a: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150" dirty="0" spc="-1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150" dirty="0" spc="-2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676d8ad-98a8-45cb-97fe-2bff2be560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đoạn,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hỏi: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ai?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42ce2db-c6dc-4c74-a1be-ed66f26d9b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000500"/>
                <a:gridCol w="124587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Điều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Theo</a:t>
                      </a:r>
                      <a:r>
                        <a:rPr lang="en-US" sz="240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Đóng</a:t>
                      </a:r>
                      <a:r>
                        <a:rPr lang="en-US" sz="24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400" dirty="0" spc="2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khai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</a:t>
                      </a:r>
                      <a:r>
                        <a:rPr lang="en-US" sz="2400" b="1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r>
                        <a:rPr lang="en-US" sz="2400" dirty="0" spc="-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WAR,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2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Rails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 công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ty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khởi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nghiệp</a:t>
                      </a:r>
                      <a:r>
                        <a:rPr lang="en-US" sz="24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03/10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af703a5-35fd-4df7-a35e-6d3a87bddb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1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microservice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0" name="Connector line-1792382907109-745981609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4" name="Connector line-1792382907114-257803846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Lộ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000" dirty="0"/>
          </a:p>
        </p:txBody>
      </p:sp>
      <p:sp>
        <p:nvSpPr>
          <p:cNvPr id="18" name="Connector line-1792382907119-885317543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e01311-c7b0-47ff-9268-ef9dcd42d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màn</a:t>
            </a:r>
            <a:r>
              <a:rPr lang="en-US" sz="6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-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300" dirty="0"/>
          </a:p>
        </p:txBody>
      </p:sp>
      <p:sp>
        <p:nvSpPr>
          <p:cNvPr id="7" name="Connector line-1792382907996-382502354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 API</a:t>
            </a:r>
            <a:endParaRPr lang="en-US" sz="3300" dirty="0"/>
          </a:p>
        </p:txBody>
      </p:sp>
      <p:sp>
        <p:nvSpPr>
          <p:cNvPr id="11" name="Connector line-1792382908000-120402725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Phim,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300" dirty="0" spc="6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diễn viên</a:t>
            </a:r>
            <a:endParaRPr lang="en-US" sz="3300" dirty="0"/>
          </a:p>
        </p:txBody>
      </p:sp>
      <p:sp>
        <p:nvSpPr>
          <p:cNvPr id="15" name="Connector line-1792382908004-304156172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3300" dirty="0" spc="-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2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của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ac0f821-1d2c-469d-bc0d-21fe2a0802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6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khó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r>
              <a:rPr lang="en-US" sz="19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dbdf83-2a96-4fcf-9793-193af2c58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5fbdec2-586e-4d75-92f8-dbb6b0158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25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gọi,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sau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250" dirty="0" spc="-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250" dirty="0" spc="-2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aa02b8b-f196-44c3-b098-132b99fa79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 ĐỘNG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chậm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lời: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850" b="1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a8d1bfd-e502-475c-9176-1b4683599b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WAR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ARchive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web:</a:t>
                      </a:r>
                      <a:r>
                        <a:rPr lang="en-US" sz="2250" dirty="0" spc="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đóng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71d1b23-6fe9-4c47-9259-8ee6af2066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2026-10-19T05:17:57Z</dcterms:created>
  <dcterms:modified xsi:type="dcterms:W3CDTF">2026-10-19T05:17:57Z</dcterms:modified>
</cp:coreProperties>
</file>