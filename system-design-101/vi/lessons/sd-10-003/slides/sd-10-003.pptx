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81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9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full-stack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8572500" cy="1428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8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vùng của</a:t>
            </a:r>
            <a:r>
              <a:rPr lang="en-US" sz="28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 Gồm</a:t>
            </a:r>
            <a:r>
              <a:rPr lang="en-US" sz="28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850" dirty="0"/>
          </a:p>
        </p:txBody>
      </p:sp>
      <p:sp>
        <p:nvSpPr>
          <p:cNvPr id="5" name="Connector line-1792334993980-365623362"/>
          <p:cNvSpPr/>
          <p:nvPr/>
        </p:nvSpPr>
        <p:spPr>
          <a:xfrm>
            <a:off x="914400" y="7048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104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1440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43250" y="74104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350" dirty="0"/>
          </a:p>
        </p:txBody>
      </p:sp>
      <p:sp>
        <p:nvSpPr>
          <p:cNvPr id="9" name="Text 7"/>
          <p:cNvSpPr/>
          <p:nvPr/>
        </p:nvSpPr>
        <p:spPr>
          <a:xfrm>
            <a:off x="314325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19750" y="74104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561975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05750" y="74104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50" dirty="0"/>
          </a:p>
        </p:txBody>
      </p:sp>
      <p:sp>
        <p:nvSpPr>
          <p:cNvPr id="13" name="Text 11"/>
          <p:cNvSpPr/>
          <p:nvPr/>
        </p:nvSpPr>
        <p:spPr>
          <a:xfrm>
            <a:off x="790575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9620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096500" y="1809750"/>
            <a:ext cx="7277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01300" y="2152650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763250" y="2171700"/>
            <a:ext cx="628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</a:t>
            </a:r>
            <a:r>
              <a:rPr lang="en-US" sz="3450" dirty="0" spc="-3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4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0763250" y="2819400"/>
            <a:ext cx="628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frontend,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096500" y="3905250"/>
            <a:ext cx="7277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01300" y="4248150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10763250" y="4267200"/>
            <a:ext cx="628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</a:t>
            </a:r>
            <a:r>
              <a:rPr lang="en-US" sz="34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4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10763250" y="4914900"/>
            <a:ext cx="628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backend,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0096500" y="6000750"/>
            <a:ext cx="7277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01300" y="6343650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0763250" y="6362700"/>
            <a:ext cx="628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</a:t>
            </a:r>
            <a:r>
              <a:rPr lang="en-US" sz="3450" dirty="0" spc="-2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34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3450" dirty="0"/>
          </a:p>
        </p:txBody>
      </p:sp>
      <p:sp>
        <p:nvSpPr>
          <p:cNvPr id="26" name="Text 24"/>
          <p:cNvSpPr/>
          <p:nvPr/>
        </p:nvSpPr>
        <p:spPr>
          <a:xfrm>
            <a:off x="10763250" y="7010400"/>
            <a:ext cx="628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đám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mây,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b955d4b-7985-4e13-98e4-9f0f893eb8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dụng,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full-stack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thạo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591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01040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Nắm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42875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950" b="1" spc="13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1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17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0" y="2038350"/>
            <a:ext cx="74676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0" y="2343150"/>
            <a:ext cx="6705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700" b="1" dirty="0" spc="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906000" y="2895600"/>
            <a:ext cx="6705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frontend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diện</a:t>
            </a:r>
            <a:endParaRPr lang="en-US" sz="2100" dirty="0"/>
          </a:p>
        </p:txBody>
      </p:sp>
      <p:sp>
        <p:nvSpPr>
          <p:cNvPr id="13" name="Connector line-1792335036435-248075188"/>
          <p:cNvSpPr/>
          <p:nvPr/>
        </p:nvSpPr>
        <p:spPr>
          <a:xfrm>
            <a:off x="13258800" y="3714750"/>
            <a:ext cx="0" cy="4572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525000" y="4229100"/>
            <a:ext cx="746760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6000" y="4533900"/>
            <a:ext cx="6705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700" b="1" dirty="0" spc="-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906000" y="5086350"/>
            <a:ext cx="6705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backend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cơ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17" name="Connector line-1792335036440-264620154"/>
          <p:cNvSpPr/>
          <p:nvPr/>
        </p:nvSpPr>
        <p:spPr>
          <a:xfrm>
            <a:off x="13258800" y="5905500"/>
            <a:ext cx="0" cy="4572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25000" y="6419850"/>
            <a:ext cx="7467600" cy="1619250"/>
          </a:xfrm>
          <a:prstGeom prst="roundRect">
            <a:avLst>
              <a:gd name="adj" fmla="val 1411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06000" y="6724650"/>
            <a:ext cx="6705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700" b="1" dirty="0" spc="-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7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906000" y="7277100"/>
            <a:ext cx="6705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đám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525000" y="824865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62056d53-d523-4186-8829-bcb515f2e9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</a:t>
            </a:r>
            <a:r>
              <a:rPr lang="en-US" sz="78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810500" cy="1905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vùng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phần</a:t>
            </a:r>
            <a:r>
              <a:rPr lang="en-US" sz="28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5143500"/>
            <a:ext cx="24765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647700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7818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2009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5000" y="1333500"/>
            <a:ext cx="7467600" cy="2190750"/>
          </a:xfrm>
          <a:prstGeom prst="roundRect">
            <a:avLst>
              <a:gd name="adj" fmla="val 1043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10750" y="1676400"/>
            <a:ext cx="95250" cy="15049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10191750" y="1676400"/>
            <a:ext cx="657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Frontend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191750" y="2381250"/>
            <a:ext cx="657225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7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525000" y="3810000"/>
            <a:ext cx="7467600" cy="2190750"/>
          </a:xfrm>
          <a:prstGeom prst="roundRect">
            <a:avLst>
              <a:gd name="adj" fmla="val 1043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10750" y="4152900"/>
            <a:ext cx="95250" cy="15049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6" name="Text 14"/>
          <p:cNvSpPr/>
          <p:nvPr/>
        </p:nvSpPr>
        <p:spPr>
          <a:xfrm>
            <a:off x="10191750" y="4152900"/>
            <a:ext cx="657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</a:t>
            </a:r>
            <a:r>
              <a:rPr lang="en-US" sz="30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191750" y="4857750"/>
            <a:ext cx="657225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7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2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25000" y="6286500"/>
            <a:ext cx="7467600" cy="2190750"/>
          </a:xfrm>
          <a:prstGeom prst="roundRect">
            <a:avLst>
              <a:gd name="adj" fmla="val 1043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10750" y="6629400"/>
            <a:ext cx="95250" cy="15049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0191750" y="6629400"/>
            <a:ext cx="657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3000" b="1" dirty="0" spc="-3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0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0191750" y="7334250"/>
            <a:ext cx="657225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2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6581393d-20aa-4d4c-8ba3-018b2844ea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7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5143500"/>
            <a:ext cx="24765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647700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7818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2009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Backend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logic;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0" y="1219200"/>
            <a:ext cx="746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00" b="1" spc="18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0" y="1714500"/>
            <a:ext cx="7467600" cy="2762250"/>
          </a:xfrm>
          <a:prstGeom prst="roundRect">
            <a:avLst>
              <a:gd name="adj" fmla="val 8276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0750" y="2057400"/>
            <a:ext cx="95250" cy="2076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0191750" y="2057400"/>
            <a:ext cx="657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Backend</a:t>
            </a:r>
            <a:endParaRPr lang="en-US" sz="3000" dirty="0"/>
          </a:p>
        </p:txBody>
      </p:sp>
      <p:sp>
        <p:nvSpPr>
          <p:cNvPr id="14" name="Text richtext-1792335296651-475604025"/>
          <p:cNvSpPr/>
          <p:nvPr/>
        </p:nvSpPr>
        <p:spPr>
          <a:xfrm>
            <a:off x="10191750" y="2781300"/>
            <a:ext cx="6572250" cy="1381125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Logic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endParaRPr lang="en-US" sz="2250" dirty="0"/>
          </a:p>
        </p:txBody>
      </p:sp>
      <p:sp>
        <p:nvSpPr>
          <p:cNvPr id="15" name="Connector line-1792335296679-385412815"/>
          <p:cNvSpPr/>
          <p:nvPr/>
        </p:nvSpPr>
        <p:spPr>
          <a:xfrm>
            <a:off x="13258800" y="4476750"/>
            <a:ext cx="0" cy="76200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oval"/>
            <a:tailEnd type="oval"/>
          </a:ln>
        </p:spPr>
      </p:sp>
      <p:sp>
        <p:nvSpPr>
          <p:cNvPr id="16" name="Shape 14"/>
          <p:cNvSpPr/>
          <p:nvPr/>
        </p:nvSpPr>
        <p:spPr>
          <a:xfrm>
            <a:off x="9525000" y="5238750"/>
            <a:ext cx="7467600" cy="2762250"/>
          </a:xfrm>
          <a:prstGeom prst="roundRect">
            <a:avLst>
              <a:gd name="adj" fmla="val 8276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10750" y="5581650"/>
            <a:ext cx="95250" cy="2076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91750" y="5581650"/>
            <a:ext cx="657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30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30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000" dirty="0"/>
          </a:p>
        </p:txBody>
      </p:sp>
      <p:sp>
        <p:nvSpPr>
          <p:cNvPr id="19" name="Text richtext-1792335296682-269474922"/>
          <p:cNvSpPr/>
          <p:nvPr/>
        </p:nvSpPr>
        <p:spPr>
          <a:xfrm>
            <a:off x="10191750" y="6305550"/>
            <a:ext cx="6572250" cy="1381125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525000" y="8267700"/>
            <a:ext cx="7467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6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51ddf71a-de1b-486b-9f3a-d191d4a9b7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</a:t>
            </a:r>
            <a:r>
              <a:rPr lang="en-US" sz="78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5143500"/>
            <a:ext cx="24765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647700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F3DFB8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7818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2009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CI/CD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liên tục.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0" y="1219200"/>
            <a:ext cx="746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00" b="1" spc="19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0" y="17145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0750" y="2057400"/>
            <a:ext cx="95250" cy="1600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0191750" y="2057400"/>
            <a:ext cx="657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300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b="1" dirty="0" spc="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300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191750" y="2762250"/>
            <a:ext cx="657225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 lý</a:t>
            </a:r>
            <a:r>
              <a:rPr lang="en-US" sz="22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0" y="4286250"/>
            <a:ext cx="7467600" cy="3619500"/>
          </a:xfrm>
          <a:prstGeom prst="roundRect">
            <a:avLst>
              <a:gd name="adj" fmla="val 6316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10750" y="4629150"/>
            <a:ext cx="95250" cy="2952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0191750" y="4629150"/>
            <a:ext cx="657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30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000" b="1" dirty="0" spc="-2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191750" y="5334000"/>
            <a:ext cx="657225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tầng,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191750" y="6362700"/>
            <a:ext cx="657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ỐNG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191750" y="6762750"/>
            <a:ext cx="1809750" cy="819150"/>
          </a:xfrm>
          <a:prstGeom prst="roundRect">
            <a:avLst>
              <a:gd name="adj" fmla="val 23256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573000" y="6762750"/>
            <a:ext cx="1809750" cy="819150"/>
          </a:xfrm>
          <a:prstGeom prst="roundRect">
            <a:avLst>
              <a:gd name="adj" fmla="val 23256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4954250" y="6762750"/>
            <a:ext cx="1809750" cy="819150"/>
          </a:xfrm>
          <a:prstGeom prst="roundRect">
            <a:avLst>
              <a:gd name="adj" fmla="val 23256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CI/CD</a:t>
            </a:r>
            <a:endParaRPr lang="en-US" sz="2250" dirty="0"/>
          </a:p>
        </p:txBody>
      </p:sp>
      <p:sp>
        <p:nvSpPr>
          <p:cNvPr id="23" name="Connector line-1792335359352-574010337"/>
          <p:cNvSpPr/>
          <p:nvPr/>
        </p:nvSpPr>
        <p:spPr>
          <a:xfrm>
            <a:off x="12058650" y="7172325"/>
            <a:ext cx="457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4" name="Connector line-1792335359353-398197598"/>
          <p:cNvSpPr/>
          <p:nvPr/>
        </p:nvSpPr>
        <p:spPr>
          <a:xfrm>
            <a:off x="14439900" y="7172325"/>
            <a:ext cx="457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525000" y="8267700"/>
            <a:ext cx="7467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6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dfbfea8f-eced-4f6d-95bd-7f4b7c0192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3619500"/>
            <a:ext cx="76200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39052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0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676275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7048500"/>
            <a:ext cx="685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80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 BIÊN</a:t>
            </a:r>
            <a:r>
              <a:rPr lang="en-US" sz="1800" b="1" spc="21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0" y="1219200"/>
            <a:ext cx="746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BẢY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1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0" y="1676400"/>
            <a:ext cx="746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0" y="2057400"/>
            <a:ext cx="2362200" cy="1619250"/>
          </a:xfrm>
          <a:prstGeom prst="roundRect">
            <a:avLst>
              <a:gd name="adj" fmla="val 12941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Frontend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077700" y="2057400"/>
            <a:ext cx="2362200" cy="1619250"/>
          </a:xfrm>
          <a:prstGeom prst="roundRect">
            <a:avLst>
              <a:gd name="adj" fmla="val 12941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</a:t>
            </a: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4630400" y="2057400"/>
            <a:ext cx="2362200" cy="1619250"/>
          </a:xfrm>
          <a:prstGeom prst="roundRect">
            <a:avLst>
              <a:gd name="adj" fmla="val 12941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250" b="1" dirty="0" spc="-2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b="1" dirty="0" spc="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0" y="3924300"/>
            <a:ext cx="746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800" b="1" spc="1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22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25000" y="4305300"/>
            <a:ext cx="3638550" cy="1619250"/>
          </a:xfrm>
          <a:prstGeom prst="roundRect">
            <a:avLst>
              <a:gd name="adj" fmla="val 12941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Backend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354050" y="4305300"/>
            <a:ext cx="3638550" cy="1619250"/>
          </a:xfrm>
          <a:prstGeom prst="roundRect">
            <a:avLst>
              <a:gd name="adj" fmla="val 12941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2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525000" y="6172200"/>
            <a:ext cx="746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800" b="1" spc="19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2</a:t>
            </a:r>
            <a:r>
              <a:rPr lang="en-US" sz="18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0" y="6553200"/>
            <a:ext cx="3638550" cy="1619250"/>
          </a:xfrm>
          <a:prstGeom prst="roundRect">
            <a:avLst>
              <a:gd name="adj" fmla="val 12941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22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b="1" dirty="0" spc="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2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354050" y="6553200"/>
            <a:ext cx="3638550" cy="1619250"/>
          </a:xfrm>
          <a:prstGeom prst="roundRect">
            <a:avLst>
              <a:gd name="adj" fmla="val 12941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22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b="1" dirty="0" spc="-1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25000" y="8324850"/>
            <a:ext cx="7467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trên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7500" dirty="0"/>
          </a:p>
        </p:txBody>
      </p:sp>
      <p:sp>
        <p:nvSpPr>
          <p:cNvPr id="31" name="Text richtext-1792335465149-979280001"/>
          <p:cNvSpPr/>
          <p:nvPr/>
        </p:nvSpPr>
        <p:spPr>
          <a:xfrm>
            <a:off x="1295400" y="4324350"/>
            <a:ext cx="6858000" cy="1666875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nêu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nêu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thạo,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chỉ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1295400" y="748665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Full-stack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rộng,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vùng.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e050f3d5-da83-4b0b-ac4a-87f6edb83f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950" b="1" spc="21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 đã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sắp</a:t>
            </a:r>
            <a:r>
              <a:rPr lang="en-US" sz="75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5143500"/>
            <a:ext cx="3429000" cy="6858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647700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7818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200900"/>
            <a:ext cx="6858000" cy="1190625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dùng ảnh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 nên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nêu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nghệ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0" y="12192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80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382750" y="12192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b="1" spc="2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858750" y="2171700"/>
            <a:ext cx="1524000" cy="1924050"/>
          </a:xfrm>
          <a:custGeom>
            <a:avLst/>
            <a:gdLst/>
            <a:ahLst/>
            <a:cxnLst/>
            <a:rect l="l" t="t" r="r" b="b"/>
            <a:pathLst>
              <a:path w="1524000" h="1924050">
                <a:moveTo>
                  <a:pt x="0" y="0"/>
                </a:moveTo>
                <a:cubicBezTo>
                  <a:pt x="762000" y="0"/>
                  <a:pt x="762000" y="1924050"/>
                  <a:pt x="1524000" y="1924050"/>
                </a:cubicBezTo>
              </a:path>
            </a:pathLst>
          </a:custGeom>
          <a:ln w="28575">
            <a:solidFill>
              <a:srgbClr val="7C9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58750" y="2428875"/>
            <a:ext cx="1524000" cy="600075"/>
          </a:xfrm>
          <a:custGeom>
            <a:avLst/>
            <a:gdLst/>
            <a:ahLst/>
            <a:cxnLst/>
            <a:rect l="l" t="t" r="r" b="b"/>
            <a:pathLst>
              <a:path w="1524000" h="600075">
                <a:moveTo>
                  <a:pt x="0" y="600075"/>
                </a:moveTo>
                <a:cubicBezTo>
                  <a:pt x="762000" y="600075"/>
                  <a:pt x="762000" y="0"/>
                  <a:pt x="1524000" y="0"/>
                </a:cubicBezTo>
              </a:path>
            </a:pathLst>
          </a:custGeom>
          <a:ln w="28575">
            <a:solidFill>
              <a:srgbClr val="3D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58750" y="2809875"/>
            <a:ext cx="1524000" cy="1076325"/>
          </a:xfrm>
          <a:custGeom>
            <a:avLst/>
            <a:gdLst/>
            <a:ahLst/>
            <a:cxnLst/>
            <a:rect l="l" t="t" r="r" b="b"/>
            <a:pathLst>
              <a:path w="1524000" h="1076325">
                <a:moveTo>
                  <a:pt x="0" y="1076325"/>
                </a:moveTo>
                <a:cubicBezTo>
                  <a:pt x="762000" y="1076325"/>
                  <a:pt x="762000" y="0"/>
                  <a:pt x="1524000" y="0"/>
                </a:cubicBezTo>
              </a:path>
            </a:pathLst>
          </a:custGeom>
          <a:ln w="28575">
            <a:solidFill>
              <a:srgbClr val="3D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58750" y="4429125"/>
            <a:ext cx="1524000" cy="314325"/>
          </a:xfrm>
          <a:custGeom>
            <a:avLst/>
            <a:gdLst/>
            <a:ahLst/>
            <a:cxnLst/>
            <a:rect l="l" t="t" r="r" b="b"/>
            <a:pathLst>
              <a:path w="1524000" h="314325">
                <a:moveTo>
                  <a:pt x="0" y="314325"/>
                </a:moveTo>
                <a:cubicBezTo>
                  <a:pt x="762000" y="314325"/>
                  <a:pt x="762000" y="0"/>
                  <a:pt x="1524000" y="0"/>
                </a:cubicBezTo>
              </a:path>
            </a:pathLst>
          </a:custGeom>
          <a:ln w="28575">
            <a:solidFill>
              <a:srgbClr val="7C93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58750" y="5600700"/>
            <a:ext cx="1524000" cy="590550"/>
          </a:xfrm>
          <a:custGeom>
            <a:avLst/>
            <a:gdLst/>
            <a:ahLst/>
            <a:cxnLst/>
            <a:rect l="l" t="t" r="r" b="b"/>
            <a:pathLst>
              <a:path w="1524000" h="590550">
                <a:moveTo>
                  <a:pt x="0" y="0"/>
                </a:moveTo>
                <a:cubicBezTo>
                  <a:pt x="762000" y="0"/>
                  <a:pt x="762000" y="590550"/>
                  <a:pt x="1524000" y="590550"/>
                </a:cubicBezTo>
              </a:path>
            </a:pathLst>
          </a:custGeom>
          <a:ln w="28575">
            <a:solidFill>
              <a:srgbClr val="FFB4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58750" y="4762500"/>
            <a:ext cx="1524000" cy="1695450"/>
          </a:xfrm>
          <a:custGeom>
            <a:avLst/>
            <a:gdLst/>
            <a:ahLst/>
            <a:cxnLst/>
            <a:rect l="l" t="t" r="r" b="b"/>
            <a:pathLst>
              <a:path w="1524000" h="1695450">
                <a:moveTo>
                  <a:pt x="0" y="1695450"/>
                </a:moveTo>
                <a:cubicBezTo>
                  <a:pt x="762000" y="1695450"/>
                  <a:pt x="762000" y="0"/>
                  <a:pt x="1524000" y="0"/>
                </a:cubicBezTo>
              </a:path>
            </a:pathLst>
          </a:custGeom>
          <a:ln w="28575">
            <a:solidFill>
              <a:srgbClr val="7C9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58750" y="6715125"/>
            <a:ext cx="1524000" cy="600075"/>
          </a:xfrm>
          <a:custGeom>
            <a:avLst/>
            <a:gdLst/>
            <a:ahLst/>
            <a:cxnLst/>
            <a:rect l="l" t="t" r="r" b="b"/>
            <a:pathLst>
              <a:path w="1524000" h="600075">
                <a:moveTo>
                  <a:pt x="0" y="600075"/>
                </a:moveTo>
                <a:cubicBezTo>
                  <a:pt x="762000" y="600075"/>
                  <a:pt x="762000" y="0"/>
                  <a:pt x="1524000" y="0"/>
                </a:cubicBezTo>
              </a:path>
            </a:pathLst>
          </a:custGeom>
          <a:ln w="28575">
            <a:solidFill>
              <a:srgbClr val="FFB4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25000" y="1809750"/>
            <a:ext cx="3333750" cy="723900"/>
          </a:xfrm>
          <a:prstGeom prst="roundRect">
            <a:avLst>
              <a:gd name="adj" fmla="val 21053"/>
            </a:avLst>
          </a:prstGeom>
          <a:solidFill>
            <a:srgbClr val="14161C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77400" y="1962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48900" y="1809750"/>
            <a:ext cx="25336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Frontend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0" y="2667000"/>
            <a:ext cx="3333750" cy="723900"/>
          </a:xfrm>
          <a:prstGeom prst="roundRect">
            <a:avLst>
              <a:gd name="adj" fmla="val 21053"/>
            </a:avLst>
          </a:prstGeom>
          <a:solidFill>
            <a:srgbClr val="14161C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77400" y="28194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48900" y="2667000"/>
            <a:ext cx="25336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Backend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525000" y="3524250"/>
            <a:ext cx="3333750" cy="723900"/>
          </a:xfrm>
          <a:prstGeom prst="roundRect">
            <a:avLst>
              <a:gd name="adj" fmla="val 21053"/>
            </a:avLst>
          </a:prstGeom>
          <a:solidFill>
            <a:srgbClr val="14161C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77400" y="3676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248900" y="3524250"/>
            <a:ext cx="25336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25000" y="4381500"/>
            <a:ext cx="3333750" cy="723900"/>
          </a:xfrm>
          <a:prstGeom prst="roundRect">
            <a:avLst>
              <a:gd name="adj" fmla="val 21053"/>
            </a:avLst>
          </a:prstGeom>
          <a:solidFill>
            <a:srgbClr val="14161C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77400" y="45339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248900" y="4381500"/>
            <a:ext cx="25336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525000" y="5238750"/>
            <a:ext cx="3333750" cy="723900"/>
          </a:xfrm>
          <a:prstGeom prst="roundRect">
            <a:avLst>
              <a:gd name="adj" fmla="val 21053"/>
            </a:avLst>
          </a:prstGeom>
          <a:solidFill>
            <a:srgbClr val="14161C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77400" y="5391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248900" y="5238750"/>
            <a:ext cx="25336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25000" y="6096000"/>
            <a:ext cx="3333750" cy="723900"/>
          </a:xfrm>
          <a:prstGeom prst="roundRect">
            <a:avLst>
              <a:gd name="adj" fmla="val 21053"/>
            </a:avLst>
          </a:prstGeom>
          <a:solidFill>
            <a:srgbClr val="14161C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77400" y="62484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248900" y="6096000"/>
            <a:ext cx="25336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19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525000" y="6953250"/>
            <a:ext cx="3333750" cy="723900"/>
          </a:xfrm>
          <a:prstGeom prst="roundRect">
            <a:avLst>
              <a:gd name="adj" fmla="val 21053"/>
            </a:avLst>
          </a:prstGeom>
          <a:solidFill>
            <a:srgbClr val="14161C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77400" y="7105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248900" y="6953250"/>
            <a:ext cx="25336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4382750" y="1905000"/>
            <a:ext cx="260985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382750" y="2209800"/>
            <a:ext cx="2609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1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4382750" y="2724150"/>
            <a:ext cx="2609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4382750" y="3714750"/>
            <a:ext cx="260985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382750" y="4019550"/>
            <a:ext cx="2609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100" b="1" dirty="0" spc="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4382750" y="4533900"/>
            <a:ext cx="2609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4382750" y="5743575"/>
            <a:ext cx="260985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382750" y="6048375"/>
            <a:ext cx="2609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100" b="1" dirty="0" spc="-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4382750" y="6562725"/>
            <a:ext cx="2609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9525000" y="8267700"/>
            <a:ext cx="7467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c49b7f12-fa81-4fee-98fe-1a80979ff8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714750"/>
            <a:ext cx="7620000" cy="4762500"/>
          </a:xfrm>
          <a:prstGeom prst="roundRect">
            <a:avLst>
              <a:gd name="adj" fmla="val 5600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0386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514850"/>
            <a:ext cx="6858000" cy="5143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hẹn:</a:t>
            </a:r>
            <a:endParaRPr lang="en-US" sz="2550" dirty="0"/>
          </a:p>
        </p:txBody>
      </p:sp>
      <p:sp>
        <p:nvSpPr>
          <p:cNvPr id="7" name="Text richtext-1792338085096-944989317"/>
          <p:cNvSpPr/>
          <p:nvPr/>
        </p:nvSpPr>
        <p:spPr>
          <a:xfrm>
            <a:off x="1295400" y="5143500"/>
            <a:ext cx="6858000" cy="1762125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giờ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lại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đưa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7239000"/>
            <a:ext cx="6858000" cy="66675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0" y="1219200"/>
            <a:ext cx="746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0" y="1714500"/>
            <a:ext cx="7467600" cy="2095500"/>
          </a:xfrm>
          <a:prstGeom prst="roundRect">
            <a:avLst>
              <a:gd name="adj" fmla="val 10909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10750" y="238125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0820400" y="1714500"/>
            <a:ext cx="6057900" cy="2095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ctr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giờ: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570"/>
              </a:lnSpc>
              <a:buNone/>
            </a:pPr>
            <a:r>
              <a:rPr lang="en-US" sz="2550" b="1" dirty="0" spc="-1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frontend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cục: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570"/>
              </a:lnSpc>
              <a:buNone/>
            </a:pPr>
            <a:r>
              <a:rPr lang="en-US" sz="25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550" b="1" dirty="0" spc="-3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b="1" dirty="0" spc="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5000" y="4038600"/>
            <a:ext cx="7467600" cy="2095500"/>
          </a:xfrm>
          <a:prstGeom prst="roundRect">
            <a:avLst>
              <a:gd name="adj" fmla="val 10909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10750" y="470535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0820400" y="4038600"/>
            <a:ext cx="6057900" cy="2095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ctr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trống: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570"/>
              </a:lnSpc>
              <a:buNone/>
            </a:pPr>
            <a:r>
              <a:rPr lang="en-US" sz="2550" b="1" dirty="0" spc="-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backend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570"/>
              </a:lnSpc>
              <a:buNone/>
            </a:pPr>
            <a:r>
              <a:rPr lang="en-US" sz="25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525000" y="6362700"/>
            <a:ext cx="7467600" cy="2095500"/>
          </a:xfrm>
          <a:prstGeom prst="roundRect">
            <a:avLst>
              <a:gd name="adj" fmla="val 10909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10750" y="702945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0820400" y="6362700"/>
            <a:ext cx="6057900" cy="2095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ctr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lên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chạy: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Đám</a:t>
            </a:r>
            <a:r>
              <a:rPr lang="en-US" sz="255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mây,</a:t>
            </a:r>
            <a:r>
              <a:rPr lang="en-US" sz="25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5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tầng,</a:t>
            </a:r>
            <a:r>
              <a:rPr lang="en-US" sz="255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DevOps,</a:t>
            </a:r>
            <a:r>
              <a:rPr lang="en-US" sz="25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4d5118b-2563-4ef9-b388-eaed0ae802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ctr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706100" y="1466850"/>
            <a:ext cx="666750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CI/CD: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 gồm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2857500"/>
            <a:ext cx="5276850" cy="33337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7300" y="3086100"/>
            <a:ext cx="4591050" cy="10287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ctr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3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DevOps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257300" y="4171950"/>
            <a:ext cx="45910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Development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Operations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57300" y="4610100"/>
            <a:ext cx="4591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57300" y="5124450"/>
            <a:ext cx="4591050" cy="9144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505575" y="2857500"/>
            <a:ext cx="5276850" cy="33337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48475" y="3086100"/>
            <a:ext cx="4591050" cy="10287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ctr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848475" y="4171950"/>
            <a:ext cx="45910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Continuous</a:t>
            </a:r>
            <a:r>
              <a:rPr lang="en-US" sz="19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Integration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48475" y="4610100"/>
            <a:ext cx="4591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48475" y="5124450"/>
            <a:ext cx="4591050" cy="9144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gộp,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khi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2096750" y="2857500"/>
            <a:ext cx="5276850" cy="33337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9650" y="3086100"/>
            <a:ext cx="4591050" cy="10287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ctr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12439650" y="4171950"/>
            <a:ext cx="45910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Continuous</a:t>
            </a: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439650" y="4610100"/>
            <a:ext cx="4591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439650" y="5124450"/>
            <a:ext cx="4591050" cy="9144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657225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87705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5400" y="7315200"/>
            <a:ext cx="15697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full-stack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295400" y="7962900"/>
            <a:ext cx="1569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minh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-3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fd9c44c-d219-45ad-94ad-cbe1dfae91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2026-10-18T15:53:44Z</dcterms:created>
  <dcterms:modified xsi:type="dcterms:W3CDTF">2026-10-18T15:53:44Z</dcterms:modified>
</cp:coreProperties>
</file>