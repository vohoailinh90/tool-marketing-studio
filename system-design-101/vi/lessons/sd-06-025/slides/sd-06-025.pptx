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2286000"/>
          </a:xfrm>
          <a:prstGeom prst="rect">
            <a:avLst/>
          </a:prstGeom>
          <a:noFill/>
          <a:ln/>
        </p:spPr>
        <p:txBody>
          <a:bodyPr wrap="square" lIns="0" tIns="47434" rIns="0" bIns="-47434" rtlCol="0" anchor="t"/>
          <a:lstStyle/>
          <a:p>
            <a:pPr algn="l" indent="0" marL="0">
              <a:lnSpc>
                <a:spcPts val="8223"/>
              </a:lnSpc>
              <a:buNone/>
            </a:pPr>
            <a:r>
              <a:rPr lang="en-US" sz="747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 con</a:t>
            </a:r>
            <a:r>
              <a:rPr lang="en-US" sz="7475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475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7475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r>
              <a:rPr lang="en-US" sz="7475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7475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biết:</a:t>
            </a:r>
            <a:r>
              <a:rPr lang="en-US" sz="747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7475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bậc,</a:t>
            </a:r>
            <a:r>
              <a:rPr lang="en-US" sz="7475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475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475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7475" dirty="0"/>
          </a:p>
        </p:txBody>
      </p:sp>
      <p:sp>
        <p:nvSpPr>
          <p:cNvPr id="4" name="Text 2"/>
          <p:cNvSpPr/>
          <p:nvPr/>
        </p:nvSpPr>
        <p:spPr>
          <a:xfrm>
            <a:off x="952500" y="361950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3000" dirty="0"/>
          </a:p>
        </p:txBody>
      </p:sp>
      <p:sp>
        <p:nvSpPr>
          <p:cNvPr id="5" name="Connector line-1792459138022-497252834"/>
          <p:cNvSpPr/>
          <p:nvPr/>
        </p:nvSpPr>
        <p:spPr>
          <a:xfrm>
            <a:off x="952500" y="6858000"/>
            <a:ext cx="163830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457450" y="66484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7" name="Shape 5"/>
          <p:cNvSpPr/>
          <p:nvPr/>
        </p:nvSpPr>
        <p:spPr>
          <a:xfrm>
            <a:off x="6838950" y="6648450"/>
            <a:ext cx="419100" cy="4191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Shape 6"/>
          <p:cNvSpPr/>
          <p:nvPr/>
        </p:nvSpPr>
        <p:spPr>
          <a:xfrm>
            <a:off x="11220450" y="6648450"/>
            <a:ext cx="419100" cy="4191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Shape 7"/>
          <p:cNvSpPr/>
          <p:nvPr/>
        </p:nvSpPr>
        <p:spPr>
          <a:xfrm>
            <a:off x="15601950" y="6648450"/>
            <a:ext cx="419100" cy="4191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666750" y="57150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48250" y="57150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4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429750" y="57150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Đĩa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811250" y="57150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4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4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6750" y="742950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nano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5048250" y="742950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429750" y="742950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3811250" y="742950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be025d10-deec-4f91-a266-f7aab72798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428750"/>
            <a:ext cx="152400" cy="495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104775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NÓI</a:t>
            </a:r>
            <a:r>
              <a:rPr lang="en-US" sz="21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100" b="1" spc="23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24000" y="1619250"/>
            <a:ext cx="15716250" cy="4762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8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8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8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mạng,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52500" y="7239000"/>
            <a:ext cx="163830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edfd1fd4-7785-4d14-a393-a4c40eb3ee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7500" dirty="0" spc="-5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nhớ:</a:t>
            </a:r>
            <a:r>
              <a:rPr lang="en-US" sz="75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75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7500" dirty="0" spc="-3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lớn,</a:t>
            </a:r>
            <a:r>
              <a:rPr lang="en-US" sz="75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75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2476500"/>
            <a:ext cx="36195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KB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(vừa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L1):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1,5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00650" y="2476500"/>
            <a:ext cx="36195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256 KB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(vừa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L2):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3,9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448800" y="2476500"/>
            <a:ext cx="36195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MB: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696950" y="2476500"/>
            <a:ext cx="3619500" cy="28575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512</a:t>
            </a:r>
            <a:r>
              <a:rPr lang="en-US" sz="27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MB:</a:t>
            </a:r>
            <a:r>
              <a:rPr lang="en-US" sz="27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315</a:t>
            </a:r>
            <a:r>
              <a:rPr lang="en-US" sz="27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ns</a:t>
            </a:r>
            <a:endParaRPr lang="en-US" sz="2700" dirty="0"/>
          </a:p>
        </p:txBody>
      </p:sp>
      <p:sp>
        <p:nvSpPr>
          <p:cNvPr id="7" name="Connector line-1792459141828-511007838"/>
          <p:cNvSpPr/>
          <p:nvPr/>
        </p:nvSpPr>
        <p:spPr>
          <a:xfrm>
            <a:off x="4572000" y="3905250"/>
            <a:ext cx="628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59141829-74719558"/>
          <p:cNvSpPr/>
          <p:nvPr/>
        </p:nvSpPr>
        <p:spPr>
          <a:xfrm>
            <a:off x="8820150" y="3905250"/>
            <a:ext cx="628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59141829-695860283"/>
          <p:cNvSpPr/>
          <p:nvPr/>
        </p:nvSpPr>
        <p:spPr>
          <a:xfrm>
            <a:off x="13068300" y="3905250"/>
            <a:ext cx="6286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52500" y="6191250"/>
            <a:ext cx="16383000" cy="1905000"/>
          </a:xfrm>
          <a:prstGeom prst="roundRect">
            <a:avLst>
              <a:gd name="adj" fmla="val 12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ns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Text 1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a3f980d-1ba6-40ed-8502-66842caa91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r>
              <a:rPr lang="en-US" sz="7500" dirty="0" spc="-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5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 máy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4953000"/>
          </a:xfrm>
          <a:prstGeom prst="roundRect">
            <a:avLst>
              <a:gd name="adj" fmla="val 461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762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-1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58,5</a:t>
            </a:r>
            <a:r>
              <a:rPr lang="en-US" sz="90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333500" y="4762500"/>
            <a:ext cx="7048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5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KB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loopback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lại (trung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vị,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Python)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4953000"/>
          </a:xfrm>
          <a:prstGeom prst="roundRect">
            <a:avLst>
              <a:gd name="adj" fmla="val 461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2762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63</a:t>
            </a:r>
            <a:r>
              <a:rPr lang="en-US" sz="90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9906000" y="4762500"/>
            <a:ext cx="7048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KB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(p50)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1717250-e5ed-4903-bdd1-3ba05fc3c5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Đĩa:</a:t>
            </a:r>
            <a:r>
              <a:rPr lang="en-US" sz="7500" dirty="0" spc="1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500" dirty="0" spc="-3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rẻ,</a:t>
            </a:r>
            <a:r>
              <a:rPr lang="en-US" sz="75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 bền</a:t>
            </a:r>
            <a:r>
              <a:rPr lang="en-US" sz="7500" dirty="0" spc="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đắt</a:t>
            </a:r>
            <a:endParaRPr lang="en-US" sz="7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10485120"/>
                <a:gridCol w="589788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1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Thao</a:t>
                      </a:r>
                      <a:r>
                        <a:rPr lang="en-US" sz="2700" dirty="0" spc="4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tác</a:t>
                      </a:r>
                      <a:r>
                        <a:rPr lang="en-US" sz="2700" dirty="0" spc="-2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4</a:t>
                      </a:r>
                      <a:r>
                        <a:rPr lang="en-US" sz="2700" dirty="0" spc="-1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KB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0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Trung</a:t>
                      </a:r>
                      <a:r>
                        <a:rPr lang="en-US" sz="2700" dirty="0" spc="-3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vị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7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ngẫu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nhiên,</a:t>
                      </a:r>
                      <a:r>
                        <a:rPr lang="en-US" sz="27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bỏ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r>
                        <a:rPr lang="en-US" sz="27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70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r>
                        <a:rPr lang="en-US" sz="27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hệ</a:t>
                      </a:r>
                      <a:r>
                        <a:rPr lang="en-US" sz="2700" dirty="0" spc="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điều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r>
                        <a:rPr lang="en-US" sz="27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(O_DIRECT)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60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µs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Ghi</a:t>
                      </a:r>
                      <a:r>
                        <a:rPr lang="en-US" sz="2700" dirty="0" spc="-2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7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fsync</a:t>
                      </a:r>
                      <a:r>
                        <a:rPr lang="en-US" sz="27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7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chắc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70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xuống</a:t>
                      </a:r>
                      <a:r>
                        <a:rPr lang="en-US" sz="2700" dirty="0" spc="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đĩa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443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µs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52500" y="68580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Ghi</a:t>
            </a:r>
            <a:r>
              <a:rPr lang="en-US" sz="2850" dirty="0" spc="-1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rồi</a:t>
            </a:r>
            <a:r>
              <a:rPr lang="en-US" sz="285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ép xuống</a:t>
            </a:r>
            <a:r>
              <a:rPr lang="en-US" sz="2850" dirty="0" spc="1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đĩa</a:t>
            </a:r>
            <a:r>
              <a:rPr lang="en-US" sz="285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tốn</a:t>
            </a:r>
            <a:r>
              <a:rPr lang="en-US" sz="28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hơn</a:t>
            </a:r>
            <a:r>
              <a:rPr lang="en-US" sz="28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đọc</a:t>
            </a:r>
            <a:r>
              <a:rPr lang="en-US" sz="285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nhiều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d190093-ebe8-4f74-b6d8-947294b45bf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72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bền</a:t>
            </a:r>
            <a:r>
              <a:rPr lang="en-US" sz="7200" dirty="0" spc="-5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72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7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2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52500" y="21907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SQLite,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synchronous=FULL,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journal_mode=DELETE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52500" y="40957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INSERT rồi</a:t>
            </a:r>
            <a:r>
              <a:rPr lang="en-US" sz="30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COMMIT:</a:t>
            </a:r>
            <a:r>
              <a:rPr lang="en-US" sz="30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0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0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1,31</a:t>
            </a:r>
            <a:r>
              <a:rPr lang="en-US" sz="30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60007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30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fdatasync</a:t>
            </a:r>
            <a:r>
              <a:rPr lang="en-US" sz="30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30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(theo</a:t>
            </a:r>
            <a:r>
              <a:rPr lang="en-US" sz="300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strace)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8001000"/>
            <a:ext cx="163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 ghi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2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Text 15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5db0709-88ee-40e2-8de8-71230371ff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09550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54317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381250" y="219075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đo;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3952875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3500" y="440055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381250" y="4048125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lục</a:t>
            </a:r>
            <a:r>
              <a:rPr lang="en-US" sz="24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địa;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58102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625792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381250" y="59055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không cộng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thẳng: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 chạy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7667625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500" y="8115300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381250" y="7762875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bậc,</a:t>
            </a:r>
            <a:r>
              <a:rPr lang="en-US" sz="24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17949d8-ac31-44aa-9317-45c1d791cb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47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</a:t>
            </a:r>
            <a:r>
              <a:rPr lang="en-US" sz="6747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đơn,</a:t>
            </a:r>
            <a:r>
              <a:rPr lang="en-US" sz="6747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747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747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747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6747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vấn:</a:t>
            </a:r>
            <a:r>
              <a:rPr lang="en-US" sz="6747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6747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747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6747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7810500" cy="5334000"/>
          </a:xfrm>
          <a:prstGeom prst="roundRect">
            <a:avLst>
              <a:gd name="adj" fmla="val 4286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571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Hiện</a:t>
            </a: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tại</a:t>
            </a:r>
            <a:endParaRPr lang="en-US" sz="3000" dirty="0"/>
          </a:p>
        </p:txBody>
      </p:sp>
      <p:sp>
        <p:nvSpPr>
          <p:cNvPr id="5" name="Text richtext-1792459146035-899659759"/>
          <p:cNvSpPr/>
          <p:nvPr/>
        </p:nvSpPr>
        <p:spPr>
          <a:xfrm>
            <a:off x="1333500" y="342900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endParaRPr lang="en-US" sz="2550" dirty="0"/>
          </a:p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nano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190750"/>
            <a:ext cx="7810500" cy="5334000"/>
          </a:xfrm>
          <a:prstGeom prst="roundRect">
            <a:avLst>
              <a:gd name="adj" fmla="val 4286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571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Sửa</a:t>
            </a:r>
            <a:endParaRPr lang="en-US" sz="3000" dirty="0"/>
          </a:p>
        </p:txBody>
      </p:sp>
      <p:sp>
        <p:nvSpPr>
          <p:cNvPr id="8" name="Text richtext-1792459146057-6565834"/>
          <p:cNvSpPr/>
          <p:nvPr/>
        </p:nvSpPr>
        <p:spPr>
          <a:xfrm>
            <a:off x="9906000" y="342900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2550" dirty="0"/>
          </a:p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3da2507-53e7-47bf-9ca0-8725ae0d46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 so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6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1809750"/>
          <a:ext cx="13716000" cy="914400"/>
        </p:xfrm>
        <a:graphic>
          <a:graphicData uri="http://schemas.openxmlformats.org/drawingml/2006/table">
            <a:tbl>
              <a:tblPr/>
              <a:tblGrid>
                <a:gridCol w="5570220"/>
                <a:gridCol w="5406390"/>
                <a:gridCol w="5406390"/>
              </a:tblGrid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7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Bậc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Bài</a:t>
                      </a:r>
                      <a:r>
                        <a:rPr lang="en-US" sz="2250" dirty="0" spc="-5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nguồn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Đo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ở</a:t>
                      </a:r>
                      <a:r>
                        <a:rPr lang="en-US" sz="2250" dirty="0" spc="-3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đây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Bộ nhớ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đệm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L1,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L2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ns,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1,5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ns,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3,9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RAM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khoảng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315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ns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(vùng 512 MB)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Mạng,</a:t>
                      </a:r>
                      <a:r>
                        <a:rPr lang="en-US" sz="2250" dirty="0" spc="4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gửi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1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KB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(1 Gbps)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58,5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(loopback)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Đọc</a:t>
                      </a:r>
                      <a:r>
                        <a:rPr lang="en-US" sz="2250" dirty="0" spc="1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đĩa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(SSD)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60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µs</a:t>
                      </a:r>
                      <a:r>
                        <a:rPr lang="en-US" sz="2250" dirty="0" spc="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(đĩa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ảo)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Ghi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cơ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sở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dữ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1,31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4" name="Text richtext-1792459147052-877723120"/>
          <p:cNvSpPr/>
          <p:nvPr/>
        </p:nvSpPr>
        <p:spPr>
          <a:xfrm>
            <a:off x="952500" y="7620000"/>
            <a:ext cx="16383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66700" indent="-19054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Grafana: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min_refresh_interval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 5s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phép,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mặc</a:t>
            </a:r>
            <a:r>
              <a:rPr lang="en-US" sz="21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buSzPct val="100000"/>
              <a:buFont typeface="Arial"/>
              <a:buChar char="•"/>
            </a:pPr>
            <a:r>
              <a:rPr lang="en-US" sz="21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pipelining:</a:t>
            </a:r>
            <a:r>
              <a:rPr lang="en-US" sz="2100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66ca3a7-4d6a-4fbc-b8a3-92e1831937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857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857" dirty="0"/>
          </a:p>
        </p:txBody>
      </p:sp>
      <p:sp>
        <p:nvSpPr>
          <p:cNvPr id="3" name="Shape 1"/>
          <p:cNvSpPr/>
          <p:nvPr/>
        </p:nvSpPr>
        <p:spPr>
          <a:xfrm>
            <a:off x="952500" y="17145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90625" y="18573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CPU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114925" y="17145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53050" y="18573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RAM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267825" y="17145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5950" y="18573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KB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kilobyte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3430250" y="17145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668375" y="18573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MB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megabyte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34290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0625" y="35718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114925" y="34290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3050" y="35718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SSD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1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rắn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267825" y="3429000"/>
            <a:ext cx="3905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5950" y="3571875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 tải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55245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18" name="Text richtext-1792459147951-514915958"/>
          <p:cNvSpPr/>
          <p:nvPr/>
        </p:nvSpPr>
        <p:spPr>
          <a:xfrm>
            <a:off x="952500" y="6000750"/>
            <a:ext cx="163830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Grafana: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conf/defaults.ini</a:t>
            </a:r>
            <a:endParaRPr lang="en-US" sz="2400" dirty="0"/>
          </a:p>
          <a:p>
            <a:pPr algn="l" marL="304800" indent="-217761">
              <a:buSzPct val="100000"/>
              <a:buFont typeface="Arial"/>
              <a:buChar char="•"/>
            </a:pPr>
            <a:r>
              <a:rPr lang="en-US" sz="24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Pipelining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Text 2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a3a11f5-878c-4612-8ac8-c2b9352036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2026-10-20T01:19:53Z</dcterms:created>
  <dcterms:modified xsi:type="dcterms:W3CDTF">2026-10-20T01:19:53Z</dcterms:modified>
</cp:coreProperties>
</file>