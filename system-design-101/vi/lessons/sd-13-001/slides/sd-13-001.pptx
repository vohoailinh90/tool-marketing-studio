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  <p:embeddedFont>
      <p:font typeface="Be Vietnam Pro Semi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0477500" cy="27622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1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Tắt</a:t>
            </a:r>
            <a:r>
              <a:rPr lang="en-US" sz="81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êm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trên</a:t>
            </a:r>
            <a:r>
              <a:rPr lang="en-US" sz="81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Kubernetes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286250"/>
            <a:ext cx="8382000" cy="16192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r>
              <a:rPr lang="en-US" sz="2850" dirty="0" spc="-2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rớt</a:t>
            </a:r>
            <a:r>
              <a:rPr lang="en-US" sz="28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850" dirty="0" spc="-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85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khai.</a:t>
            </a:r>
            <a:r>
              <a:rPr lang="en-US" sz="2850" dirty="0" spc="-2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r>
              <a:rPr lang="en-US" sz="2850" dirty="0" spc="-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dirty="0" spc="-3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85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Pod?</a:t>
            </a:r>
            <a:endParaRPr lang="en-US" sz="2850" dirty="0"/>
          </a:p>
        </p:txBody>
      </p:sp>
      <p:sp>
        <p:nvSpPr>
          <p:cNvPr id="5" name="Connector line-1792319673579-978896078"/>
          <p:cNvSpPr/>
          <p:nvPr/>
        </p:nvSpPr>
        <p:spPr>
          <a:xfrm>
            <a:off x="914400" y="70485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410450"/>
            <a:ext cx="2762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914400" y="8115300"/>
            <a:ext cx="2762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8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rớt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05250" y="7410450"/>
            <a:ext cx="2476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30</a:t>
            </a:r>
            <a:r>
              <a:rPr lang="en-US" sz="43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</a:t>
            </a:r>
            <a:endParaRPr lang="en-US" sz="4350" dirty="0"/>
          </a:p>
        </p:txBody>
      </p:sp>
      <p:sp>
        <p:nvSpPr>
          <p:cNvPr id="9" name="Text 7"/>
          <p:cNvSpPr/>
          <p:nvPr/>
        </p:nvSpPr>
        <p:spPr>
          <a:xfrm>
            <a:off x="3905250" y="8115300"/>
            <a:ext cx="247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ân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180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67500" y="7410450"/>
            <a:ext cx="2857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SIGTERM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6667500" y="811530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180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180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95631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DevOps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CI/CD</a:t>
            </a:r>
            <a:endParaRPr lang="en-US" sz="1650" dirty="0"/>
          </a:p>
        </p:txBody>
      </p:sp>
      <p:sp>
        <p:nvSpPr>
          <p:cNvPr id="13" name="Connector line-1792319673597-909806118"/>
          <p:cNvSpPr/>
          <p:nvPr/>
        </p:nvSpPr>
        <p:spPr>
          <a:xfrm>
            <a:off x="11144250" y="2590800"/>
            <a:ext cx="0" cy="4953000"/>
          </a:xfrm>
          <a:prstGeom prst="line">
            <a:avLst/>
          </a:prstGeom>
          <a:noFill/>
          <a:ln w="3810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0934700" y="23812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3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34700" y="36195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4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34700" y="48577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34700" y="60960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1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34700" y="73342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3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772900" y="236220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Pod</a:t>
            </a:r>
            <a:r>
              <a:rPr lang="en-US" sz="2100" dirty="0" spc="-1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chuyển</a:t>
            </a:r>
            <a:r>
              <a:rPr lang="en-US" sz="2100" dirty="0" spc="-6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sang</a:t>
            </a:r>
            <a:r>
              <a:rPr lang="en-US" sz="2100" dirty="0" spc="-2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Terminating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1772900" y="360045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6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Traffic</a:t>
            </a:r>
            <a:r>
              <a:rPr lang="en-US" sz="2100" dirty="0" spc="-4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2100" dirty="0" spc="4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2100" dirty="0" spc="-4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</a:t>
            </a:r>
            <a:r>
              <a:rPr lang="en-US" sz="2100" dirty="0" spc="-6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100" dirty="0" spc="-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lúc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1772900" y="483870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Nhận</a:t>
            </a:r>
            <a:r>
              <a:rPr lang="en-US" sz="2100" dirty="0" spc="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</a:t>
            </a:r>
            <a:r>
              <a:rPr lang="en-US" sz="2100" dirty="0" spc="-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hiệu</a:t>
            </a:r>
            <a:r>
              <a:rPr lang="en-US" sz="2100" dirty="0" spc="19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dừng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1772900" y="607695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0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Hết</a:t>
            </a:r>
            <a:r>
              <a:rPr lang="en-US" sz="2100" dirty="0" spc="0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ân</a:t>
            </a:r>
            <a:r>
              <a:rPr lang="en-US" sz="2100" dirty="0" spc="-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hạn:</a:t>
            </a:r>
            <a:r>
              <a:rPr lang="en-US" sz="2100" dirty="0" spc="19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dừng</a:t>
            </a:r>
            <a:r>
              <a:rPr lang="en-US" sz="2100" dirty="0" spc="4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cưỡng</a:t>
            </a:r>
            <a:r>
              <a:rPr lang="en-US" sz="2100" dirty="0" spc="1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bức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1772900" y="731520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Dồn</a:t>
            </a:r>
            <a:r>
              <a:rPr lang="en-US" sz="2100" dirty="0" spc="-7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node:</a:t>
            </a:r>
            <a:r>
              <a:rPr lang="en-US" sz="210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2100" dirty="0" spc="-6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100" dirty="0" spc="-17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Pod</a:t>
            </a:r>
            <a:r>
              <a:rPr lang="en-US" sz="2100" dirty="0" spc="-8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tối</a:t>
            </a:r>
            <a:r>
              <a:rPr lang="en-US" sz="210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thiểu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4df19883-48c3-452f-b068-5715d204ad0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819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8382000" cy="2381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r>
              <a:rPr lang="en-US" sz="75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rớt</a:t>
            </a:r>
            <a:r>
              <a:rPr lang="en-US" sz="75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request</a:t>
            </a:r>
            <a:endParaRPr lang="en-US" sz="7500" dirty="0"/>
          </a:p>
          <a:p>
            <a:pPr algn="l" indent="0" marL="0">
              <a:lnSpc>
                <a:spcPts val="7800"/>
              </a:lnSpc>
              <a:buNone/>
            </a:pPr>
            <a:r>
              <a:rPr lang="en-US" sz="7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lúc</a:t>
            </a:r>
            <a:r>
              <a:rPr lang="en-US" sz="75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Pod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7500" dirty="0" spc="-10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xóa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83820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29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Lỗi</a:t>
            </a:r>
            <a:r>
              <a:rPr lang="en-US" sz="3000" dirty="0" spc="7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r>
              <a:rPr lang="en-US" sz="3000" dirty="0" spc="-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nằm</a:t>
            </a:r>
            <a:r>
              <a:rPr lang="en-US" sz="3000" dirty="0" spc="4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3000" dirty="0" spc="7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3000" dirty="0" spc="-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3000" dirty="0" spc="-1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tắt,</a:t>
            </a:r>
            <a:endParaRPr lang="en-US" sz="30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7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3000" dirty="0" spc="4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3000" dirty="0" spc="-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 xử</a:t>
            </a:r>
            <a:r>
              <a:rPr lang="en-US" sz="3000" dirty="0" spc="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5238750"/>
            <a:ext cx="8191500" cy="12382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dồn node,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Kubernetes</a:t>
            </a:r>
            <a:r>
              <a:rPr lang="en-US" sz="27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6781800"/>
            <a:ext cx="8191500" cy="1962150"/>
          </a:xfrm>
          <a:prstGeom prst="roundRect">
            <a:avLst>
              <a:gd name="adj" fmla="val 13592"/>
            </a:avLst>
          </a:prstGeom>
          <a:solidFill>
            <a:srgbClr val="DDE3FA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702945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7486650"/>
            <a:ext cx="742950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 theo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mắt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715500" y="876300"/>
            <a:ext cx="7658100" cy="7867650"/>
          </a:xfrm>
          <a:prstGeom prst="roundRect">
            <a:avLst>
              <a:gd name="adj" fmla="val 398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77500" y="1524000"/>
            <a:ext cx="61341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Triển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</a:t>
            </a:r>
            <a:endParaRPr lang="en-US" sz="2400" dirty="0"/>
          </a:p>
        </p:txBody>
      </p:sp>
      <p:sp>
        <p:nvSpPr>
          <p:cNvPr id="11" name="Connector line-1792319700607-647003598"/>
          <p:cNvSpPr/>
          <p:nvPr/>
        </p:nvSpPr>
        <p:spPr>
          <a:xfrm>
            <a:off x="13544550" y="2762250"/>
            <a:ext cx="0" cy="78105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2" name="Text 10"/>
          <p:cNvSpPr/>
          <p:nvPr/>
        </p:nvSpPr>
        <p:spPr>
          <a:xfrm>
            <a:off x="10477500" y="3619500"/>
            <a:ext cx="6134100" cy="1238250"/>
          </a:xfrm>
          <a:prstGeom prst="roundRect">
            <a:avLst>
              <a:gd name="adj" fmla="val 18462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Kubernetes</a:t>
            </a:r>
            <a:r>
              <a:rPr lang="en-US" sz="24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4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400" dirty="0"/>
          </a:p>
        </p:txBody>
      </p:sp>
      <p:sp>
        <p:nvSpPr>
          <p:cNvPr id="13" name="Connector line-1792319700609-276892368"/>
          <p:cNvSpPr/>
          <p:nvPr/>
        </p:nvSpPr>
        <p:spPr>
          <a:xfrm>
            <a:off x="13544550" y="4857750"/>
            <a:ext cx="0" cy="78105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4" name="Text 12"/>
          <p:cNvSpPr/>
          <p:nvPr/>
        </p:nvSpPr>
        <p:spPr>
          <a:xfrm>
            <a:off x="10477500" y="5715000"/>
            <a:ext cx="6134100" cy="1238250"/>
          </a:xfrm>
          <a:prstGeom prst="roundRect">
            <a:avLst>
              <a:gd name="adj" fmla="val 18462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rớt</a:t>
            </a: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477500" y="7810500"/>
            <a:ext cx="6134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950" dirty="0" spc="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655da5d9-f568-4927-b238-604d814f54b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819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 1</a:t>
            </a:r>
            <a:r>
              <a:rPr lang="en-US" sz="1950" b="1" spc="25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 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8382000" cy="23812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Endpoint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endParaRPr lang="en-US" sz="6900" dirty="0"/>
          </a:p>
          <a:p>
            <a:pPr algn="l" indent="0" marL="0">
              <a:lnSpc>
                <a:spcPts val="7176"/>
              </a:lnSpc>
              <a:buNone/>
            </a:pP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biến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</a:t>
            </a: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905250"/>
            <a:ext cx="838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7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Pod</a:t>
            </a:r>
            <a:r>
              <a:rPr lang="en-US" sz="3000" dirty="0" spc="-16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chuyển</a:t>
            </a:r>
            <a:r>
              <a:rPr lang="en-US" sz="3000" dirty="0" spc="-4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sang</a:t>
            </a:r>
            <a:r>
              <a:rPr lang="en-US" sz="3000" dirty="0" spc="-3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Terminating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629150"/>
            <a:ext cx="8191500" cy="11811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Endpoint</a:t>
            </a:r>
            <a:r>
              <a:rPr lang="en-US" sz="25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 terminating,</a:t>
            </a:r>
            <a:r>
              <a:rPr lang="en-US" sz="25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5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r>
              <a:rPr lang="en-US" sz="255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2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55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6019800"/>
            <a:ext cx="819150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624840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1800" b="1" spc="1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80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TRAFFIC</a:t>
            </a:r>
            <a:r>
              <a:rPr lang="en-US" sz="1800" b="1" spc="19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 THÊM</a:t>
            </a:r>
            <a:endParaRPr lang="en-US" sz="1800" dirty="0"/>
          </a:p>
        </p:txBody>
      </p:sp>
      <p:sp>
        <p:nvSpPr>
          <p:cNvPr id="8" name="Text richtext-1792319751846-988628887"/>
          <p:cNvSpPr/>
          <p:nvPr/>
        </p:nvSpPr>
        <p:spPr>
          <a:xfrm>
            <a:off x="1295400" y="6743700"/>
            <a:ext cx="7524750" cy="1905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marL="304800" indent="-217761">
              <a:lnSpc>
                <a:spcPts val="32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Cập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</a:t>
            </a:r>
            <a:r>
              <a:rPr lang="en-US" sz="24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endpoint</a:t>
            </a:r>
            <a:r>
              <a:rPr lang="en-US" sz="24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tắt:</a:t>
            </a:r>
            <a:r>
              <a:rPr lang="en-US" sz="24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r>
              <a:rPr lang="en-US" sz="24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4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traffic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preStop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715500" y="876300"/>
            <a:ext cx="7658100" cy="7867650"/>
          </a:xfrm>
          <a:prstGeom prst="roundRect">
            <a:avLst>
              <a:gd name="adj" fmla="val 3980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0" y="1428750"/>
            <a:ext cx="6134100" cy="1028700"/>
          </a:xfrm>
          <a:prstGeom prst="roundRect">
            <a:avLst>
              <a:gd name="adj" fmla="val 22222"/>
            </a:avLst>
          </a:prstGeom>
          <a:solidFill>
            <a:srgbClr val="12141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Pod</a:t>
            </a:r>
            <a:r>
              <a:rPr lang="en-US" sz="22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2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Terminating</a:t>
            </a:r>
            <a:endParaRPr lang="en-US" sz="2250" dirty="0"/>
          </a:p>
        </p:txBody>
      </p:sp>
      <p:sp>
        <p:nvSpPr>
          <p:cNvPr id="11" name="Connector line-1792319751872-619189719"/>
          <p:cNvSpPr/>
          <p:nvPr/>
        </p:nvSpPr>
        <p:spPr>
          <a:xfrm>
            <a:off x="13544550" y="2457450"/>
            <a:ext cx="0" cy="64770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12" name="Shape 10"/>
          <p:cNvSpPr/>
          <p:nvPr/>
        </p:nvSpPr>
        <p:spPr>
          <a:xfrm>
            <a:off x="10477500" y="3181350"/>
            <a:ext cx="6134100" cy="2152650"/>
          </a:xfrm>
          <a:prstGeom prst="roundRect">
            <a:avLst>
              <a:gd name="adj" fmla="val 10619"/>
            </a:avLst>
          </a:prstGeom>
          <a:solidFill>
            <a:srgbClr val="12141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58500" y="3409950"/>
            <a:ext cx="533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Endpoint</a:t>
            </a:r>
            <a:r>
              <a:rPr lang="en-US" sz="1950" dirty="0" spc="0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1950" dirty="0" spc="-15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Pod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858500" y="3962400"/>
            <a:ext cx="219075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12141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terminating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277850" y="3962400"/>
            <a:ext cx="2190750" cy="609600"/>
          </a:xfrm>
          <a:prstGeom prst="roundRect">
            <a:avLst>
              <a:gd name="adj" fmla="val 50000"/>
            </a:avLst>
          </a:prstGeom>
          <a:solidFill>
            <a:srgbClr val="12141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ready:</a:t>
            </a:r>
            <a:r>
              <a:rPr lang="en-US" sz="195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false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858500" y="4705350"/>
            <a:ext cx="533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9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95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19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1950" dirty="0"/>
          </a:p>
        </p:txBody>
      </p:sp>
      <p:sp>
        <p:nvSpPr>
          <p:cNvPr id="17" name="Connector line-1792319751880-318626040"/>
          <p:cNvSpPr/>
          <p:nvPr/>
        </p:nvSpPr>
        <p:spPr>
          <a:xfrm>
            <a:off x="13544550" y="5334000"/>
            <a:ext cx="0" cy="64770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18" name="Text 16"/>
          <p:cNvSpPr/>
          <p:nvPr/>
        </p:nvSpPr>
        <p:spPr>
          <a:xfrm>
            <a:off x="10477500" y="6057900"/>
            <a:ext cx="6134100" cy="1028700"/>
          </a:xfrm>
          <a:prstGeom prst="roundRect">
            <a:avLst>
              <a:gd name="adj" fmla="val 22222"/>
            </a:avLst>
          </a:prstGeom>
          <a:solidFill>
            <a:srgbClr val="12141B"/>
          </a:solidFill>
          <a:ln w="28575">
            <a:solidFill>
              <a:srgbClr val="F3EEE3"/>
            </a:solidFill>
            <a:prstDash val="lg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Traffic</a:t>
            </a:r>
            <a:r>
              <a:rPr lang="en-US" sz="22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0477500" y="7810500"/>
            <a:ext cx="6134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950" dirty="0" spc="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ae936214-8400-407f-8e23-cddd522f3c4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819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95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 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8382000" cy="23812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Tín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hiệu dừng</a:t>
            </a:r>
            <a:endParaRPr lang="en-US" sz="6900" dirty="0"/>
          </a:p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8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tới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905250"/>
            <a:ext cx="838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Mặc</a:t>
            </a:r>
            <a:r>
              <a:rPr lang="en-US" sz="3000" dirty="0" spc="19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3000" dirty="0" spc="0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SIGTERM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629150"/>
            <a:ext cx="8191500" cy="11811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Image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 hiệu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 cần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6019800"/>
            <a:ext cx="8191500" cy="2762250"/>
          </a:xfrm>
          <a:prstGeom prst="roundRect">
            <a:avLst>
              <a:gd name="adj" fmla="val 9655"/>
            </a:avLst>
          </a:prstGeom>
          <a:solidFill>
            <a:srgbClr val="CFE8E2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624840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8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800" b="1" spc="20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endParaRPr lang="en-US" sz="1800" dirty="0"/>
          </a:p>
        </p:txBody>
      </p:sp>
      <p:sp>
        <p:nvSpPr>
          <p:cNvPr id="8" name="Text richtext-1792319833493-216597830"/>
          <p:cNvSpPr/>
          <p:nvPr/>
        </p:nvSpPr>
        <p:spPr>
          <a:xfrm>
            <a:off x="1295400" y="6743700"/>
            <a:ext cx="7524750" cy="1905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marL="304800" indent="-217761">
              <a:lnSpc>
                <a:spcPts val="32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Ngừng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Dạng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shell: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 có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không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715500" y="876300"/>
            <a:ext cx="7658100" cy="7867650"/>
          </a:xfrm>
          <a:prstGeom prst="roundRect">
            <a:avLst>
              <a:gd name="adj" fmla="val 398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77500" y="1428750"/>
            <a:ext cx="6134100" cy="952500"/>
          </a:xfrm>
          <a:prstGeom prst="roundRect">
            <a:avLst>
              <a:gd name="adj" fmla="val 24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kubelet</a:t>
            </a:r>
            <a:endParaRPr lang="en-US" sz="2400" dirty="0"/>
          </a:p>
        </p:txBody>
      </p:sp>
      <p:sp>
        <p:nvSpPr>
          <p:cNvPr id="11" name="Connector line-1792319833502-626934874"/>
          <p:cNvSpPr/>
          <p:nvPr/>
        </p:nvSpPr>
        <p:spPr>
          <a:xfrm>
            <a:off x="13544550" y="2381250"/>
            <a:ext cx="0" cy="83820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 w="lg" len="lg"/>
          </a:ln>
        </p:spPr>
      </p:sp>
      <p:sp>
        <p:nvSpPr>
          <p:cNvPr id="12" name="Text 10"/>
          <p:cNvSpPr/>
          <p:nvPr/>
        </p:nvSpPr>
        <p:spPr>
          <a:xfrm>
            <a:off x="13773150" y="259080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</a:t>
            </a:r>
            <a:r>
              <a:rPr lang="en-US" sz="19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1950" b="1" dirty="0" spc="1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477500" y="3295650"/>
            <a:ext cx="6134100" cy="1238250"/>
          </a:xfrm>
          <a:prstGeom prst="roundRect">
            <a:avLst>
              <a:gd name="adj" fmla="val 18462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Tiến</a:t>
            </a:r>
            <a:r>
              <a:rPr lang="en-US" sz="22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endParaRPr lang="en-US" sz="2250" dirty="0"/>
          </a:p>
        </p:txBody>
      </p:sp>
      <p:sp>
        <p:nvSpPr>
          <p:cNvPr id="14" name="Connector line-1792319833507-939934415"/>
          <p:cNvSpPr/>
          <p:nvPr/>
        </p:nvSpPr>
        <p:spPr>
          <a:xfrm>
            <a:off x="11906250" y="4533900"/>
            <a:ext cx="0" cy="121920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 w="lg" len="lg"/>
          </a:ln>
        </p:spPr>
      </p:sp>
      <p:sp>
        <p:nvSpPr>
          <p:cNvPr id="15" name="Connector line-1792319833507-826024855"/>
          <p:cNvSpPr/>
          <p:nvPr/>
        </p:nvSpPr>
        <p:spPr>
          <a:xfrm>
            <a:off x="15182850" y="4533900"/>
            <a:ext cx="0" cy="121920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 w="lg" len="lg"/>
          </a:ln>
        </p:spPr>
      </p:sp>
      <p:sp>
        <p:nvSpPr>
          <p:cNvPr id="16" name="Text 14"/>
          <p:cNvSpPr/>
          <p:nvPr/>
        </p:nvSpPr>
        <p:spPr>
          <a:xfrm>
            <a:off x="10477500" y="5829300"/>
            <a:ext cx="28575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Ngừng</a:t>
            </a: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1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754100" y="5829300"/>
            <a:ext cx="28575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1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477500" y="7810500"/>
            <a:ext cx="6134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950" dirty="0" spc="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896a9bdf-ef83-401f-a77f-cd8109d550c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819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 /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8382000" cy="23812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Hết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ân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hạn,</a:t>
            </a:r>
            <a:endParaRPr lang="en-US" sz="6900" dirty="0"/>
          </a:p>
          <a:p>
            <a:pPr algn="l" indent="0" marL="0">
              <a:lnSpc>
                <a:spcPts val="7176"/>
              </a:lnSpc>
              <a:buNone/>
            </a:pP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dừng</a:t>
            </a:r>
            <a:r>
              <a:rPr lang="en-US" sz="6900" dirty="0" spc="-7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cưỡng</a:t>
            </a:r>
            <a:r>
              <a:rPr lang="en-US" sz="6900" dirty="0" spc="-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bức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905250"/>
            <a:ext cx="838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Mặc</a:t>
            </a:r>
            <a:r>
              <a:rPr lang="en-US" sz="3000" dirty="0" spc="19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3000" dirty="0" spc="-1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30</a:t>
            </a:r>
            <a:r>
              <a:rPr lang="en-US" sz="3000" dirty="0" spc="-5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</a:t>
            </a:r>
            <a:r>
              <a:rPr lang="en-US" sz="3000" dirty="0" spc="-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 cả</a:t>
            </a:r>
            <a:r>
              <a:rPr lang="en-US" sz="3000" dirty="0" spc="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</a:t>
            </a:r>
            <a:r>
              <a:rPr lang="en-US" sz="3000" dirty="0" spc="7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629150"/>
            <a:ext cx="8191500" cy="11811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ân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55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550" dirty="0" spc="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 đếm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preStop.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6019800"/>
            <a:ext cx="819150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624840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NGOẠI</a:t>
            </a:r>
            <a:r>
              <a:rPr lang="en-US" sz="18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1800" b="1" spc="20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8" name="Text richtext-1792319834373-134190552"/>
          <p:cNvSpPr/>
          <p:nvPr/>
        </p:nvSpPr>
        <p:spPr>
          <a:xfrm>
            <a:off x="1295400" y="6743700"/>
            <a:ext cx="7524750" cy="1905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marL="304800" indent="-217761">
              <a:lnSpc>
                <a:spcPts val="32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preStop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hạn: gia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Ân hạn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0: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preStop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buSzPct val="100000"/>
              <a:buFont typeface="Arial"/>
              <a:buChar char="•"/>
            </a:pPr>
            <a:r>
              <a:rPr lang="en-US" sz="240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Xóa</a:t>
            </a: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cưỡng</a:t>
            </a:r>
            <a:r>
              <a:rPr lang="en-US" sz="24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bức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4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715500" y="876300"/>
            <a:ext cx="7658100" cy="7867650"/>
          </a:xfrm>
          <a:prstGeom prst="roundRect">
            <a:avLst>
              <a:gd name="adj" fmla="val 3980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0" y="1314450"/>
            <a:ext cx="6134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Ân</a:t>
            </a:r>
            <a:r>
              <a:rPr lang="en-US" sz="1950" dirty="0" spc="-3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dirty="0" spc="0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mặc</a:t>
            </a:r>
            <a:r>
              <a:rPr lang="en-US" sz="1950" dirty="0" spc="10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1950" dirty="0" spc="-8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30</a:t>
            </a:r>
            <a:r>
              <a:rPr lang="en-US" sz="1950" dirty="0" spc="-4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</a:t>
            </a:r>
            <a:endParaRPr lang="en-US" sz="1950" dirty="0"/>
          </a:p>
        </p:txBody>
      </p:sp>
      <p:sp>
        <p:nvSpPr>
          <p:cNvPr id="11" name="Connector line-1792319834382-553180851"/>
          <p:cNvSpPr/>
          <p:nvPr/>
        </p:nvSpPr>
        <p:spPr>
          <a:xfrm>
            <a:off x="10477500" y="1981200"/>
            <a:ext cx="4076700" cy="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arrow" w="lg" len="lg"/>
            <a:tailEnd type="arrow" w="lg" len="lg"/>
          </a:ln>
        </p:spPr>
      </p:sp>
      <p:sp>
        <p:nvSpPr>
          <p:cNvPr id="12" name="Text 10"/>
          <p:cNvSpPr/>
          <p:nvPr/>
        </p:nvSpPr>
        <p:spPr>
          <a:xfrm>
            <a:off x="10477500" y="2247900"/>
            <a:ext cx="1619250" cy="1238250"/>
          </a:xfrm>
          <a:prstGeom prst="roundRect">
            <a:avLst>
              <a:gd name="adj" fmla="val 15385"/>
            </a:avLst>
          </a:prstGeom>
          <a:solidFill>
            <a:srgbClr val="2A1C1E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preStop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172950" y="2247900"/>
            <a:ext cx="2381250" cy="1238250"/>
          </a:xfrm>
          <a:prstGeom prst="roundRect">
            <a:avLst>
              <a:gd name="adj" fmla="val 15385"/>
            </a:avLst>
          </a:prstGeom>
          <a:solidFill>
            <a:srgbClr val="2A1C1E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9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195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630400" y="2247900"/>
            <a:ext cx="1981200" cy="1238250"/>
          </a:xfrm>
          <a:prstGeom prst="roundRect">
            <a:avLst>
              <a:gd name="adj" fmla="val 15385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24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Dừng</a:t>
            </a:r>
            <a:r>
              <a:rPr lang="en-US" sz="1950" dirty="0" spc="5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cưỡng</a:t>
            </a:r>
            <a:r>
              <a:rPr lang="en-US" sz="1950" dirty="0" spc="12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bức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477500" y="4476750"/>
            <a:ext cx="2571750" cy="1104900"/>
          </a:xfrm>
          <a:prstGeom prst="roundRect">
            <a:avLst>
              <a:gd name="adj" fmla="val 17241"/>
            </a:avLst>
          </a:prstGeom>
          <a:solidFill>
            <a:srgbClr val="12141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Ân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endParaRPr lang="en-US" sz="1950" dirty="0"/>
          </a:p>
        </p:txBody>
      </p:sp>
      <p:sp>
        <p:nvSpPr>
          <p:cNvPr id="16" name="Connector line-1792319834389-827642846"/>
          <p:cNvSpPr/>
          <p:nvPr/>
        </p:nvSpPr>
        <p:spPr>
          <a:xfrm>
            <a:off x="13087350" y="5029200"/>
            <a:ext cx="876300" cy="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triangle" w="lg" len="lg"/>
          </a:ln>
        </p:spPr>
      </p:sp>
      <p:sp>
        <p:nvSpPr>
          <p:cNvPr id="17" name="Text 15"/>
          <p:cNvSpPr/>
          <p:nvPr/>
        </p:nvSpPr>
        <p:spPr>
          <a:xfrm>
            <a:off x="14039850" y="4476750"/>
            <a:ext cx="2571750" cy="1104900"/>
          </a:xfrm>
          <a:prstGeom prst="roundRect">
            <a:avLst>
              <a:gd name="adj" fmla="val 17241"/>
            </a:avLst>
          </a:prstGeom>
          <a:solidFill>
            <a:srgbClr val="2A1C1E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preStop</a:t>
            </a:r>
            <a:r>
              <a:rPr lang="en-US" sz="19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chạy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477500" y="6057900"/>
            <a:ext cx="2571750" cy="1104900"/>
          </a:xfrm>
          <a:prstGeom prst="roundRect">
            <a:avLst>
              <a:gd name="adj" fmla="val 17241"/>
            </a:avLst>
          </a:prstGeom>
          <a:solidFill>
            <a:srgbClr val="12141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Xóa</a:t>
            </a:r>
            <a:r>
              <a:rPr lang="en-US" sz="19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cưỡng</a:t>
            </a:r>
            <a:r>
              <a:rPr lang="en-US" sz="19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bức</a:t>
            </a:r>
            <a:endParaRPr lang="en-US" sz="1950" dirty="0"/>
          </a:p>
        </p:txBody>
      </p:sp>
      <p:sp>
        <p:nvSpPr>
          <p:cNvPr id="19" name="Connector line-1792319834392-829420527"/>
          <p:cNvSpPr/>
          <p:nvPr/>
        </p:nvSpPr>
        <p:spPr>
          <a:xfrm>
            <a:off x="13087350" y="6610350"/>
            <a:ext cx="876300" cy="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triangle" w="lg" len="lg"/>
          </a:ln>
        </p:spPr>
      </p:sp>
      <p:sp>
        <p:nvSpPr>
          <p:cNvPr id="20" name="Text 18"/>
          <p:cNvSpPr/>
          <p:nvPr/>
        </p:nvSpPr>
        <p:spPr>
          <a:xfrm>
            <a:off x="14039850" y="6057900"/>
            <a:ext cx="2571750" cy="1104900"/>
          </a:xfrm>
          <a:prstGeom prst="roundRect">
            <a:avLst>
              <a:gd name="adj" fmla="val 17241"/>
            </a:avLst>
          </a:prstGeom>
          <a:solidFill>
            <a:srgbClr val="2A1C1E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19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477500" y="7810500"/>
            <a:ext cx="6134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950" dirty="0" spc="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trái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d9390e6f-4dc4-4729-84dd-f89c126c6d7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819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 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8572500" cy="23812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Dồn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node,</a:t>
            </a:r>
            <a:endParaRPr lang="en-US" sz="6900" dirty="0"/>
          </a:p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Pod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tối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thiểu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905250"/>
            <a:ext cx="838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PodDisruptionBudget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629150"/>
            <a:ext cx="8191500" cy="11811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Eviction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API,</a:t>
            </a:r>
            <a:endParaRPr lang="en-US" sz="2550" dirty="0"/>
          </a:p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kubectl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drain.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6019800"/>
            <a:ext cx="8191500" cy="2762250"/>
          </a:xfrm>
          <a:prstGeom prst="roundRect">
            <a:avLst>
              <a:gd name="adj" fmla="val 9655"/>
            </a:avLst>
          </a:prstGeom>
          <a:solidFill>
            <a:srgbClr val="F3DFB8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624840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8" name="Text richtext-1792319876249-818487234"/>
          <p:cNvSpPr/>
          <p:nvPr/>
        </p:nvSpPr>
        <p:spPr>
          <a:xfrm>
            <a:off x="1295400" y="6743700"/>
            <a:ext cx="7524750" cy="1905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marL="304800" indent="-217761">
              <a:lnSpc>
                <a:spcPts val="32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minAvailable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maxUnavailable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ngờ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buSzPct val="100000"/>
              <a:buFont typeface="Arial"/>
              <a:buChar char="•"/>
            </a:pP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Rolling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update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715500" y="876300"/>
            <a:ext cx="7658100" cy="7867650"/>
          </a:xfrm>
          <a:prstGeom prst="roundRect">
            <a:avLst>
              <a:gd name="adj" fmla="val 398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77500" y="1428750"/>
            <a:ext cx="613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kubectl</a:t>
            </a:r>
            <a:r>
              <a:rPr lang="en-US" sz="19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drain</a:t>
            </a:r>
            <a:r>
              <a:rPr lang="en-US" sz="19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</a:t>
            </a:r>
            <a:r>
              <a:rPr lang="en-US" sz="19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Eviction API</a:t>
            </a:r>
            <a:endParaRPr lang="en-US" sz="1950" dirty="0"/>
          </a:p>
        </p:txBody>
      </p:sp>
      <p:sp>
        <p:nvSpPr>
          <p:cNvPr id="11" name="Connector line-1792319876263-590766886"/>
          <p:cNvSpPr/>
          <p:nvPr/>
        </p:nvSpPr>
        <p:spPr>
          <a:xfrm>
            <a:off x="15830550" y="2038350"/>
            <a:ext cx="0" cy="70485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triangle" w="lg" len="lg"/>
          </a:ln>
        </p:spPr>
      </p:sp>
      <p:sp>
        <p:nvSpPr>
          <p:cNvPr id="12" name="Text 10"/>
          <p:cNvSpPr/>
          <p:nvPr/>
        </p:nvSpPr>
        <p:spPr>
          <a:xfrm>
            <a:off x="10477500" y="2857500"/>
            <a:ext cx="1333500" cy="1333500"/>
          </a:xfrm>
          <a:prstGeom prst="roundRect">
            <a:avLst>
              <a:gd name="adj" fmla="val 14286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Pod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039600" y="2857500"/>
            <a:ext cx="1333500" cy="1333500"/>
          </a:xfrm>
          <a:prstGeom prst="roundRect">
            <a:avLst>
              <a:gd name="adj" fmla="val 14286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Pod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601700" y="2857500"/>
            <a:ext cx="1333500" cy="1333500"/>
          </a:xfrm>
          <a:prstGeom prst="roundRect">
            <a:avLst>
              <a:gd name="adj" fmla="val 14286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Pod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5163800" y="2857500"/>
            <a:ext cx="13335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28575">
            <a:solidFill>
              <a:srgbClr val="6B6A66"/>
            </a:solidFill>
            <a:prstDash val="lg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Pod</a:t>
            </a:r>
            <a:endParaRPr lang="en-US" sz="2100" dirty="0"/>
          </a:p>
        </p:txBody>
      </p:sp>
      <p:sp>
        <p:nvSpPr>
          <p:cNvPr id="16" name="Connector line-1792319876272-673079727"/>
          <p:cNvSpPr/>
          <p:nvPr/>
        </p:nvSpPr>
        <p:spPr>
          <a:xfrm>
            <a:off x="10477500" y="4533900"/>
            <a:ext cx="4457700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arrow" w="lg" len="lg"/>
            <a:tailEnd type="arrow" w="lg" len="lg"/>
          </a:ln>
        </p:spPr>
      </p:sp>
      <p:sp>
        <p:nvSpPr>
          <p:cNvPr id="17" name="Text 15"/>
          <p:cNvSpPr/>
          <p:nvPr/>
        </p:nvSpPr>
        <p:spPr>
          <a:xfrm>
            <a:off x="10477500" y="4705350"/>
            <a:ext cx="445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195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19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9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195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thiểu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5049500" y="4305300"/>
            <a:ext cx="1562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19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0477500" y="5810250"/>
            <a:ext cx="6134100" cy="1428750"/>
          </a:xfrm>
          <a:prstGeom prst="roundRect">
            <a:avLst>
              <a:gd name="adj" fmla="val 16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77500" y="6057900"/>
            <a:ext cx="613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PodDisruptionBudget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0477500" y="6591300"/>
            <a:ext cx="613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minAvailable</a:t>
            </a:r>
            <a:r>
              <a:rPr lang="en-US" sz="19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maxUnavailable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477500" y="7810500"/>
            <a:ext cx="6134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9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24dd1d51-b173-4278-970d-b5ae8ad00e3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819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950" b="1" spc="2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8382000" cy="2381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endParaRPr lang="en-US" sz="7500" dirty="0"/>
          </a:p>
          <a:p>
            <a:pPr algn="l" indent="0" marL="0">
              <a:lnSpc>
                <a:spcPts val="7800"/>
              </a:lnSpc>
              <a:buNone/>
            </a:pPr>
            <a:r>
              <a:rPr lang="en-US" sz="7500" dirty="0" spc="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để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mắt</a:t>
            </a:r>
            <a:r>
              <a:rPr lang="en-US" sz="7500" dirty="0" spc="-6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905250"/>
            <a:ext cx="838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Cách đặt</a:t>
            </a:r>
            <a:r>
              <a:rPr lang="en-US" sz="3000" dirty="0" spc="5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thời</a:t>
            </a:r>
            <a:r>
              <a:rPr lang="en-US" sz="3000" dirty="0" spc="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</a:t>
            </a:r>
            <a:r>
              <a:rPr lang="en-US" sz="3000" dirty="0" spc="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ân</a:t>
            </a:r>
            <a:r>
              <a:rPr lang="en-US" sz="3000" dirty="0" spc="-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629150"/>
            <a:ext cx="8191500" cy="1809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nhỏ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 ở</a:t>
            </a:r>
            <a:r>
              <a:rPr lang="en-US" sz="2550" dirty="0" spc="-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preStop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 thời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5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25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6819900"/>
            <a:ext cx="8191500" cy="1962150"/>
          </a:xfrm>
          <a:prstGeom prst="roundRect">
            <a:avLst>
              <a:gd name="adj" fmla="val 13592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706755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3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1800" b="1" spc="21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1800" b="1" spc="2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7543800"/>
            <a:ext cx="752475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715500" y="876300"/>
            <a:ext cx="7658100" cy="7867650"/>
          </a:xfrm>
          <a:prstGeom prst="roundRect">
            <a:avLst>
              <a:gd name="adj" fmla="val 3980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0096500" y="1162050"/>
            <a:ext cx="6896100" cy="1333500"/>
          </a:xfrm>
          <a:prstGeom prst="roundRect">
            <a:avLst>
              <a:gd name="adj" fmla="val 17143"/>
            </a:avLst>
          </a:prstGeom>
          <a:solidFill>
            <a:srgbClr val="12141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82250" y="1524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239500" y="1162050"/>
            <a:ext cx="5524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Endpoint</a:t>
            </a: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2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0096500" y="2667000"/>
            <a:ext cx="6896100" cy="1333500"/>
          </a:xfrm>
          <a:prstGeom prst="roundRect">
            <a:avLst>
              <a:gd name="adj" fmla="val 17143"/>
            </a:avLst>
          </a:prstGeom>
          <a:solidFill>
            <a:srgbClr val="12141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82250" y="30289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1239500" y="2667000"/>
            <a:ext cx="5524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Chờ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2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preStop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096500" y="4171950"/>
            <a:ext cx="6896100" cy="1333500"/>
          </a:xfrm>
          <a:prstGeom prst="roundRect">
            <a:avLst>
              <a:gd name="adj" fmla="val 17143"/>
            </a:avLst>
          </a:prstGeom>
          <a:solidFill>
            <a:srgbClr val="12141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82250" y="45339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1239500" y="4171950"/>
            <a:ext cx="5524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250" b="1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0096500" y="5676900"/>
            <a:ext cx="6896100" cy="1333500"/>
          </a:xfrm>
          <a:prstGeom prst="roundRect">
            <a:avLst>
              <a:gd name="adj" fmla="val 17143"/>
            </a:avLst>
          </a:prstGeom>
          <a:solidFill>
            <a:srgbClr val="12141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82250" y="60388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239500" y="5676900"/>
            <a:ext cx="5524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Ân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dài,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250" b="1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0096500" y="7181850"/>
            <a:ext cx="6896100" cy="1333500"/>
          </a:xfrm>
          <a:prstGeom prst="roundRect">
            <a:avLst>
              <a:gd name="adj" fmla="val 17143"/>
            </a:avLst>
          </a:prstGeom>
          <a:solidFill>
            <a:srgbClr val="12141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82250" y="75438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1239500" y="7181850"/>
            <a:ext cx="5524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thiểu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2d335bf9-8760-4cc6-a182-c2ccbcf6e8c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 HÌNH,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7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75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7239000" cy="4953000"/>
          </a:xfrm>
          <a:prstGeom prst="roundRect">
            <a:avLst>
              <a:gd name="adj" fmla="val 6154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5052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33500" y="4038600"/>
            <a:ext cx="6572250" cy="41910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Pod</a:t>
            </a:r>
            <a:r>
              <a:rPr lang="en-US" sz="300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30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chuyển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sang</a:t>
            </a:r>
            <a:r>
              <a:rPr lang="en-US" sz="3000" dirty="0" spc="-3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Terminating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30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30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request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30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nữa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572500" y="3143250"/>
            <a:ext cx="8801100" cy="4953000"/>
          </a:xfrm>
          <a:prstGeom prst="roundRect">
            <a:avLst>
              <a:gd name="adj" fmla="val 6154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8991600" y="3505200"/>
            <a:ext cx="800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91600" y="3981450"/>
            <a:ext cx="8001000" cy="1619250"/>
          </a:xfrm>
          <a:prstGeom prst="rect">
            <a:avLst/>
          </a:prstGeom>
          <a:noFill/>
          <a:ln/>
        </p:spPr>
        <p:txBody>
          <a:bodyPr wrap="square" lIns="0" tIns="28575" rIns="0" bIns="-28575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4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thể,</a:t>
            </a:r>
            <a:r>
              <a:rPr lang="en-US" sz="45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45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khoảng</a:t>
            </a:r>
            <a:r>
              <a:rPr lang="en-US" sz="45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ngắn.</a:t>
            </a:r>
            <a:endParaRPr lang="en-US" sz="4500" dirty="0"/>
          </a:p>
        </p:txBody>
      </p:sp>
      <p:sp>
        <p:nvSpPr>
          <p:cNvPr id="10" name="Text richtext-1792319926073-235861564"/>
          <p:cNvSpPr/>
          <p:nvPr/>
        </p:nvSpPr>
        <p:spPr>
          <a:xfrm>
            <a:off x="8991600" y="5810250"/>
            <a:ext cx="8001000" cy="2190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Endpoint</a:t>
            </a:r>
            <a:r>
              <a:rPr lang="en-US" sz="25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2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5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ngay;</a:t>
            </a:r>
            <a:r>
              <a:rPr lang="en-US" sz="25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5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endpoint</a:t>
            </a:r>
            <a:r>
              <a:rPr lang="en-US" sz="255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tắt:</a:t>
            </a:r>
            <a:r>
              <a:rPr lang="en-US" sz="2550" dirty="0" spc="-3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r>
              <a:rPr lang="en-US" sz="255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-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traffic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550" dirty="0" spc="2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preStop</a:t>
            </a:r>
            <a:r>
              <a:rPr lang="en-US" sz="2550" dirty="0" spc="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nốt</a:t>
            </a:r>
            <a:r>
              <a:rPr lang="en-US" sz="25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b3a96c1-cd20-44e8-8037-d1575d39b2d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NÂNG</a:t>
            </a:r>
            <a:r>
              <a:rPr lang="en-US" sz="1950" b="1" spc="26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1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Xem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sâu</a:t>
            </a:r>
            <a:r>
              <a:rPr lang="en-US" sz="750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5286375" cy="5715000"/>
          </a:xfrm>
          <a:prstGeom prst="roundRect">
            <a:avLst>
              <a:gd name="adj" fmla="val 504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1238250" y="3276600"/>
            <a:ext cx="209550" cy="209550"/>
          </a:xfrm>
          <a:prstGeom prst="ellipse">
            <a:avLst/>
          </a:prstGeom>
          <a:solidFill>
            <a:srgbClr val="E8E0CF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6" name="Connector line-1792319926905-349882416"/>
          <p:cNvSpPr/>
          <p:nvPr/>
        </p:nvSpPr>
        <p:spPr>
          <a:xfrm>
            <a:off x="1447800" y="3381375"/>
            <a:ext cx="443865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238250" y="375285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-3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Kết</a:t>
            </a:r>
            <a:r>
              <a:rPr lang="en-US" sz="33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r>
              <a:rPr lang="en-US" sz="33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dài</a:t>
            </a:r>
            <a:endParaRPr lang="en-US" sz="3300" dirty="0"/>
          </a:p>
        </p:txBody>
      </p:sp>
      <p:sp>
        <p:nvSpPr>
          <p:cNvPr id="8" name="Text richtext-1792319926907-236809296"/>
          <p:cNvSpPr/>
          <p:nvPr/>
        </p:nvSpPr>
        <p:spPr>
          <a:xfrm>
            <a:off x="1238250" y="4895850"/>
            <a:ext cx="4667250" cy="3524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keep-alive,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gRPC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WebSocket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2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250" dirty="0" spc="-9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GOAWAY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HTTP/2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6505575" y="2952750"/>
            <a:ext cx="5286375" cy="5715000"/>
          </a:xfrm>
          <a:prstGeom prst="roundRect">
            <a:avLst>
              <a:gd name="adj" fmla="val 504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6829425" y="3276600"/>
            <a:ext cx="209550" cy="209550"/>
          </a:xfrm>
          <a:prstGeom prst="ellipse">
            <a:avLst/>
          </a:prstGeom>
          <a:solidFill>
            <a:srgbClr val="E8E0CF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11" name="Connector line-1792319926914-886959293"/>
          <p:cNvSpPr/>
          <p:nvPr/>
        </p:nvSpPr>
        <p:spPr>
          <a:xfrm>
            <a:off x="7038975" y="3381375"/>
            <a:ext cx="443865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6829425" y="375285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-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Dạng</a:t>
            </a:r>
            <a:r>
              <a:rPr lang="en-US" sz="3300" dirty="0" spc="-5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exec</a:t>
            </a:r>
            <a:r>
              <a:rPr lang="en-US" sz="3300" dirty="0" spc="-3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dạng</a:t>
            </a:r>
            <a:r>
              <a:rPr lang="en-US" sz="33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shell</a:t>
            </a:r>
            <a:endParaRPr lang="en-US" sz="3300" dirty="0"/>
          </a:p>
        </p:txBody>
      </p:sp>
      <p:sp>
        <p:nvSpPr>
          <p:cNvPr id="13" name="Text richtext-1792319926917-672703160"/>
          <p:cNvSpPr/>
          <p:nvPr/>
        </p:nvSpPr>
        <p:spPr>
          <a:xfrm>
            <a:off x="6829425" y="4895850"/>
            <a:ext cx="4667250" cy="3524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Exec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Shell: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2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Image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đặt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STOPSIGNAL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2096750" y="2952750"/>
            <a:ext cx="5286375" cy="5715000"/>
          </a:xfrm>
          <a:prstGeom prst="roundRect">
            <a:avLst>
              <a:gd name="adj" fmla="val 5045"/>
            </a:avLst>
          </a:prstGeom>
          <a:solidFill>
            <a:srgbClr val="E8E0CF"/>
          </a:solidFill>
          <a:ln/>
        </p:spPr>
      </p:sp>
      <p:sp>
        <p:nvSpPr>
          <p:cNvPr id="15" name="Shape 13"/>
          <p:cNvSpPr/>
          <p:nvPr/>
        </p:nvSpPr>
        <p:spPr>
          <a:xfrm>
            <a:off x="12420600" y="3276600"/>
            <a:ext cx="209550" cy="209550"/>
          </a:xfrm>
          <a:prstGeom prst="ellipse">
            <a:avLst/>
          </a:prstGeom>
          <a:solidFill>
            <a:srgbClr val="E8E0CF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16" name="Connector line-1792319926925-810288529"/>
          <p:cNvSpPr/>
          <p:nvPr/>
        </p:nvSpPr>
        <p:spPr>
          <a:xfrm>
            <a:off x="12630150" y="3381375"/>
            <a:ext cx="4438650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2420600" y="375285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-1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33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33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33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3300" dirty="0"/>
          </a:p>
        </p:txBody>
      </p:sp>
      <p:sp>
        <p:nvSpPr>
          <p:cNvPr id="18" name="Text richtext-1792319926927-213219548"/>
          <p:cNvSpPr/>
          <p:nvPr/>
        </p:nvSpPr>
        <p:spPr>
          <a:xfrm>
            <a:off x="12420600" y="4895850"/>
            <a:ext cx="4667250" cy="3524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 số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Service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publishNotReadyAddresses: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true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bàn</a:t>
            </a: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probe,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nguyên,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migration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ef90cb83-9ebd-4b8a-b8a5-0a7f44c656c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52700"/>
            <a:ext cx="3048000" cy="4286250"/>
          </a:xfrm>
          <a:prstGeom prst="roundRect">
            <a:avLst>
              <a:gd name="adj" fmla="val 750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181100" y="2838450"/>
            <a:ext cx="209550" cy="20955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6" name="Connector line-1792319927798-567037857"/>
          <p:cNvSpPr/>
          <p:nvPr/>
        </p:nvSpPr>
        <p:spPr>
          <a:xfrm>
            <a:off x="1390650" y="2943225"/>
            <a:ext cx="230505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181100" y="3219450"/>
            <a:ext cx="26289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181100" y="4038600"/>
            <a:ext cx="2628900" cy="723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81100" y="4838700"/>
            <a:ext cx="2628900" cy="19050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19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của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19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4267200" y="2552700"/>
            <a:ext cx="3048000" cy="4286250"/>
          </a:xfrm>
          <a:prstGeom prst="roundRect">
            <a:avLst>
              <a:gd name="adj" fmla="val 7500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4533900" y="2838450"/>
            <a:ext cx="209550" cy="20955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2" name="Connector line-1792319927804-865683340"/>
          <p:cNvSpPr/>
          <p:nvPr/>
        </p:nvSpPr>
        <p:spPr>
          <a:xfrm>
            <a:off x="4743450" y="2943225"/>
            <a:ext cx="2305050" cy="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4533900" y="3219450"/>
            <a:ext cx="26289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SIGTERM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533900" y="4038600"/>
            <a:ext cx="2628900" cy="723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SIGnal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TERMinate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533900" y="4838700"/>
            <a:ext cx="2628900" cy="19050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19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19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95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thúc,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kubelet</a:t>
            </a:r>
            <a:r>
              <a:rPr lang="en-US" sz="1950" dirty="0" spc="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19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620000" y="2552700"/>
            <a:ext cx="3048000" cy="4286250"/>
          </a:xfrm>
          <a:prstGeom prst="roundRect">
            <a:avLst>
              <a:gd name="adj" fmla="val 7500"/>
            </a:avLst>
          </a:prstGeom>
          <a:solidFill>
            <a:srgbClr val="1E212B"/>
          </a:solidFill>
          <a:ln/>
        </p:spPr>
      </p:sp>
      <p:sp>
        <p:nvSpPr>
          <p:cNvPr id="17" name="Shape 15"/>
          <p:cNvSpPr/>
          <p:nvPr/>
        </p:nvSpPr>
        <p:spPr>
          <a:xfrm>
            <a:off x="7886700" y="2838450"/>
            <a:ext cx="209550" cy="20955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8" name="Connector line-1792319927810-999308090"/>
          <p:cNvSpPr/>
          <p:nvPr/>
        </p:nvSpPr>
        <p:spPr>
          <a:xfrm>
            <a:off x="8096250" y="2943225"/>
            <a:ext cx="2305050" cy="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7886700" y="3219450"/>
            <a:ext cx="26289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7886700" y="4038600"/>
            <a:ext cx="2628900" cy="723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886700" y="4838700"/>
            <a:ext cx="2628900" cy="19050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19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9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1950" dirty="0" spc="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9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dirty="0" spc="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9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lời.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0972800" y="2552700"/>
            <a:ext cx="3048000" cy="4286250"/>
          </a:xfrm>
          <a:prstGeom prst="roundRect">
            <a:avLst>
              <a:gd name="adj" fmla="val 7500"/>
            </a:avLst>
          </a:prstGeom>
          <a:solidFill>
            <a:srgbClr val="1E212B"/>
          </a:solidFill>
          <a:ln/>
        </p:spPr>
      </p:sp>
      <p:sp>
        <p:nvSpPr>
          <p:cNvPr id="23" name="Shape 21"/>
          <p:cNvSpPr/>
          <p:nvPr/>
        </p:nvSpPr>
        <p:spPr>
          <a:xfrm>
            <a:off x="11239500" y="2838450"/>
            <a:ext cx="209550" cy="20955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24" name="Connector line-1792319927815-172397317"/>
          <p:cNvSpPr/>
          <p:nvPr/>
        </p:nvSpPr>
        <p:spPr>
          <a:xfrm>
            <a:off x="11449050" y="2943225"/>
            <a:ext cx="2305050" cy="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11239500" y="3219450"/>
            <a:ext cx="26289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gRPC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11239500" y="4038600"/>
            <a:ext cx="2628900" cy="723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gRPC</a:t>
            </a:r>
            <a:r>
              <a:rPr lang="en-US" sz="16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Remote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Procedure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Calls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1239500" y="4838700"/>
            <a:ext cx="2628900" cy="19050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Google,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95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 lâu.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4325600" y="2552700"/>
            <a:ext cx="3048000" cy="4286250"/>
          </a:xfrm>
          <a:prstGeom prst="roundRect">
            <a:avLst>
              <a:gd name="adj" fmla="val 7500"/>
            </a:avLst>
          </a:prstGeom>
          <a:solidFill>
            <a:srgbClr val="1E212B"/>
          </a:solidFill>
          <a:ln/>
        </p:spPr>
      </p:sp>
      <p:sp>
        <p:nvSpPr>
          <p:cNvPr id="29" name="Shape 27"/>
          <p:cNvSpPr/>
          <p:nvPr/>
        </p:nvSpPr>
        <p:spPr>
          <a:xfrm>
            <a:off x="14592300" y="2838450"/>
            <a:ext cx="209550" cy="20955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30" name="Connector line-1792319927819-824839071"/>
          <p:cNvSpPr/>
          <p:nvPr/>
        </p:nvSpPr>
        <p:spPr>
          <a:xfrm>
            <a:off x="14801850" y="2943225"/>
            <a:ext cx="2305050" cy="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14592300" y="3219450"/>
            <a:ext cx="26289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RPC</a:t>
            </a:r>
            <a:endParaRPr lang="en-US" sz="4200" dirty="0"/>
          </a:p>
        </p:txBody>
      </p:sp>
      <p:sp>
        <p:nvSpPr>
          <p:cNvPr id="32" name="Text 30"/>
          <p:cNvSpPr/>
          <p:nvPr/>
        </p:nvSpPr>
        <p:spPr>
          <a:xfrm>
            <a:off x="14592300" y="4038600"/>
            <a:ext cx="2628900" cy="723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Remote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Procedure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Call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4592300" y="4838700"/>
            <a:ext cx="2628900" cy="19050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19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 trình.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914400" y="7162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14400" y="75819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Kubernetes: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1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Pod,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lifecycle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hook,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PodDisruptionBudget,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EndpointSlice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Docker:</a:t>
            </a: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CMD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ENTRYPOINT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8" name="Moda image moda-export-watermark-7c54cdf9-ef4d-447a-b3bd-e10220668a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2026-10-18T10:39:43Z</dcterms:created>
  <dcterms:modified xsi:type="dcterms:W3CDTF">2026-10-18T10:39:43Z</dcterms:modified>
</cp:coreProperties>
</file>