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259080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r>
              <a:rPr lang="en-US" sz="84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4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cần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3000" dirty="0"/>
          </a:p>
        </p:txBody>
      </p:sp>
      <p:sp>
        <p:nvSpPr>
          <p:cNvPr id="5" name="Connector line-1792291587624-784394278"/>
          <p:cNvSpPr/>
          <p:nvPr/>
        </p:nvSpPr>
        <p:spPr>
          <a:xfrm>
            <a:off x="914400" y="6477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762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RPC: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715750" y="1524000"/>
            <a:ext cx="4381500" cy="1028700"/>
          </a:xfrm>
          <a:prstGeom prst="roundRect">
            <a:avLst>
              <a:gd name="adj" fmla="val 2963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668250" y="27622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stub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3335000" y="3429000"/>
            <a:ext cx="1143000" cy="3238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25500" y="3771900"/>
            <a:ext cx="762000" cy="590550"/>
          </a:xfrm>
          <a:prstGeom prst="roundRect">
            <a:avLst>
              <a:gd name="adj" fmla="val 32258"/>
            </a:avLst>
          </a:prstGeom>
          <a:solidFill>
            <a:srgbClr val="3DD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25500" y="4629150"/>
            <a:ext cx="762000" cy="590550"/>
          </a:xfrm>
          <a:prstGeom prst="roundRect">
            <a:avLst>
              <a:gd name="adj" fmla="val 32258"/>
            </a:avLst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25500" y="5486400"/>
            <a:ext cx="762000" cy="590550"/>
          </a:xfrm>
          <a:prstGeom prst="roundRect">
            <a:avLst>
              <a:gd name="adj" fmla="val 32258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4763750" y="453390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bytes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668250" y="68389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9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715750" y="7524750"/>
            <a:ext cx="4381500" cy="1028700"/>
          </a:xfrm>
          <a:prstGeom prst="roundRect">
            <a:avLst>
              <a:gd name="adj" fmla="val 2963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dbb6e52-8ba3-4234-82d5-4502bf97cf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5716250" cy="381000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904"/>
              </a:lnSpc>
              <a:buNone/>
            </a:pPr>
            <a:r>
              <a:rPr lang="en-US" sz="84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84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8400" dirty="0" spc="-49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84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hàm,</a:t>
            </a:r>
            <a:pPr algn="l" indent="0" marL="0">
              <a:lnSpc>
                <a:spcPts val="8904"/>
              </a:lnSpc>
              <a:buNone/>
            </a:pPr>
            <a:r>
              <a:rPr lang="en-US" sz="8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4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400" dirty="0" spc="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mạng.</a:t>
            </a:r>
            <a:endParaRPr lang="en-US" sz="8400" dirty="0"/>
          </a:p>
        </p:txBody>
      </p:sp>
      <p:sp>
        <p:nvSpPr>
          <p:cNvPr id="4" name="Connector line-1792291615285-257103344"/>
          <p:cNvSpPr/>
          <p:nvPr/>
        </p:nvSpPr>
        <p:spPr>
          <a:xfrm>
            <a:off x="4953000" y="5953125"/>
            <a:ext cx="3962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914400" y="5429250"/>
            <a:ext cx="3810000" cy="104775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810250" y="569595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Pay(request)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0" y="5429250"/>
            <a:ext cx="3810000" cy="104775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16000" y="5429250"/>
            <a:ext cx="3657600" cy="1047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RPC:</a:t>
            </a:r>
            <a:r>
              <a:rPr lang="en-US" sz="210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 từ</a:t>
            </a:r>
            <a:r>
              <a:rPr lang="en-US" sz="2100" b="1" dirty="0" spc="-2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100" dirty="0"/>
          </a:p>
        </p:txBody>
      </p:sp>
      <p:sp>
        <p:nvSpPr>
          <p:cNvPr id="9" name="Connector line-1792291615296-80954335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4846922-6cdf-4d03-b007-06c75f596e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file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.proto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cả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6459200" cy="1162050"/>
          </a:xfrm>
          <a:prstGeom prst="roundRect">
            <a:avLst>
              <a:gd name="adj" fmla="val 22951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552700"/>
            <a:ext cx="285750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.proto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476750" y="2552700"/>
            <a:ext cx="1257300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phương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message</a:t>
            </a:r>
            <a:endParaRPr lang="en-US" sz="2850" dirty="0"/>
          </a:p>
        </p:txBody>
      </p:sp>
      <p:sp>
        <p:nvSpPr>
          <p:cNvPr id="7" name="Connector line-1792291642496-544472501"/>
          <p:cNvSpPr/>
          <p:nvPr/>
        </p:nvSpPr>
        <p:spPr>
          <a:xfrm>
            <a:off x="9144000" y="3771900"/>
            <a:ext cx="0" cy="476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14400" y="4343400"/>
            <a:ext cx="16459200" cy="990600"/>
          </a:xfrm>
          <a:prstGeom prst="roundRect">
            <a:avLst>
              <a:gd name="adj" fmla="val 2692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150" dirty="0"/>
          </a:p>
        </p:txBody>
      </p:sp>
      <p:sp>
        <p:nvSpPr>
          <p:cNvPr id="9" name="Connector line-1792291642500-241354132"/>
          <p:cNvSpPr/>
          <p:nvPr/>
        </p:nvSpPr>
        <p:spPr>
          <a:xfrm>
            <a:off x="4914900" y="5391150"/>
            <a:ext cx="0" cy="4953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291642500-405088409"/>
          <p:cNvSpPr/>
          <p:nvPr/>
        </p:nvSpPr>
        <p:spPr>
          <a:xfrm>
            <a:off x="13373100" y="5391150"/>
            <a:ext cx="0" cy="4953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598170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5981700"/>
            <a:ext cx="80010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6229350"/>
            <a:ext cx="714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48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stub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333500" y="7048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hỗ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91700" y="6229350"/>
            <a:ext cx="714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4800" dirty="0" spc="-1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791700" y="7048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message,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05815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2550" dirty="0"/>
          </a:p>
        </p:txBody>
      </p:sp>
      <p:sp>
        <p:nvSpPr>
          <p:cNvPr id="18" name="Connector line-1792291642513-17511985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4b5d510-de58-4755-b962-6ead558b01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cầu,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stub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0510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57500"/>
            <a:ext cx="1905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21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0621" dirty="0"/>
          </a:p>
        </p:txBody>
      </p:sp>
      <p:sp>
        <p:nvSpPr>
          <p:cNvPr id="7" name="Text 5"/>
          <p:cNvSpPr/>
          <p:nvPr/>
        </p:nvSpPr>
        <p:spPr>
          <a:xfrm>
            <a:off x="9753600" y="2857500"/>
            <a:ext cx="1905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21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0621" dirty="0"/>
          </a:p>
        </p:txBody>
      </p:sp>
      <p:sp>
        <p:nvSpPr>
          <p:cNvPr id="8" name="Text 6"/>
          <p:cNvSpPr/>
          <p:nvPr/>
        </p:nvSpPr>
        <p:spPr>
          <a:xfrm>
            <a:off x="1295400" y="46291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3000" b="1" dirty="0" spc="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REST/JSON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dịch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53600" y="46291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client, gọi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95400" y="619125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100" dirty="0"/>
          </a:p>
        </p:txBody>
      </p:sp>
      <p:sp>
        <p:nvSpPr>
          <p:cNvPr id="11" name="Connector line-1792291663603-326022697"/>
          <p:cNvSpPr/>
          <p:nvPr/>
        </p:nvSpPr>
        <p:spPr>
          <a:xfrm>
            <a:off x="3295650" y="6496050"/>
            <a:ext cx="1047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438650" y="6191250"/>
            <a:ext cx="4191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53600" y="6191250"/>
            <a:ext cx="3048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4" name="Connector line-1792291663609-711234283"/>
          <p:cNvSpPr/>
          <p:nvPr/>
        </p:nvSpPr>
        <p:spPr>
          <a:xfrm>
            <a:off x="12896850" y="6496050"/>
            <a:ext cx="914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906500" y="6191250"/>
            <a:ext cx="30861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Pay(request)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914650" y="584835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REST/JSON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752475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524750"/>
            <a:ext cx="15430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REST/JSON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gRPC.</a:t>
            </a:r>
            <a:endParaRPr lang="en-US" sz="2700" dirty="0"/>
          </a:p>
        </p:txBody>
      </p:sp>
      <p:sp>
        <p:nvSpPr>
          <p:cNvPr id="19" name="Connector line-1792291663620-28273753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d6fbc07-2f6c-49ad-b289-a67f3a293a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message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 mạng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4953000" cy="38100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6667500" y="2705100"/>
            <a:ext cx="4953000" cy="38100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12420600" y="2705100"/>
            <a:ext cx="4953000" cy="38100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7" name="Connector line-1792291693149-663067967"/>
          <p:cNvSpPr/>
          <p:nvPr/>
        </p:nvSpPr>
        <p:spPr>
          <a:xfrm>
            <a:off x="5905500" y="4610100"/>
            <a:ext cx="7239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291693149-52561808"/>
          <p:cNvSpPr/>
          <p:nvPr/>
        </p:nvSpPr>
        <p:spPr>
          <a:xfrm>
            <a:off x="11658600" y="4610100"/>
            <a:ext cx="7239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19200" y="30099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6972300" y="30099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12725400" y="30099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1219200" y="4000500"/>
            <a:ext cx="4381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45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6972300" y="4000500"/>
            <a:ext cx="4381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Truyền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725400" y="4000500"/>
            <a:ext cx="4381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Giải</a:t>
            </a:r>
            <a:r>
              <a:rPr lang="en-US" sz="45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19200" y="4762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bytes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972300" y="4762500"/>
            <a:ext cx="4381500" cy="666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Bytes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725400" y="4762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19200" y="5981700"/>
            <a:ext cx="3238500" cy="381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6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dùng</a:t>
            </a:r>
            <a:r>
              <a:rPr lang="en-US" sz="16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65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048500" y="5619750"/>
            <a:ext cx="38481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9950" y="5734050"/>
            <a:ext cx="723900" cy="381000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8096250" y="5734050"/>
            <a:ext cx="723900" cy="381000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8972550" y="5734050"/>
            <a:ext cx="723900" cy="381000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9848850" y="5734050"/>
            <a:ext cx="723900" cy="381000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428750" y="7048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Message</a:t>
            </a:r>
            <a:r>
              <a:rPr lang="en-US" sz="33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hóa,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 stub.</a:t>
            </a:r>
            <a:endParaRPr lang="en-US" sz="3300" dirty="0"/>
          </a:p>
        </p:txBody>
      </p:sp>
      <p:sp>
        <p:nvSpPr>
          <p:cNvPr id="26" name="Connector line-1792291693170-8956527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3d5b3a9f-bbac-45da-bbe0-35dba7fb98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6,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6900" dirty="0"/>
          </a:p>
        </p:txBody>
      </p:sp>
      <p:sp>
        <p:nvSpPr>
          <p:cNvPr id="4" name="Connector line-1792291714372-296475031"/>
          <p:cNvSpPr/>
          <p:nvPr/>
        </p:nvSpPr>
        <p:spPr>
          <a:xfrm>
            <a:off x="2857500" y="3200400"/>
            <a:ext cx="0" cy="56578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5" name="Connector line-1792291714373-695731997"/>
          <p:cNvSpPr/>
          <p:nvPr/>
        </p:nvSpPr>
        <p:spPr>
          <a:xfrm>
            <a:off x="9144000" y="3200400"/>
            <a:ext cx="0" cy="56578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6" name="Connector line-1792291714373-791555667"/>
          <p:cNvSpPr/>
          <p:nvPr/>
        </p:nvSpPr>
        <p:spPr>
          <a:xfrm>
            <a:off x="15430500" y="3200400"/>
            <a:ext cx="0" cy="56578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19250" y="2571750"/>
            <a:ext cx="247650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048500" y="2571750"/>
            <a:ext cx="419100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2571750"/>
            <a:ext cx="419100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144500" y="3543300"/>
            <a:ext cx="4191000" cy="6858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382500" y="36004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49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2749" dirty="0"/>
          </a:p>
        </p:txBody>
      </p:sp>
      <p:sp>
        <p:nvSpPr>
          <p:cNvPr id="12" name="Text 10"/>
          <p:cNvSpPr/>
          <p:nvPr/>
        </p:nvSpPr>
        <p:spPr>
          <a:xfrm>
            <a:off x="9429750" y="44767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49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2749" dirty="0"/>
          </a:p>
        </p:txBody>
      </p:sp>
      <p:sp>
        <p:nvSpPr>
          <p:cNvPr id="13" name="Text 11"/>
          <p:cNvSpPr/>
          <p:nvPr/>
        </p:nvSpPr>
        <p:spPr>
          <a:xfrm>
            <a:off x="10134600" y="4476750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400" b="1" dirty="0" spc="4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-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400" dirty="0"/>
          </a:p>
        </p:txBody>
      </p:sp>
      <p:sp>
        <p:nvSpPr>
          <p:cNvPr id="14" name="Connector line-1792291714392-704632601"/>
          <p:cNvSpPr/>
          <p:nvPr/>
        </p:nvSpPr>
        <p:spPr>
          <a:xfrm flipH="1">
            <a:off x="9315450" y="5334000"/>
            <a:ext cx="5962650" cy="0"/>
          </a:xfrm>
          <a:prstGeom prst="line">
            <a:avLst/>
          </a:prstGeom>
          <a:noFill/>
          <a:ln w="6667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858000" y="5810250"/>
            <a:ext cx="4572000" cy="6858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4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143250" y="69532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49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749" dirty="0"/>
          </a:p>
        </p:txBody>
      </p:sp>
      <p:sp>
        <p:nvSpPr>
          <p:cNvPr id="17" name="Text 15"/>
          <p:cNvSpPr/>
          <p:nvPr/>
        </p:nvSpPr>
        <p:spPr>
          <a:xfrm>
            <a:off x="3848100" y="6953250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18" name="Connector line-1792291714399-877240402"/>
          <p:cNvSpPr/>
          <p:nvPr/>
        </p:nvSpPr>
        <p:spPr>
          <a:xfrm flipH="1">
            <a:off x="3028950" y="7810500"/>
            <a:ext cx="5962650" cy="0"/>
          </a:xfrm>
          <a:prstGeom prst="line">
            <a:avLst/>
          </a:prstGeom>
          <a:noFill/>
          <a:ln w="6667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291714399-21520318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caceb042-fe67-4eca-96ca-a4cc7fd581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là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unary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RPC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051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051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UNARY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RPC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34861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4860"/>
              </a:lnSpc>
              <a:buNone/>
            </a:pPr>
            <a:r>
              <a:rPr lang="en-US" sz="45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5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request,</a:t>
            </a:r>
            <a:r>
              <a:rPr lang="en-US" sz="45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 response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5334000"/>
            <a:ext cx="200025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34150" y="5334000"/>
            <a:ext cx="200025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486150" y="52197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request</a:t>
            </a:r>
            <a:endParaRPr lang="en-US" sz="1950" dirty="0"/>
          </a:p>
        </p:txBody>
      </p:sp>
      <p:sp>
        <p:nvSpPr>
          <p:cNvPr id="11" name="Connector line-1792291739789-645541204"/>
          <p:cNvSpPr/>
          <p:nvPr/>
        </p:nvSpPr>
        <p:spPr>
          <a:xfrm>
            <a:off x="3486150" y="5695950"/>
            <a:ext cx="2857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86150" y="62293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response</a:t>
            </a:r>
            <a:endParaRPr lang="en-US" sz="1950" dirty="0"/>
          </a:p>
        </p:txBody>
      </p:sp>
      <p:sp>
        <p:nvSpPr>
          <p:cNvPr id="13" name="Connector line-1792291739791-93547707"/>
          <p:cNvSpPr/>
          <p:nvPr/>
        </p:nvSpPr>
        <p:spPr>
          <a:xfrm flipH="1">
            <a:off x="3486150" y="6705600"/>
            <a:ext cx="2857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753600" y="304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HỖ</a:t>
            </a:r>
            <a:r>
              <a:rPr lang="en-US" sz="16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1650" dirty="0"/>
          </a:p>
        </p:txBody>
      </p:sp>
      <p:sp>
        <p:nvSpPr>
          <p:cNvPr id="15" name="Text richtext-1792291739794-526562378"/>
          <p:cNvSpPr/>
          <p:nvPr/>
        </p:nvSpPr>
        <p:spPr>
          <a:xfrm>
            <a:off x="9753600" y="35433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Server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streaming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streaming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753600" y="5810250"/>
            <a:ext cx="7239000" cy="1619250"/>
          </a:xfrm>
          <a:prstGeom prst="roundRect">
            <a:avLst>
              <a:gd name="adj" fmla="val 1647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5810250"/>
            <a:ext cx="66294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đúng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phía.</a:t>
            </a:r>
            <a:endParaRPr lang="en-US" sz="2550" dirty="0"/>
          </a:p>
        </p:txBody>
      </p:sp>
      <p:sp>
        <p:nvSpPr>
          <p:cNvPr id="18" name="Connector line-1792291739818-59503824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078e82b-ed87-4d3a-a6b0-5a0bada31b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2381250"/>
          </a:xfrm>
          <a:prstGeom prst="rect">
            <a:avLst/>
          </a:prstGeom>
          <a:noFill/>
          <a:ln/>
        </p:spPr>
        <p:txBody>
          <a:bodyPr wrap="square" lIns="0" tIns="64389" rIns="0" bIns="-64389" rtlCol="0" anchor="t"/>
          <a:lstStyle/>
          <a:p>
            <a:pPr algn="l" indent="0" marL="0">
              <a:lnSpc>
                <a:spcPts val="8268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Timeout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7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78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268"/>
              </a:lnSpc>
              <a:buNone/>
            </a:pPr>
            <a:r>
              <a:rPr lang="en-US" sz="7800" dirty="0" spc="-6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7800" dirty="0" spc="-3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7800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9814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49530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257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650" b="1" spc="16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" y="56769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deadline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295400" y="6667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chấp nhận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5257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53600" y="57150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b="1" dirty="0" spc="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thanh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quáng</a:t>
            </a:r>
            <a:endParaRPr lang="en-US" sz="3150" dirty="0"/>
          </a:p>
        </p:txBody>
      </p:sp>
      <p:sp>
        <p:nvSpPr>
          <p:cNvPr id="12" name="Connector line-1792291760572-2091127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04c00ae-ca53-4a4a-abc1-b67b83790a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91779661-58708976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1428750"/>
            <a:ext cx="16459200" cy="17145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832"/>
              </a:lnSpc>
              <a:buNone/>
            </a:pPr>
            <a:r>
              <a:rPr lang="en-US" sz="54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54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3,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nào</a:t>
            </a:r>
            <a:r>
              <a:rPr lang="en-US" sz="54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5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4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4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mạng: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832"/>
              </a:lnSpc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54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stub</a:t>
            </a:r>
            <a:r>
              <a:rPr lang="en-US" sz="54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4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r>
              <a:rPr lang="en-US" sz="54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message?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914400" y="3810000"/>
            <a:ext cx="7810500" cy="2095500"/>
          </a:xfrm>
          <a:prstGeom prst="roundRect">
            <a:avLst>
              <a:gd name="adj" fmla="val 12727"/>
            </a:avLst>
          </a:prstGeom>
          <a:solidFill>
            <a:srgbClr val="F3D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9563100" y="3810000"/>
            <a:ext cx="7810500" cy="2095500"/>
          </a:xfrm>
          <a:prstGeom prst="roundRect">
            <a:avLst>
              <a:gd name="adj" fmla="val 12727"/>
            </a:avLst>
          </a:prstGeom>
          <a:solidFill>
            <a:srgbClr val="CFE8E2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44958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944100" y="4495800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247900" y="440055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48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stub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0896600" y="440055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Request</a:t>
            </a:r>
            <a:r>
              <a:rPr lang="en-US" sz="4800" dirty="0" spc="-1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message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763000" y="44767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hay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6572250"/>
            <a:ext cx="16459200" cy="2286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428750" y="6915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28750" y="73914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33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message.</a:t>
            </a:r>
            <a:pPr algn="l" indent="0" marL="0">
              <a:lnSpc>
                <a:spcPts val="4125"/>
              </a:lnSpc>
              <a:buNone/>
            </a:pP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Stub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33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 client;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3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3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3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thi.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83f2ab5-50e8-4bca-a2a2-8d7bbe8e3a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240000" cy="10668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914400" y="60579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-2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9372600" y="26289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9372600" y="43434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3143250" y="2628900"/>
            <a:ext cx="581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143250" y="4343400"/>
            <a:ext cx="581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143250" y="6057900"/>
            <a:ext cx="581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01450" y="2628900"/>
            <a:ext cx="5772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601450" y="4343400"/>
            <a:ext cx="5772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143250" y="2971800"/>
            <a:ext cx="58102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message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Buffers, chuyên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chở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143250" y="4686300"/>
            <a:ext cx="58102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 từ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xa: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trình.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143250" y="6400800"/>
            <a:ext cx="58102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601450" y="2971800"/>
            <a:ext cx="57721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diễn dữ liệu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cặp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601450" y="4686300"/>
            <a:ext cx="5772150" cy="1143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r>
              <a:rPr lang="en-US" sz="19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nối;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chở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message.</a:t>
            </a:r>
            <a:endParaRPr lang="en-US" sz="1950" dirty="0"/>
          </a:p>
        </p:txBody>
      </p:sp>
      <p:sp>
        <p:nvSpPr>
          <p:cNvPr id="19" name="Connector line-1792291812742-610324211"/>
          <p:cNvSpPr/>
          <p:nvPr/>
        </p:nvSpPr>
        <p:spPr>
          <a:xfrm>
            <a:off x="914400" y="4191000"/>
            <a:ext cx="8039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0" name="Connector line-1792291812742-882857313"/>
          <p:cNvSpPr/>
          <p:nvPr/>
        </p:nvSpPr>
        <p:spPr>
          <a:xfrm>
            <a:off x="914400" y="5905500"/>
            <a:ext cx="80391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Connector line-1792291812742-739147277"/>
          <p:cNvSpPr/>
          <p:nvPr/>
        </p:nvSpPr>
        <p:spPr>
          <a:xfrm>
            <a:off x="9372600" y="4191000"/>
            <a:ext cx="80010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2" name="Connector line-1792291812742-228469299"/>
          <p:cNvSpPr/>
          <p:nvPr/>
        </p:nvSpPr>
        <p:spPr>
          <a:xfrm>
            <a:off x="9372600" y="5905500"/>
            <a:ext cx="80010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14400" y="7810500"/>
            <a:ext cx="8039100" cy="952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“nhanh hơn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lần”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nguồn: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sánh.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72600" y="6191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715500" y="64579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6" name="Text richtext-1792291812748-245638288"/>
          <p:cNvSpPr/>
          <p:nvPr/>
        </p:nvSpPr>
        <p:spPr>
          <a:xfrm>
            <a:off x="9715500" y="6877050"/>
            <a:ext cx="7334250" cy="1428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gRPC: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concepts,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gRPC: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over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Deadlines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715500" y="8153400"/>
            <a:ext cx="733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2026-10-12.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28" name="Connector line-1792291812767-12861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4900916f-084f-410d-9a46-f473bdea36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2026-10-18T10:34:23Z</dcterms:created>
  <dcterms:modified xsi:type="dcterms:W3CDTF">2026-10-18T10:34:23Z</dcterms:modified>
</cp:coreProperties>
</file>