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41910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 cân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72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tải: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72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đích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2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62865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chọn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76200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nhau: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bằng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4297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420600" y="28575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10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420600" y="4524375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100" b="1" dirty="0" spc="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vụ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420600" y="619125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đủ</a:t>
            </a:r>
            <a:r>
              <a:rPr lang="en-US" sz="2100" b="1" dirty="0" spc="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153650" y="4086225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3600" dirty="0"/>
          </a:p>
        </p:txBody>
      </p:sp>
      <p:sp>
        <p:nvSpPr>
          <p:cNvPr id="11" name="Connector line-1792371060604-126749775"/>
          <p:cNvSpPr/>
          <p:nvPr/>
        </p:nvSpPr>
        <p:spPr>
          <a:xfrm flipV="1">
            <a:off x="11753850" y="3219450"/>
            <a:ext cx="666750" cy="1666875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2" name="Connector line-1792371060605-828569845"/>
          <p:cNvSpPr/>
          <p:nvPr/>
        </p:nvSpPr>
        <p:spPr>
          <a:xfrm>
            <a:off x="11753850" y="4886325"/>
            <a:ext cx="666750" cy="95"/>
          </a:xfrm>
          <a:custGeom>
            <a:avLst/>
            <a:gdLst/>
            <a:ahLst/>
            <a:cxnLst/>
            <a:rect l="l" t="t" r="r" b="b"/>
            <a:pathLst>
              <a:path w="666750" h="95">
                <a:moveTo>
                  <a:pt x="0" y="0"/>
                </a:moveTo>
                <a:lnTo>
                  <a:pt x="333375" y="0"/>
                </a:lnTo>
                <a:lnTo>
                  <a:pt x="333375" y="0"/>
                </a:lnTo>
                <a:lnTo>
                  <a:pt x="666750" y="0"/>
                </a:lnTo>
              </a:path>
            </a:pathLst>
          </a:custGeom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Connector line-1792371060605-336625055"/>
          <p:cNvSpPr/>
          <p:nvPr/>
        </p:nvSpPr>
        <p:spPr>
          <a:xfrm>
            <a:off x="11753850" y="4886325"/>
            <a:ext cx="666750" cy="1666875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32188331-dc73-4cdc-9e73-3e6f44593e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6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66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66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đích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36195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0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096000" y="3143250"/>
            <a:ext cx="40005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2954000" y="2476500"/>
            <a:ext cx="44196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0" y="3905250"/>
            <a:ext cx="44196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0" y="5334000"/>
            <a:ext cx="44196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550" dirty="0"/>
          </a:p>
        </p:txBody>
      </p:sp>
      <p:sp>
        <p:nvSpPr>
          <p:cNvPr id="9" name="Connector line-1792371063031-485966566"/>
          <p:cNvSpPr/>
          <p:nvPr/>
        </p:nvSpPr>
        <p:spPr>
          <a:xfrm>
            <a:off x="4533900" y="4095750"/>
            <a:ext cx="1562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71063031-34134884"/>
          <p:cNvSpPr/>
          <p:nvPr/>
        </p:nvSpPr>
        <p:spPr>
          <a:xfrm flipV="1">
            <a:off x="10096500" y="3000375"/>
            <a:ext cx="2857500" cy="1095375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71063031-339950339"/>
          <p:cNvSpPr/>
          <p:nvPr/>
        </p:nvSpPr>
        <p:spPr>
          <a:xfrm>
            <a:off x="10096500" y="4095750"/>
            <a:ext cx="2857500" cy="333375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71063032-352167132"/>
          <p:cNvSpPr/>
          <p:nvPr/>
        </p:nvSpPr>
        <p:spPr>
          <a:xfrm>
            <a:off x="10096500" y="4095750"/>
            <a:ext cx="2857500" cy="1762125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7239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52475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Theo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333500" y="8048625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bản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vụ</a:t>
            </a:r>
            <a:r>
              <a:rPr lang="en-US" sz="24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Text 23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35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520d484-abdc-419c-afae-6644da8eff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800" b="1" spc="28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33350" cy="3619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15621000" cy="3810000"/>
          </a:xfrm>
          <a:prstGeom prst="rect">
            <a:avLst/>
          </a:prstGeom>
          <a:noFill/>
          <a:ln/>
        </p:spPr>
        <p:txBody>
          <a:bodyPr wrap="square" lIns="0" tIns="66294" rIns="0" bIns="-66294" rtlCol="0" anchor="t"/>
          <a:lstStyle/>
          <a:p>
            <a:pPr algn="l" indent="0" marL="0">
              <a:lnSpc>
                <a:spcPts val="9396"/>
              </a:lnSpc>
              <a:buNone/>
            </a:pPr>
            <a:r>
              <a:rPr lang="en-US" sz="8700" dirty="0" spc="-1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87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87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7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8700" dirty="0" spc="-9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7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87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87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chọn.</a:t>
            </a:r>
            <a:endParaRPr lang="en-US" sz="870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647700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Luân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lựa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609600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647700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Ít</a:t>
            </a:r>
            <a:r>
              <a:rPr lang="en-US" sz="2850" dirty="0" spc="-3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8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lựa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khác.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14400" y="8905875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quy</a:t>
            </a:r>
            <a:r>
              <a:rPr lang="en-US" sz="22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Text 17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35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56792a6a-1f1b-4f3d-9797-679cedcfbc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 KIỆN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1800" b="1" spc="30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 bị</a:t>
            </a:r>
            <a:r>
              <a:rPr lang="en-US" sz="6600" dirty="0" spc="-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6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6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600" dirty="0" spc="-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6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905000" y="3714750"/>
            <a:ext cx="2476500" cy="24765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239000" y="2762250"/>
            <a:ext cx="47625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sao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239000" y="4381500"/>
            <a:ext cx="47625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 w="28575">
            <a:solidFill>
              <a:srgbClr val="3A3E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 B: bị</a:t>
            </a:r>
            <a:r>
              <a:rPr lang="en-US" sz="2700" b="1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239000" y="6000750"/>
            <a:ext cx="47625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sao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850" dirty="0"/>
          </a:p>
        </p:txBody>
      </p:sp>
      <p:sp>
        <p:nvSpPr>
          <p:cNvPr id="8" name="Connector line-1792371081062-697984177"/>
          <p:cNvSpPr/>
          <p:nvPr/>
        </p:nvSpPr>
        <p:spPr>
          <a:xfrm flipV="1">
            <a:off x="4381500" y="3333750"/>
            <a:ext cx="2857500" cy="1619250"/>
          </a:xfrm>
          <a:prstGeom prst="curvedConnector3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71081062-899767888"/>
          <p:cNvSpPr/>
          <p:nvPr/>
        </p:nvSpPr>
        <p:spPr>
          <a:xfrm>
            <a:off x="4381500" y="4953000"/>
            <a:ext cx="2857500" cy="95"/>
          </a:xfrm>
          <a:custGeom>
            <a:avLst/>
            <a:gdLst/>
            <a:ahLst/>
            <a:cxnLst/>
            <a:rect l="l" t="t" r="r" b="b"/>
            <a:pathLst>
              <a:path w="2857500" h="95">
                <a:moveTo>
                  <a:pt x="0" y="0"/>
                </a:moveTo>
                <a:lnTo>
                  <a:pt x="1428750" y="0"/>
                </a:lnTo>
                <a:lnTo>
                  <a:pt x="1428750" y="0"/>
                </a:lnTo>
                <a:lnTo>
                  <a:pt x="2857500" y="0"/>
                </a:lnTo>
              </a:path>
            </a:pathLst>
          </a:custGeom>
          <a:ln w="57150">
            <a:solidFill>
              <a:srgbClr val="3A3E4D"/>
            </a:solidFill>
            <a:prstDash val="lgDash"/>
            <a:headEnd type="none"/>
            <a:tailEnd type="none"/>
          </a:ln>
        </p:spPr>
      </p:sp>
      <p:sp>
        <p:nvSpPr>
          <p:cNvPr id="10" name="Connector line-1792371081063-817740264"/>
          <p:cNvSpPr/>
          <p:nvPr/>
        </p:nvSpPr>
        <p:spPr>
          <a:xfrm>
            <a:off x="4381500" y="4953000"/>
            <a:ext cx="2857500" cy="1619250"/>
          </a:xfrm>
          <a:prstGeom prst="curvedConnector3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668250" y="2762250"/>
            <a:ext cx="470535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668250" y="2762250"/>
            <a:ext cx="152400" cy="4381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3" name="Text richtext-1792371081064-194281359"/>
          <p:cNvSpPr/>
          <p:nvPr/>
        </p:nvSpPr>
        <p:spPr>
          <a:xfrm>
            <a:off x="13144500" y="3095625"/>
            <a:ext cx="4000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endParaRPr lang="en-US" sz="2400" dirty="0"/>
          </a:p>
          <a:p>
            <a:pPr algn="l" marL="304800" indent="-217761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Text 21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35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3dac1d0-a53d-43f6-80bc-5517c022db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 SỨC XỬ</a:t>
            </a:r>
            <a:r>
              <a:rPr lang="en-US" sz="1800" b="1" spc="20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668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r>
              <a:rPr lang="en-US" sz="66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B,</a:t>
            </a:r>
            <a:r>
              <a:rPr lang="en-US" sz="66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r>
              <a:rPr lang="en-US" sz="6600" dirty="0" spc="-7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</a:t>
            </a:r>
            <a:r>
              <a:rPr lang="en-US" sz="6600" dirty="0" spc="-1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gánh</a:t>
            </a:r>
            <a:r>
              <a:rPr lang="en-US" sz="66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6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6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43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Còn</a:t>
            </a:r>
            <a:r>
              <a:rPr lang="en-US" sz="30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 phải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gánh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 việc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143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LB</a:t>
            </a:r>
            <a:r>
              <a:rPr lang="en-US" sz="30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3000" dirty="0"/>
          </a:p>
        </p:txBody>
      </p:sp>
      <p:sp>
        <p:nvSpPr>
          <p:cNvPr id="9" name="Text richtext-1792371096857-38654958"/>
          <p:cNvSpPr/>
          <p:nvPr/>
        </p:nvSpPr>
        <p:spPr>
          <a:xfrm>
            <a:off x="9791700" y="4000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8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Text 17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35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36e75e8-94dd-4b49-be1a-5026c26a99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 cần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2876550"/>
            <a:ext cx="723900" cy="72390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381250" y="2971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00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4400550"/>
            <a:ext cx="723900" cy="7239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381250" y="4495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300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5924550"/>
            <a:ext cx="723900" cy="7239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381250" y="60198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30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73342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71525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Chia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đều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việc.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Text 22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35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bd4356d-2795-474a-b5e9-68be3f823d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524000"/>
            <a:ext cx="133350" cy="3143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428750"/>
            <a:ext cx="15906750" cy="3429000"/>
          </a:xfrm>
          <a:prstGeom prst="rect">
            <a:avLst/>
          </a:prstGeom>
          <a:noFill/>
          <a:ln/>
        </p:spPr>
        <p:txBody>
          <a:bodyPr wrap="square" lIns="0" tIns="16193" rIns="0" bIns="-16193" rtlCol="0" anchor="t"/>
          <a:lstStyle/>
          <a:p>
            <a:pPr algn="l" indent="0" marL="0">
              <a:lnSpc>
                <a:spcPts val="5865"/>
              </a:lnSpc>
              <a:buNone/>
            </a:pPr>
            <a:r>
              <a:rPr lang="en-US" sz="5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51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</a:t>
            </a: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5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5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5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nhau.</a:t>
            </a:r>
            <a:r>
              <a:rPr lang="en-US" sz="5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r>
              <a:rPr lang="en-US" sz="5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5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5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51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nặng</a:t>
            </a:r>
            <a:r>
              <a:rPr lang="en-US" sz="5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hơn.</a:t>
            </a:r>
            <a:r>
              <a:rPr lang="en-US" sz="5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1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5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chịu</a:t>
            </a:r>
            <a:r>
              <a:rPr lang="en-US" sz="5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5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5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914400" y="5524500"/>
            <a:ext cx="16459200" cy="33337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8293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7" name="Text richtext-1792371120678-436495349"/>
          <p:cNvSpPr/>
          <p:nvPr/>
        </p:nvSpPr>
        <p:spPr>
          <a:xfrm>
            <a:off x="1333500" y="6334125"/>
            <a:ext cx="156210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 phí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850" dirty="0"/>
          </a:p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trễ,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Text 15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35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edc1b5d-cf54-42d1-8c8c-410cd4b4e3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75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75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7622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0" y="27622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10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4480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37623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620000" y="3762375"/>
            <a:ext cx="942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50196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620000" y="5019675"/>
            <a:ext cx="942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59626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2769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7620000" y="6276975"/>
            <a:ext cx="942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2199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3500" y="7534275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7620000" y="7534275"/>
            <a:ext cx="942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phòng.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8620125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2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Text 27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35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e48a6894-2044-4ea5-8af3-8face30b33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333500"/>
            <a:ext cx="164592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16668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33500" y="2619375"/>
            <a:ext cx="152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8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76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7" name="Text richtext-1792371124531-961603576"/>
          <p:cNvSpPr/>
          <p:nvPr/>
        </p:nvSpPr>
        <p:spPr>
          <a:xfrm>
            <a:off x="914400" y="523875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550" dirty="0"/>
          </a:p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NGINX: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5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Amazon: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371475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35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573441b-ee2c-4f94-9224-cf4174dccb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2026-10-19T00:52:24Z</dcterms:created>
  <dcterms:modified xsi:type="dcterms:W3CDTF">2026-10-19T00:52:24Z</dcterms:modified>
</cp:coreProperties>
</file>