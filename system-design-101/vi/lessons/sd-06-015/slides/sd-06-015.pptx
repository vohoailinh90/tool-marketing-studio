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800" b="1" spc="29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800" b="1" spc="29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15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16459200" cy="2571750"/>
          </a:xfrm>
          <a:prstGeom prst="rect">
            <a:avLst/>
          </a:prstGeom>
          <a:noFill/>
          <a:ln/>
        </p:spPr>
        <p:txBody>
          <a:bodyPr wrap="square" lIns="0" tIns="69437" rIns="0" bIns="-69437" rtlCol="0" anchor="t"/>
          <a:lstStyle/>
          <a:p>
            <a:pPr algn="l" indent="0" marL="0">
              <a:lnSpc>
                <a:spcPts val="8505"/>
              </a:lnSpc>
              <a:buNone/>
            </a:pPr>
            <a:r>
              <a:rPr lang="en-US" sz="81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8100" dirty="0" spc="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81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theo</a:t>
            </a:r>
            <a:r>
              <a:rPr lang="en-US" sz="81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những</a:t>
            </a:r>
            <a:r>
              <a:rPr lang="en-US" sz="81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 nào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4191000"/>
            <a:ext cx="16459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Sao</a:t>
            </a:r>
            <a:r>
              <a:rPr lang="en-US" sz="300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30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</a:t>
            </a:r>
            <a:r>
              <a:rPr lang="en-US" sz="3000" dirty="0" spc="17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đêm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3000" dirty="0" spc="-8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30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 liệu</a:t>
            </a:r>
            <a:r>
              <a:rPr lang="en-US" sz="30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3000" dirty="0" spc="-1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tải?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91440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21920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-1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21920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 hạn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508635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39115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539115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000" dirty="0" spc="-1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endParaRPr lang="en-US" sz="3000" dirty="0"/>
          </a:p>
        </p:txBody>
      </p:sp>
      <p:sp>
        <p:nvSpPr>
          <p:cNvPr id="11" name="Shape 9"/>
          <p:cNvSpPr/>
          <p:nvPr/>
        </p:nvSpPr>
        <p:spPr>
          <a:xfrm>
            <a:off x="925830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56310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956310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Một khóa</a:t>
            </a:r>
            <a:r>
              <a:rPr lang="en-US" sz="30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nóng</a:t>
            </a:r>
            <a:r>
              <a:rPr lang="en-US" sz="30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3000" dirty="0"/>
          </a:p>
        </p:txBody>
      </p:sp>
      <p:sp>
        <p:nvSpPr>
          <p:cNvPr id="14" name="Shape 12"/>
          <p:cNvSpPr/>
          <p:nvPr/>
        </p:nvSpPr>
        <p:spPr>
          <a:xfrm>
            <a:off x="13430250" y="5524500"/>
            <a:ext cx="3943350" cy="2857500"/>
          </a:xfrm>
          <a:prstGeom prst="roundRect">
            <a:avLst>
              <a:gd name="adj" fmla="val 8000"/>
            </a:avLst>
          </a:prstGeom>
          <a:solidFill>
            <a:srgbClr val="1E212B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3735050" y="5762625"/>
            <a:ext cx="333375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dirty="0" spc="3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5400" dirty="0"/>
          </a:p>
        </p:txBody>
      </p:sp>
      <p:sp>
        <p:nvSpPr>
          <p:cNvPr id="16" name="Text 14"/>
          <p:cNvSpPr/>
          <p:nvPr/>
        </p:nvSpPr>
        <p:spPr>
          <a:xfrm>
            <a:off x="13735050" y="6858000"/>
            <a:ext cx="3333750" cy="1333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 nhớ</a:t>
            </a:r>
            <a:r>
              <a:rPr lang="en-US" sz="30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30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962025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65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1650" dirty="0" spc="-1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7.0.15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</a:t>
            </a:r>
            <a:endParaRPr lang="en-US" sz="1650" dirty="0"/>
          </a:p>
        </p:txBody>
      </p:sp>
      <p:sp>
        <p:nvSpPr>
          <p:cNvPr id="18" name="Shape 16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1bcd61d3-2201-46b3-9596-f3ba9f258c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 HỎNG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2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thời</a:t>
            </a:r>
            <a:r>
              <a:rPr lang="en-US" sz="6900" dirty="0" spc="2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điểm,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do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152400" cy="3619500"/>
          </a:xfrm>
          <a:prstGeom prst="rect">
            <a:avLst/>
          </a:prstGeom>
          <a:solidFill>
            <a:srgbClr val="E8472B"/>
          </a:solidFill>
          <a:ln/>
        </p:spPr>
      </p:sp>
      <p:sp>
        <p:nvSpPr>
          <p:cNvPr id="5" name="Text 3"/>
          <p:cNvSpPr/>
          <p:nvPr/>
        </p:nvSpPr>
        <p:spPr>
          <a:xfrm>
            <a:off x="1524000" y="3048000"/>
            <a:ext cx="15811500" cy="3810000"/>
          </a:xfrm>
          <a:prstGeom prst="rect">
            <a:avLst/>
          </a:prstGeom>
          <a:noFill/>
          <a:ln/>
        </p:spPr>
        <p:txBody>
          <a:bodyPr wrap="square" lIns="0" tIns="35052" rIns="0" bIns="-35052" rtlCol="0" anchor="ctr"/>
          <a:lstStyle/>
          <a:p>
            <a:pPr algn="l" indent="0" marL="0">
              <a:lnSpc>
                <a:spcPts val="7728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6900" dirty="0" spc="1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che</a:t>
            </a:r>
            <a:r>
              <a:rPr lang="en-US" sz="6900" dirty="0" spc="-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tải,</a:t>
            </a:r>
            <a:r>
              <a:rPr lang="en-US" sz="6900" dirty="0" spc="-6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tới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nó hỏng.</a:t>
            </a:r>
            <a:endParaRPr lang="en-US" sz="6900" dirty="0"/>
          </a:p>
        </p:txBody>
      </p:sp>
      <p:sp>
        <p:nvSpPr>
          <p:cNvPr id="6" name="Text 4"/>
          <p:cNvSpPr/>
          <p:nvPr/>
        </p:nvSpPr>
        <p:spPr>
          <a:xfrm>
            <a:off x="1524000" y="7524750"/>
            <a:ext cx="158115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5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cách: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55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tán,</a:t>
            </a:r>
            <a:r>
              <a:rPr lang="en-US" sz="25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5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5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lệch</a:t>
            </a:r>
            <a:r>
              <a:rPr lang="en-US" sz="25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550" dirty="0"/>
          </a:p>
        </p:txBody>
      </p:sp>
      <p:sp>
        <p:nvSpPr>
          <p:cNvPr id="7" name="Connector line-1792372548485-79983165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8" name="Shape 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2192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0" name="Shape 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0" name="Moda image moda-export-watermark-3b62b047-4242-48fe-8a82-3e9683c397c7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1800" b="1" spc="28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800" b="1" spc="300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301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800" b="1" spc="30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1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Xếp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bốn</a:t>
            </a:r>
            <a:r>
              <a:rPr lang="en-US" sz="6900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kiểu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hỏng</a:t>
            </a:r>
            <a:r>
              <a:rPr lang="en-US" sz="6900" dirty="0" spc="-5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vào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bảng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4000500" y="2762250"/>
            <a:ext cx="657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25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TỪNG</a:t>
            </a:r>
            <a:r>
              <a:rPr lang="en-US" sz="1950" b="1" spc="20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1950" dirty="0"/>
          </a:p>
        </p:txBody>
      </p:sp>
      <p:sp>
        <p:nvSpPr>
          <p:cNvPr id="5" name="Text 3"/>
          <p:cNvSpPr/>
          <p:nvPr/>
        </p:nvSpPr>
        <p:spPr>
          <a:xfrm>
            <a:off x="10801350" y="2762250"/>
            <a:ext cx="65722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spc="18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1950" b="1" spc="21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195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95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endParaRPr lang="en-US" sz="1950" dirty="0"/>
          </a:p>
        </p:txBody>
      </p:sp>
      <p:sp>
        <p:nvSpPr>
          <p:cNvPr id="6" name="Text 4"/>
          <p:cNvSpPr/>
          <p:nvPr/>
        </p:nvSpPr>
        <p:spPr>
          <a:xfrm>
            <a:off x="914400" y="3286125"/>
            <a:ext cx="2857500" cy="2381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thời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điểm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5857875"/>
            <a:ext cx="285750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Do</a:t>
            </a:r>
            <a:r>
              <a:rPr lang="en-US" sz="2250" b="1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25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4000500" y="3286125"/>
            <a:ext cx="6572250" cy="2381250"/>
          </a:xfrm>
          <a:prstGeom prst="roundRect">
            <a:avLst>
              <a:gd name="adj" fmla="val 9600"/>
            </a:avLst>
          </a:prstGeom>
          <a:solidFill>
            <a:srgbClr val="E8472B"/>
          </a:solidFill>
          <a:ln/>
        </p:spPr>
      </p:sp>
      <p:sp>
        <p:nvSpPr>
          <p:cNvPr id="9" name="Text 7"/>
          <p:cNvSpPr/>
          <p:nvPr/>
        </p:nvSpPr>
        <p:spPr>
          <a:xfrm>
            <a:off x="4381500" y="3476625"/>
            <a:ext cx="5810250" cy="1238250"/>
          </a:xfrm>
          <a:prstGeom prst="rect">
            <a:avLst/>
          </a:prstGeom>
          <a:noFill/>
          <a:ln/>
        </p:spPr>
        <p:txBody>
          <a:bodyPr wrap="square" lIns="0" tIns="10477" rIns="0" bIns="-10477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dirty="0" spc="2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Nhiều</a:t>
            </a:r>
            <a:r>
              <a:rPr lang="en-US" sz="3300" dirty="0" spc="-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r>
              <a:rPr lang="en-US" sz="3300" dirty="0" spc="-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hết</a:t>
            </a:r>
            <a:r>
              <a:rPr lang="en-US" sz="3300" dirty="0" spc="3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r>
              <a:rPr lang="en-US" sz="3300" dirty="0" spc="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cùng</a:t>
            </a:r>
            <a:r>
              <a:rPr lang="en-US" sz="3300" dirty="0" spc="-1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lúc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4381500" y="4810125"/>
            <a:ext cx="58102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8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100" dirty="0" spc="-4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100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1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100" dirty="0" spc="-6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ở</a:t>
            </a:r>
            <a:r>
              <a:rPr lang="en-US" sz="2100" dirty="0" spc="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đây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10801350" y="3286125"/>
            <a:ext cx="6572250" cy="2381250"/>
          </a:xfrm>
          <a:prstGeom prst="roundRect">
            <a:avLst>
              <a:gd name="adj" fmla="val 9600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182350" y="3476625"/>
            <a:ext cx="581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3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3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3300" dirty="0"/>
          </a:p>
        </p:txBody>
      </p:sp>
      <p:sp>
        <p:nvSpPr>
          <p:cNvPr id="13" name="Shape 11"/>
          <p:cNvSpPr/>
          <p:nvPr/>
        </p:nvSpPr>
        <p:spPr>
          <a:xfrm>
            <a:off x="4000500" y="5857875"/>
            <a:ext cx="6572250" cy="2190750"/>
          </a:xfrm>
          <a:prstGeom prst="roundRect">
            <a:avLst>
              <a:gd name="adj" fmla="val 10435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81500" y="6048375"/>
            <a:ext cx="5810250" cy="1238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3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 không</a:t>
            </a:r>
            <a:r>
              <a:rPr lang="en-US" sz="33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tồn</a:t>
            </a:r>
            <a:r>
              <a:rPr lang="en-US" sz="33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tại</a:t>
            </a:r>
            <a:endParaRPr lang="en-US" sz="3300" dirty="0"/>
          </a:p>
        </p:txBody>
      </p:sp>
      <p:sp>
        <p:nvSpPr>
          <p:cNvPr id="15" name="Shape 13"/>
          <p:cNvSpPr/>
          <p:nvPr/>
        </p:nvSpPr>
        <p:spPr>
          <a:xfrm>
            <a:off x="10801350" y="5857875"/>
            <a:ext cx="6572250" cy="2190750"/>
          </a:xfrm>
          <a:prstGeom prst="roundRect">
            <a:avLst>
              <a:gd name="adj" fmla="val 10435"/>
            </a:avLst>
          </a:prstGeom>
          <a:solidFill>
            <a:srgbClr val="E8E0CF"/>
          </a:solidFill>
          <a:ln/>
        </p:spPr>
      </p:sp>
      <p:sp>
        <p:nvSpPr>
          <p:cNvPr id="16" name="Text 14"/>
          <p:cNvSpPr/>
          <p:nvPr/>
        </p:nvSpPr>
        <p:spPr>
          <a:xfrm>
            <a:off x="11182350" y="5857875"/>
            <a:ext cx="5810250" cy="2190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dirty="0" spc="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—</a:t>
            </a:r>
            <a:endParaRPr lang="en-US" sz="2250" dirty="0"/>
          </a:p>
        </p:txBody>
      </p:sp>
      <p:sp>
        <p:nvSpPr>
          <p:cNvPr id="17" name="Text 15"/>
          <p:cNvSpPr/>
          <p:nvPr/>
        </p:nvSpPr>
        <p:spPr>
          <a:xfrm>
            <a:off x="4000500" y="8286750"/>
            <a:ext cx="13373100" cy="666750"/>
          </a:xfrm>
          <a:prstGeom prst="roundRect">
            <a:avLst>
              <a:gd name="adj" fmla="val 50000"/>
            </a:avLst>
          </a:prstGeom>
          <a:solidFill>
            <a:srgbClr val="F8D9D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4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1950" b="1" dirty="0" spc="1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cùng</a:t>
            </a:r>
            <a:r>
              <a:rPr lang="en-US" sz="1950" b="1" dirty="0" spc="-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hạn;</a:t>
            </a:r>
            <a:r>
              <a:rPr lang="en-US" sz="1950" b="1" dirty="0" spc="6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chữa:</a:t>
            </a:r>
            <a:r>
              <a:rPr lang="en-US" sz="1950" b="1" dirty="0" spc="-8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1950" b="1" dirty="0" spc="-3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1950" b="1" dirty="0" spc="0" kern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</a:t>
            </a:r>
            <a:endParaRPr lang="en-US" sz="1950" dirty="0"/>
          </a:p>
        </p:txBody>
      </p:sp>
      <p:sp>
        <p:nvSpPr>
          <p:cNvPr id="18" name="Connector line-1792372549431-505797944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430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03/10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3974e2fd-f930-4dd7-9aea-4587cbd59c1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301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800" b="1" spc="280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TỒN</a:t>
            </a:r>
            <a:r>
              <a:rPr lang="en-US" sz="1800" b="1" spc="25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-2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gì</a:t>
            </a:r>
            <a:r>
              <a:rPr lang="en-US" sz="6900" dirty="0" spc="1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để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cất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143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57300" y="34290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Xin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không</a:t>
            </a:r>
            <a:r>
              <a:rPr lang="en-US" sz="36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257300" y="4762500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2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yêu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</a:t>
            </a:r>
            <a:endParaRPr lang="en-US" sz="2250" dirty="0"/>
          </a:p>
        </p:txBody>
      </p:sp>
      <p:sp>
        <p:nvSpPr>
          <p:cNvPr id="7" name="Connector line-1792372596959-885937394"/>
          <p:cNvSpPr/>
          <p:nvPr/>
        </p:nvSpPr>
        <p:spPr>
          <a:xfrm>
            <a:off x="6019800" y="4381500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629400" y="3143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972300" y="34290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2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600" dirty="0" spc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600" dirty="0" spc="7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972300" y="4762500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1" name="Connector line-1792372596965-729393512"/>
          <p:cNvSpPr/>
          <p:nvPr/>
        </p:nvSpPr>
        <p:spPr>
          <a:xfrm>
            <a:off x="11734800" y="4381500"/>
            <a:ext cx="53340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12344400" y="3143250"/>
            <a:ext cx="5029200" cy="2476500"/>
          </a:xfrm>
          <a:prstGeom prst="roundRect">
            <a:avLst>
              <a:gd name="adj" fmla="val 10769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687300" y="3429000"/>
            <a:ext cx="4343400" cy="1143000"/>
          </a:xfrm>
          <a:prstGeom prst="rect">
            <a:avLst/>
          </a:prstGeom>
          <a:noFill/>
          <a:ln/>
        </p:spPr>
        <p:txBody>
          <a:bodyPr wrap="square" lIns="0" tIns="11430" rIns="0" bIns="-11430" rtlCol="0" anchor="t"/>
          <a:lstStyle/>
          <a:p>
            <a:pPr algn="l" indent="0" marL="0">
              <a:lnSpc>
                <a:spcPts val="4140"/>
              </a:lnSpc>
              <a:buNone/>
            </a:pPr>
            <a:r>
              <a:rPr lang="en-US" sz="36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6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6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600" dirty="0" spc="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2687300" y="4762500"/>
            <a:ext cx="43434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có,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250" dirty="0" spc="-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25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14400" y="6191250"/>
            <a:ext cx="16459200" cy="104775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700" b="1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Lần</a:t>
            </a:r>
            <a:r>
              <a:rPr lang="en-US" sz="27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700" b="1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700" b="1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xuyên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700" b="1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7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7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7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700" dirty="0"/>
          </a:p>
        </p:txBody>
      </p:sp>
      <p:sp>
        <p:nvSpPr>
          <p:cNvPr id="16" name="Text 14"/>
          <p:cNvSpPr/>
          <p:nvPr/>
        </p:nvSpPr>
        <p:spPr>
          <a:xfrm>
            <a:off x="914400" y="762000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riêng:</a:t>
            </a:r>
            <a:r>
              <a:rPr lang="en-US" sz="22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cất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rỗng</a:t>
            </a:r>
            <a:r>
              <a:rPr lang="en-US" sz="2250" dirty="0" spc="-1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2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lọc</a:t>
            </a:r>
            <a:r>
              <a:rPr lang="en-US" sz="225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Bloom.</a:t>
            </a:r>
            <a:endParaRPr lang="en-US" sz="2250" dirty="0"/>
          </a:p>
        </p:txBody>
      </p:sp>
      <p:sp>
        <p:nvSpPr>
          <p:cNvPr id="17" name="Connector line-1792372596978-123479591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8669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04/10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06272886-d834-4db0-8c82-77608d0c51ea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333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83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1800" b="1" spc="300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 ·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YÊU</a:t>
            </a:r>
            <a:r>
              <a:rPr lang="en-US" sz="1800" b="1" spc="28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CẦU,</a:t>
            </a:r>
            <a:r>
              <a:rPr lang="en-US" sz="1800" b="1" spc="301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800" b="1" spc="298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302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Chỉ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cho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cầu</a:t>
            </a:r>
            <a:r>
              <a:rPr lang="en-US" sz="6900" dirty="0" spc="3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đi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nạp</a:t>
            </a:r>
            <a:endParaRPr lang="en-US" sz="6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14400" y="2762250"/>
          <a:ext cx="13716000" cy="914400"/>
        </p:xfrm>
        <a:graphic>
          <a:graphicData uri="http://schemas.openxmlformats.org/drawingml/2006/table">
            <a:tbl>
              <a:tblPr/>
              <a:tblGrid>
                <a:gridCol w="7571232"/>
                <a:gridCol w="4937760"/>
                <a:gridCol w="3950208"/>
              </a:tblGrid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Cách</a:t>
                      </a:r>
                      <a:r>
                        <a:rPr lang="en-US" sz="2400" b="1" dirty="0" spc="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làm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18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Lần</a:t>
                      </a:r>
                      <a:r>
                        <a:rPr lang="en-US" sz="2400" b="1" dirty="0" spc="-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hỏi cơ</a:t>
                      </a:r>
                      <a:r>
                        <a:rPr lang="en-US" sz="2400" b="1" dirty="0" spc="-1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sở</a:t>
                      </a:r>
                      <a:r>
                        <a:rPr lang="en-US" sz="2400" b="1" dirty="0" spc="3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dữ</a:t>
                      </a:r>
                      <a:r>
                        <a:rPr lang="en-US" sz="2400" b="1" dirty="0" spc="0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liệu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B4530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5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Chờ</a:t>
                      </a:r>
                      <a:r>
                        <a:rPr lang="en-US" sz="2400" b="1" dirty="0" spc="2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lâu</a:t>
                      </a:r>
                      <a:r>
                        <a:rPr lang="en-US" sz="2400" b="1" dirty="0" spc="-7" kern="0">
                          <a:solidFill>
                            <a:srgbClr val="FBF8F2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nhất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B45309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-9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Không</a:t>
                      </a:r>
                      <a:r>
                        <a:rPr lang="en-US" sz="2400" b="1" dirty="0" spc="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bảo</a:t>
                      </a:r>
                      <a:r>
                        <a:rPr lang="en-US" sz="2400" b="1" dirty="0" spc="-2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vệ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50,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</a:t>
                      </a: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205–210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Giành</a:t>
                      </a:r>
                      <a:r>
                        <a:rPr lang="en-US" sz="2400" b="1" dirty="0" spc="-4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</a:t>
                      </a:r>
                      <a:r>
                        <a:rPr lang="en-US" sz="2400" b="1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SET</a:t>
                      </a:r>
                      <a:r>
                        <a:rPr lang="en-US" sz="2400" b="1" dirty="0" spc="-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NX</a:t>
                      </a:r>
                      <a:r>
                        <a:rPr lang="en-US" sz="2400" b="1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PX</a:t>
                      </a:r>
                      <a:r>
                        <a:rPr lang="en-US" sz="2400" b="1" dirty="0" spc="5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2000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</a:t>
                      </a:r>
                      <a:r>
                        <a:rPr lang="en-US" sz="2400" dirty="0" spc="0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(6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lần),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2</a:t>
                      </a:r>
                      <a:r>
                        <a:rPr lang="en-US" sz="2400" dirty="0" spc="3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(4</a:t>
                      </a:r>
                      <a:r>
                        <a:rPr lang="en-US" sz="2400" dirty="0" spc="2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lần)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dirty="0" spc="-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211–403</a:t>
                      </a:r>
                      <a:r>
                        <a:rPr lang="en-US" sz="2400" dirty="0" spc="1" kern="0">
                          <a:solidFill>
                            <a:srgbClr val="14161C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ms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  <a:solidFill>
                      <a:srgbClr val="FBF8F2"/>
                    </a:solidFill>
                  </a:tcPr>
                </a:tc>
              </a:tr>
              <a:tr h="1123950"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Giành</a:t>
                      </a:r>
                      <a:r>
                        <a:rPr lang="en-US" sz="2400" b="1" dirty="0" spc="-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khóa,</a:t>
                      </a:r>
                      <a:r>
                        <a:rPr lang="en-US" sz="2400" b="1" dirty="0" spc="-1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rồi</a:t>
                      </a:r>
                      <a:r>
                        <a:rPr lang="en-US" sz="2400" b="1" dirty="0" spc="4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đọc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lại</a:t>
                      </a:r>
                      <a:r>
                        <a:rPr lang="en-US" sz="2400" b="1" dirty="0" spc="-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bộ</a:t>
                      </a:r>
                      <a:r>
                        <a:rPr lang="en-US" sz="2400" b="1" dirty="0" spc="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đệm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1,</a:t>
                      </a:r>
                      <a:r>
                        <a:rPr lang="en-US" sz="2400" b="1" dirty="0" spc="-4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cả</a:t>
                      </a:r>
                      <a:r>
                        <a:rPr lang="en-US" sz="2400" b="1" dirty="0" spc="2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10</a:t>
                      </a:r>
                      <a:r>
                        <a:rPr lang="en-US" sz="2400" b="1" dirty="0" spc="0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 lần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noFill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lnSpc>
                          <a:spcPts val="2880"/>
                        </a:lnSpc>
                        <a:buNone/>
                      </a:pPr>
                      <a:r>
                        <a:rPr lang="en-US" sz="2400" b="1" dirty="0" spc="1" kern="0">
                          <a:solidFill>
                            <a:srgbClr val="B45309"/>
                          </a:solidFill>
                          <a:latin typeface="Be Vietnam Pro" pitchFamily="34" charset="0"/>
                          <a:ea typeface="Be Vietnam Pro" pitchFamily="34" charset="-122"/>
                          <a:cs typeface="Be Vietnam Pro" pitchFamily="34" charset="-120"/>
                        </a:rPr>
                        <a:t>213–216 ms</a:t>
                      </a:r>
                      <a:endParaRPr lang="en-US" sz="1200" dirty="0"/>
                    </a:p>
                  </a:txBody>
                  <a:tcPr marL="247650" marR="247650" marT="247650" marB="247650">
                    <a:lnL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DDD5C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8F2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914400" y="7524750"/>
            <a:ext cx="16459200" cy="8572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việc</a:t>
            </a:r>
            <a:r>
              <a:rPr lang="en-US" sz="2100" dirty="0" spc="-1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gộp</a:t>
            </a:r>
            <a:r>
              <a:rPr lang="en-US" sz="2100" dirty="0" spc="-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request</a:t>
            </a:r>
            <a:r>
              <a:rPr lang="en-US" sz="210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collapse.</a:t>
            </a:r>
            <a:endParaRPr lang="en-US" sz="2100" dirty="0"/>
          </a:p>
        </p:txBody>
      </p:sp>
      <p:sp>
        <p:nvSpPr>
          <p:cNvPr id="6" name="Connector line-1792372597853-65359834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7" name="Shape 4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21907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12" name="Shape 9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18" name="Shape 1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19" name="Moda image moda-export-watermark-2ed3d66d-1ef4-416f-ae4a-7c8ba82f1ea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1800" b="1" spc="302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1800" b="1" spc="300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1800" b="1" spc="28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SẬP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9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Che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chính</a:t>
            </a:r>
            <a:r>
              <a:rPr lang="en-US" sz="6900" dirty="0" spc="-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cơ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6900" dirty="0" spc="8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4476750"/>
            <a:ext cx="3619500" cy="1714500"/>
          </a:xfrm>
          <a:prstGeom prst="roundRect">
            <a:avLst>
              <a:gd name="adj" fmla="val 15556"/>
            </a:avLst>
          </a:prstGeom>
          <a:solidFill>
            <a:srgbClr val="14161C"/>
          </a:solidFill>
          <a:ln/>
        </p:spPr>
      </p:sp>
      <p:sp>
        <p:nvSpPr>
          <p:cNvPr id="5" name="Text 3"/>
          <p:cNvSpPr/>
          <p:nvPr/>
        </p:nvSpPr>
        <p:spPr>
          <a:xfrm>
            <a:off x="1200150" y="4476750"/>
            <a:ext cx="3048000" cy="171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Mọi</a:t>
            </a:r>
            <a:r>
              <a:rPr lang="en-US" sz="33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yêu cầu</a:t>
            </a:r>
            <a:endParaRPr lang="en-US" sz="3300" dirty="0"/>
          </a:p>
        </p:txBody>
      </p:sp>
      <p:sp>
        <p:nvSpPr>
          <p:cNvPr id="6" name="Connector line-1792372598684-586144630"/>
          <p:cNvSpPr/>
          <p:nvPr/>
        </p:nvSpPr>
        <p:spPr>
          <a:xfrm flipV="1">
            <a:off x="4629150" y="3714750"/>
            <a:ext cx="1714500" cy="1143000"/>
          </a:xfrm>
          <a:prstGeom prst="line">
            <a:avLst/>
          </a:prstGeom>
          <a:noFill/>
          <a:ln w="47625">
            <a:solidFill>
              <a:srgbClr val="8A867C"/>
            </a:solidFill>
            <a:prstDash val="lgDash"/>
            <a:headEnd type="none"/>
            <a:tailEnd type="triangle"/>
          </a:ln>
        </p:spPr>
      </p:sp>
      <p:sp>
        <p:nvSpPr>
          <p:cNvPr id="7" name="Connector line-1792372598685-702334847"/>
          <p:cNvSpPr/>
          <p:nvPr/>
        </p:nvSpPr>
        <p:spPr>
          <a:xfrm>
            <a:off x="4629150" y="5810250"/>
            <a:ext cx="1714500" cy="85725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6477000" y="2857500"/>
            <a:ext cx="5334000" cy="1809750"/>
          </a:xfrm>
          <a:prstGeom prst="roundRect">
            <a:avLst>
              <a:gd name="adj" fmla="val 14737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0" y="3048000"/>
            <a:ext cx="457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5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3300" dirty="0" spc="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r>
              <a:rPr lang="en-US" sz="3300" dirty="0" spc="7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đệm</a:t>
            </a:r>
            <a:r>
              <a:rPr lang="en-US" sz="3300" dirty="0" spc="-1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sập</a:t>
            </a:r>
            <a:endParaRPr lang="en-US" sz="3300" dirty="0"/>
          </a:p>
        </p:txBody>
      </p:sp>
      <p:sp>
        <p:nvSpPr>
          <p:cNvPr id="10" name="Text 8"/>
          <p:cNvSpPr/>
          <p:nvPr/>
        </p:nvSpPr>
        <p:spPr>
          <a:xfrm>
            <a:off x="6858000" y="376237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1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cụm:</a:t>
            </a:r>
            <a:r>
              <a:rPr lang="en-US" sz="21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1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 không</a:t>
            </a:r>
            <a:r>
              <a:rPr lang="en-US" sz="2100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mất</a:t>
            </a:r>
            <a:r>
              <a:rPr lang="en-US" sz="21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6477000" y="5810250"/>
            <a:ext cx="5334000" cy="1809750"/>
          </a:xfrm>
          <a:prstGeom prst="roundRect">
            <a:avLst>
              <a:gd name="adj" fmla="val 14737"/>
            </a:avLst>
          </a:prstGeom>
          <a:solidFill>
            <a:srgbClr val="0F766E"/>
          </a:solidFill>
          <a:ln/>
        </p:spPr>
      </p:sp>
      <p:sp>
        <p:nvSpPr>
          <p:cNvPr id="12" name="Text 10"/>
          <p:cNvSpPr/>
          <p:nvPr/>
        </p:nvSpPr>
        <p:spPr>
          <a:xfrm>
            <a:off x="6858000" y="6000750"/>
            <a:ext cx="4572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7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Circuit</a:t>
            </a:r>
            <a:r>
              <a:rPr lang="en-US" sz="3300" dirty="0" spc="-16" kern="0">
                <a:solidFill>
                  <a:srgbClr val="FBF8F2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breaker</a:t>
            </a:r>
            <a:endParaRPr lang="en-US" sz="3300" dirty="0"/>
          </a:p>
        </p:txBody>
      </p:sp>
      <p:sp>
        <p:nvSpPr>
          <p:cNvPr id="13" name="Text 11"/>
          <p:cNvSpPr/>
          <p:nvPr/>
        </p:nvSpPr>
        <p:spPr>
          <a:xfrm>
            <a:off x="6858000" y="6715125"/>
            <a:ext cx="45720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dirty="0" spc="-29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Lỗi</a:t>
            </a:r>
            <a:r>
              <a:rPr lang="en-US" sz="2100" dirty="0" spc="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vượt ngưỡng:</a:t>
            </a:r>
            <a:r>
              <a:rPr lang="en-US" sz="2100" dirty="0" spc="-13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tạm</a:t>
            </a:r>
            <a:r>
              <a:rPr lang="en-US" sz="2100" dirty="0" spc="-1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100" dirty="0" spc="-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r>
              <a:rPr lang="en-US" sz="2100" dirty="0" spc="-12" kern="0">
                <a:solidFill>
                  <a:srgbClr val="FBF8F2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gọi</a:t>
            </a:r>
            <a:endParaRPr lang="en-US" sz="2100" dirty="0"/>
          </a:p>
        </p:txBody>
      </p:sp>
      <p:sp>
        <p:nvSpPr>
          <p:cNvPr id="14" name="Connector line-1792372598694-572689871"/>
          <p:cNvSpPr/>
          <p:nvPr/>
        </p:nvSpPr>
        <p:spPr>
          <a:xfrm>
            <a:off x="11906250" y="6715125"/>
            <a:ext cx="12382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13277850" y="5810250"/>
            <a:ext cx="4095750" cy="1809750"/>
          </a:xfrm>
          <a:prstGeom prst="roundRect">
            <a:avLst>
              <a:gd name="adj" fmla="val 14737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3620750" y="5810250"/>
            <a:ext cx="3409950" cy="1809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Cơ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sở</a:t>
            </a:r>
            <a:r>
              <a:rPr lang="en-US" sz="3000" dirty="0" spc="-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dữ</a:t>
            </a:r>
            <a:r>
              <a:rPr lang="en-US" sz="3000" dirty="0" spc="1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liệu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914400" y="8096250"/>
            <a:ext cx="16459200" cy="7620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2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Breaker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quanh</a:t>
            </a:r>
            <a:r>
              <a:rPr lang="en-US" sz="2100" dirty="0" spc="-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r>
              <a:rPr lang="en-US" sz="2100" dirty="0" spc="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đệm:</a:t>
            </a:r>
            <a:r>
              <a:rPr lang="en-US" sz="210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 vẫn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100" dirty="0" spc="-1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endParaRPr lang="en-US" sz="2100" dirty="0"/>
          </a:p>
        </p:txBody>
      </p:sp>
      <p:sp>
        <p:nvSpPr>
          <p:cNvPr id="18" name="Connector line-1792372598699-120370459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5146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5" name="Shape 23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3930101-2474-4a9a-b881-21b63066011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9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8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3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Khóa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phân</a:t>
            </a: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tán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cũng</a:t>
            </a: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có</a:t>
            </a:r>
            <a:r>
              <a:rPr lang="en-US" sz="69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hạn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857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238250" y="2857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4500" dirty="0"/>
          </a:p>
        </p:txBody>
      </p:sp>
      <p:sp>
        <p:nvSpPr>
          <p:cNvPr id="6" name="Text 4"/>
          <p:cNvSpPr/>
          <p:nvPr/>
        </p:nvSpPr>
        <p:spPr>
          <a:xfrm>
            <a:off x="2286000" y="2857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Người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endParaRPr lang="en-US" sz="2700" dirty="0"/>
          </a:p>
        </p:txBody>
      </p:sp>
      <p:sp>
        <p:nvSpPr>
          <p:cNvPr id="7" name="Text 5"/>
          <p:cNvSpPr/>
          <p:nvPr/>
        </p:nvSpPr>
        <p:spPr>
          <a:xfrm>
            <a:off x="10096500" y="2857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nhận</a:t>
            </a:r>
            <a:r>
              <a:rPr lang="en-US" sz="21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bản</a:t>
            </a:r>
            <a:r>
              <a:rPr lang="en-US" sz="21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4191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FF6A4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238250" y="4191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4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4500" dirty="0"/>
          </a:p>
        </p:txBody>
      </p:sp>
      <p:sp>
        <p:nvSpPr>
          <p:cNvPr id="10" name="Text 8"/>
          <p:cNvSpPr/>
          <p:nvPr/>
        </p:nvSpPr>
        <p:spPr>
          <a:xfrm>
            <a:off x="2286000" y="4191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7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lâu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PX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2000</a:t>
            </a:r>
            <a:endParaRPr lang="en-US" sz="2700" dirty="0"/>
          </a:p>
        </p:txBody>
      </p:sp>
      <p:sp>
        <p:nvSpPr>
          <p:cNvPr id="11" name="Text 9"/>
          <p:cNvSpPr/>
          <p:nvPr/>
        </p:nvSpPr>
        <p:spPr>
          <a:xfrm>
            <a:off x="10096500" y="4191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tự nhả: lại hai</a:t>
            </a:r>
            <a:r>
              <a:rPr lang="en-US" sz="2100" dirty="0" spc="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1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100" dirty="0"/>
          </a:p>
        </p:txBody>
      </p:sp>
      <p:sp>
        <p:nvSpPr>
          <p:cNvPr id="12" name="Shape 10"/>
          <p:cNvSpPr/>
          <p:nvPr/>
        </p:nvSpPr>
        <p:spPr>
          <a:xfrm>
            <a:off x="914400" y="55245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238250" y="55245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5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3</a:t>
            </a:r>
            <a:endParaRPr lang="en-US" sz="4500" dirty="0"/>
          </a:p>
        </p:txBody>
      </p:sp>
      <p:sp>
        <p:nvSpPr>
          <p:cNvPr id="14" name="Text 12"/>
          <p:cNvSpPr/>
          <p:nvPr/>
        </p:nvSpPr>
        <p:spPr>
          <a:xfrm>
            <a:off x="2286000" y="55245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Đặt</a:t>
            </a:r>
            <a:r>
              <a:rPr lang="en-US" sz="27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dài</a:t>
            </a:r>
            <a:r>
              <a:rPr lang="en-US" sz="27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7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nạp</a:t>
            </a:r>
            <a:endParaRPr lang="en-US" sz="2700" dirty="0"/>
          </a:p>
        </p:txBody>
      </p:sp>
      <p:sp>
        <p:nvSpPr>
          <p:cNvPr id="15" name="Text 13"/>
          <p:cNvSpPr/>
          <p:nvPr/>
        </p:nvSpPr>
        <p:spPr>
          <a:xfrm>
            <a:off x="10096500" y="55245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hoặc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gia hạn</a:t>
            </a:r>
            <a:r>
              <a:rPr lang="en-US" sz="21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script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Lua</a:t>
            </a:r>
            <a:endParaRPr lang="en-US" sz="2100" dirty="0"/>
          </a:p>
        </p:txBody>
      </p:sp>
      <p:sp>
        <p:nvSpPr>
          <p:cNvPr id="16" name="Shape 14"/>
          <p:cNvSpPr/>
          <p:nvPr/>
        </p:nvSpPr>
        <p:spPr>
          <a:xfrm>
            <a:off x="914400" y="6858000"/>
            <a:ext cx="16459200" cy="1143000"/>
          </a:xfrm>
          <a:prstGeom prst="roundRect">
            <a:avLst>
              <a:gd name="adj" fmla="val 18333"/>
            </a:avLst>
          </a:prstGeom>
          <a:solidFill>
            <a:srgbClr val="1E212B"/>
          </a:solidFill>
          <a:ln w="28575">
            <a:solidFill>
              <a:srgbClr val="2E324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238250" y="6858000"/>
            <a:ext cx="857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4500" dirty="0" spc="-6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4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2286000" y="6858000"/>
            <a:ext cx="7620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700" b="1" dirty="0" spc="-1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7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</a:t>
            </a:r>
            <a:r>
              <a:rPr lang="en-US" sz="27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Redis,</a:t>
            </a:r>
            <a:r>
              <a:rPr lang="en-US" sz="27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50</a:t>
            </a:r>
            <a:r>
              <a:rPr lang="en-US" sz="27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10096500" y="6858000"/>
            <a:ext cx="695325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1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nhiều</a:t>
            </a:r>
            <a:r>
              <a:rPr lang="en-US" sz="2100" dirty="0" spc="-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máy,</a:t>
            </a:r>
            <a:r>
              <a:rPr lang="en-US" sz="21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mạng</a:t>
            </a:r>
            <a:r>
              <a:rPr lang="en-US" sz="21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thật:</a:t>
            </a:r>
            <a:r>
              <a:rPr lang="en-US" sz="21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xem</a:t>
            </a:r>
            <a:r>
              <a:rPr lang="en-US" sz="2100" dirty="0" spc="-1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Redlock</a:t>
            </a:r>
            <a:endParaRPr lang="en-US" sz="2100" dirty="0"/>
          </a:p>
        </p:txBody>
      </p:sp>
      <p:sp>
        <p:nvSpPr>
          <p:cNvPr id="20" name="Connector line-1792372599530-171529385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21" name="Shape 1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83845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Shape 2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32" name="Shape 3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3" name="Moda image moda-export-watermark-1ac6ff6a-c618-4532-a8b6-008e6adf7ff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800" b="1" spc="302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 THỬ</a:t>
            </a:r>
            <a:r>
              <a:rPr lang="en-US" sz="1800" b="1" spc="297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800" b="1" spc="27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3335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Nạp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lúc</a:t>
            </a:r>
            <a:r>
              <a:rPr lang="en-US" sz="28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giờ,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2850" dirty="0" spc="-2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24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giờ:</a:t>
            </a:r>
            <a:r>
              <a:rPr lang="en-US" sz="28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sao</a:t>
            </a:r>
            <a:r>
              <a:rPr lang="en-US" sz="28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quá</a:t>
            </a:r>
            <a:r>
              <a:rPr lang="en-US" sz="28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tải?</a:t>
            </a:r>
            <a:endParaRPr lang="en-US" sz="2850" dirty="0"/>
          </a:p>
        </p:txBody>
      </p:sp>
      <p:sp>
        <p:nvSpPr>
          <p:cNvPr id="4" name="Text 2"/>
          <p:cNvSpPr/>
          <p:nvPr/>
        </p:nvSpPr>
        <p:spPr>
          <a:xfrm>
            <a:off x="914400" y="2857500"/>
            <a:ext cx="8001000" cy="2857500"/>
          </a:xfrm>
          <a:prstGeom prst="rect">
            <a:avLst/>
          </a:prstGeom>
          <a:noFill/>
          <a:ln/>
        </p:spPr>
        <p:txBody>
          <a:bodyPr wrap="square" lIns="0" tIns="198120" rIns="0" bIns="-198120" rtlCol="0" anchor="ctr"/>
          <a:lstStyle/>
          <a:p>
            <a:pPr algn="l" indent="0" marL="0">
              <a:lnSpc>
                <a:spcPts val="19500"/>
              </a:lnSpc>
              <a:buNone/>
            </a:pPr>
            <a:r>
              <a:rPr lang="en-US" sz="19500" dirty="0" spc="-5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11</a:t>
            </a:r>
            <a:r>
              <a:rPr lang="en-US" sz="19500" dirty="0" spc="7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phút</a:t>
            </a:r>
            <a:endParaRPr lang="en-US" sz="19500" dirty="0"/>
          </a:p>
        </p:txBody>
      </p:sp>
      <p:sp>
        <p:nvSpPr>
          <p:cNvPr id="5" name="Text 3"/>
          <p:cNvSpPr/>
          <p:nvPr/>
        </p:nvSpPr>
        <p:spPr>
          <a:xfrm>
            <a:off x="914400" y="5810250"/>
            <a:ext cx="8001000" cy="11430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indent="0" marL="0">
              <a:lnSpc>
                <a:spcPts val="3360"/>
              </a:lnSpc>
              <a:buNone/>
            </a:pP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phút,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40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0–599</a:t>
            </a:r>
            <a:r>
              <a:rPr lang="en-US" sz="2400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giây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372600" y="29527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F8D9D0"/>
          </a:solidFill>
          <a:ln w="28575">
            <a:solidFill>
              <a:srgbClr val="E8472B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791700" y="3190875"/>
            <a:ext cx="723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4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Vì</a:t>
            </a:r>
            <a:r>
              <a:rPr lang="en-US" sz="3300" dirty="0" spc="0" kern="0">
                <a:solidFill>
                  <a:srgbClr val="E8472B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sao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9791700" y="39052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Cùng</a:t>
            </a:r>
            <a:r>
              <a:rPr lang="en-US" sz="22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hết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hạn: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mọi</a:t>
            </a:r>
            <a:r>
              <a:rPr lang="en-US" sz="225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lượt</a:t>
            </a:r>
            <a:r>
              <a:rPr lang="en-US" sz="22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trượt</a:t>
            </a:r>
            <a:r>
              <a:rPr lang="en-US" sz="225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dồn</a:t>
            </a:r>
            <a:r>
              <a:rPr lang="en-US" sz="2250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về.</a:t>
            </a:r>
            <a:endParaRPr lang="en-US" sz="2250" dirty="0"/>
          </a:p>
        </p:txBody>
      </p:sp>
      <p:sp>
        <p:nvSpPr>
          <p:cNvPr id="9" name="Shape 7"/>
          <p:cNvSpPr/>
          <p:nvPr/>
        </p:nvSpPr>
        <p:spPr>
          <a:xfrm>
            <a:off x="9372600" y="5810250"/>
            <a:ext cx="8001000" cy="2571750"/>
          </a:xfrm>
          <a:prstGeom prst="roundRect">
            <a:avLst>
              <a:gd name="adj" fmla="val 10370"/>
            </a:avLst>
          </a:prstGeom>
          <a:solidFill>
            <a:srgbClr val="CFE8E2"/>
          </a:solidFill>
          <a:ln w="28575">
            <a:solidFill>
              <a:srgbClr val="0F76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791700" y="6048375"/>
            <a:ext cx="7239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dirty="0" spc="-35" kern="0">
                <a:solidFill>
                  <a:srgbClr val="0F766E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Sửa</a:t>
            </a:r>
            <a:endParaRPr lang="en-US" sz="3300" dirty="0"/>
          </a:p>
        </p:txBody>
      </p:sp>
      <p:sp>
        <p:nvSpPr>
          <p:cNvPr id="11" name="Text 9"/>
          <p:cNvSpPr/>
          <p:nvPr/>
        </p:nvSpPr>
        <p:spPr>
          <a:xfrm>
            <a:off x="9791700" y="6762750"/>
            <a:ext cx="7239000" cy="1428750"/>
          </a:xfrm>
          <a:prstGeom prst="rect">
            <a:avLst/>
          </a:prstGeom>
          <a:noFill/>
          <a:ln/>
        </p:spPr>
        <p:txBody>
          <a:bodyPr wrap="square" lIns="0" tIns="5001" rIns="0" bIns="-5001" rtlCol="0" anchor="t"/>
          <a:lstStyle/>
          <a:p>
            <a:pPr algn="l" indent="0" marL="0">
              <a:lnSpc>
                <a:spcPts val="3150"/>
              </a:lnSpc>
              <a:buNone/>
            </a:pPr>
            <a:r>
              <a:rPr lang="en-US" sz="22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Hạn</a:t>
            </a:r>
            <a:r>
              <a:rPr lang="en-US" sz="22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ngẫu</a:t>
            </a:r>
            <a:r>
              <a:rPr lang="en-US" sz="22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nhiên;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2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22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2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2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tán.</a:t>
            </a:r>
            <a:endParaRPr lang="en-US" sz="2250" dirty="0"/>
          </a:p>
        </p:txBody>
      </p:sp>
      <p:sp>
        <p:nvSpPr>
          <p:cNvPr id="12" name="Connector line-1792372637708-72893877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3" name="Shape 11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6230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1" name="Shape 19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 08/10</a:t>
            </a:r>
            <a:endParaRPr lang="en-US" sz="1650" dirty="0"/>
          </a:p>
        </p:txBody>
      </p:sp>
      <p:sp>
        <p:nvSpPr>
          <p:cNvPr id="24" name="Shape 2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5" name="Moda image moda-export-watermark-975584f5-bd43-4b52-b431-b876283a606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XEM</a:t>
            </a:r>
            <a:r>
              <a:rPr lang="en-US" sz="1800" b="1" spc="289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SÂU</a:t>
            </a:r>
            <a:r>
              <a:rPr lang="en-US" sz="1800" b="1" spc="30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Thử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hai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cách</a:t>
            </a:r>
            <a:r>
              <a:rPr lang="en-US" sz="6900" dirty="0" spc="-4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chữa,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bịt</a:t>
            </a:r>
            <a:r>
              <a:rPr lang="en-US" sz="69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một</a:t>
            </a:r>
            <a:r>
              <a:rPr lang="en-US" sz="69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chỗ</a:t>
            </a:r>
            <a:r>
              <a:rPr lang="en-US" sz="6900" dirty="0" spc="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hở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3335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2" kern="0">
                <a:solidFill>
                  <a:srgbClr val="6B6A66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nguồn</a:t>
            </a:r>
            <a:endParaRPr lang="en-US" sz="3900" dirty="0"/>
          </a:p>
        </p:txBody>
      </p:sp>
      <p:sp>
        <p:nvSpPr>
          <p:cNvPr id="6" name="Text richtext-1792372638614-349536907"/>
          <p:cNvSpPr/>
          <p:nvPr/>
        </p:nvSpPr>
        <p:spPr>
          <a:xfrm>
            <a:off x="13335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Bốn</a:t>
            </a:r>
            <a:r>
              <a:rPr lang="en-US" sz="24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kiểu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hỏng</a:t>
            </a:r>
            <a:r>
              <a:rPr lang="en-US" sz="24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400" dirty="0" spc="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chữa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Khóa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nóng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chiếm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vấn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2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Breaker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cả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đệm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cơ</a:t>
            </a:r>
            <a:r>
              <a:rPr lang="en-US" sz="2400" dirty="0" spc="-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sở</a:t>
            </a: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dữ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9372600" y="2952750"/>
            <a:ext cx="8001000" cy="5524500"/>
          </a:xfrm>
          <a:prstGeom prst="roundRect">
            <a:avLst>
              <a:gd name="adj" fmla="val 4828"/>
            </a:avLst>
          </a:prstGeom>
          <a:solidFill>
            <a:srgbClr val="FBF8F2"/>
          </a:solidFill>
          <a:ln w="28575">
            <a:solidFill>
              <a:srgbClr val="14161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791700" y="3286125"/>
            <a:ext cx="72390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Bài</a:t>
            </a:r>
            <a:r>
              <a:rPr lang="en-US" sz="3900" dirty="0" spc="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này</a:t>
            </a:r>
            <a:endParaRPr lang="en-US" sz="3900" dirty="0"/>
          </a:p>
        </p:txBody>
      </p:sp>
      <p:sp>
        <p:nvSpPr>
          <p:cNvPr id="9" name="Text richtext-1792372638639-311669195"/>
          <p:cNvSpPr/>
          <p:nvPr/>
        </p:nvSpPr>
        <p:spPr>
          <a:xfrm>
            <a:off x="9791700" y="4191000"/>
            <a:ext cx="7239000" cy="400050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cách;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giành</a:t>
            </a:r>
            <a:r>
              <a:rPr lang="en-US" sz="24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đơn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giản nạp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spcAft>
                <a:spcPts val="1200"/>
              </a:spcAft>
              <a:buSzPct val="100000"/>
              <a:buFont typeface="Arial"/>
              <a:buChar char="•"/>
            </a:pPr>
            <a:r>
              <a:rPr lang="en-US" sz="2400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Bỏ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240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80%: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400" dirty="0" spc="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nghĩa</a:t>
            </a:r>
            <a:r>
              <a:rPr lang="en-US" sz="2400" dirty="0" spc="-2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breaker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40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Microsoft</a:t>
            </a:r>
            <a:endParaRPr lang="en-US" sz="2400" dirty="0"/>
          </a:p>
        </p:txBody>
      </p:sp>
      <p:sp>
        <p:nvSpPr>
          <p:cNvPr id="10" name="Connector line-1792372638648-33552156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CFC7B4"/>
            </a:solidFill>
            <a:prstDash val="solid"/>
            <a:headEnd type="none"/>
            <a:tailEnd type="none"/>
          </a:ln>
        </p:spPr>
      </p:sp>
      <p:sp>
        <p:nvSpPr>
          <p:cNvPr id="11" name="Shape 9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3486150" y="9391650"/>
            <a:ext cx="190500" cy="190500"/>
          </a:xfrm>
          <a:prstGeom prst="ellipse">
            <a:avLst/>
          </a:prstGeom>
          <a:solidFill>
            <a:srgbClr val="E8472B"/>
          </a:solidFill>
          <a:ln/>
        </p:spPr>
      </p:sp>
      <p:sp>
        <p:nvSpPr>
          <p:cNvPr id="20" name="Shape 18"/>
          <p:cNvSpPr/>
          <p:nvPr/>
        </p:nvSpPr>
        <p:spPr>
          <a:xfrm>
            <a:off x="38481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8A867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22" name="Shape 2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3" name="Moda image moda-export-watermark-a3e3ea40-2491-4d57-9fcc-4f1e2595ecb0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52500"/>
            <a:ext cx="1143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301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VIẾT</a:t>
            </a:r>
            <a:r>
              <a:rPr lang="en-US" sz="1800" b="1" spc="20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TẮT</a:t>
            </a:r>
            <a:r>
              <a:rPr lang="en-US" sz="1800" b="1" spc="25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300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164592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Ba từ cần</a:t>
            </a:r>
            <a:r>
              <a:rPr lang="en-US" sz="72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914400" y="29527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32" kern="0">
                <a:solidFill>
                  <a:srgbClr val="FF6A4D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TTL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3429000" y="30099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Time</a:t>
            </a:r>
            <a:r>
              <a:rPr lang="en-US" sz="1800" dirty="0" spc="-5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3429000" y="33909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Thời gian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sống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250" dirty="0"/>
          </a:p>
        </p:txBody>
      </p:sp>
      <p:sp>
        <p:nvSpPr>
          <p:cNvPr id="7" name="Text 5"/>
          <p:cNvSpPr/>
          <p:nvPr/>
        </p:nvSpPr>
        <p:spPr>
          <a:xfrm>
            <a:off x="914400" y="476250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CDN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3429000" y="481965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Content</a:t>
            </a: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Delivery</a:t>
            </a:r>
            <a:r>
              <a:rPr lang="en-US" sz="1800" dirty="0" spc="-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429000" y="520065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Mạng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 phối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nội</a:t>
            </a:r>
            <a:r>
              <a:rPr lang="en-US" sz="225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dung</a:t>
            </a:r>
            <a:endParaRPr lang="en-US" sz="2250" dirty="0"/>
          </a:p>
        </p:txBody>
      </p:sp>
      <p:sp>
        <p:nvSpPr>
          <p:cNvPr id="10" name="Text 8"/>
          <p:cNvSpPr/>
          <p:nvPr/>
        </p:nvSpPr>
        <p:spPr>
          <a:xfrm>
            <a:off x="914400" y="6572250"/>
            <a:ext cx="2286000" cy="10477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000" dirty="0" spc="-1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MDN</a:t>
            </a:r>
            <a:endParaRPr lang="en-US" sz="6000" dirty="0"/>
          </a:p>
        </p:txBody>
      </p:sp>
      <p:sp>
        <p:nvSpPr>
          <p:cNvPr id="11" name="Text 9"/>
          <p:cNvSpPr/>
          <p:nvPr/>
        </p:nvSpPr>
        <p:spPr>
          <a:xfrm>
            <a:off x="3429000" y="6629400"/>
            <a:ext cx="6286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Mozilla</a:t>
            </a:r>
            <a:r>
              <a:rPr lang="en-US" sz="1800" dirty="0" spc="-7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Developer</a:t>
            </a:r>
            <a:r>
              <a:rPr lang="en-US" sz="180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Network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3429000" y="7010400"/>
            <a:ext cx="62865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50" dirty="0" spc="-7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250" dirty="0" spc="-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web</a:t>
            </a:r>
            <a:r>
              <a:rPr lang="en-US" sz="225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225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Mozilla</a:t>
            </a:r>
            <a:r>
              <a:rPr lang="en-US" sz="2250" dirty="0" spc="-16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250" dirty="0" spc="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cộng</a:t>
            </a:r>
            <a:r>
              <a:rPr lang="en-US" sz="2250" dirty="0" spc="1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đồng</a:t>
            </a:r>
            <a:endParaRPr lang="en-US" sz="2250" dirty="0"/>
          </a:p>
        </p:txBody>
      </p:sp>
      <p:sp>
        <p:nvSpPr>
          <p:cNvPr id="13" name="Shape 11"/>
          <p:cNvSpPr/>
          <p:nvPr/>
        </p:nvSpPr>
        <p:spPr>
          <a:xfrm>
            <a:off x="10096500" y="2857500"/>
            <a:ext cx="7277100" cy="5524500"/>
          </a:xfrm>
          <a:prstGeom prst="roundRect">
            <a:avLst>
              <a:gd name="adj" fmla="val 4828"/>
            </a:avLst>
          </a:prstGeom>
          <a:solidFill>
            <a:srgbClr val="1E212B"/>
          </a:solidFill>
          <a:ln/>
        </p:spPr>
      </p:sp>
      <p:sp>
        <p:nvSpPr>
          <p:cNvPr id="14" name="Text 12"/>
          <p:cNvSpPr/>
          <p:nvPr/>
        </p:nvSpPr>
        <p:spPr>
          <a:xfrm>
            <a:off x="10572750" y="3238500"/>
            <a:ext cx="63246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950" dirty="0"/>
          </a:p>
        </p:txBody>
      </p:sp>
      <p:sp>
        <p:nvSpPr>
          <p:cNvPr id="15" name="Text richtext-1792372639544-628621281"/>
          <p:cNvSpPr/>
          <p:nvPr/>
        </p:nvSpPr>
        <p:spPr>
          <a:xfrm>
            <a:off x="10572750" y="3810000"/>
            <a:ext cx="6324600" cy="323850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ByteByteGo: bài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MDN:</a:t>
            </a:r>
            <a:r>
              <a:rPr lang="en-US" sz="2100" dirty="0" spc="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hướng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dẫn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HTTP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caching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lệnh</a:t>
            </a:r>
            <a:r>
              <a:rPr lang="en-US" sz="2100" dirty="0" spc="-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SET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spcAft>
                <a:spcPts val="750"/>
              </a:spcAft>
              <a:buSzPct val="100000"/>
              <a:buFont typeface="Arial"/>
              <a:buChar char="•"/>
            </a:pPr>
            <a:r>
              <a:rPr lang="en-US" sz="2100" dirty="0" spc="-19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Redis: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tài</a:t>
            </a:r>
            <a:r>
              <a:rPr lang="en-US" sz="2100" dirty="0" spc="1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1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về</a:t>
            </a:r>
            <a:r>
              <a:rPr lang="en-US" sz="2100" dirty="0" spc="-4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100" dirty="0" spc="-3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phân</a:t>
            </a:r>
            <a:r>
              <a:rPr lang="en-US" sz="2100" dirty="0" spc="-1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tán</a:t>
            </a:r>
            <a:endParaRPr lang="en-US" sz="2100" dirty="0"/>
          </a:p>
          <a:p>
            <a:pPr algn="l" marL="266700" indent="-190541">
              <a:lnSpc>
                <a:spcPts val="2940"/>
              </a:lnSpc>
              <a:buSzPct val="100000"/>
              <a:buFont typeface="Arial"/>
              <a:buChar char="•"/>
            </a:pP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Microsoft:</a:t>
            </a:r>
            <a:r>
              <a:rPr lang="en-US" sz="2100" dirty="0" spc="-2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mẫu</a:t>
            </a:r>
            <a:r>
              <a:rPr lang="en-US" sz="2100" dirty="0" spc="-10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Circuit</a:t>
            </a:r>
            <a:r>
              <a:rPr lang="en-US" sz="2100" dirty="0" spc="-25" kern="0">
                <a:solidFill>
                  <a:srgbClr val="E4E1D8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Breaker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0572750" y="7334250"/>
            <a:ext cx="6324600" cy="857250"/>
          </a:xfrm>
          <a:prstGeom prst="rect">
            <a:avLst/>
          </a:prstGeom>
          <a:noFill/>
          <a:ln/>
        </p:spPr>
        <p:txBody>
          <a:bodyPr wrap="square" lIns="0" tIns="4001" rIns="0" bIns="-4001" rtlCol="0" anchor="t"/>
          <a:lstStyle/>
          <a:p>
            <a:pPr algn="l" indent="0" marL="0">
              <a:lnSpc>
                <a:spcPts val="2520"/>
              </a:lnSpc>
              <a:buNone/>
            </a:pPr>
            <a:r>
              <a:rPr lang="en-US" sz="1800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</a:t>
            </a:r>
            <a:r>
              <a:rPr lang="en-US" sz="1800" dirty="0" spc="-9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1800" dirty="0" spc="-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commit</a:t>
            </a:r>
            <a:r>
              <a:rPr lang="en-US" sz="180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cố</a:t>
            </a:r>
            <a:r>
              <a:rPr lang="en-US" sz="1800" dirty="0" spc="1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định;</a:t>
            </a:r>
            <a:r>
              <a:rPr lang="en-US" sz="180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dirty="0" spc="-15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180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2026-10-18.</a:t>
            </a:r>
            <a:endParaRPr lang="en-US" sz="1800" dirty="0"/>
          </a:p>
        </p:txBody>
      </p:sp>
      <p:sp>
        <p:nvSpPr>
          <p:cNvPr id="17" name="Connector line-1792372639554-772973913"/>
          <p:cNvSpPr/>
          <p:nvPr/>
        </p:nvSpPr>
        <p:spPr>
          <a:xfrm>
            <a:off x="990600" y="9486900"/>
            <a:ext cx="2914650" cy="0"/>
          </a:xfrm>
          <a:prstGeom prst="line">
            <a:avLst/>
          </a:prstGeom>
          <a:noFill/>
          <a:ln w="19050">
            <a:solidFill>
              <a:srgbClr val="2E3240"/>
            </a:solidFill>
            <a:prstDash val="solid"/>
            <a:headEnd type="none"/>
            <a:tailEnd type="none"/>
          </a:ln>
        </p:spPr>
      </p:sp>
      <p:sp>
        <p:nvSpPr>
          <p:cNvPr id="18" name="Shape 16"/>
          <p:cNvSpPr/>
          <p:nvPr/>
        </p:nvSpPr>
        <p:spPr>
          <a:xfrm>
            <a:off x="9334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2573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5811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9050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2288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5527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8765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20040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524250" y="9429750"/>
            <a:ext cx="114300" cy="11430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810000" y="9391650"/>
            <a:ext cx="190500" cy="190500"/>
          </a:xfrm>
          <a:prstGeom prst="ellipse">
            <a:avLst/>
          </a:prstGeom>
          <a:solidFill>
            <a:srgbClr val="FF6A4D"/>
          </a:solidFill>
          <a:ln/>
        </p:spPr>
      </p:sp>
      <p:sp>
        <p:nvSpPr>
          <p:cNvPr id="28" name="Text 26"/>
          <p:cNvSpPr/>
          <p:nvPr/>
        </p:nvSpPr>
        <p:spPr>
          <a:xfrm>
            <a:off x="914400" y="9715500"/>
            <a:ext cx="66675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 15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29" name="Shape 2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0" name="Moda image moda-export-watermark-3f46da59-bc5d-4101-9107-3c10a95b4a1c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2026-10-19T01:30:14Z</dcterms:created>
  <dcterms:modified xsi:type="dcterms:W3CDTF">2026-10-19T01:30:14Z</dcterms:modified>
</cp:coreProperties>
</file>