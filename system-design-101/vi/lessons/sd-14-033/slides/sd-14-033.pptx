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9060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952875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session,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token,</a:t>
            </a:r>
            <a:r>
              <a:rPr lang="en-US" sz="2550" dirty="0" spc="-4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JWT,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SSO,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OAuth2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QR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giữ</a:t>
            </a:r>
            <a:r>
              <a:rPr lang="en-US" sz="28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nhập?</a:t>
            </a:r>
            <a:r>
              <a:rPr lang="en-US" sz="28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6" name="Connector line-1792363425512-662129764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4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3105150"/>
            <a:ext cx="31432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20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b="1" spc="20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287500" y="3105150"/>
            <a:ext cx="31432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650" b="1" spc="21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4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650" dirty="0"/>
          </a:p>
        </p:txBody>
      </p:sp>
      <p:sp>
        <p:nvSpPr>
          <p:cNvPr id="16" name="Connector line-1792363425533-312469889"/>
          <p:cNvSpPr/>
          <p:nvPr/>
        </p:nvSpPr>
        <p:spPr>
          <a:xfrm>
            <a:off x="10763250" y="3924300"/>
            <a:ext cx="3048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7" name="Connector line-1792363425533-943792500"/>
          <p:cNvSpPr/>
          <p:nvPr/>
        </p:nvSpPr>
        <p:spPr>
          <a:xfrm>
            <a:off x="14287500" y="3924300"/>
            <a:ext cx="314325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8" name="Connector line-1792363425534-299770706"/>
          <p:cNvSpPr/>
          <p:nvPr/>
        </p:nvSpPr>
        <p:spPr>
          <a:xfrm>
            <a:off x="14097000" y="3105150"/>
            <a:ext cx="0" cy="394335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791825" y="433387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9500" y="42672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239500" y="46482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791825" y="53816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9500" y="53149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239500" y="569595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791825" y="6429375"/>
            <a:ext cx="285750" cy="2857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0" y="63627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239500" y="67437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316075" y="433387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9" name="Text 27"/>
          <p:cNvSpPr/>
          <p:nvPr/>
        </p:nvSpPr>
        <p:spPr>
          <a:xfrm>
            <a:off x="14763750" y="42672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763750" y="464820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4316075" y="538162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14763750" y="53149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4763750" y="569595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316075" y="6429375"/>
            <a:ext cx="285750" cy="2857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Text 33"/>
          <p:cNvSpPr/>
          <p:nvPr/>
        </p:nvSpPr>
        <p:spPr>
          <a:xfrm>
            <a:off x="14763750" y="63627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OAuth2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763750" y="674370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f4e4744-be38-4db0-9096-8c89e6f69e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906000" cy="2381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857625"/>
            <a:ext cx="9525000" cy="1143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8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JWT,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SSO,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OAuth2,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556260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550545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429250" y="53340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695950" y="556260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229350" y="550545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62865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1100" y="651510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645795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429250" y="62865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5695950" y="651510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6229350" y="645795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72390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1100" y="746760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714500" y="741045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OAuth2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5429250" y="7239000"/>
            <a:ext cx="4286250" cy="800100"/>
          </a:xfrm>
          <a:prstGeom prst="roundRect">
            <a:avLst>
              <a:gd name="adj" fmla="val 28571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95950" y="7467600"/>
            <a:ext cx="342900" cy="342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6229350" y="741045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0953750" y="914400"/>
            <a:ext cx="6419850" cy="8077200"/>
          </a:xfrm>
          <a:prstGeom prst="roundRect">
            <a:avLst>
              <a:gd name="adj" fmla="val 4154"/>
            </a:avLst>
          </a:prstGeom>
          <a:solidFill>
            <a:srgbClr val="1F3FD1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91900" y="140970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34775" y="1571625"/>
            <a:ext cx="257175" cy="209550"/>
          </a:xfrm>
          <a:custGeom>
            <a:avLst/>
            <a:gdLst/>
            <a:ahLst/>
            <a:cxnLst/>
            <a:rect l="l" t="t" r="r" b="b"/>
            <a:pathLst>
              <a:path w="257175" h="209550">
                <a:moveTo>
                  <a:pt x="0" y="114300"/>
                </a:moveTo>
                <a:lnTo>
                  <a:pt x="85725" y="209550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10950" y="23241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410950" y="27622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lên</a:t>
            </a:r>
            <a:r>
              <a:rPr lang="en-US" sz="30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3000" dirty="0" spc="-2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30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30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QR.</a:t>
            </a:r>
            <a:endParaRPr lang="en-US" sz="3000" dirty="0"/>
          </a:p>
        </p:txBody>
      </p:sp>
      <p:sp>
        <p:nvSpPr>
          <p:cNvPr id="28" name="Connector line-1792363486728-109628176"/>
          <p:cNvSpPr/>
          <p:nvPr/>
        </p:nvSpPr>
        <p:spPr>
          <a:xfrm>
            <a:off x="11410950" y="4953000"/>
            <a:ext cx="5505450" cy="0"/>
          </a:xfrm>
          <a:prstGeom prst="line">
            <a:avLst/>
          </a:prstGeom>
          <a:noFill/>
          <a:ln w="19050">
            <a:solidFill>
              <a:srgbClr val="DDE3FA">
                <a:alpha val="4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1410950" y="525780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20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b="1" spc="22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b="1" spc="1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410950" y="59055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192000" y="58674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nhập?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1410950" y="7239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192000" y="720090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5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5" name="Connector line-1792363486742-26503140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ec01bbdb-8618-4883-b700-6b93a28ccf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950" b="1" spc="27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cho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191250"/>
          </a:xfrm>
          <a:prstGeom prst="roundRect">
            <a:avLst>
              <a:gd name="adj" fmla="val 430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6705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6000" y="306705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 THÁI?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287250" y="30670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24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1650" dirty="0"/>
          </a:p>
        </p:txBody>
      </p:sp>
      <p:sp>
        <p:nvSpPr>
          <p:cNvPr id="8" name="Connector line-1792363552271-480656430"/>
          <p:cNvSpPr/>
          <p:nvPr/>
        </p:nvSpPr>
        <p:spPr>
          <a:xfrm>
            <a:off x="1238250" y="35433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390650" y="38481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7623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096000" y="37719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87250" y="37719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250" dirty="0"/>
          </a:p>
        </p:txBody>
      </p:sp>
      <p:sp>
        <p:nvSpPr>
          <p:cNvPr id="13" name="Connector line-1792363552277-376395235"/>
          <p:cNvSpPr/>
          <p:nvPr/>
        </p:nvSpPr>
        <p:spPr>
          <a:xfrm>
            <a:off x="1238250" y="44196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390650" y="47244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46386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096000" y="46482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287250" y="46482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250" dirty="0"/>
          </a:p>
        </p:txBody>
      </p:sp>
      <p:sp>
        <p:nvSpPr>
          <p:cNvPr id="18" name="Connector line-1792363552283-373737109"/>
          <p:cNvSpPr/>
          <p:nvPr/>
        </p:nvSpPr>
        <p:spPr>
          <a:xfrm>
            <a:off x="1238250" y="52959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390650" y="5600700"/>
            <a:ext cx="266700" cy="266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55149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6096000" y="55245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250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287250" y="55245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tính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225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23" name="Connector line-1792363552290-545209475"/>
          <p:cNvSpPr/>
          <p:nvPr/>
        </p:nvSpPr>
        <p:spPr>
          <a:xfrm>
            <a:off x="1238250" y="61722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90650" y="64770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63912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SSO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6096000" y="64008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287250" y="64008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250" dirty="0"/>
          </a:p>
        </p:txBody>
      </p:sp>
      <p:sp>
        <p:nvSpPr>
          <p:cNvPr id="28" name="Connector line-1792363552295-628509580"/>
          <p:cNvSpPr/>
          <p:nvPr/>
        </p:nvSpPr>
        <p:spPr>
          <a:xfrm>
            <a:off x="1238250" y="70485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390650" y="7353300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0" y="72675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OAuth2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6096000" y="72771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22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287250" y="72771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</a:t>
            </a:r>
            <a:endParaRPr lang="en-US" sz="2250" dirty="0"/>
          </a:p>
        </p:txBody>
      </p:sp>
      <p:sp>
        <p:nvSpPr>
          <p:cNvPr id="33" name="Connector line-1792363552301-658174634"/>
          <p:cNvSpPr/>
          <p:nvPr/>
        </p:nvSpPr>
        <p:spPr>
          <a:xfrm>
            <a:off x="1238250" y="7924800"/>
            <a:ext cx="1581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390650" y="82296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0" y="8143875"/>
            <a:ext cx="4000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6096000" y="81534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250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250" dirty="0" spc="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2287250" y="81534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9" name="Connector line-1792363552311-53422692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69255f8c-72e6-4551-8948-9f58b55234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 NGƯỜI</a:t>
            </a:r>
            <a:r>
              <a:rPr lang="en-US" sz="195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75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5334000" cy="4286250"/>
          </a:xfrm>
          <a:prstGeom prst="roundRect">
            <a:avLst>
              <a:gd name="adj" fmla="val 6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27813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2192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57325" y="422910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8481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81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086225" y="422910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950" dirty="0"/>
          </a:p>
        </p:txBody>
      </p:sp>
      <p:sp>
        <p:nvSpPr>
          <p:cNvPr id="12" name="Connector line-1792363610471-146082236"/>
          <p:cNvSpPr/>
          <p:nvPr/>
        </p:nvSpPr>
        <p:spPr>
          <a:xfrm flipH="1">
            <a:off x="3352800" y="4286250"/>
            <a:ext cx="4953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1219200" y="53530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477000" y="2571750"/>
            <a:ext cx="5334000" cy="4286250"/>
          </a:xfrm>
          <a:prstGeom prst="roundRect">
            <a:avLst>
              <a:gd name="adj" fmla="val 6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1800" y="27813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r>
              <a:rPr lang="en-US" sz="36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7818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18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019925" y="422910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4107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07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6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48825" y="422910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950" dirty="0"/>
          </a:p>
        </p:txBody>
      </p:sp>
      <p:sp>
        <p:nvSpPr>
          <p:cNvPr id="22" name="Connector line-1792363610484-695336966"/>
          <p:cNvSpPr/>
          <p:nvPr/>
        </p:nvSpPr>
        <p:spPr>
          <a:xfrm flipH="1">
            <a:off x="8915400" y="4286250"/>
            <a:ext cx="4953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6781800" y="5353050"/>
            <a:ext cx="47244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mang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039600" y="2571750"/>
            <a:ext cx="5334000" cy="4286250"/>
          </a:xfrm>
          <a:prstGeom prst="roundRect">
            <a:avLst>
              <a:gd name="adj" fmla="val 6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0" y="27813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123444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582525" y="4229100"/>
            <a:ext cx="1619250" cy="5715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4973300" y="3429000"/>
            <a:ext cx="2095500" cy="1714500"/>
          </a:xfrm>
          <a:prstGeom prst="roundRect">
            <a:avLst>
              <a:gd name="adj" fmla="val 1222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973300" y="35814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211425" y="3981450"/>
            <a:ext cx="1619250" cy="476250"/>
          </a:xfrm>
          <a:prstGeom prst="roundRect">
            <a:avLst>
              <a:gd name="adj" fmla="val 28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5211425" y="4552950"/>
            <a:ext cx="1619250" cy="476250"/>
          </a:xfrm>
          <a:prstGeom prst="roundRect">
            <a:avLst>
              <a:gd name="adj" fmla="val 28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9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33" name="Connector line-1792363610497-367366860"/>
          <p:cNvSpPr/>
          <p:nvPr/>
        </p:nvSpPr>
        <p:spPr>
          <a:xfrm flipH="1">
            <a:off x="14478000" y="4286250"/>
            <a:ext cx="4953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34" name="Text 32"/>
          <p:cNvSpPr/>
          <p:nvPr/>
        </p:nvSpPr>
        <p:spPr>
          <a:xfrm>
            <a:off x="12344400" y="5353050"/>
            <a:ext cx="47244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14400" y="70866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36" name="Text 34"/>
          <p:cNvSpPr/>
          <p:nvPr/>
        </p:nvSpPr>
        <p:spPr>
          <a:xfrm>
            <a:off x="1219200" y="72771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6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19200" y="76581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“Token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chủ”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477000" y="70866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39" name="Text 37"/>
          <p:cNvSpPr/>
          <p:nvPr/>
        </p:nvSpPr>
        <p:spPr>
          <a:xfrm>
            <a:off x="6781800" y="72771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6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781800" y="76581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“Token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mã”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2039600" y="70866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0" y="72771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16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344400" y="76581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Vô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 “không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thái”.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5" name="Connector line-1792363610525-66064054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788e955b-6012-407f-9283-817dd8da3f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b="1" spc="2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ai,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5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81300"/>
            <a:ext cx="723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35433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9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Chứng</a:t>
            </a:r>
            <a:r>
              <a:rPr lang="en-US" sz="225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25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25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6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95400" y="4191000"/>
            <a:ext cx="2762250" cy="1619250"/>
          </a:xfrm>
          <a:prstGeom prst="roundRect">
            <a:avLst>
              <a:gd name="adj" fmla="val 12941"/>
            </a:avLst>
          </a:prstGeom>
          <a:solidFill>
            <a:srgbClr val="232846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4343400"/>
            <a:ext cx="257175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tâm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105025" y="5219700"/>
            <a:ext cx="1143000" cy="419100"/>
          </a:xfrm>
          <a:prstGeom prst="roundRect">
            <a:avLst>
              <a:gd name="adj" fmla="val 27273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53150" y="4191000"/>
            <a:ext cx="2381250" cy="685800"/>
          </a:xfrm>
          <a:prstGeom prst="roundRect">
            <a:avLst>
              <a:gd name="adj" fmla="val 25000"/>
            </a:avLst>
          </a:prstGeom>
          <a:solidFill>
            <a:srgbClr val="232846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 dụng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153150" y="5124450"/>
            <a:ext cx="2381250" cy="685800"/>
          </a:xfrm>
          <a:prstGeom prst="roundRect">
            <a:avLst>
              <a:gd name="adj" fmla="val 25000"/>
            </a:avLst>
          </a:prstGeom>
          <a:solidFill>
            <a:srgbClr val="232846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 dụng</a:t>
            </a:r>
            <a:endParaRPr lang="en-US" sz="1950" dirty="0"/>
          </a:p>
        </p:txBody>
      </p:sp>
      <p:sp>
        <p:nvSpPr>
          <p:cNvPr id="12" name="Connector line-1792366417915-390465576"/>
          <p:cNvSpPr/>
          <p:nvPr/>
        </p:nvSpPr>
        <p:spPr>
          <a:xfrm>
            <a:off x="4057650" y="4533900"/>
            <a:ext cx="2095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366417916-691500533"/>
          <p:cNvSpPr/>
          <p:nvPr/>
        </p:nvSpPr>
        <p:spPr>
          <a:xfrm>
            <a:off x="4057650" y="5467350"/>
            <a:ext cx="2095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4057650" y="4867275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15" name="Text richtext-1792366417919-111175528"/>
          <p:cNvSpPr/>
          <p:nvPr/>
        </p:nvSpPr>
        <p:spPr>
          <a:xfrm>
            <a:off x="12954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phiên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72600" y="25717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2781300"/>
            <a:ext cx="723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753600" y="35433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250" dirty="0" spc="17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250" dirty="0" spc="3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250" dirty="0" spc="2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25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250" dirty="0" spc="9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25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53600" y="4476750"/>
            <a:ext cx="2762250" cy="1047750"/>
          </a:xfrm>
          <a:prstGeom prst="roundRect">
            <a:avLst>
              <a:gd name="adj" fmla="val 20000"/>
            </a:avLst>
          </a:prstGeom>
          <a:solidFill>
            <a:srgbClr val="2A2D38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11350" y="4476750"/>
            <a:ext cx="2381250" cy="1047750"/>
          </a:xfrm>
          <a:prstGeom prst="roundRect">
            <a:avLst>
              <a:gd name="adj" fmla="val 20000"/>
            </a:avLst>
          </a:prstGeom>
          <a:solidFill>
            <a:srgbClr val="2A2D38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21" name="Connector line-1792366417952-931300786"/>
          <p:cNvSpPr/>
          <p:nvPr/>
        </p:nvSpPr>
        <p:spPr>
          <a:xfrm>
            <a:off x="12515850" y="5000625"/>
            <a:ext cx="20955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22" name="Text 20"/>
          <p:cNvSpPr/>
          <p:nvPr/>
        </p:nvSpPr>
        <p:spPr>
          <a:xfrm>
            <a:off x="12515850" y="46101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23" name="Text richtext-1792366417955-881841304"/>
          <p:cNvSpPr/>
          <p:nvPr/>
        </p:nvSpPr>
        <p:spPr>
          <a:xfrm>
            <a:off x="97536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225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3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250" dirty="0"/>
          </a:p>
        </p:txBody>
      </p:sp>
      <p:sp>
        <p:nvSpPr>
          <p:cNvPr id="24" name="Connector line-1792366417961-802037972"/>
          <p:cNvSpPr/>
          <p:nvPr/>
        </p:nvSpPr>
        <p:spPr>
          <a:xfrm>
            <a:off x="914400" y="802005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82486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OAuth2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Connector line-1792366417966-43180164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36314cd2-b4c5-4662-9cf7-340165fea5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 TỰ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66675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QR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90950"/>
            <a:ext cx="619125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Điện</a:t>
            </a:r>
            <a:r>
              <a:rPr lang="en-US" sz="255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550" dirty="0" spc="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55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550" dirty="0" spc="-2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bạn.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6134100" cy="2476500"/>
          </a:xfrm>
          <a:prstGeom prst="roundRect">
            <a:avLst>
              <a:gd name="adj" fmla="val 9231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55626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1650" b="1" spc="2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219200" y="6096000"/>
            <a:ext cx="1390650" cy="1390650"/>
          </a:xfrm>
          <a:prstGeom prst="roundRect">
            <a:avLst>
              <a:gd name="adj" fmla="val 8219"/>
            </a:avLst>
          </a:prstGeom>
          <a:solidFill>
            <a:srgbClr val="FBF8F2"/>
          </a:solidFill>
          <a:ln/>
        </p:spPr>
      </p:sp>
      <p:sp>
        <p:nvSpPr>
          <p:cNvPr id="8" name="Shape 6"/>
          <p:cNvSpPr/>
          <p:nvPr/>
        </p:nvSpPr>
        <p:spPr>
          <a:xfrm>
            <a:off x="131445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184785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11455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4790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81250" y="61912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14450" y="63246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1581150" y="63246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1981200" y="63246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2114550" y="63246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2381250" y="63246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1445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58115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184785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1455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224790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2381250" y="64579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847850" y="65913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1981200" y="65913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Shape 28"/>
          <p:cNvSpPr/>
          <p:nvPr/>
        </p:nvSpPr>
        <p:spPr>
          <a:xfrm>
            <a:off x="158115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71450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98120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211455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2381250" y="67246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68580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47850" y="68580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68580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69913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7800" y="69913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1581150" y="69913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1981200" y="69913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81250" y="69913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Shape 41"/>
          <p:cNvSpPr/>
          <p:nvPr/>
        </p:nvSpPr>
        <p:spPr>
          <a:xfrm>
            <a:off x="131445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Shape 42"/>
          <p:cNvSpPr/>
          <p:nvPr/>
        </p:nvSpPr>
        <p:spPr>
          <a:xfrm>
            <a:off x="158115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Shape 43"/>
          <p:cNvSpPr/>
          <p:nvPr/>
        </p:nvSpPr>
        <p:spPr>
          <a:xfrm>
            <a:off x="184785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Shape 44"/>
          <p:cNvSpPr/>
          <p:nvPr/>
        </p:nvSpPr>
        <p:spPr>
          <a:xfrm>
            <a:off x="198120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7" name="Shape 45"/>
          <p:cNvSpPr/>
          <p:nvPr/>
        </p:nvSpPr>
        <p:spPr>
          <a:xfrm>
            <a:off x="211455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8" name="Shape 46"/>
          <p:cNvSpPr/>
          <p:nvPr/>
        </p:nvSpPr>
        <p:spPr>
          <a:xfrm>
            <a:off x="2247900" y="712470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Shape 47"/>
          <p:cNvSpPr/>
          <p:nvPr/>
        </p:nvSpPr>
        <p:spPr>
          <a:xfrm>
            <a:off x="131445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Shape 48"/>
          <p:cNvSpPr/>
          <p:nvPr/>
        </p:nvSpPr>
        <p:spPr>
          <a:xfrm>
            <a:off x="144780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Shape 49"/>
          <p:cNvSpPr/>
          <p:nvPr/>
        </p:nvSpPr>
        <p:spPr>
          <a:xfrm>
            <a:off x="158115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Shape 50"/>
          <p:cNvSpPr/>
          <p:nvPr/>
        </p:nvSpPr>
        <p:spPr>
          <a:xfrm>
            <a:off x="184785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Shape 51"/>
          <p:cNvSpPr/>
          <p:nvPr/>
        </p:nvSpPr>
        <p:spPr>
          <a:xfrm>
            <a:off x="224790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Shape 52"/>
          <p:cNvSpPr/>
          <p:nvPr/>
        </p:nvSpPr>
        <p:spPr>
          <a:xfrm>
            <a:off x="2381250" y="7258050"/>
            <a:ext cx="133350" cy="1333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Text 53"/>
          <p:cNvSpPr/>
          <p:nvPr/>
        </p:nvSpPr>
        <p:spPr>
          <a:xfrm>
            <a:off x="2838450" y="6057900"/>
            <a:ext cx="39624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thoại.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QR chỉ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7429500" y="914400"/>
            <a:ext cx="9944100" cy="8096250"/>
          </a:xfrm>
          <a:prstGeom prst="roundRect">
            <a:avLst>
              <a:gd name="adj" fmla="val 329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58125" y="12192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1591925" y="12192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5325725" y="1219200"/>
            <a:ext cx="18097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950" dirty="0"/>
          </a:p>
        </p:txBody>
      </p:sp>
      <p:sp>
        <p:nvSpPr>
          <p:cNvPr id="60" name="Connector line-1792367676920-50229145"/>
          <p:cNvSpPr/>
          <p:nvPr/>
        </p:nvSpPr>
        <p:spPr>
          <a:xfrm>
            <a:off x="8763000" y="1809750"/>
            <a:ext cx="0" cy="6905625"/>
          </a:xfrm>
          <a:prstGeom prst="line">
            <a:avLst/>
          </a:prstGeom>
          <a:noFill/>
          <a:ln w="19050">
            <a:solidFill>
              <a:srgbClr val="B8B2A0"/>
            </a:solidFill>
            <a:prstDash val="lgDash"/>
            <a:headEnd type="none"/>
            <a:tailEnd type="none"/>
          </a:ln>
        </p:spPr>
      </p:sp>
      <p:sp>
        <p:nvSpPr>
          <p:cNvPr id="61" name="Connector line-1792367676921-254990142"/>
          <p:cNvSpPr/>
          <p:nvPr/>
        </p:nvSpPr>
        <p:spPr>
          <a:xfrm>
            <a:off x="12496800" y="1809750"/>
            <a:ext cx="0" cy="6905625"/>
          </a:xfrm>
          <a:prstGeom prst="line">
            <a:avLst/>
          </a:prstGeom>
          <a:noFill/>
          <a:ln w="19050">
            <a:solidFill>
              <a:srgbClr val="B8B2A0"/>
            </a:solidFill>
            <a:prstDash val="lgDash"/>
            <a:headEnd type="none"/>
            <a:tailEnd type="none"/>
          </a:ln>
        </p:spPr>
      </p:sp>
      <p:sp>
        <p:nvSpPr>
          <p:cNvPr id="62" name="Connector line-1792367676921-326043500"/>
          <p:cNvSpPr/>
          <p:nvPr/>
        </p:nvSpPr>
        <p:spPr>
          <a:xfrm>
            <a:off x="16230600" y="1809750"/>
            <a:ext cx="0" cy="6905625"/>
          </a:xfrm>
          <a:prstGeom prst="line">
            <a:avLst/>
          </a:prstGeom>
          <a:noFill/>
          <a:ln w="19050">
            <a:solidFill>
              <a:srgbClr val="B8B2A0"/>
            </a:solidFill>
            <a:prstDash val="lgDash"/>
            <a:headEnd type="none"/>
            <a:tailEnd type="none"/>
          </a:ln>
        </p:spPr>
      </p:sp>
      <p:sp>
        <p:nvSpPr>
          <p:cNvPr id="63" name="Text 61"/>
          <p:cNvSpPr/>
          <p:nvPr/>
        </p:nvSpPr>
        <p:spPr>
          <a:xfrm>
            <a:off x="7639050" y="2266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763000" y="211455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65" name="Connector line-1792367676932-237395291"/>
          <p:cNvSpPr/>
          <p:nvPr/>
        </p:nvSpPr>
        <p:spPr>
          <a:xfrm>
            <a:off x="8763000" y="2495550"/>
            <a:ext cx="37338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66" name="Text 64"/>
          <p:cNvSpPr/>
          <p:nvPr/>
        </p:nvSpPr>
        <p:spPr>
          <a:xfrm>
            <a:off x="10877550" y="2781300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6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ngẫu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nhiên,</a:t>
            </a:r>
            <a:r>
              <a:rPr lang="en-US" sz="16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chờ,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hết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 nhanh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8763000" y="35814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800" dirty="0"/>
          </a:p>
        </p:txBody>
      </p:sp>
      <p:sp>
        <p:nvSpPr>
          <p:cNvPr id="68" name="Connector line-1792367676937-476057757"/>
          <p:cNvSpPr/>
          <p:nvPr/>
        </p:nvSpPr>
        <p:spPr>
          <a:xfrm flipH="1">
            <a:off x="8763000" y="3962400"/>
            <a:ext cx="37338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69" name="Text 67"/>
          <p:cNvSpPr/>
          <p:nvPr/>
        </p:nvSpPr>
        <p:spPr>
          <a:xfrm>
            <a:off x="7639050" y="44100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7620000" y="4305300"/>
            <a:ext cx="2286000" cy="666750"/>
          </a:xfrm>
          <a:prstGeom prst="roundRect">
            <a:avLst>
              <a:gd name="adj" fmla="val 22857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77150" y="4305300"/>
            <a:ext cx="2171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vẽ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6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 QR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8763000" y="52578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1800" dirty="0"/>
          </a:p>
        </p:txBody>
      </p:sp>
      <p:sp>
        <p:nvSpPr>
          <p:cNvPr id="73" name="Connector line-1792367676945-824750574"/>
          <p:cNvSpPr/>
          <p:nvPr/>
        </p:nvSpPr>
        <p:spPr>
          <a:xfrm>
            <a:off x="8763000" y="5638800"/>
            <a:ext cx="373380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74" name="Text 72"/>
          <p:cNvSpPr/>
          <p:nvPr/>
        </p:nvSpPr>
        <p:spPr>
          <a:xfrm>
            <a:off x="7639050" y="6134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2496800" y="59817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800" dirty="0"/>
          </a:p>
        </p:txBody>
      </p:sp>
      <p:sp>
        <p:nvSpPr>
          <p:cNvPr id="76" name="Connector line-1792367676951-679308062"/>
          <p:cNvSpPr/>
          <p:nvPr/>
        </p:nvSpPr>
        <p:spPr>
          <a:xfrm flipH="1">
            <a:off x="12496800" y="6362700"/>
            <a:ext cx="37338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77" name="Text 75"/>
          <p:cNvSpPr/>
          <p:nvPr/>
        </p:nvSpPr>
        <p:spPr>
          <a:xfrm>
            <a:off x="7639050" y="7277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8763000" y="67437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79" name="Connector line-1792367676956-527550908"/>
          <p:cNvSpPr/>
          <p:nvPr/>
        </p:nvSpPr>
        <p:spPr>
          <a:xfrm>
            <a:off x="8763000" y="7124700"/>
            <a:ext cx="373380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80" name="Text 78"/>
          <p:cNvSpPr/>
          <p:nvPr/>
        </p:nvSpPr>
        <p:spPr>
          <a:xfrm>
            <a:off x="8763000" y="74676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8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81" name="Connector line-1792367676957-288686855"/>
          <p:cNvSpPr/>
          <p:nvPr/>
        </p:nvSpPr>
        <p:spPr>
          <a:xfrm flipH="1">
            <a:off x="8763000" y="7886700"/>
            <a:ext cx="37338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7429500" y="8382000"/>
            <a:ext cx="994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16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650" dirty="0"/>
          </a:p>
        </p:txBody>
      </p:sp>
      <p:sp>
        <p:nvSpPr>
          <p:cNvPr id="83" name="Text 8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84" name="Connector line-1792367676962-41718740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6" name="Shape 8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7" name="Shape 8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8" name="Shape 8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9" name="Shape 8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0" name="Shape 88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1" name="Shape 8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6" name="Moda image moda-export-watermark-dee2c495-ca72-4380-af68-a672050ea2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5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384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 không</a:t>
            </a:r>
            <a:r>
              <a:rPr lang="en-US" sz="21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1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06705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276600"/>
            <a:ext cx="238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000500" y="3181350"/>
            <a:ext cx="1304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000500" y="3638550"/>
            <a:ext cx="1304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cookie,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nhập: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24815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457700"/>
            <a:ext cx="238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000500" y="4362450"/>
            <a:ext cx="1304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000500" y="4819650"/>
            <a:ext cx="1304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410,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lại 409.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42925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6388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000500" y="5543550"/>
            <a:ext cx="1304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000500" y="6000750"/>
            <a:ext cx="1304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thắng,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61035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68199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 giây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000500" y="6724650"/>
            <a:ext cx="1304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000500" y="7181850"/>
            <a:ext cx="1304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lần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r>
              <a:rPr lang="en-US" sz="2100" dirty="0" spc="-3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410.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779145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8001000"/>
            <a:ext cx="2381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000500" y="7905750"/>
            <a:ext cx="1304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4000500" y="8362950"/>
            <a:ext cx="1304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khi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-4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Connector line-1792369060760-47897179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284be65a-d5da-4513-99e9-d1339833eb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5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biết: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7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25755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486150"/>
            <a:ext cx="742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CHIỀU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6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1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295400" y="4038600"/>
            <a:ext cx="2857500" cy="1238250"/>
          </a:xfrm>
          <a:prstGeom prst="roundRect">
            <a:avLst>
              <a:gd name="adj" fmla="val 1692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3053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7244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76900" y="4038600"/>
            <a:ext cx="2857500" cy="1238250"/>
          </a:xfrm>
          <a:prstGeom prst="roundRect">
            <a:avLst>
              <a:gd name="adj" fmla="val 16923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6900" y="43053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76900" y="47244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 nạn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152900" y="42481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xác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650" dirty="0"/>
          </a:p>
        </p:txBody>
      </p:sp>
      <p:sp>
        <p:nvSpPr>
          <p:cNvPr id="14" name="Connector line-1792369267425-310408543"/>
          <p:cNvSpPr/>
          <p:nvPr/>
        </p:nvSpPr>
        <p:spPr>
          <a:xfrm>
            <a:off x="4152900" y="4657725"/>
            <a:ext cx="1524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369267425-152395144"/>
          <p:cNvSpPr/>
          <p:nvPr/>
        </p:nvSpPr>
        <p:spPr>
          <a:xfrm>
            <a:off x="7105650" y="5276850"/>
            <a:ext cx="0" cy="5905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95400" y="5924550"/>
            <a:ext cx="7239000" cy="914400"/>
          </a:xfrm>
          <a:prstGeom prst="roundRect">
            <a:avLst>
              <a:gd name="adj" fmla="val 2083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250" b="1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2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95400" y="704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 không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72600" y="325755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3600" y="3486150"/>
            <a:ext cx="742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CHIỀU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QRLJACKING</a:t>
            </a:r>
            <a:r>
              <a:rPr lang="en-US" sz="1650" b="1" spc="1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753600" y="4038600"/>
            <a:ext cx="2857500" cy="1238250"/>
          </a:xfrm>
          <a:prstGeom prst="roundRect">
            <a:avLst>
              <a:gd name="adj" fmla="val 16923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600" y="43053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53600" y="47244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 nạn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135100" y="4038600"/>
            <a:ext cx="2857500" cy="1238250"/>
          </a:xfrm>
          <a:prstGeom prst="roundRect">
            <a:avLst>
              <a:gd name="adj" fmla="val 1692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35100" y="43053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135100" y="47244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611100" y="42481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quét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650" dirty="0"/>
          </a:p>
        </p:txBody>
      </p:sp>
      <p:sp>
        <p:nvSpPr>
          <p:cNvPr id="27" name="Connector line-1792369267443-274922811"/>
          <p:cNvSpPr/>
          <p:nvPr/>
        </p:nvSpPr>
        <p:spPr>
          <a:xfrm>
            <a:off x="12611100" y="4657725"/>
            <a:ext cx="1524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8" name="Connector line-1792369267443-66960236"/>
          <p:cNvSpPr/>
          <p:nvPr/>
        </p:nvSpPr>
        <p:spPr>
          <a:xfrm>
            <a:off x="15563850" y="5276850"/>
            <a:ext cx="0" cy="5905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753600" y="5924550"/>
            <a:ext cx="7239000" cy="914400"/>
          </a:xfrm>
          <a:prstGeom prst="roundRect">
            <a:avLst>
              <a:gd name="adj" fmla="val 2083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nạn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753600" y="704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cần.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8153400"/>
            <a:ext cx="762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" y="8153400"/>
            <a:ext cx="16154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 chơi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4" name="Connector line-1792369267453-49220659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a9ba0bc6-a68a-4a6b-8fa8-b12a189e7c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Alice,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thoại,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quét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QR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lạ.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5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152900"/>
            <a:ext cx="8953500" cy="4724400"/>
          </a:xfrm>
          <a:prstGeom prst="roundRect">
            <a:avLst>
              <a:gd name="adj" fmla="val 56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3500" y="4495800"/>
            <a:ext cx="3143250" cy="1619250"/>
          </a:xfrm>
          <a:prstGeom prst="roundRect">
            <a:avLst>
              <a:gd name="adj" fmla="val 12941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46672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85900" y="5029200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295650" y="4705350"/>
            <a:ext cx="1028700" cy="1028700"/>
          </a:xfrm>
          <a:prstGeom prst="roundRect">
            <a:avLst>
              <a:gd name="adj" fmla="val 9259"/>
            </a:avLst>
          </a:prstGeom>
          <a:solidFill>
            <a:srgbClr val="FBF8F2"/>
          </a:solidFill>
          <a:ln/>
        </p:spPr>
      </p:sp>
      <p:sp>
        <p:nvSpPr>
          <p:cNvPr id="10" name="Shape 8"/>
          <p:cNvSpPr/>
          <p:nvPr/>
        </p:nvSpPr>
        <p:spPr>
          <a:xfrm>
            <a:off x="3343275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3448050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2825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3762375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3971925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076700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81475" y="47529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343275" y="48577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52825" y="48577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3867150" y="48577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1925" y="48577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4181475" y="48577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3343275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3448050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3552825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62375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1925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76700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4181475" y="49625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3762375" y="50673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Shape 28"/>
          <p:cNvSpPr/>
          <p:nvPr/>
        </p:nvSpPr>
        <p:spPr>
          <a:xfrm>
            <a:off x="3867150" y="50673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3343275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3552825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0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67150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Shape 33"/>
          <p:cNvSpPr/>
          <p:nvPr/>
        </p:nvSpPr>
        <p:spPr>
          <a:xfrm>
            <a:off x="3971925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6" name="Shape 34"/>
          <p:cNvSpPr/>
          <p:nvPr/>
        </p:nvSpPr>
        <p:spPr>
          <a:xfrm>
            <a:off x="4181475" y="51720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Shape 35"/>
          <p:cNvSpPr/>
          <p:nvPr/>
        </p:nvSpPr>
        <p:spPr>
          <a:xfrm>
            <a:off x="3448050" y="52768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Shape 36"/>
          <p:cNvSpPr/>
          <p:nvPr/>
        </p:nvSpPr>
        <p:spPr>
          <a:xfrm>
            <a:off x="3762375" y="52768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Shape 37"/>
          <p:cNvSpPr/>
          <p:nvPr/>
        </p:nvSpPr>
        <p:spPr>
          <a:xfrm>
            <a:off x="4076700" y="527685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Shape 38"/>
          <p:cNvSpPr/>
          <p:nvPr/>
        </p:nvSpPr>
        <p:spPr>
          <a:xfrm>
            <a:off x="3343275" y="53816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3448050" y="53816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Shape 40"/>
          <p:cNvSpPr/>
          <p:nvPr/>
        </p:nvSpPr>
        <p:spPr>
          <a:xfrm>
            <a:off x="3552825" y="53816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Shape 41"/>
          <p:cNvSpPr/>
          <p:nvPr/>
        </p:nvSpPr>
        <p:spPr>
          <a:xfrm>
            <a:off x="3867150" y="53816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Shape 42"/>
          <p:cNvSpPr/>
          <p:nvPr/>
        </p:nvSpPr>
        <p:spPr>
          <a:xfrm>
            <a:off x="4181475" y="538162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Shape 43"/>
          <p:cNvSpPr/>
          <p:nvPr/>
        </p:nvSpPr>
        <p:spPr>
          <a:xfrm>
            <a:off x="3343275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Shape 44"/>
          <p:cNvSpPr/>
          <p:nvPr/>
        </p:nvSpPr>
        <p:spPr>
          <a:xfrm>
            <a:off x="3552825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7" name="Shape 45"/>
          <p:cNvSpPr/>
          <p:nvPr/>
        </p:nvSpPr>
        <p:spPr>
          <a:xfrm>
            <a:off x="3762375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8" name="Shape 46"/>
          <p:cNvSpPr/>
          <p:nvPr/>
        </p:nvSpPr>
        <p:spPr>
          <a:xfrm>
            <a:off x="3867150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Shape 47"/>
          <p:cNvSpPr/>
          <p:nvPr/>
        </p:nvSpPr>
        <p:spPr>
          <a:xfrm>
            <a:off x="3971925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0" name="Shape 48"/>
          <p:cNvSpPr/>
          <p:nvPr/>
        </p:nvSpPr>
        <p:spPr>
          <a:xfrm>
            <a:off x="4076700" y="5486400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Shape 49"/>
          <p:cNvSpPr/>
          <p:nvPr/>
        </p:nvSpPr>
        <p:spPr>
          <a:xfrm>
            <a:off x="3343275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Shape 50"/>
          <p:cNvSpPr/>
          <p:nvPr/>
        </p:nvSpPr>
        <p:spPr>
          <a:xfrm>
            <a:off x="3448050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3" name="Shape 51"/>
          <p:cNvSpPr/>
          <p:nvPr/>
        </p:nvSpPr>
        <p:spPr>
          <a:xfrm>
            <a:off x="3552825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Shape 52"/>
          <p:cNvSpPr/>
          <p:nvPr/>
        </p:nvSpPr>
        <p:spPr>
          <a:xfrm>
            <a:off x="3762375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5" name="Shape 53"/>
          <p:cNvSpPr/>
          <p:nvPr/>
        </p:nvSpPr>
        <p:spPr>
          <a:xfrm>
            <a:off x="4076700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81475" y="5591175"/>
            <a:ext cx="104775" cy="10477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7" name="Shape 55"/>
          <p:cNvSpPr/>
          <p:nvPr/>
        </p:nvSpPr>
        <p:spPr>
          <a:xfrm>
            <a:off x="1333500" y="7029450"/>
            <a:ext cx="3143250" cy="1619250"/>
          </a:xfrm>
          <a:prstGeom prst="roundRect">
            <a:avLst>
              <a:gd name="adj" fmla="val 12941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85900" y="7162800"/>
            <a:ext cx="2838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485900" y="7505700"/>
            <a:ext cx="283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485900" y="7943850"/>
            <a:ext cx="2838450" cy="5334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8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724650" y="7029450"/>
            <a:ext cx="2857500" cy="1619250"/>
          </a:xfrm>
          <a:prstGeom prst="roundRect">
            <a:avLst>
              <a:gd name="adj" fmla="val 12941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4650" y="7429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63" name="Text 61"/>
          <p:cNvSpPr/>
          <p:nvPr/>
        </p:nvSpPr>
        <p:spPr>
          <a:xfrm>
            <a:off x="6724650" y="786765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4476750" y="7410450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65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6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endParaRPr lang="en-US" sz="1650" dirty="0"/>
          </a:p>
        </p:txBody>
      </p:sp>
      <p:sp>
        <p:nvSpPr>
          <p:cNvPr id="65" name="Connector line-1792369418649-64348699"/>
          <p:cNvSpPr/>
          <p:nvPr/>
        </p:nvSpPr>
        <p:spPr>
          <a:xfrm>
            <a:off x="4476750" y="7839075"/>
            <a:ext cx="22479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6" name="Connector line-1792369418650-809407927"/>
          <p:cNvSpPr/>
          <p:nvPr/>
        </p:nvSpPr>
        <p:spPr>
          <a:xfrm flipV="1">
            <a:off x="2905125" y="6172200"/>
            <a:ext cx="0" cy="857250"/>
          </a:xfrm>
          <a:prstGeom prst="line">
            <a:avLst/>
          </a:prstGeom>
          <a:noFill/>
          <a:ln w="38100">
            <a:solidFill>
              <a:srgbClr val="14161C"/>
            </a:solidFill>
            <a:prstDash val="lgDash"/>
            <a:headEnd type="none"/>
            <a:tailEnd type="triangle" w="lg" len="lg"/>
          </a:ln>
        </p:spPr>
      </p:sp>
      <p:sp>
        <p:nvSpPr>
          <p:cNvPr id="67" name="Text 65"/>
          <p:cNvSpPr/>
          <p:nvPr/>
        </p:nvSpPr>
        <p:spPr>
          <a:xfrm>
            <a:off x="3086100" y="64389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quét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QR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7505700" y="4495800"/>
            <a:ext cx="1295400" cy="1295400"/>
          </a:xfrm>
          <a:prstGeom prst="ellipse">
            <a:avLst/>
          </a:prstGeom>
          <a:noFill/>
          <a:ln w="28575">
            <a:solidFill>
              <a:srgbClr val="6B6A66"/>
            </a:solidFill>
            <a:prstDash val="lgDash"/>
          </a:ln>
        </p:spPr>
      </p:sp>
      <p:sp>
        <p:nvSpPr>
          <p:cNvPr id="69" name="Text 67"/>
          <p:cNvSpPr/>
          <p:nvPr/>
        </p:nvSpPr>
        <p:spPr>
          <a:xfrm>
            <a:off x="7581900" y="4629150"/>
            <a:ext cx="114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dirty="0" spc="-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300" dirty="0"/>
          </a:p>
        </p:txBody>
      </p:sp>
      <p:sp>
        <p:nvSpPr>
          <p:cNvPr id="70" name="Text 68"/>
          <p:cNvSpPr/>
          <p:nvPr/>
        </p:nvSpPr>
        <p:spPr>
          <a:xfrm>
            <a:off x="6724650" y="59245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en-US" sz="16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endParaRPr lang="en-US" sz="1650" dirty="0"/>
          </a:p>
          <a:p>
            <a:pPr algn="ctr" indent="0" marL="0">
              <a:lnSpc>
                <a:spcPts val="2228"/>
              </a:lnSpc>
              <a:buNone/>
            </a:pP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đó?</a:t>
            </a:r>
            <a:endParaRPr lang="en-US" sz="1650" dirty="0"/>
          </a:p>
        </p:txBody>
      </p:sp>
      <p:sp>
        <p:nvSpPr>
          <p:cNvPr id="71" name="Connector line-1792369418660-762726436"/>
          <p:cNvSpPr/>
          <p:nvPr/>
        </p:nvSpPr>
        <p:spPr>
          <a:xfrm flipV="1">
            <a:off x="8153400" y="6629400"/>
            <a:ext cx="0" cy="400050"/>
          </a:xfrm>
          <a:prstGeom prst="line">
            <a:avLst/>
          </a:prstGeom>
          <a:noFill/>
          <a:ln w="28575">
            <a:solidFill>
              <a:srgbClr val="6B6A66"/>
            </a:solidFill>
            <a:prstDash val="dash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10382250" y="914400"/>
            <a:ext cx="6991350" cy="8077200"/>
          </a:xfrm>
          <a:prstGeom prst="roundRect">
            <a:avLst>
              <a:gd name="adj" fmla="val 3815"/>
            </a:avLst>
          </a:prstGeom>
          <a:solidFill>
            <a:srgbClr val="1F3FD1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58500" y="140970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01375" y="1571625"/>
            <a:ext cx="257175" cy="209550"/>
          </a:xfrm>
          <a:custGeom>
            <a:avLst/>
            <a:gdLst/>
            <a:ahLst/>
            <a:cxnLst/>
            <a:rect l="l" t="t" r="r" b="b"/>
            <a:pathLst>
              <a:path w="257175" h="209550">
                <a:moveTo>
                  <a:pt x="0" y="114300"/>
                </a:moveTo>
                <a:lnTo>
                  <a:pt x="85725" y="209550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77550" y="22860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0877550" y="2705100"/>
            <a:ext cx="6191250" cy="16192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4800" dirty="0" spc="-3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48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lệ,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48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800" dirty="0"/>
          </a:p>
        </p:txBody>
      </p:sp>
      <p:sp>
        <p:nvSpPr>
          <p:cNvPr id="77" name="Text richtext-1792369418674-135304195"/>
          <p:cNvSpPr/>
          <p:nvPr/>
        </p:nvSpPr>
        <p:spPr>
          <a:xfrm>
            <a:off x="10877550" y="4495800"/>
            <a:ext cx="6096000" cy="3048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Alice,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4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40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4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công: nó nhận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Alice.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10877550" y="77343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100" dirty="0" spc="-3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100" dirty="0" spc="-3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(OWASP):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1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1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phiên.</a:t>
            </a:r>
            <a:endParaRPr lang="en-US" sz="2100" dirty="0"/>
          </a:p>
        </p:txBody>
      </p:sp>
      <p:sp>
        <p:nvSpPr>
          <p:cNvPr id="79" name="Text 7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80" name="Connector line-1792369418699-54438680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2" name="Shape 8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3" name="Shape 8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4" name="Shape 8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5" name="Shape 8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6" name="Shape 8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7" name="Shape 8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8" name="Shape 8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9" name="Shape 87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0" name="Shape 8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2" name="Moda image moda-export-watermark-f14d10ad-4b7b-4741-b4f7-b1013da334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5" name="Connector line-1792369924344-755282891"/>
          <p:cNvSpPr/>
          <p:nvPr/>
        </p:nvSpPr>
        <p:spPr>
          <a:xfrm>
            <a:off x="1162050" y="2819400"/>
            <a:ext cx="48387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85850" y="2743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30099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162050" y="36576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62050" y="39624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mang thông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77000" y="25717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11" name="Connector line-1792369924358-989425719"/>
          <p:cNvSpPr/>
          <p:nvPr/>
        </p:nvSpPr>
        <p:spPr>
          <a:xfrm>
            <a:off x="6724650" y="2819400"/>
            <a:ext cx="48387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648450" y="2743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4650" y="30099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724650" y="36576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24650" y="39624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039600" y="25717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17" name="Connector line-1792369924368-949015484"/>
          <p:cNvSpPr/>
          <p:nvPr/>
        </p:nvSpPr>
        <p:spPr>
          <a:xfrm>
            <a:off x="12287250" y="2819400"/>
            <a:ext cx="48387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211050" y="2743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87250" y="30099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SSO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2287250" y="36576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Sign-On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87250" y="39624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50101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23" name="Connector line-1792369924377-339604691"/>
          <p:cNvSpPr/>
          <p:nvPr/>
        </p:nvSpPr>
        <p:spPr>
          <a:xfrm>
            <a:off x="1162050" y="5257800"/>
            <a:ext cx="483870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85850" y="51816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2050" y="54483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162050" y="6096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62050" y="64008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477000" y="50101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29" name="Connector line-1792369924387-343610440"/>
          <p:cNvSpPr/>
          <p:nvPr/>
        </p:nvSpPr>
        <p:spPr>
          <a:xfrm>
            <a:off x="6724650" y="5257800"/>
            <a:ext cx="48387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648450" y="51816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4650" y="54483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QR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724650" y="6096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724650" y="64008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camera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039600" y="5010150"/>
            <a:ext cx="5334000" cy="2209800"/>
          </a:xfrm>
          <a:prstGeom prst="roundRect">
            <a:avLst>
              <a:gd name="adj" fmla="val 11207"/>
            </a:avLst>
          </a:prstGeom>
          <a:solidFill>
            <a:srgbClr val="1E212B"/>
          </a:solidFill>
          <a:ln/>
        </p:spPr>
      </p:sp>
      <p:sp>
        <p:nvSpPr>
          <p:cNvPr id="35" name="Connector line-1792369924395-408896262"/>
          <p:cNvSpPr/>
          <p:nvPr/>
        </p:nvSpPr>
        <p:spPr>
          <a:xfrm>
            <a:off x="12287250" y="5257800"/>
            <a:ext cx="4838700" cy="0"/>
          </a:xfrm>
          <a:prstGeom prst="line">
            <a:avLst/>
          </a:prstGeom>
          <a:noFill/>
          <a:ln w="28575">
            <a:solidFill>
              <a:srgbClr val="D8D3C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2211050" y="51816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D8D3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287250" y="544830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38" name="Text 36"/>
          <p:cNvSpPr/>
          <p:nvPr/>
        </p:nvSpPr>
        <p:spPr>
          <a:xfrm>
            <a:off x="12287250" y="6096000"/>
            <a:ext cx="495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287250" y="6400800"/>
            <a:ext cx="48577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9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14400" y="75247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79248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(QRLJacking,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Series)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segno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914400" y="84772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4" name="Connector line-1792369924408-3412407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48ba96b2-bd05-4bba-b783-1f706a4248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2026-10-19T00:38:50Z</dcterms:created>
  <dcterms:modified xsi:type="dcterms:W3CDTF">2026-10-19T00:38:50Z</dcterms:modified>
</cp:coreProperties>
</file>