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thẻ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3000" dirty="0"/>
          </a:p>
        </p:txBody>
      </p:sp>
      <p:sp>
        <p:nvSpPr>
          <p:cNvPr id="5" name="Connector line-1792381635291-6338723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0" y="2476500"/>
            <a:ext cx="4476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2250" dirty="0"/>
          </a:p>
        </p:txBody>
      </p:sp>
      <p:sp>
        <p:nvSpPr>
          <p:cNvPr id="9" name="Connector line-1792381635301-986303947"/>
          <p:cNvSpPr/>
          <p:nvPr/>
        </p:nvSpPr>
        <p:spPr>
          <a:xfrm>
            <a:off x="15192375" y="3333750"/>
            <a:ext cx="0" cy="7048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5059025" y="401955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133350" y="228600"/>
                </a:moveTo>
                <a:lnTo>
                  <a:pt x="0" y="0"/>
                </a:lnTo>
                <a:lnTo>
                  <a:pt x="266700" y="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4286250"/>
            <a:ext cx="4476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2250" dirty="0"/>
          </a:p>
        </p:txBody>
      </p:sp>
      <p:sp>
        <p:nvSpPr>
          <p:cNvPr id="12" name="Connector line-1792381635317-756096578"/>
          <p:cNvSpPr/>
          <p:nvPr/>
        </p:nvSpPr>
        <p:spPr>
          <a:xfrm>
            <a:off x="15192375" y="5143500"/>
            <a:ext cx="0" cy="7048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059025" y="582930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133350" y="228600"/>
                </a:moveTo>
                <a:lnTo>
                  <a:pt x="0" y="0"/>
                </a:lnTo>
                <a:lnTo>
                  <a:pt x="266700" y="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0" y="6096000"/>
            <a:ext cx="4476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5b53f12-bf02-4ac1-9224-7cd52dfda6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ctr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PayPal,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Stripe</a:t>
            </a:r>
            <a:r>
              <a:rPr lang="en-US" sz="48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Square</a:t>
            </a:r>
            <a:r>
              <a:rPr lang="en-US" sz="4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nằm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2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mảng;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</a:t>
            </a:r>
            <a:r>
              <a:rPr lang="en-US" sz="22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9b61a54-12c5-4208-a796-a627832570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1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100" dirty="0"/>
          </a:p>
        </p:txBody>
      </p:sp>
      <p:sp>
        <p:nvSpPr>
          <p:cNvPr id="6" name="Text richtext-1792381637242-278273792"/>
          <p:cNvSpPr/>
          <p:nvPr/>
        </p:nvSpPr>
        <p:spPr>
          <a:xfrm>
            <a:off x="12954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tín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2100" dirty="0"/>
          </a:p>
        </p:txBody>
      </p:sp>
      <p:sp>
        <p:nvSpPr>
          <p:cNvPr id="9" name="Text richtext-1792381637268-814732677"/>
          <p:cNvSpPr/>
          <p:nvPr/>
        </p:nvSpPr>
        <p:spPr>
          <a:xfrm>
            <a:off x="9753600" y="37528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MSP.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524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59ccced-0145-4512-b348-db4346c331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BÊN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049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85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92100" y="2762250"/>
            <a:ext cx="4191000" cy="666750"/>
          </a:xfrm>
          <a:prstGeom prst="roundRect">
            <a:avLst>
              <a:gd name="adj" fmla="val 28571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100" dirty="0"/>
          </a:p>
        </p:txBody>
      </p:sp>
      <p:sp>
        <p:nvSpPr>
          <p:cNvPr id="7" name="Connector line-1792381638114-809325572"/>
          <p:cNvSpPr/>
          <p:nvPr/>
        </p:nvSpPr>
        <p:spPr>
          <a:xfrm>
            <a:off x="32004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8" name="Connector line-1792381638114-124702095"/>
          <p:cNvSpPr/>
          <p:nvPr/>
        </p:nvSpPr>
        <p:spPr>
          <a:xfrm>
            <a:off x="91440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9" name="Connector line-1792381638114-732214024"/>
          <p:cNvSpPr/>
          <p:nvPr/>
        </p:nvSpPr>
        <p:spPr>
          <a:xfrm>
            <a:off x="15087600" y="3429000"/>
            <a:ext cx="0" cy="4000500"/>
          </a:xfrm>
          <a:prstGeom prst="line">
            <a:avLst/>
          </a:prstGeom>
          <a:noFill/>
          <a:ln w="28575">
            <a:solidFill>
              <a:srgbClr val="C9C2A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05200" y="4152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11" name="Connector line-1792381638120-38931997"/>
          <p:cNvSpPr/>
          <p:nvPr/>
        </p:nvSpPr>
        <p:spPr>
          <a:xfrm>
            <a:off x="3200400" y="4572000"/>
            <a:ext cx="57531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934450" y="4457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9448800" y="56769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14" name="Connector line-1792381638123-15957336"/>
          <p:cNvSpPr/>
          <p:nvPr/>
        </p:nvSpPr>
        <p:spPr>
          <a:xfrm>
            <a:off x="9144000" y="6096000"/>
            <a:ext cx="57531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878050" y="5981700"/>
            <a:ext cx="209550" cy="228600"/>
          </a:xfrm>
          <a:custGeom>
            <a:avLst/>
            <a:gdLst/>
            <a:ahLst/>
            <a:cxnLst/>
            <a:rect l="l" t="t" r="r" b="b"/>
            <a:pathLst>
              <a:path w="209550" h="228600">
                <a:moveTo>
                  <a:pt x="209550" y="114300"/>
                </a:move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715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71525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giữ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</a:t>
            </a: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theo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9b5207d-cfa7-4085-b963-4448442967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BÊN</a:t>
            </a:r>
            <a:r>
              <a:rPr lang="en-US" sz="1800" b="1" spc="26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(BƯỚC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 mặt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cc7f58a-c73f-4955-b56f-ce4346678d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Sơ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3aced03-4135-431b-b0f7-b1010fd4df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MSP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48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524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xử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72600" y="5334000"/>
            <a:ext cx="8001000" cy="2190750"/>
          </a:xfrm>
          <a:prstGeom prst="roundRect">
            <a:avLst>
              <a:gd name="adj" fmla="val 13913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524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000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thẻ,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 thêm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017217f-f8b3-4684-8e88-56a4849906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641371-352231125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MSP;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f0823a1-2b16-4360-8e16-33293f4204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MSP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thành viên.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acquiring: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issuing: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khách.</a:t>
            </a:r>
            <a:endParaRPr lang="en-US" sz="1950" dirty="0"/>
          </a:p>
        </p:txBody>
      </p:sp>
      <p:sp>
        <p:nvSpPr>
          <p:cNvPr id="16" name="Connector line-1792381642295-809205332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1642297-788982231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4670c21-2681-4a6b-b3ad-3430e95654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2026-10-19T03:47:47Z</dcterms:created>
  <dcterms:modified xsi:type="dcterms:W3CDTF">2026-10-19T03:47:47Z</dcterms:modified>
</cp:coreProperties>
</file>