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9"/>
      <p:bold r:id="rId16"/>
    </p:embeddedFont>
    <p:embeddedFont>
      <p:font typeface="Bricolage Grotesque ExtraBold"/>
      <p:regular r:id="rId17"/>
    </p:embeddedFont>
    <p:embeddedFont>
      <p:font typeface="Be Vietnam Pro Semi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8572500" cy="381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Ngôn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endParaRPr lang="en-US" sz="8100" dirty="0"/>
          </a:p>
          <a:p>
            <a:pPr algn="l" indent="0" marL="0">
              <a:buNone/>
            </a:pP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lập</a:t>
            </a:r>
            <a:r>
              <a:rPr lang="en-US" sz="81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endParaRPr lang="en-US" sz="8100" dirty="0"/>
          </a:p>
          <a:p>
            <a:pPr algn="l" indent="0" marL="0">
              <a:buNone/>
            </a:pPr>
            <a:r>
              <a:rPr lang="en-US" sz="8100" dirty="0" spc="-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"xanh"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nhất?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524500"/>
            <a:ext cx="8382000" cy="114300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-6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Đọc</a:t>
            </a:r>
            <a:r>
              <a:rPr lang="en-US" sz="3000" dirty="0" spc="0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cách</a:t>
            </a:r>
            <a:r>
              <a:rPr lang="en-US" sz="3000" dirty="0" spc="2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3000" dirty="0" spc="0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3000" dirty="0" spc="-5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nghiên</a:t>
            </a:r>
            <a:r>
              <a:rPr lang="en-US" sz="3000" dirty="0" spc="27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cứu,</a:t>
            </a:r>
            <a:r>
              <a:rPr lang="en-US" sz="3000" dirty="0" spc="-5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3000" dirty="0" spc="-2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3000" dirty="0" spc="-1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tìm</a:t>
            </a:r>
            <a:r>
              <a:rPr lang="en-US" sz="3000" dirty="0" spc="-8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3000" dirty="0" spc="0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cái</a:t>
            </a:r>
            <a:r>
              <a:rPr lang="en-US" sz="3000" dirty="0" spc="-11" kern="0">
                <a:solidFill>
                  <a:srgbClr val="C4C8D6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6953250"/>
            <a:ext cx="257175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6" name="Shape 4"/>
          <p:cNvSpPr/>
          <p:nvPr/>
        </p:nvSpPr>
        <p:spPr>
          <a:xfrm>
            <a:off x="3676650" y="6953250"/>
            <a:ext cx="190500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7" name="Shape 5"/>
          <p:cNvSpPr/>
          <p:nvPr/>
        </p:nvSpPr>
        <p:spPr>
          <a:xfrm>
            <a:off x="5772150" y="6953250"/>
            <a:ext cx="3333750" cy="1809750"/>
          </a:xfrm>
          <a:prstGeom prst="roundRect">
            <a:avLst>
              <a:gd name="adj" fmla="val 12632"/>
            </a:avLst>
          </a:prstGeom>
          <a:solidFill>
            <a:srgbClr val="1E212B"/>
          </a:solidFill>
          <a:ln/>
        </p:spPr>
      </p:sp>
      <p:sp>
        <p:nvSpPr>
          <p:cNvPr id="8" name="Shape 6"/>
          <p:cNvSpPr/>
          <p:nvPr/>
        </p:nvSpPr>
        <p:spPr>
          <a:xfrm>
            <a:off x="9906000" y="914400"/>
            <a:ext cx="7467600" cy="2400300"/>
          </a:xfrm>
          <a:prstGeom prst="roundRect">
            <a:avLst>
              <a:gd name="adj" fmla="val 11111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9906000" y="914400"/>
            <a:ext cx="133350" cy="24003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0" name="Text 8"/>
          <p:cNvSpPr/>
          <p:nvPr/>
        </p:nvSpPr>
        <p:spPr>
          <a:xfrm>
            <a:off x="10401300" y="123825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80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401300" y="1695450"/>
            <a:ext cx="666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2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Thời</a:t>
            </a:r>
            <a:r>
              <a:rPr lang="en-US" sz="4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</a:t>
            </a: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0401300" y="2552700"/>
            <a:ext cx="666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 hơn</a:t>
            </a:r>
            <a:r>
              <a:rPr lang="en-US" sz="24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906000" y="3543300"/>
            <a:ext cx="7467600" cy="2400300"/>
          </a:xfrm>
          <a:prstGeom prst="roundRect">
            <a:avLst>
              <a:gd name="adj" fmla="val 11111"/>
            </a:avLst>
          </a:prstGeom>
          <a:solidFill>
            <a:srgbClr val="1E212B"/>
          </a:solidFill>
          <a:ln/>
        </p:spPr>
      </p:sp>
      <p:sp>
        <p:nvSpPr>
          <p:cNvPr id="14" name="Shape 12"/>
          <p:cNvSpPr/>
          <p:nvPr/>
        </p:nvSpPr>
        <p:spPr>
          <a:xfrm>
            <a:off x="9906000" y="3543300"/>
            <a:ext cx="133350" cy="24003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15" name="Text 13"/>
          <p:cNvSpPr/>
          <p:nvPr/>
        </p:nvSpPr>
        <p:spPr>
          <a:xfrm>
            <a:off x="10401300" y="386715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800" b="1" spc="226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401300" y="4324350"/>
            <a:ext cx="666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4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10401300" y="5181600"/>
            <a:ext cx="666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906000" y="6172200"/>
            <a:ext cx="7467600" cy="2400300"/>
          </a:xfrm>
          <a:prstGeom prst="roundRect">
            <a:avLst>
              <a:gd name="adj" fmla="val 11111"/>
            </a:avLst>
          </a:prstGeom>
          <a:solidFill>
            <a:srgbClr val="1E212B"/>
          </a:solidFill>
          <a:ln/>
        </p:spPr>
      </p:sp>
      <p:sp>
        <p:nvSpPr>
          <p:cNvPr id="19" name="Shape 17"/>
          <p:cNvSpPr/>
          <p:nvPr/>
        </p:nvSpPr>
        <p:spPr>
          <a:xfrm>
            <a:off x="9906000" y="6172200"/>
            <a:ext cx="133350" cy="24003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0" name="Text 18"/>
          <p:cNvSpPr/>
          <p:nvPr/>
        </p:nvSpPr>
        <p:spPr>
          <a:xfrm>
            <a:off x="10401300" y="649605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3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80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401300" y="6953250"/>
            <a:ext cx="666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Năng</a:t>
            </a:r>
            <a:r>
              <a:rPr lang="en-US" sz="4800" dirty="0" spc="-5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lượng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10401300" y="7810500"/>
            <a:ext cx="6667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năng</a:t>
            </a:r>
            <a:r>
              <a:rPr lang="en-US" sz="24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4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914400" y="969645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mềm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181100" y="7086600"/>
            <a:ext cx="219075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</a:t>
            </a:r>
            <a:endParaRPr lang="en-US" sz="6300" dirty="0"/>
          </a:p>
        </p:txBody>
      </p:sp>
      <p:sp>
        <p:nvSpPr>
          <p:cNvPr id="25" name="Text 23"/>
          <p:cNvSpPr/>
          <p:nvPr/>
        </p:nvSpPr>
        <p:spPr>
          <a:xfrm>
            <a:off x="1181100" y="8153400"/>
            <a:ext cx="2286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9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3943350" y="7086600"/>
            <a:ext cx="1524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6300" dirty="0"/>
          </a:p>
        </p:txBody>
      </p:sp>
      <p:sp>
        <p:nvSpPr>
          <p:cNvPr id="27" name="Text 25"/>
          <p:cNvSpPr/>
          <p:nvPr/>
        </p:nvSpPr>
        <p:spPr>
          <a:xfrm>
            <a:off x="3943350" y="8153400"/>
            <a:ext cx="1524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950" dirty="0" spc="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6038850" y="7086600"/>
            <a:ext cx="3048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gần</a:t>
            </a:r>
            <a:r>
              <a:rPr lang="en-US" sz="63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30</a:t>
            </a:r>
            <a:endParaRPr lang="en-US" sz="6300" dirty="0"/>
          </a:p>
        </p:txBody>
      </p:sp>
      <p:sp>
        <p:nvSpPr>
          <p:cNvPr id="29" name="Text 27"/>
          <p:cNvSpPr/>
          <p:nvPr/>
        </p:nvSpPr>
        <p:spPr>
          <a:xfrm>
            <a:off x="6038850" y="8153400"/>
            <a:ext cx="285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19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8eb3b41e-48f7-4e96-879b-88a35fe4ea1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3733800"/>
            <a:ext cx="781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Khi</a:t>
            </a:r>
            <a:r>
              <a:rPr lang="en-US" sz="3000" b="1" dirty="0" spc="-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3000" b="1" dirty="0" spc="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3000" b="1" dirty="0" spc="-4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mối</a:t>
            </a:r>
            <a:r>
              <a:rPr lang="en-US" sz="300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3000" b="1" dirty="0" spc="-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7810500" cy="1524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7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7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chạy,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7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6381750"/>
            <a:ext cx="7810500" cy="2190750"/>
          </a:xfrm>
          <a:prstGeom prst="roundRect">
            <a:avLst>
              <a:gd name="adj" fmla="val 12174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6629400"/>
            <a:ext cx="723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19200" y="7086600"/>
            <a:ext cx="7239000" cy="133350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thận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5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1428750"/>
            <a:ext cx="7315200" cy="1428750"/>
          </a:xfrm>
          <a:prstGeom prst="roundRect">
            <a:avLst>
              <a:gd name="adj" fmla="val 16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 phần</a:t>
            </a:r>
            <a:r>
              <a:rPr lang="en-US" sz="28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r>
              <a:rPr lang="en-US" sz="28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8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endParaRPr lang="en-US" sz="2850" dirty="0"/>
          </a:p>
        </p:txBody>
      </p:sp>
      <p:sp>
        <p:nvSpPr>
          <p:cNvPr id="10" name="Connector line-1792335412043-426963265"/>
          <p:cNvSpPr/>
          <p:nvPr/>
        </p:nvSpPr>
        <p:spPr>
          <a:xfrm>
            <a:off x="13258800" y="2914650"/>
            <a:ext cx="0" cy="62865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9601200" y="3619500"/>
            <a:ext cx="7315200" cy="1333500"/>
          </a:xfrm>
          <a:prstGeom prst="roundRect">
            <a:avLst>
              <a:gd name="adj" fmla="val 17143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Nghiên</a:t>
            </a:r>
            <a:r>
              <a:rPr lang="en-US" sz="2550" b="1" dirty="0" spc="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5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550" dirty="0"/>
          </a:p>
        </p:txBody>
      </p:sp>
      <p:sp>
        <p:nvSpPr>
          <p:cNvPr id="12" name="Text 10"/>
          <p:cNvSpPr/>
          <p:nvPr/>
        </p:nvSpPr>
        <p:spPr>
          <a:xfrm>
            <a:off x="9601200" y="5143500"/>
            <a:ext cx="2286000" cy="762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9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19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2115800" y="5143500"/>
            <a:ext cx="2286000" cy="7620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9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4630400" y="5143500"/>
            <a:ext cx="2286000" cy="7620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Năng</a:t>
            </a:r>
            <a:r>
              <a:rPr lang="en-US" sz="19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endParaRPr lang="en-US" sz="1950" dirty="0"/>
          </a:p>
        </p:txBody>
      </p:sp>
      <p:sp>
        <p:nvSpPr>
          <p:cNvPr id="15" name="Connector line-1792335412053-50304728"/>
          <p:cNvSpPr/>
          <p:nvPr/>
        </p:nvSpPr>
        <p:spPr>
          <a:xfrm>
            <a:off x="13258800" y="6096000"/>
            <a:ext cx="0" cy="68580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601200" y="6858000"/>
            <a:ext cx="7315200" cy="142875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Thêm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căn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</a:t>
            </a:r>
            <a:r>
              <a:rPr lang="en-US" sz="300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300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914400" y="1333500"/>
            <a:ext cx="7810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Cần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căn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cứ</a:t>
            </a:r>
            <a:r>
              <a:rPr lang="en-US" sz="72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endParaRPr lang="en-US" sz="7200" dirty="0"/>
          </a:p>
          <a:p>
            <a:pPr algn="l" indent="0" marL="0"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720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ngôn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endParaRPr lang="en-US" sz="720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98dd7327-b1ec-4dd4-b633-fe816a59de5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spc="21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Cách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 của</a:t>
            </a:r>
            <a:endParaRPr lang="en-US" sz="7200" dirty="0"/>
          </a:p>
          <a:p>
            <a:pPr algn="l" indent="0" marL="0">
              <a:buNone/>
            </a:pP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nghiên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cứu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78105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 bằng</a:t>
            </a:r>
            <a:r>
              <a:rPr lang="en-US" sz="2700" dirty="0" spc="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7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700" dirty="0" spc="-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7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gần</a:t>
            </a:r>
            <a:r>
              <a:rPr lang="en-US" sz="27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mươi</a:t>
            </a:r>
            <a:r>
              <a:rPr lang="en-US" sz="27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ngữ.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14400" y="5715000"/>
            <a:ext cx="5715000" cy="6477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benchmark</a:t>
            </a:r>
            <a:r>
              <a:rPr lang="en-US" sz="225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" y="6667500"/>
            <a:ext cx="78105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6877050"/>
            <a:ext cx="723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19200" y="7315200"/>
            <a:ext cx="72390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ngữ,</a:t>
            </a:r>
            <a:r>
              <a:rPr lang="en-US" sz="270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70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0" y="175260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10591800" y="1428750"/>
            <a:ext cx="6324600" cy="1333500"/>
          </a:xfrm>
          <a:prstGeom prst="roundRect">
            <a:avLst>
              <a:gd name="adj" fmla="val 17143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850" b="1" dirty="0" spc="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8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endParaRPr lang="en-US" sz="2850" dirty="0"/>
          </a:p>
        </p:txBody>
      </p:sp>
      <p:sp>
        <p:nvSpPr>
          <p:cNvPr id="12" name="Connector line-1792335470601-78048161"/>
          <p:cNvSpPr/>
          <p:nvPr/>
        </p:nvSpPr>
        <p:spPr>
          <a:xfrm>
            <a:off x="9944100" y="2533650"/>
            <a:ext cx="0" cy="123825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601200" y="384810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0591800" y="3524250"/>
            <a:ext cx="6324600" cy="1333500"/>
          </a:xfrm>
          <a:prstGeom prst="roundRect">
            <a:avLst>
              <a:gd name="adj" fmla="val 17143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850" b="1" dirty="0" spc="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850" dirty="0"/>
          </a:p>
        </p:txBody>
      </p:sp>
      <p:sp>
        <p:nvSpPr>
          <p:cNvPr id="15" name="Connector line-1792335470607-482902225"/>
          <p:cNvSpPr/>
          <p:nvPr/>
        </p:nvSpPr>
        <p:spPr>
          <a:xfrm>
            <a:off x="9944100" y="4629150"/>
            <a:ext cx="0" cy="123825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9601200" y="594360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0591800" y="5619750"/>
            <a:ext cx="6324600" cy="1333500"/>
          </a:xfrm>
          <a:prstGeom prst="roundRect">
            <a:avLst>
              <a:gd name="adj" fmla="val 17143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</a:t>
            </a:r>
            <a:r>
              <a:rPr lang="en-US" sz="28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8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8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10591800" y="7200900"/>
            <a:ext cx="2571750" cy="762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3315950" y="7200900"/>
            <a:ext cx="1428750" cy="76200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4897100" y="7200900"/>
            <a:ext cx="2019300" cy="7620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Năng</a:t>
            </a:r>
            <a:r>
              <a:rPr lang="en-US" sz="21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914400" y="3733800"/>
            <a:ext cx="781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0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30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30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 số</a:t>
            </a:r>
            <a:r>
              <a:rPr lang="en-US" sz="300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300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753599ea-f8d0-4438-a8a3-7e04bee60f0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spc="21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950" b="1" spc="23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7200" dirty="0" spc="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 mỗi</a:t>
            </a:r>
            <a:r>
              <a:rPr lang="en-US" sz="72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ngôn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29225" cy="4286250"/>
          </a:xfrm>
          <a:prstGeom prst="roundRect">
            <a:avLst>
              <a:gd name="adj" fmla="val 6222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181100" y="3314700"/>
            <a:ext cx="1428750" cy="4191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6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81100" y="3905250"/>
            <a:ext cx="46958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2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Thời</a:t>
            </a:r>
            <a:r>
              <a:rPr lang="en-US" sz="42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 chạy</a:t>
            </a:r>
            <a:endParaRPr lang="en-US" sz="4200" dirty="0"/>
          </a:p>
        </p:txBody>
      </p:sp>
      <p:sp>
        <p:nvSpPr>
          <p:cNvPr id="7" name="Text richtext-1792335514467-679981230"/>
          <p:cNvSpPr/>
          <p:nvPr/>
        </p:nvSpPr>
        <p:spPr>
          <a:xfrm>
            <a:off x="1181100" y="4819650"/>
            <a:ext cx="4695825" cy="2286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marL="304800" indent="-217761">
              <a:lnSpc>
                <a:spcPts val="324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 hơn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buSzPct val="100000"/>
              <a:buFont typeface="Arial"/>
              <a:buChar char="•"/>
            </a:pP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Chậm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 năng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524625" y="3048000"/>
            <a:ext cx="5229225" cy="4286250"/>
          </a:xfrm>
          <a:prstGeom prst="roundRect">
            <a:avLst>
              <a:gd name="adj" fmla="val 6222"/>
            </a:avLst>
          </a:prstGeom>
          <a:solidFill>
            <a:srgbClr val="F3DFB8"/>
          </a:solidFill>
          <a:ln/>
        </p:spPr>
      </p:sp>
      <p:sp>
        <p:nvSpPr>
          <p:cNvPr id="9" name="Text 7"/>
          <p:cNvSpPr/>
          <p:nvPr/>
        </p:nvSpPr>
        <p:spPr>
          <a:xfrm>
            <a:off x="6791325" y="3314700"/>
            <a:ext cx="1428750" cy="4191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6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6791325" y="3905250"/>
            <a:ext cx="46958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Bộ</a:t>
            </a:r>
            <a:r>
              <a:rPr lang="en-US" sz="4200" dirty="0" spc="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4200" dirty="0"/>
          </a:p>
        </p:txBody>
      </p:sp>
      <p:sp>
        <p:nvSpPr>
          <p:cNvPr id="11" name="Text richtext-1792335514497-91710928"/>
          <p:cNvSpPr/>
          <p:nvPr/>
        </p:nvSpPr>
        <p:spPr>
          <a:xfrm>
            <a:off x="6791325" y="4819650"/>
            <a:ext cx="4695825" cy="2286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marL="304800" indent="-217761">
              <a:lnSpc>
                <a:spcPts val="324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mỗi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24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2134850" y="3048000"/>
            <a:ext cx="5229225" cy="4286250"/>
          </a:xfrm>
          <a:prstGeom prst="roundRect">
            <a:avLst>
              <a:gd name="adj" fmla="val 6222"/>
            </a:avLst>
          </a:prstGeom>
          <a:solidFill>
            <a:srgbClr val="CFE8E2"/>
          </a:solidFill>
          <a:ln/>
        </p:spPr>
      </p:sp>
      <p:sp>
        <p:nvSpPr>
          <p:cNvPr id="13" name="Text 11"/>
          <p:cNvSpPr/>
          <p:nvPr/>
        </p:nvSpPr>
        <p:spPr>
          <a:xfrm>
            <a:off x="12401550" y="3314700"/>
            <a:ext cx="1428750" cy="4191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16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2401550" y="3905250"/>
            <a:ext cx="469582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Năng</a:t>
            </a:r>
            <a:r>
              <a:rPr lang="en-US" sz="4200" dirty="0" spc="-4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lượng</a:t>
            </a:r>
            <a:endParaRPr lang="en-US" sz="4200" dirty="0"/>
          </a:p>
        </p:txBody>
      </p:sp>
      <p:sp>
        <p:nvSpPr>
          <p:cNvPr id="15" name="Shape 13"/>
          <p:cNvSpPr/>
          <p:nvPr/>
        </p:nvSpPr>
        <p:spPr>
          <a:xfrm>
            <a:off x="914400" y="7677150"/>
            <a:ext cx="16459200" cy="1047750"/>
          </a:xfrm>
          <a:prstGeom prst="roundRect">
            <a:avLst>
              <a:gd name="adj" fmla="val 25455"/>
            </a:avLst>
          </a:prstGeom>
          <a:solidFill>
            <a:srgbClr val="E8E0CF"/>
          </a:solidFill>
          <a:ln/>
        </p:spPr>
      </p:sp>
      <p:sp>
        <p:nvSpPr>
          <p:cNvPr id="16" name="Text 14"/>
          <p:cNvSpPr/>
          <p:nvPr/>
        </p:nvSpPr>
        <p:spPr>
          <a:xfrm>
            <a:off x="1219200" y="8029575"/>
            <a:ext cx="1809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143250" y="7962900"/>
            <a:ext cx="1390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</a:t>
            </a:r>
            <a:r>
              <a:rPr lang="en-US" sz="27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700" dirty="0" spc="-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7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toán,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70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70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ngữ.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04/09</a:t>
            </a:r>
            <a:endParaRPr lang="en-US" sz="1650" dirty="0"/>
          </a:p>
        </p:txBody>
      </p:sp>
      <p:sp>
        <p:nvSpPr>
          <p:cNvPr id="28" name="Text richtext-1792335587957-259753627"/>
          <p:cNvSpPr/>
          <p:nvPr/>
        </p:nvSpPr>
        <p:spPr>
          <a:xfrm>
            <a:off x="12401550" y="4819650"/>
            <a:ext cx="4695825" cy="2286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marL="304800" indent="-217761">
              <a:lnSpc>
                <a:spcPts val="324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Năng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 của mỗi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400" dirty="0"/>
          </a:p>
          <a:p>
            <a:pPr algn="l" marL="304800" indent="-217761">
              <a:lnSpc>
                <a:spcPts val="3240"/>
              </a:lnSpc>
              <a:buSzPct val="100000"/>
              <a:buFont typeface="Arial"/>
              <a:buChar char="•"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Mối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4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327ca85b-22c9-4aea-ac87-2cbcce43483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1950" b="1" spc="2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1950" b="1" spc="1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ý</a:t>
            </a:r>
            <a:r>
              <a:rPr lang="en-US" sz="72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endParaRPr lang="en-US" sz="7200" dirty="0"/>
          </a:p>
          <a:p>
            <a:pPr algn="l" indent="0" marL="0">
              <a:buNone/>
            </a:pP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phần</a:t>
            </a:r>
            <a:r>
              <a:rPr lang="en-US" sz="7200" dirty="0" spc="-3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tóm</a:t>
            </a:r>
            <a:r>
              <a:rPr lang="en-US" sz="72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78105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Đoạn</a:t>
            </a:r>
            <a:r>
              <a:rPr lang="en-US" sz="27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700" dirty="0" spc="-2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700" dirty="0" spc="-4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kể</a:t>
            </a:r>
            <a:r>
              <a:rPr lang="en-US" sz="2700" dirty="0" spc="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7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thú vị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700" dirty="0" spc="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6096000"/>
            <a:ext cx="78105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6362700"/>
            <a:ext cx="723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19200" y="6819900"/>
            <a:ext cx="7239000" cy="1524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Nhanh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7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hết</a:t>
            </a:r>
            <a:r>
              <a:rPr lang="en-US" sz="270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7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lượng.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 cũng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7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hưởng.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/>
        </p:spPr>
      </p:sp>
      <p:sp>
        <p:nvSpPr>
          <p:cNvPr id="9" name="Shape 7"/>
          <p:cNvSpPr/>
          <p:nvPr/>
        </p:nvSpPr>
        <p:spPr>
          <a:xfrm>
            <a:off x="9601200" y="1333500"/>
            <a:ext cx="7315200" cy="2190750"/>
          </a:xfrm>
          <a:prstGeom prst="roundRect">
            <a:avLst>
              <a:gd name="adj" fmla="val 10435"/>
            </a:avLst>
          </a:prstGeom>
          <a:solidFill>
            <a:srgbClr val="14161C"/>
          </a:solidFill>
          <a:ln/>
        </p:spPr>
      </p:sp>
      <p:sp>
        <p:nvSpPr>
          <p:cNvPr id="10" name="Text 8"/>
          <p:cNvSpPr/>
          <p:nvPr/>
        </p:nvSpPr>
        <p:spPr>
          <a:xfrm>
            <a:off x="9906000" y="15240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22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CHẬM</a:t>
            </a:r>
            <a:r>
              <a:rPr lang="en-US" sz="16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</a:t>
            </a:r>
            <a:r>
              <a:rPr lang="en-US" sz="1650" b="1" spc="18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16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906000" y="2152650"/>
            <a:ext cx="2762250" cy="1047750"/>
          </a:xfrm>
          <a:prstGeom prst="roundRect">
            <a:avLst>
              <a:gd name="adj" fmla="val 21818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100" dirty="0"/>
          </a:p>
        </p:txBody>
      </p:sp>
      <p:sp>
        <p:nvSpPr>
          <p:cNvPr id="12" name="Connector line-1792335571993-246189801"/>
          <p:cNvSpPr/>
          <p:nvPr/>
        </p:nvSpPr>
        <p:spPr>
          <a:xfrm>
            <a:off x="12801600" y="2676525"/>
            <a:ext cx="89535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triangl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3830300" y="2152650"/>
            <a:ext cx="2762250" cy="1047750"/>
          </a:xfrm>
          <a:prstGeom prst="roundRect">
            <a:avLst>
              <a:gd name="adj" fmla="val 21818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1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601200" y="3714750"/>
            <a:ext cx="7315200" cy="2190750"/>
          </a:xfrm>
          <a:prstGeom prst="roundRect">
            <a:avLst>
              <a:gd name="adj" fmla="val 10435"/>
            </a:avLst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9906000" y="390525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21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6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1650" b="1" spc="183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16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9906000" y="4533900"/>
            <a:ext cx="2762250" cy="1047750"/>
          </a:xfrm>
          <a:prstGeom prst="roundRect">
            <a:avLst>
              <a:gd name="adj" fmla="val 21818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Mức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100" dirty="0"/>
          </a:p>
        </p:txBody>
      </p:sp>
      <p:sp>
        <p:nvSpPr>
          <p:cNvPr id="17" name="Connector line-1792335572001-232298581"/>
          <p:cNvSpPr/>
          <p:nvPr/>
        </p:nvSpPr>
        <p:spPr>
          <a:xfrm>
            <a:off x="12801600" y="5057775"/>
            <a:ext cx="89535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3830300" y="4533900"/>
            <a:ext cx="2762250" cy="1047750"/>
          </a:xfrm>
          <a:prstGeom prst="roundRect">
            <a:avLst>
              <a:gd name="adj" fmla="val 21818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21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hưởng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1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thụ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601200" y="6096000"/>
            <a:ext cx="7315200" cy="2190750"/>
          </a:xfrm>
          <a:prstGeom prst="roundRect">
            <a:avLst>
              <a:gd name="adj" fmla="val 10435"/>
            </a:avLst>
          </a:prstGeom>
          <a:solidFill>
            <a:srgbClr val="14161C"/>
          </a:solidFill>
          <a:ln/>
        </p:spPr>
      </p:sp>
      <p:sp>
        <p:nvSpPr>
          <p:cNvPr id="20" name="Text 18"/>
          <p:cNvSpPr/>
          <p:nvPr/>
        </p:nvSpPr>
        <p:spPr>
          <a:xfrm>
            <a:off x="9906000" y="6286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MONG</a:t>
            </a:r>
            <a:r>
              <a:rPr lang="en-US" sz="165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1650" b="1" spc="21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spc="19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650" b="1" spc="16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16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906000" y="6915150"/>
            <a:ext cx="2381250" cy="1047750"/>
          </a:xfrm>
          <a:prstGeom prst="roundRect">
            <a:avLst>
              <a:gd name="adj" fmla="val 21818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100" b="1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endParaRPr lang="en-US" sz="2100" dirty="0"/>
          </a:p>
        </p:txBody>
      </p:sp>
      <p:sp>
        <p:nvSpPr>
          <p:cNvPr id="22" name="Connector line-1792335572009-471367806"/>
          <p:cNvSpPr/>
          <p:nvPr/>
        </p:nvSpPr>
        <p:spPr>
          <a:xfrm>
            <a:off x="12420600" y="7439025"/>
            <a:ext cx="6477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3201650" y="6915150"/>
            <a:ext cx="3390900" cy="1047750"/>
          </a:xfrm>
          <a:prstGeom prst="roundRect">
            <a:avLst>
              <a:gd name="adj" fmla="val 21818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Giúp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1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endParaRPr lang="en-US" sz="2100" dirty="0"/>
          </a:p>
        </p:txBody>
      </p:sp>
      <p:sp>
        <p:nvSpPr>
          <p:cNvPr id="24" name="Shape 22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914400" y="3733800"/>
            <a:ext cx="781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30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chậm,</a:t>
            </a:r>
            <a:r>
              <a:rPr lang="en-US" sz="30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30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30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30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30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3000" b="1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endParaRPr lang="en-US" sz="300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52d3dcba-709f-446f-bdb7-c568d048295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THẬN</a:t>
            </a:r>
            <a:r>
              <a:rPr lang="en-US" sz="1950" b="1" spc="21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7200" dirty="0" spc="-4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kết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quả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thận</a:t>
            </a:r>
            <a:r>
              <a:rPr lang="en-US" sz="72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trọng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272415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3000" b="1" dirty="0" spc="4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3000" b="1" dirty="0" spc="4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30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300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3619500"/>
            <a:ext cx="5229225" cy="3905250"/>
          </a:xfrm>
          <a:prstGeom prst="roundRect">
            <a:avLst>
              <a:gd name="adj" fmla="val 6829"/>
            </a:avLst>
          </a:prstGeom>
          <a:solidFill>
            <a:srgbClr val="F8D9D0"/>
          </a:solidFill>
          <a:ln/>
        </p:spPr>
      </p:sp>
      <p:sp>
        <p:nvSpPr>
          <p:cNvPr id="6" name="Text 4"/>
          <p:cNvSpPr/>
          <p:nvPr/>
        </p:nvSpPr>
        <p:spPr>
          <a:xfrm>
            <a:off x="1181100" y="390525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!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524625" y="3619500"/>
            <a:ext cx="5229225" cy="3905250"/>
          </a:xfrm>
          <a:prstGeom prst="roundRect">
            <a:avLst>
              <a:gd name="adj" fmla="val 6829"/>
            </a:avLst>
          </a:prstGeom>
          <a:solidFill>
            <a:srgbClr val="F8D9D0"/>
          </a:solidFill>
          <a:ln/>
        </p:spPr>
      </p:sp>
      <p:sp>
        <p:nvSpPr>
          <p:cNvPr id="8" name="Text 6"/>
          <p:cNvSpPr/>
          <p:nvPr/>
        </p:nvSpPr>
        <p:spPr>
          <a:xfrm>
            <a:off x="6791325" y="390525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!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791325" y="4781550"/>
            <a:ext cx="4695825" cy="952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cãi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6791325" y="5905500"/>
            <a:ext cx="4695825" cy="1428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Chính bài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cãi.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2134850" y="3619500"/>
            <a:ext cx="5229225" cy="3905250"/>
          </a:xfrm>
          <a:prstGeom prst="roundRect">
            <a:avLst>
              <a:gd name="adj" fmla="val 6829"/>
            </a:avLst>
          </a:prstGeom>
          <a:solidFill>
            <a:srgbClr val="F8D9D0"/>
          </a:solidFill>
          <a:ln/>
        </p:spPr>
      </p:sp>
      <p:sp>
        <p:nvSpPr>
          <p:cNvPr id="12" name="Text 10"/>
          <p:cNvSpPr/>
          <p:nvPr/>
        </p:nvSpPr>
        <p:spPr>
          <a:xfrm>
            <a:off x="12401550" y="390525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!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2401550" y="4781550"/>
            <a:ext cx="4695825" cy="952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7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2401550" y="5905500"/>
            <a:ext cx="4695825" cy="1428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nhau,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gốc.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14400" y="7810500"/>
            <a:ext cx="16459200" cy="952500"/>
          </a:xfrm>
          <a:prstGeom prst="roundRect">
            <a:avLst>
              <a:gd name="adj" fmla="val 28000"/>
            </a:avLst>
          </a:prstGeom>
          <a:solidFill>
            <a:srgbClr val="E8E0CF"/>
          </a:solidFill>
          <a:ln/>
        </p:spPr>
      </p:sp>
      <p:sp>
        <p:nvSpPr>
          <p:cNvPr id="16" name="Text 14"/>
          <p:cNvSpPr/>
          <p:nvPr/>
        </p:nvSpPr>
        <p:spPr>
          <a:xfrm>
            <a:off x="1219200" y="8115300"/>
            <a:ext cx="18097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143250" y="8048625"/>
            <a:ext cx="13906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70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 việc của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mình,</a:t>
            </a:r>
            <a:r>
              <a:rPr lang="en-US" sz="27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gốc.</a:t>
            </a:r>
            <a:endParaRPr lang="en-US" sz="2700" dirty="0"/>
          </a:p>
        </p:txBody>
      </p:sp>
      <p:sp>
        <p:nvSpPr>
          <p:cNvPr id="18" name="Shape 1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06/09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181100" y="4781550"/>
            <a:ext cx="4695825" cy="952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endParaRPr lang="en-US" sz="2700" dirty="0"/>
          </a:p>
        </p:txBody>
      </p:sp>
      <p:sp>
        <p:nvSpPr>
          <p:cNvPr id="29" name="Text 27"/>
          <p:cNvSpPr/>
          <p:nvPr/>
        </p:nvSpPr>
        <p:spPr>
          <a:xfrm>
            <a:off x="1181100" y="5905500"/>
            <a:ext cx="4695825" cy="1428750"/>
          </a:xfrm>
          <a:prstGeom prst="rect">
            <a:avLst/>
          </a:prstGeom>
          <a:noFill/>
          <a:ln/>
        </p:spPr>
        <p:txBody>
          <a:bodyPr wrap="square" lIns="0" tIns="5334" rIns="0" bIns="-5334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Mười</a:t>
            </a:r>
            <a:r>
              <a:rPr lang="en-US" sz="24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dirty="0" spc="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bạn.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11777818-49ff-4041-a9ee-29430b5696e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0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Vì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sao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endParaRPr lang="en-US" sz="7200" dirty="0"/>
          </a:p>
          <a:p>
            <a:pPr algn="l" indent="0" marL="0">
              <a:buNone/>
            </a:pPr>
            <a:r>
              <a:rPr lang="en-US" sz="7200" dirty="0" spc="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nêu</a:t>
            </a:r>
            <a:r>
              <a:rPr lang="en-US" sz="7200" dirty="0" spc="-1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2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7200" dirty="0" spc="-3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tên?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733800"/>
            <a:ext cx="7810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3000" b="1" dirty="0" spc="-3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3000" b="1" dirty="0" spc="-1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30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300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476750"/>
            <a:ext cx="7810500" cy="104775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ảnh,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7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7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7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"xanh</a:t>
            </a:r>
            <a:r>
              <a:rPr lang="en-US" sz="2700" dirty="0" spc="-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nhất".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6096000"/>
            <a:ext cx="78105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19200" y="6362700"/>
            <a:ext cx="723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19200" y="6819900"/>
            <a:ext cx="7239000" cy="15240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2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700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cứu,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9601200" y="1276350"/>
            <a:ext cx="7315200" cy="3848100"/>
          </a:xfrm>
          <a:prstGeom prst="roundRect">
            <a:avLst>
              <a:gd name="adj" fmla="val 5941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0" y="146685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16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1650" b="1" spc="23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6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1650" b="1" spc="22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06000" y="1905000"/>
            <a:ext cx="3143250" cy="1047750"/>
          </a:xfrm>
          <a:prstGeom prst="roundRect">
            <a:avLst>
              <a:gd name="adj" fmla="val 21818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28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9906000" y="3048000"/>
            <a:ext cx="3143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18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18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180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392150" y="1905000"/>
            <a:ext cx="3143250" cy="1047750"/>
          </a:xfrm>
          <a:prstGeom prst="roundRect">
            <a:avLst>
              <a:gd name="adj" fmla="val 21818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33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mươi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bảy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13392150" y="3048000"/>
            <a:ext cx="3143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ở</a:t>
            </a:r>
            <a:r>
              <a:rPr lang="en-US" sz="18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180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1800" dirty="0" spc="-2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trích</a:t>
            </a:r>
            <a:r>
              <a:rPr lang="en-US" sz="18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180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endParaRPr lang="en-US" sz="1800" dirty="0"/>
          </a:p>
        </p:txBody>
      </p:sp>
      <p:sp>
        <p:nvSpPr>
          <p:cNvPr id="16" name="Connector line-1792338125574-107355008"/>
          <p:cNvSpPr/>
          <p:nvPr/>
        </p:nvSpPr>
        <p:spPr>
          <a:xfrm>
            <a:off x="11477625" y="3733800"/>
            <a:ext cx="0" cy="40005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7" name="Connector line-1792338125575-743713401"/>
          <p:cNvSpPr/>
          <p:nvPr/>
        </p:nvSpPr>
        <p:spPr>
          <a:xfrm>
            <a:off x="14963775" y="3733800"/>
            <a:ext cx="0" cy="40005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9906000" y="4210050"/>
            <a:ext cx="6629400" cy="7620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nói: gần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b="1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mươi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601200" y="5314950"/>
            <a:ext cx="7315200" cy="3143250"/>
          </a:xfrm>
          <a:prstGeom prst="roundRect">
            <a:avLst>
              <a:gd name="adj" fmla="val 7273"/>
            </a:avLst>
          </a:prstGeom>
          <a:solidFill>
            <a:srgbClr val="14161C"/>
          </a:solidFill>
          <a:ln/>
        </p:spPr>
      </p:sp>
      <p:sp>
        <p:nvSpPr>
          <p:cNvPr id="20" name="Text 18"/>
          <p:cNvSpPr/>
          <p:nvPr/>
        </p:nvSpPr>
        <p:spPr>
          <a:xfrm>
            <a:off x="9906000" y="550545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spc="219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165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 HẠNG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906000" y="5962650"/>
            <a:ext cx="2857500" cy="914400"/>
          </a:xfrm>
          <a:prstGeom prst="roundRect">
            <a:avLst>
              <a:gd name="adj" fmla="val 25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Bảng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1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100" dirty="0"/>
          </a:p>
        </p:txBody>
      </p:sp>
      <p:sp>
        <p:nvSpPr>
          <p:cNvPr id="22" name="Connector line-1792338125581-75193406"/>
          <p:cNvSpPr/>
          <p:nvPr/>
        </p:nvSpPr>
        <p:spPr>
          <a:xfrm>
            <a:off x="12877800" y="6419850"/>
            <a:ext cx="685800" cy="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3677900" y="5962650"/>
            <a:ext cx="2857500" cy="914400"/>
          </a:xfrm>
          <a:prstGeom prst="roundRect">
            <a:avLst>
              <a:gd name="adj" fmla="val 25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endParaRPr lang="en-US" sz="2100" dirty="0"/>
          </a:p>
        </p:txBody>
      </p:sp>
      <p:sp>
        <p:nvSpPr>
          <p:cNvPr id="24" name="Connector line-1792338125584-152046523"/>
          <p:cNvSpPr/>
          <p:nvPr/>
        </p:nvSpPr>
        <p:spPr>
          <a:xfrm>
            <a:off x="13258800" y="6972300"/>
            <a:ext cx="0" cy="438150"/>
          </a:xfrm>
          <a:prstGeom prst="line">
            <a:avLst/>
          </a:prstGeom>
          <a:noFill/>
          <a:ln w="47625">
            <a:solidFill>
              <a:srgbClr val="F3EEE3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9906000" y="7486650"/>
            <a:ext cx="6629400" cy="8001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2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2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"xanh</a:t>
            </a: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nhất"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36" name="Shape 3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7" name="Moda image moda-export-watermark-d8bfb083-7e8e-4c86-bb05-659a006f5fc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81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78105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2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7200" dirty="0"/>
          </a:p>
          <a:p>
            <a:pPr algn="l" indent="0" marL="0">
              <a:buNone/>
            </a:pPr>
            <a:r>
              <a:rPr lang="en-US" sz="72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trả</a:t>
            </a:r>
            <a:r>
              <a:rPr lang="en-US" sz="72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905250"/>
            <a:ext cx="7810500" cy="4667250"/>
          </a:xfrm>
          <a:prstGeom prst="roundRect">
            <a:avLst>
              <a:gd name="adj" fmla="val 5714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19200" y="4191000"/>
            <a:ext cx="7239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19200" y="4667250"/>
            <a:ext cx="7239000" cy="2762250"/>
          </a:xfrm>
          <a:prstGeom prst="rect">
            <a:avLst/>
          </a:prstGeom>
          <a:noFill/>
          <a:ln/>
        </p:spPr>
        <p:txBody>
          <a:bodyPr wrap="square" lIns="0" tIns="5667" rIns="0" bIns="-5667" rtlCol="0" anchor="t"/>
          <a:lstStyle/>
          <a:p>
            <a:pPr algn="l" indent="0" marL="0">
              <a:lnSpc>
                <a:spcPts val="3570"/>
              </a:lnSpc>
              <a:buNone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Đội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 cho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kiệm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điện.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 việc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tin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"xanh"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gì?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219200" y="7677150"/>
            <a:ext cx="3619500" cy="6096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1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r>
              <a:rPr lang="en-US" sz="21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1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0" y="11811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80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601200" y="1619250"/>
            <a:ext cx="7315200" cy="3238500"/>
          </a:xfrm>
          <a:prstGeom prst="roundRect">
            <a:avLst>
              <a:gd name="adj" fmla="val 7059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9829800" y="186690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0744200" y="1847850"/>
            <a:ext cx="59055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đo,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5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0744200" y="2914650"/>
            <a:ext cx="5905500" cy="1238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Nhanh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 hơn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đương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2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0744200" y="4229100"/>
            <a:ext cx="2190750" cy="4953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18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18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049250" y="4229100"/>
            <a:ext cx="1238250" cy="4953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8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401800" y="4229100"/>
            <a:ext cx="1905000" cy="495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Năng</a:t>
            </a:r>
            <a:r>
              <a:rPr lang="en-US" sz="180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601200" y="5048250"/>
            <a:ext cx="7315200" cy="3238500"/>
          </a:xfrm>
          <a:prstGeom prst="roundRect">
            <a:avLst>
              <a:gd name="adj" fmla="val 7059"/>
            </a:avLst>
          </a:prstGeom>
          <a:solidFill>
            <a:srgbClr val="E8E0CF"/>
          </a:solidFill>
          <a:ln/>
        </p:spPr>
      </p:sp>
      <p:sp>
        <p:nvSpPr>
          <p:cNvPr id="18" name="Text 16"/>
          <p:cNvSpPr/>
          <p:nvPr/>
        </p:nvSpPr>
        <p:spPr>
          <a:xfrm>
            <a:off x="9829800" y="529590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10744200" y="5276850"/>
            <a:ext cx="59055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550" b="1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 của dịch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0744200" y="6343650"/>
            <a:ext cx="5905500" cy="1238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3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Rồi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2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ngữ, vì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số.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0744200" y="7658100"/>
            <a:ext cx="2762250" cy="4953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Mười</a:t>
            </a:r>
            <a:r>
              <a:rPr lang="en-US" sz="18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800" b="1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8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620750" y="7658100"/>
            <a:ext cx="1905000" cy="4953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18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08/09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e9c5a64f-b4b1-4a6a-b352-2476e67e1c7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525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20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b="1" spc="1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72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229225" cy="3524250"/>
          </a:xfrm>
          <a:prstGeom prst="roundRect">
            <a:avLst>
              <a:gd name="adj" fmla="val 7568"/>
            </a:avLst>
          </a:prstGeom>
          <a:solidFill>
            <a:srgbClr val="1E212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857500"/>
            <a:ext cx="133350" cy="352425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</p:sp>
      <p:sp>
        <p:nvSpPr>
          <p:cNvPr id="6" name="Text 4"/>
          <p:cNvSpPr/>
          <p:nvPr/>
        </p:nvSpPr>
        <p:spPr>
          <a:xfrm>
            <a:off x="1333500" y="3162300"/>
            <a:ext cx="4476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benchmark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1333500" y="4476750"/>
            <a:ext cx="4476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100" b="1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100" b="1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33500" y="5048250"/>
            <a:ext cx="4476750" cy="1143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Mười</a:t>
            </a:r>
            <a:r>
              <a:rPr lang="en-US" sz="24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 cho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6524625" y="2857500"/>
            <a:ext cx="5229225" cy="3524250"/>
          </a:xfrm>
          <a:prstGeom prst="roundRect">
            <a:avLst>
              <a:gd name="adj" fmla="val 7568"/>
            </a:avLst>
          </a:prstGeom>
          <a:solidFill>
            <a:srgbClr val="1E212B"/>
          </a:solidFill>
          <a:ln/>
        </p:spPr>
      </p:sp>
      <p:sp>
        <p:nvSpPr>
          <p:cNvPr id="10" name="Shape 8"/>
          <p:cNvSpPr/>
          <p:nvPr/>
        </p:nvSpPr>
        <p:spPr>
          <a:xfrm>
            <a:off x="6524625" y="2857500"/>
            <a:ext cx="133350" cy="3524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1" name="Text 9"/>
          <p:cNvSpPr/>
          <p:nvPr/>
        </p:nvSpPr>
        <p:spPr>
          <a:xfrm>
            <a:off x="6943725" y="3162300"/>
            <a:ext cx="4476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-19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Thời</a:t>
            </a:r>
            <a:r>
              <a:rPr lang="en-US" sz="3900" dirty="0" spc="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gian chạy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6943725" y="4476750"/>
            <a:ext cx="4476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runtime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943725" y="5048250"/>
            <a:ext cx="4476750" cy="1143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0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ngữ.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2134850" y="2857500"/>
            <a:ext cx="5229225" cy="3524250"/>
          </a:xfrm>
          <a:prstGeom prst="roundRect">
            <a:avLst>
              <a:gd name="adj" fmla="val 7568"/>
            </a:avLst>
          </a:prstGeom>
          <a:solidFill>
            <a:srgbClr val="1E21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2134850" y="2857500"/>
            <a:ext cx="133350" cy="3524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12553950" y="3162300"/>
            <a:ext cx="4476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9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Năng</a:t>
            </a:r>
            <a:r>
              <a:rPr lang="en-US" sz="3900" dirty="0" spc="-41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lượng</a:t>
            </a:r>
            <a:r>
              <a:rPr lang="en-US" sz="39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tiêu</a:t>
            </a:r>
            <a:r>
              <a:rPr lang="en-US" sz="3900" dirty="0" spc="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thụ</a:t>
            </a:r>
            <a:endParaRPr lang="en-US" sz="3900" dirty="0"/>
          </a:p>
        </p:txBody>
      </p:sp>
      <p:sp>
        <p:nvSpPr>
          <p:cNvPr id="17" name="Text 15"/>
          <p:cNvSpPr/>
          <p:nvPr/>
        </p:nvSpPr>
        <p:spPr>
          <a:xfrm>
            <a:off x="12553950" y="4476750"/>
            <a:ext cx="4476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energy</a:t>
            </a:r>
            <a:r>
              <a:rPr lang="en-US" sz="2100" b="1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consumption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2553950" y="5048250"/>
            <a:ext cx="4476750" cy="1143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400" dirty="0" spc="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4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4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r>
              <a:rPr lang="en-US" sz="24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tâm.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4400" y="6629400"/>
            <a:ext cx="16459200" cy="20002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1219200" y="68580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19200" y="7296150"/>
            <a:ext cx="1584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5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commit cố</a:t>
            </a:r>
            <a:r>
              <a:rPr lang="en-US" sz="2550" b="1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219200" y="7829550"/>
            <a:ext cx="15849600" cy="6667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Đoạn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21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100" dirty="0" spc="-1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tóm</a:t>
            </a:r>
            <a:r>
              <a:rPr lang="en-US" sz="2100" dirty="0" spc="-2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100" dirty="0" spc="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1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1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chạy,</a:t>
            </a:r>
            <a:r>
              <a:rPr lang="en-US" sz="21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10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1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lượng.</a:t>
            </a:r>
            <a:r>
              <a:rPr lang="en-US" sz="210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1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1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14400" y="8820150"/>
            <a:ext cx="16459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9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95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2026-10-18.</a:t>
            </a:r>
            <a:r>
              <a:rPr lang="en-US" sz="19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9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9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950" dirty="0" spc="-3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9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04 · 09/09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261c3b4f-d6c7-4320-84a0-044d43e075c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2026-10-18T15:43:44Z</dcterms:created>
  <dcterms:modified xsi:type="dcterms:W3CDTF">2026-10-18T15:43:44Z</dcterms:modified>
</cp:coreProperties>
</file>