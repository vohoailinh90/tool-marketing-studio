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1915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953500" cy="5334000"/>
          </a:xfrm>
          <a:prstGeom prst="rect">
            <a:avLst/>
          </a:prstGeom>
          <a:noFill/>
          <a:ln/>
        </p:spPr>
        <p:txBody>
          <a:bodyPr wrap="square" lIns="0" tIns="46291" rIns="0" bIns="-46291" rtlCol="0" anchor="t"/>
          <a:lstStyle/>
          <a:p>
            <a:pPr algn="l" indent="0" marL="0">
              <a:lnSpc>
                <a:spcPts val="5670"/>
              </a:lnSpc>
              <a:buNone/>
            </a:pPr>
            <a:r>
              <a:rPr lang="en-US" sz="54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5400" dirty="0" spc="-6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mươi</a:t>
            </a:r>
            <a:r>
              <a:rPr lang="en-US" sz="54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lăm</a:t>
            </a:r>
            <a:r>
              <a:rPr lang="en-US" sz="54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r>
              <a:rPr lang="en-US" sz="54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báo</a:t>
            </a:r>
            <a:r>
              <a:rPr lang="en-US" sz="54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đã</a:t>
            </a:r>
            <a:r>
              <a:rPr lang="en-US" sz="5400" dirty="0" spc="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</a:t>
            </a:r>
            <a:r>
              <a:rPr lang="en-US" sz="54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54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ngành</a:t>
            </a:r>
            <a:r>
              <a:rPr lang="en-US" sz="54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54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tính,</a:t>
            </a:r>
            <a:r>
              <a:rPr lang="en-US" sz="5400" dirty="0" spc="-6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xếp</a:t>
            </a:r>
            <a:r>
              <a:rPr lang="en-US" sz="54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5400" dirty="0" spc="-4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vấn</a:t>
            </a:r>
            <a:r>
              <a:rPr lang="en-US" sz="5400" dirty="0" spc="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đề</a:t>
            </a:r>
            <a:r>
              <a:rPr lang="en-US" sz="54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chúng</a:t>
            </a:r>
            <a:r>
              <a:rPr lang="en-US" sz="54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giải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14400" y="7048500"/>
            <a:ext cx="8953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300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trước,</a:t>
            </a:r>
            <a:r>
              <a:rPr lang="en-US" sz="3000" dirty="0" spc="-2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30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bài.</a:t>
            </a:r>
            <a:endParaRPr lang="en-US" sz="3000" dirty="0"/>
          </a:p>
        </p:txBody>
      </p:sp>
      <p:sp>
        <p:nvSpPr>
          <p:cNvPr id="5" name="Connector line-1792425202968-761598658"/>
          <p:cNvSpPr/>
          <p:nvPr/>
        </p:nvSpPr>
        <p:spPr>
          <a:xfrm>
            <a:off x="914400" y="8096250"/>
            <a:ext cx="8610600" cy="0"/>
          </a:xfrm>
          <a:prstGeom prst="line">
            <a:avLst/>
          </a:prstGeom>
          <a:noFill/>
          <a:ln w="19050">
            <a:solidFill>
              <a:srgbClr val="2A2E3B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8362950"/>
            <a:ext cx="895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Năm nhóm: 9,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5,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4,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210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715500"/>
            <a:ext cx="952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tán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1277600" y="2571750"/>
            <a:ext cx="1485900" cy="2381250"/>
          </a:xfrm>
          <a:custGeom>
            <a:avLst/>
            <a:gdLst/>
            <a:ahLst/>
            <a:cxnLst/>
            <a:rect l="l" t="t" r="r" b="b"/>
            <a:pathLst>
              <a:path w="1485900" h="2381250">
                <a:moveTo>
                  <a:pt x="0" y="2381250"/>
                </a:moveTo>
                <a:cubicBezTo>
                  <a:pt x="723900" y="2381250"/>
                  <a:pt x="723900" y="0"/>
                  <a:pt x="1485900" y="0"/>
                </a:cubicBezTo>
              </a:path>
            </a:pathLst>
          </a:custGeom>
          <a:ln w="47625">
            <a:solidFill>
              <a:srgbClr val="FF6A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77600" y="3762375"/>
            <a:ext cx="1485900" cy="1190625"/>
          </a:xfrm>
          <a:custGeom>
            <a:avLst/>
            <a:gdLst/>
            <a:ahLst/>
            <a:cxnLst/>
            <a:rect l="l" t="t" r="r" b="b"/>
            <a:pathLst>
              <a:path w="1485900" h="1190625">
                <a:moveTo>
                  <a:pt x="0" y="1190625"/>
                </a:moveTo>
                <a:cubicBezTo>
                  <a:pt x="723900" y="1190625"/>
                  <a:pt x="723900" y="0"/>
                  <a:pt x="1485900" y="0"/>
                </a:cubicBezTo>
              </a:path>
            </a:pathLst>
          </a:custGeom>
          <a:ln w="47625">
            <a:solidFill>
              <a:srgbClr val="FF6A4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77600" y="4953000"/>
            <a:ext cx="1485900" cy="9144"/>
          </a:xfrm>
          <a:custGeom>
            <a:avLst/>
            <a:gdLst/>
            <a:ahLst/>
            <a:cxnLst/>
            <a:rect l="l" t="t" r="r" b="b"/>
            <a:pathLst>
              <a:path w="1485900" h="9144">
                <a:moveTo>
                  <a:pt x="0" y="0"/>
                </a:moveTo>
                <a:cubicBezTo>
                  <a:pt x="723900" y="0"/>
                  <a:pt x="723900" y="0"/>
                  <a:pt x="1485900" y="0"/>
                </a:cubicBezTo>
              </a:path>
            </a:pathLst>
          </a:custGeom>
          <a:ln w="47625">
            <a:solidFill>
              <a:srgbClr val="7C93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77600" y="4953000"/>
            <a:ext cx="1485900" cy="1190625"/>
          </a:xfrm>
          <a:custGeom>
            <a:avLst/>
            <a:gdLst/>
            <a:ahLst/>
            <a:cxnLst/>
            <a:rect l="l" t="t" r="r" b="b"/>
            <a:pathLst>
              <a:path w="1485900" h="1190625">
                <a:moveTo>
                  <a:pt x="0" y="0"/>
                </a:moveTo>
                <a:cubicBezTo>
                  <a:pt x="723900" y="0"/>
                  <a:pt x="723900" y="1190625"/>
                  <a:pt x="1485900" y="1190625"/>
                </a:cubicBezTo>
              </a:path>
            </a:pathLst>
          </a:custGeom>
          <a:ln w="47625">
            <a:solidFill>
              <a:srgbClr val="7C93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277600" y="4953000"/>
            <a:ext cx="1485900" cy="2381250"/>
          </a:xfrm>
          <a:custGeom>
            <a:avLst/>
            <a:gdLst/>
            <a:ahLst/>
            <a:cxnLst/>
            <a:rect l="l" t="t" r="r" b="b"/>
            <a:pathLst>
              <a:path w="1485900" h="2381250">
                <a:moveTo>
                  <a:pt x="0" y="0"/>
                </a:moveTo>
                <a:cubicBezTo>
                  <a:pt x="723900" y="0"/>
                  <a:pt x="723900" y="2381250"/>
                  <a:pt x="1485900" y="2381250"/>
                </a:cubicBezTo>
              </a:path>
            </a:pathLst>
          </a:custGeom>
          <a:ln w="47625">
            <a:solidFill>
              <a:srgbClr val="FFB45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77400" y="4152900"/>
            <a:ext cx="1600200" cy="16002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14" name="Text 12"/>
          <p:cNvSpPr/>
          <p:nvPr/>
        </p:nvSpPr>
        <p:spPr>
          <a:xfrm>
            <a:off x="9715500" y="4572000"/>
            <a:ext cx="15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25</a:t>
            </a:r>
            <a:r>
              <a:rPr lang="en-US" sz="225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 báo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2763500" y="220980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29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195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trữ,</a:t>
            </a:r>
            <a:r>
              <a:rPr lang="en-US" sz="195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1950" b="1" dirty="0" spc="-6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195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95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liệu:</a:t>
            </a:r>
            <a:r>
              <a:rPr lang="en-US" sz="195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763500" y="3400425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37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Xử</a:t>
            </a:r>
            <a:r>
              <a:rPr lang="en-US" sz="195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lý,</a:t>
            </a:r>
            <a:r>
              <a:rPr lang="en-US" sz="1950" b="1" dirty="0" spc="1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1950" b="1" dirty="0" spc="-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phối:</a:t>
            </a:r>
            <a:r>
              <a:rPr lang="en-US" sz="195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2763500" y="459105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Đệm,</a:t>
            </a:r>
            <a:r>
              <a:rPr lang="en-US" sz="1950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1950" b="1" dirty="0" spc="-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sát,</a:t>
            </a:r>
            <a:r>
              <a:rPr lang="en-US" sz="195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1950" b="1" dirty="0" spc="-9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quyền:</a:t>
            </a:r>
            <a:r>
              <a:rPr lang="en-US" sz="1950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2763500" y="5781675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Nền</a:t>
            </a:r>
            <a:r>
              <a:rPr lang="en-US" sz="195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tảng,</a:t>
            </a:r>
            <a:r>
              <a:rPr lang="en-US" sz="1950" b="1" dirty="0" spc="-8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1950" b="1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cụ: 5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2763500" y="697230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 dụng cụ</a:t>
            </a:r>
            <a:r>
              <a:rPr lang="en-US" sz="195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thể:</a:t>
            </a:r>
            <a:r>
              <a:rPr lang="en-US" sz="1950" b="1" dirty="0" spc="-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1b364e35-8c80-435b-a6e9-c12013d4b30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2190750"/>
            <a:ext cx="133350" cy="53340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2190750"/>
            <a:ext cx="15716250" cy="533400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7935"/>
              </a:lnSpc>
              <a:buNone/>
            </a:pPr>
            <a:r>
              <a:rPr lang="en-US" sz="6900" dirty="0" spc="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Đừng</a:t>
            </a:r>
            <a:r>
              <a:rPr lang="en-US" sz="69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danh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sách.</a:t>
            </a:r>
            <a:endParaRPr lang="en-US" sz="6900" dirty="0"/>
          </a:p>
          <a:p>
            <a:pPr algn="l" indent="0" marL="0">
              <a:lnSpc>
                <a:spcPts val="7935"/>
              </a:lnSpc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Đọc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7935"/>
              </a:lnSpc>
              <a:buNone/>
            </a:pPr>
            <a:r>
              <a:rPr lang="en-US" sz="6900" dirty="0" spc="-76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vấn</a:t>
            </a:r>
            <a:r>
              <a:rPr lang="en-US" sz="6900" dirty="0" spc="19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đề</a:t>
            </a:r>
            <a:endParaRPr lang="en-US" sz="6900" dirty="0"/>
          </a:p>
          <a:p>
            <a:pPr algn="l" indent="0" marL="0">
              <a:lnSpc>
                <a:spcPts val="7935"/>
              </a:lnSpc>
              <a:buNone/>
            </a:pPr>
            <a:r>
              <a:rPr lang="en-US" sz="6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bạn</a:t>
            </a: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đang</a:t>
            </a:r>
            <a:r>
              <a:rPr lang="en-US" sz="6900" dirty="0" spc="-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gặp.</a:t>
            </a:r>
            <a:endParaRPr lang="en-US" sz="6900" dirty="0"/>
          </a:p>
        </p:txBody>
      </p:sp>
      <p:sp>
        <p:nvSpPr>
          <p:cNvPr id="5" name="Shape 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15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3166a72a-0f17-45c8-ac33-050ea4db32e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 1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Dữ liệu</a:t>
            </a:r>
            <a:r>
              <a:rPr lang="en-US" sz="6900" dirty="0" spc="-7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xử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lý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8001000" cy="2286000"/>
          </a:xfrm>
          <a:prstGeom prst="roundRect">
            <a:avLst>
              <a:gd name="adj" fmla="val 11667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72600" y="3048000"/>
            <a:ext cx="8001000" cy="2286000"/>
          </a:xfrm>
          <a:prstGeom prst="roundRect">
            <a:avLst>
              <a:gd name="adj" fmla="val 11667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5715000"/>
            <a:ext cx="8001000" cy="2286000"/>
          </a:xfrm>
          <a:prstGeom prst="roundRect">
            <a:avLst>
              <a:gd name="adj" fmla="val 11667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72600" y="5715000"/>
            <a:ext cx="8001000" cy="2286000"/>
          </a:xfrm>
          <a:prstGeom prst="roundRect">
            <a:avLst>
              <a:gd name="adj" fmla="val 11667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238250" y="3048000"/>
            <a:ext cx="7429500" cy="22860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ctr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b="1" dirty="0" spc="38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285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trữ</a:t>
            </a:r>
            <a:r>
              <a:rPr lang="en-US" sz="2850" b="1" dirty="0" spc="-2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b="1" dirty="0" spc="-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85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850" b="1" dirty="0" spc="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850" b="1" dirty="0" spc="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liệu:</a:t>
            </a:r>
            <a:r>
              <a:rPr lang="en-US" sz="285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</a:t>
            </a:r>
            <a:r>
              <a:rPr lang="en-US" sz="2850" b="1" dirty="0" spc="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9696450" y="3048000"/>
            <a:ext cx="7429500" cy="2286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Dynamo,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GFS,</a:t>
            </a:r>
            <a:r>
              <a:rPr lang="en-US" sz="270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BigTable,</a:t>
            </a:r>
            <a:r>
              <a:rPr lang="en-US" sz="27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Cassandra,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Spanner…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238250" y="5715000"/>
            <a:ext cx="7429500" cy="22860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ctr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b="1" dirty="0" spc="-49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Xử</a:t>
            </a:r>
            <a:r>
              <a:rPr lang="en-US" sz="285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850" b="1" dirty="0" spc="-2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b="1" dirty="0" spc="18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85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phối:</a:t>
            </a:r>
            <a:r>
              <a:rPr lang="en-US" sz="2850" b="1" dirty="0" spc="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2850" b="1" dirty="0" spc="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9696450" y="5715000"/>
            <a:ext cx="7429500" cy="2286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MapReduce,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Flink,</a:t>
            </a:r>
            <a:r>
              <a:rPr lang="en-US" sz="270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Borg,</a:t>
            </a:r>
            <a:r>
              <a:rPr lang="en-US" sz="270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Shard</a:t>
            </a:r>
            <a:r>
              <a:rPr lang="en-US" sz="27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Manager,</a:t>
            </a:r>
            <a:r>
              <a:rPr lang="en-US" sz="2700" dirty="0" spc="-4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Kafka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15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6909ff2b-01df-492d-9a2b-5a53f41f833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 3</a:t>
            </a:r>
            <a:r>
              <a:rPr lang="en-US" sz="1800" b="1" spc="25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Nhìn</a:t>
            </a:r>
            <a:r>
              <a:rPr lang="en-US" sz="69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thấy,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kiểm</a:t>
            </a: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soát,</a:t>
            </a: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nền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tảng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476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096000" y="2857500"/>
            <a:ext cx="1047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endParaRPr lang="en-US" sz="1800" dirty="0"/>
          </a:p>
        </p:txBody>
      </p:sp>
      <p:sp>
        <p:nvSpPr>
          <p:cNvPr id="6" name="Connector line-1792423221160-515126599"/>
          <p:cNvSpPr/>
          <p:nvPr/>
        </p:nvSpPr>
        <p:spPr>
          <a:xfrm>
            <a:off x="914400" y="3295650"/>
            <a:ext cx="16459200" cy="0"/>
          </a:xfrm>
          <a:prstGeom prst="line">
            <a:avLst/>
          </a:prstGeom>
          <a:noFill/>
          <a:ln w="190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914400" y="3543300"/>
            <a:ext cx="16459200" cy="1905000"/>
          </a:xfrm>
          <a:prstGeom prst="roundRect">
            <a:avLst>
              <a:gd name="adj" fmla="val 14000"/>
            </a:avLst>
          </a:prstGeom>
          <a:solidFill>
            <a:srgbClr val="D6DCF7"/>
          </a:solidFill>
          <a:ln/>
        </p:spPr>
      </p:sp>
      <p:sp>
        <p:nvSpPr>
          <p:cNvPr id="8" name="Text 6"/>
          <p:cNvSpPr/>
          <p:nvPr/>
        </p:nvSpPr>
        <p:spPr>
          <a:xfrm>
            <a:off x="1238250" y="3543300"/>
            <a:ext cx="4572000" cy="19050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-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Đệm,</a:t>
            </a:r>
            <a:r>
              <a:rPr lang="en-US" sz="2700" b="1" dirty="0" spc="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700" b="1" dirty="0" spc="-9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sát,</a:t>
            </a:r>
            <a:r>
              <a:rPr lang="en-US" sz="2700" b="1" dirty="0" spc="-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700" b="1" dirty="0" spc="-1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quyền:</a:t>
            </a:r>
            <a:r>
              <a:rPr lang="en-US" sz="2700" b="1" dirty="0" spc="-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6096000" y="3543300"/>
            <a:ext cx="10953750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Memcached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Facebook,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Dapper,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Monarch,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Zanzibar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5715000"/>
            <a:ext cx="16459200" cy="1905000"/>
          </a:xfrm>
          <a:prstGeom prst="roundRect">
            <a:avLst>
              <a:gd name="adj" fmla="val 14000"/>
            </a:avLst>
          </a:prstGeom>
          <a:solidFill>
            <a:srgbClr val="D6DCF7"/>
          </a:solidFill>
          <a:ln/>
        </p:spPr>
      </p:sp>
      <p:sp>
        <p:nvSpPr>
          <p:cNvPr id="11" name="Text 9"/>
          <p:cNvSpPr/>
          <p:nvPr/>
        </p:nvSpPr>
        <p:spPr>
          <a:xfrm>
            <a:off x="1238250" y="5715000"/>
            <a:ext cx="4572000" cy="19050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-9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Nền</a:t>
            </a:r>
            <a:r>
              <a:rPr lang="en-US" sz="2700" b="1" dirty="0" spc="-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tảng,</a:t>
            </a:r>
            <a:r>
              <a:rPr lang="en-US" sz="2700" b="1" dirty="0" spc="-1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700" b="1" dirty="0" spc="-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cụ:</a:t>
            </a:r>
            <a:r>
              <a:rPr lang="en-US" sz="2700" b="1" dirty="0" spc="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096000" y="5715000"/>
            <a:ext cx="10953750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 tự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kiện,</a:t>
            </a:r>
            <a:r>
              <a:rPr lang="en-US" sz="25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Raft,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</a:t>
            </a:r>
            <a:r>
              <a:rPr lang="en-US" sz="2550" dirty="0" spc="-6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To,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Thrift,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Bitcoin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15 · 04/10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49f00d67-6128-4dd8-b84c-8e23a9fa500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1800" b="1" spc="30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hệ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thống cụ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thể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8001000" cy="4953000"/>
          </a:xfrm>
          <a:prstGeom prst="roundRect">
            <a:avLst>
              <a:gd name="adj" fmla="val 6154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372600" y="3048000"/>
            <a:ext cx="8001000" cy="4953000"/>
          </a:xfrm>
          <a:prstGeom prst="roundRect">
            <a:avLst>
              <a:gd name="adj" fmla="val 6154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400" y="3333750"/>
            <a:ext cx="723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2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Attention</a:t>
            </a:r>
            <a:r>
              <a:rPr lang="en-US" sz="330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Is</a:t>
            </a:r>
            <a:r>
              <a:rPr lang="en-US" sz="3300" dirty="0" spc="-5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All</a:t>
            </a:r>
            <a:r>
              <a:rPr lang="en-US" sz="3300" dirty="0" spc="-75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You</a:t>
            </a:r>
            <a:r>
              <a:rPr lang="en-US" sz="3300" dirty="0" spc="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Need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1295400" y="4286250"/>
            <a:ext cx="7239000" cy="34290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Kiến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transformer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8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sâu,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2017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9753600" y="3333750"/>
            <a:ext cx="723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17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WTF:</a:t>
            </a:r>
            <a:r>
              <a:rPr lang="en-US" sz="3300" dirty="0" spc="-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Who</a:t>
            </a:r>
            <a:r>
              <a:rPr lang="en-US" sz="3300" dirty="0" spc="-2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</a:t>
            </a:r>
            <a:r>
              <a:rPr lang="en-US" sz="3300" dirty="0" spc="-2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Follow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9753600" y="4286250"/>
            <a:ext cx="7239000" cy="34290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Gợi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dõi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-4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Twitter,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nay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15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6a8f1b53-dd68-4fd1-ad8a-bc942afe248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6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180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câu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mỗi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 báo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238500"/>
            <a:ext cx="3714750" cy="2857500"/>
          </a:xfrm>
          <a:prstGeom prst="roundRect">
            <a:avLst>
              <a:gd name="adj" fmla="val 9333"/>
            </a:avLst>
          </a:prstGeom>
          <a:solidFill>
            <a:srgbClr val="E6DFCD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Giải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5200650" y="3238500"/>
            <a:ext cx="3714750" cy="2857500"/>
          </a:xfrm>
          <a:prstGeom prst="roundRect">
            <a:avLst>
              <a:gd name="adj" fmla="val 9333"/>
            </a:avLst>
          </a:prstGeom>
          <a:solidFill>
            <a:srgbClr val="E6DFCD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Ràng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buộc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khiến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486900" y="3238500"/>
            <a:ext cx="3714750" cy="2857500"/>
          </a:xfrm>
          <a:prstGeom prst="roundRect">
            <a:avLst>
              <a:gd name="adj" fmla="val 9333"/>
            </a:avLst>
          </a:prstGeom>
          <a:solidFill>
            <a:srgbClr val="E6DFCD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Chấp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 đổi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3773150" y="3238500"/>
            <a:ext cx="3600450" cy="2857500"/>
          </a:xfrm>
          <a:prstGeom prst="roundRect">
            <a:avLst>
              <a:gd name="adj" fmla="val 9333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24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4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4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4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4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bạn?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667250" y="4667250"/>
            <a:ext cx="495300" cy="9144"/>
          </a:xfrm>
          <a:custGeom>
            <a:avLst/>
            <a:gdLst/>
            <a:ahLst/>
            <a:cxnLst/>
            <a:rect l="l" t="t" r="r" b="b"/>
            <a:pathLst>
              <a:path w="495300" h="9144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57150">
            <a:solidFill>
              <a:srgbClr val="1416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53500" y="4667250"/>
            <a:ext cx="495300" cy="9144"/>
          </a:xfrm>
          <a:custGeom>
            <a:avLst/>
            <a:gdLst/>
            <a:ahLst/>
            <a:cxnLst/>
            <a:rect l="l" t="t" r="r" b="b"/>
            <a:pathLst>
              <a:path w="495300" h="9144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57150">
            <a:solidFill>
              <a:srgbClr val="1416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239750" y="4667250"/>
            <a:ext cx="495300" cy="9144"/>
          </a:xfrm>
          <a:custGeom>
            <a:avLst/>
            <a:gdLst/>
            <a:ahLst/>
            <a:cxnLst/>
            <a:rect l="l" t="t" r="r" b="b"/>
            <a:pathLst>
              <a:path w="495300" h="9144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571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15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31cb9e49-04c9-4469-a050-60711967e5d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524000"/>
          </a:xfrm>
          <a:prstGeom prst="roundRect">
            <a:avLst>
              <a:gd name="adj" fmla="val 17500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1295400" y="3257550"/>
            <a:ext cx="723900" cy="7239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257550"/>
            <a:ext cx="7239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914400" y="4667250"/>
            <a:ext cx="16459200" cy="1524000"/>
          </a:xfrm>
          <a:prstGeom prst="roundRect">
            <a:avLst>
              <a:gd name="adj" fmla="val 17500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1295400" y="5067300"/>
            <a:ext cx="723900" cy="7239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5067300"/>
            <a:ext cx="7239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300" dirty="0"/>
          </a:p>
        </p:txBody>
      </p:sp>
      <p:sp>
        <p:nvSpPr>
          <p:cNvPr id="10" name="Shape 8"/>
          <p:cNvSpPr/>
          <p:nvPr/>
        </p:nvSpPr>
        <p:spPr>
          <a:xfrm>
            <a:off x="914400" y="6477000"/>
            <a:ext cx="16459200" cy="1524000"/>
          </a:xfrm>
          <a:prstGeom prst="roundRect">
            <a:avLst>
              <a:gd name="adj" fmla="val 17500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1295400" y="6877050"/>
            <a:ext cx="723900" cy="7239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6877050"/>
            <a:ext cx="7239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2381250" y="2857500"/>
            <a:ext cx="14668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4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Xếp</a:t>
            </a:r>
            <a:r>
              <a:rPr lang="en-US" sz="28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 là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nhìn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b="1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 soạn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2381250" y="4667250"/>
            <a:ext cx="14668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28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8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dòng,</a:t>
            </a:r>
            <a:r>
              <a:rPr lang="en-US" sz="2850" b="1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8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850" b="1" dirty="0" spc="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2381250" y="6477000"/>
            <a:ext cx="14668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Năm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850" b="1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850" b="1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endParaRPr lang="en-US" sz="285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15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60e188dc-f7e5-4fea-a517-5f43943e17b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Chọn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chính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sau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nút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hỏng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5143500" cy="4572000"/>
          </a:xfrm>
          <a:prstGeom prst="roundRect">
            <a:avLst>
              <a:gd name="adj" fmla="val 6667"/>
            </a:avLst>
          </a:prstGeom>
          <a:solidFill>
            <a:srgbClr val="E6DFCD"/>
          </a:solidFill>
          <a:ln/>
        </p:spPr>
      </p:sp>
      <p:sp>
        <p:nvSpPr>
          <p:cNvPr id="5" name="Shape 3"/>
          <p:cNvSpPr/>
          <p:nvPr/>
        </p:nvSpPr>
        <p:spPr>
          <a:xfrm>
            <a:off x="6515100" y="3143250"/>
            <a:ext cx="5143500" cy="4572000"/>
          </a:xfrm>
          <a:prstGeom prst="roundRect">
            <a:avLst>
              <a:gd name="adj" fmla="val 6667"/>
            </a:avLst>
          </a:prstGeom>
          <a:solidFill>
            <a:srgbClr val="E6DFCD"/>
          </a:solidFill>
          <a:ln/>
        </p:spPr>
      </p:sp>
      <p:sp>
        <p:nvSpPr>
          <p:cNvPr id="6" name="Shape 4"/>
          <p:cNvSpPr/>
          <p:nvPr/>
        </p:nvSpPr>
        <p:spPr>
          <a:xfrm>
            <a:off x="12115800" y="3143250"/>
            <a:ext cx="5143500" cy="4572000"/>
          </a:xfrm>
          <a:prstGeom prst="roundRect">
            <a:avLst>
              <a:gd name="adj" fmla="val 6667"/>
            </a:avLst>
          </a:prstGeom>
          <a:solidFill>
            <a:srgbClr val="E6DFCD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3524250"/>
            <a:ext cx="4381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3300" dirty="0" spc="-15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toán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1295400" y="4667250"/>
            <a:ext cx="4381500" cy="2476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6896100" y="3524250"/>
            <a:ext cx="4381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Raft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6896100" y="4667250"/>
            <a:ext cx="4381500" cy="2476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5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dễ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2496800" y="3524250"/>
            <a:ext cx="4381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4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Thời</a:t>
            </a:r>
            <a:r>
              <a:rPr lang="en-US" sz="3000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gian,</a:t>
            </a:r>
            <a:r>
              <a:rPr lang="en-US" sz="3000" dirty="0" spc="-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</a:t>
            </a:r>
            <a:r>
              <a:rPr lang="en-US" sz="3000" dirty="0" spc="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2496800" y="4667250"/>
            <a:ext cx="4381500" cy="2476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6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nhìn</a:t>
            </a:r>
            <a:r>
              <a:rPr lang="en-US" sz="25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</a:t>
            </a:r>
            <a:r>
              <a:rPr lang="en-US" sz="25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15 · 08/10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4dbe5e09-9ec4-41e6-bed0-cb9d291b6d4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800" b="1" spc="28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Điều</a:t>
            </a:r>
            <a:r>
              <a:rPr lang="en-US" sz="69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đã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sắp</a:t>
            </a:r>
            <a:r>
              <a:rPr lang="en-US" sz="6900" dirty="0" spc="-7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xếp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endParaRPr lang="en-US" sz="6900" dirty="0"/>
          </a:p>
        </p:txBody>
      </p:sp>
      <p:sp>
        <p:nvSpPr>
          <p:cNvPr id="4" name="Connector line-1792423258308-397735951"/>
          <p:cNvSpPr/>
          <p:nvPr/>
        </p:nvSpPr>
        <p:spPr>
          <a:xfrm>
            <a:off x="1428750" y="4953000"/>
            <a:ext cx="1543050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2857500" y="4667250"/>
            <a:ext cx="571500" cy="5715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6" name="Shape 4"/>
          <p:cNvSpPr/>
          <p:nvPr/>
        </p:nvSpPr>
        <p:spPr>
          <a:xfrm>
            <a:off x="8858250" y="4667250"/>
            <a:ext cx="571500" cy="5715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7" name="Shape 5"/>
          <p:cNvSpPr/>
          <p:nvPr/>
        </p:nvSpPr>
        <p:spPr>
          <a:xfrm>
            <a:off x="14859000" y="4667250"/>
            <a:ext cx="571500" cy="5715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8" name="Text 6"/>
          <p:cNvSpPr/>
          <p:nvPr/>
        </p:nvSpPr>
        <p:spPr>
          <a:xfrm>
            <a:off x="904875" y="5619750"/>
            <a:ext cx="4476750" cy="1905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ctr" indent="0" marL="0">
              <a:lnSpc>
                <a:spcPts val="3120"/>
              </a:lnSpc>
              <a:buNone/>
            </a:pP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4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400" b="1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mươi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lăm</a:t>
            </a:r>
            <a:r>
              <a:rPr lang="en-US" sz="24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905625" y="5619750"/>
            <a:ext cx="4476750" cy="1905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ctr" indent="0" marL="0">
              <a:lnSpc>
                <a:spcPts val="3120"/>
              </a:lnSpc>
              <a:buNone/>
            </a:pPr>
            <a:r>
              <a:rPr lang="en-US" sz="2400" b="1" dirty="0" spc="-3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Xếp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 năm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nhóm:</a:t>
            </a:r>
            <a:r>
              <a:rPr lang="en-US" sz="24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9,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5,</a:t>
            </a:r>
            <a:r>
              <a:rPr lang="en-US" sz="24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4, 5,</a:t>
            </a:r>
            <a:r>
              <a:rPr lang="en-US" sz="24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906375" y="5619750"/>
            <a:ext cx="4476750" cy="1905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ctr" indent="0" marL="0">
              <a:lnSpc>
                <a:spcPts val="3120"/>
              </a:lnSpc>
              <a:buNone/>
            </a:pPr>
            <a:r>
              <a:rPr lang="en-US" sz="24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4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4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4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15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478176d6-9ee9-4598-a274-23569011253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1047750"/>
          </a:xfrm>
          <a:prstGeom prst="roundRect">
            <a:avLst>
              <a:gd name="adj" fmla="val 21818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4000500"/>
            <a:ext cx="16459200" cy="1047750"/>
          </a:xfrm>
          <a:prstGeom prst="roundRect">
            <a:avLst>
              <a:gd name="adj" fmla="val 21818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5238750"/>
            <a:ext cx="16459200" cy="1047750"/>
          </a:xfrm>
          <a:prstGeom prst="roundRect">
            <a:avLst>
              <a:gd name="adj" fmla="val 21818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1181100" y="2762250"/>
            <a:ext cx="1600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GFS</a:t>
            </a:r>
            <a:pPr algn="l" indent="0" marL="0">
              <a:buNone/>
            </a:pP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4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Google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81100" y="4000500"/>
            <a:ext cx="1600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LSM</a:t>
            </a:r>
            <a:pPr algn="l" indent="0" marL="0">
              <a:buNone/>
            </a:pP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4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</a:t>
            </a:r>
            <a:r>
              <a:rPr lang="en-US" sz="240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4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gộp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dần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4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181100" y="5238750"/>
            <a:ext cx="1600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WTF</a:t>
            </a:r>
            <a:pPr algn="l" indent="0" marL="0">
              <a:buNone/>
            </a:pP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Who</a:t>
            </a:r>
            <a:r>
              <a:rPr lang="en-US" sz="2400" dirty="0" spc="-7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</a:t>
            </a:r>
            <a:r>
              <a:rPr lang="en-US" sz="240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Follow,</a:t>
            </a:r>
            <a:r>
              <a:rPr lang="en-US" sz="24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gợi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4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dõi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14400" y="7239000"/>
            <a:ext cx="1645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14400" y="769620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(bài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nguồn)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15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8b86ed15-9b15-4f22-ae76-adcf4a63213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2026-10-19T15:53:49Z</dcterms:created>
  <dcterms:modified xsi:type="dcterms:W3CDTF">2026-10-19T15:53:49Z</dcterms:modified>
</cp:coreProperties>
</file>