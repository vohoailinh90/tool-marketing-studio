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50507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952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8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3450" b="1" dirty="0" spc="3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3450" b="1" dirty="0" spc="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4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450" b="1" dirty="0" spc="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4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Fiddler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được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HTTPS: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2850" dirty="0"/>
          </a:p>
        </p:txBody>
      </p:sp>
      <p:sp>
        <p:nvSpPr>
          <p:cNvPr id="6" name="Connector line-1792338493729-770807618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4200" dirty="0" spc="-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4200" dirty="0" spc="-3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800" dirty="0" spc="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r>
              <a:rPr lang="en-US" sz="42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2762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650" b="1" spc="224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650" b="1" spc="22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953750" y="3429000"/>
            <a:ext cx="2809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63625" y="3429000"/>
            <a:ext cx="2809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1800" dirty="0" spc="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1800" dirty="0"/>
          </a:p>
        </p:txBody>
      </p:sp>
      <p:sp>
        <p:nvSpPr>
          <p:cNvPr id="17" name="Connector line-1792338493755-905178339"/>
          <p:cNvSpPr/>
          <p:nvPr/>
        </p:nvSpPr>
        <p:spPr>
          <a:xfrm>
            <a:off x="10953750" y="40005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Connector line-1792338493755-9063186"/>
          <p:cNvSpPr/>
          <p:nvPr/>
        </p:nvSpPr>
        <p:spPr>
          <a:xfrm>
            <a:off x="13763625" y="4000500"/>
            <a:ext cx="280987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0782300" y="3829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0" name="Shape 18"/>
          <p:cNvSpPr/>
          <p:nvPr/>
        </p:nvSpPr>
        <p:spPr>
          <a:xfrm>
            <a:off x="13554075" y="3790950"/>
            <a:ext cx="419100" cy="4191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02050" y="3829050"/>
            <a:ext cx="342900" cy="3429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0001250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11125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relay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621000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8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049125" y="4819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63250" y="5429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b="1" spc="16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763250" y="5829300"/>
            <a:ext cx="533400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từ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763250" y="6591300"/>
            <a:ext cx="60960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relay:</a:t>
            </a:r>
            <a:r>
              <a:rPr lang="en-US" sz="19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fee17e07-41bc-45b2-bf03-17f5bf0ea9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bên,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127.0.0.1,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là chuỗi giả.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00750"/>
            <a:ext cx="70485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2484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62940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Thấy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255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7810500"/>
            <a:ext cx="7048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80200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một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1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biên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soạn.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57300" y="8439150"/>
            <a:ext cx="647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3.13.16,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 3.0.13,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cryptography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50.0.1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15400" y="133350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258300" y="16192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258300" y="220980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4535150" y="1581150"/>
            <a:ext cx="219075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800" b="1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800" dirty="0"/>
          </a:p>
        </p:txBody>
      </p:sp>
      <p:sp>
        <p:nvSpPr>
          <p:cNvPr id="17" name="Connector line-1792338795854-47895877"/>
          <p:cNvSpPr/>
          <p:nvPr/>
        </p:nvSpPr>
        <p:spPr>
          <a:xfrm>
            <a:off x="12954000" y="3143250"/>
            <a:ext cx="0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triangl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258800" y="33528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915400" y="400050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258300" y="42862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9258300" y="487680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258300" y="525780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23" name="Connector line-1792338795865-903032643"/>
          <p:cNvSpPr/>
          <p:nvPr/>
        </p:nvSpPr>
        <p:spPr>
          <a:xfrm>
            <a:off x="12954000" y="5810250"/>
            <a:ext cx="0" cy="76200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triangl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3258800" y="60198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1800" dirty="0" spc="4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915400" y="666750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CFE8E2"/>
          </a:solidFill>
          <a:ln/>
        </p:spPr>
      </p:sp>
      <p:sp>
        <p:nvSpPr>
          <p:cNvPr id="26" name="Text 24"/>
          <p:cNvSpPr/>
          <p:nvPr/>
        </p:nvSpPr>
        <p:spPr>
          <a:xfrm>
            <a:off x="9258300" y="69532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9258300" y="75438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28" name="Connector line-1792338795871-16201088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08c42c0d-d2aa-4f20-93db-f5f450ccfd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28194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35052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25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TLS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r>
              <a:rPr lang="en-US" sz="25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5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5715000"/>
            <a:ext cx="7048500" cy="314325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598170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1650" b="1" spc="24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b="1" spc="21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19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8" name="Text richtext-1792338923158-547127033"/>
          <p:cNvSpPr/>
          <p:nvPr/>
        </p:nvSpPr>
        <p:spPr>
          <a:xfrm>
            <a:off x="1257300" y="6438900"/>
            <a:ext cx="6362700" cy="2247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client_random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1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 chặng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TLSv1.3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Connector line-1792338923185-389621133"/>
          <p:cNvSpPr/>
          <p:nvPr/>
        </p:nvSpPr>
        <p:spPr>
          <a:xfrm>
            <a:off x="9810750" y="1809750"/>
            <a:ext cx="0" cy="624840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1" name="Connector line-1792338923185-820961316"/>
          <p:cNvSpPr/>
          <p:nvPr/>
        </p:nvSpPr>
        <p:spPr>
          <a:xfrm>
            <a:off x="12858750" y="1809750"/>
            <a:ext cx="0" cy="624840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2" name="Connector line-1792338923185-922349854"/>
          <p:cNvSpPr/>
          <p:nvPr/>
        </p:nvSpPr>
        <p:spPr>
          <a:xfrm>
            <a:off x="15811500" y="1809750"/>
            <a:ext cx="0" cy="624840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8858250" y="1238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096750" y="1238250"/>
            <a:ext cx="1524000" cy="533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4668500" y="1238250"/>
            <a:ext cx="228600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810750" y="201930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810750" y="2419350"/>
            <a:ext cx="304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95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1950" dirty="0"/>
          </a:p>
        </p:txBody>
      </p:sp>
      <p:sp>
        <p:nvSpPr>
          <p:cNvPr id="18" name="Connector line-1792338923197-249945894"/>
          <p:cNvSpPr/>
          <p:nvPr/>
        </p:nvSpPr>
        <p:spPr>
          <a:xfrm>
            <a:off x="9944100" y="2895600"/>
            <a:ext cx="27813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810750" y="30289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810750" y="3486150"/>
            <a:ext cx="304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2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21" name="Connector line-1792338923202-846350517"/>
          <p:cNvSpPr/>
          <p:nvPr/>
        </p:nvSpPr>
        <p:spPr>
          <a:xfrm>
            <a:off x="9944100" y="3962400"/>
            <a:ext cx="27813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1572875" y="4438650"/>
            <a:ext cx="2571750" cy="762000"/>
          </a:xfrm>
          <a:prstGeom prst="roundRect">
            <a:avLst>
              <a:gd name="adj" fmla="val 20000"/>
            </a:avLst>
          </a:prstGeom>
          <a:solidFill>
            <a:srgbClr val="3B2E17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chữ</a:t>
            </a:r>
            <a:r>
              <a:rPr lang="en-US" sz="18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8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58750" y="5562600"/>
            <a:ext cx="2952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858750" y="5962650"/>
            <a:ext cx="2952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95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9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9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25" name="Connector line-1792338923208-290704846"/>
          <p:cNvSpPr/>
          <p:nvPr/>
        </p:nvSpPr>
        <p:spPr>
          <a:xfrm>
            <a:off x="12992100" y="6438900"/>
            <a:ext cx="26860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2858750" y="6572250"/>
            <a:ext cx="2952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2858750" y="7029450"/>
            <a:ext cx="2952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2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28" name="Connector line-1792338923213-934500402"/>
          <p:cNvSpPr/>
          <p:nvPr/>
        </p:nvSpPr>
        <p:spPr>
          <a:xfrm>
            <a:off x="12992100" y="7505700"/>
            <a:ext cx="26860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8534400" y="8324850"/>
            <a:ext cx="883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1650" dirty="0" spc="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 · khóa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khác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30" name="Connector line-1792338923215-77461847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d00218be-3658-42a4-a818-5cb2297c58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4287500" cy="12192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75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5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7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niềm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b="1" dirty="0" spc="-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2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CA,</a:t>
            </a:r>
            <a:r>
              <a:rPr lang="en-US" sz="27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700" b="1" dirty="0" spc="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819275" y="3543300"/>
            <a:ext cx="352425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18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18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</a:t>
            </a:r>
            <a:endParaRPr lang="en-US" sz="1800" dirty="0"/>
          </a:p>
        </p:txBody>
      </p:sp>
      <p:sp>
        <p:nvSpPr>
          <p:cNvPr id="6" name="Connector line-1792339012109-448805454"/>
          <p:cNvSpPr/>
          <p:nvPr/>
        </p:nvSpPr>
        <p:spPr>
          <a:xfrm>
            <a:off x="3581400" y="4076700"/>
            <a:ext cx="0" cy="4572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14400" y="4572000"/>
            <a:ext cx="5334000" cy="2667000"/>
          </a:xfrm>
          <a:prstGeom prst="roundRect">
            <a:avLst>
              <a:gd name="adj" fmla="val 10000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4857750"/>
            <a:ext cx="466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650" b="1" spc="223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650" b="1" spc="240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b="1" spc="22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257300" y="5257800"/>
            <a:ext cx="4667250" cy="10668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70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70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3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70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relay?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57300" y="6515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8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80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dirty="0" spc="-2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8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11" name="Connector line-1792339012118-538587248"/>
          <p:cNvSpPr/>
          <p:nvPr/>
        </p:nvSpPr>
        <p:spPr>
          <a:xfrm>
            <a:off x="6248400" y="5905500"/>
            <a:ext cx="7810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12" name="Connector line-1792339012118-348102145"/>
          <p:cNvSpPr/>
          <p:nvPr/>
        </p:nvSpPr>
        <p:spPr>
          <a:xfrm flipV="1">
            <a:off x="7029450" y="4429125"/>
            <a:ext cx="0" cy="147637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Connector line-1792339012118-386134230"/>
          <p:cNvSpPr/>
          <p:nvPr/>
        </p:nvSpPr>
        <p:spPr>
          <a:xfrm>
            <a:off x="7029450" y="4429125"/>
            <a:ext cx="7239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9012118-409920135"/>
          <p:cNvSpPr/>
          <p:nvPr/>
        </p:nvSpPr>
        <p:spPr>
          <a:xfrm>
            <a:off x="7029450" y="5905500"/>
            <a:ext cx="0" cy="14287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5" name="Connector line-1792339012118-256221329"/>
          <p:cNvSpPr/>
          <p:nvPr/>
        </p:nvSpPr>
        <p:spPr>
          <a:xfrm>
            <a:off x="7029450" y="7334250"/>
            <a:ext cx="723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810500" y="3238500"/>
            <a:ext cx="9563100" cy="2381250"/>
          </a:xfrm>
          <a:prstGeom prst="roundRect">
            <a:avLst>
              <a:gd name="adj" fmla="val 104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53400" y="3448050"/>
            <a:ext cx="4381500" cy="419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KHÔNG:</a:t>
            </a:r>
            <a:r>
              <a:rPr lang="en-US" sz="1650" b="1" spc="14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127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b="1" spc="113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153400" y="4000500"/>
            <a:ext cx="8877300" cy="495300"/>
          </a:xfrm>
          <a:prstGeom prst="roundRect">
            <a:avLst>
              <a:gd name="adj" fmla="val 2307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CERTIFICATE_VERIFY_FAILED</a:t>
            </a:r>
            <a:r>
              <a:rPr lang="en-US" sz="16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6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unable</a:t>
            </a:r>
            <a:r>
              <a:rPr lang="en-US" sz="16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</a:t>
            </a:r>
            <a:r>
              <a:rPr lang="en-US" sz="16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get</a:t>
            </a:r>
            <a:r>
              <a:rPr lang="en-US" sz="16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local</a:t>
            </a:r>
            <a:r>
              <a:rPr lang="en-US" sz="16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issuer</a:t>
            </a:r>
            <a:r>
              <a:rPr lang="en-US" sz="16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certificate</a:t>
            </a:r>
            <a:endParaRPr lang="en-US" sz="1650" dirty="0"/>
          </a:p>
        </p:txBody>
      </p:sp>
      <p:sp>
        <p:nvSpPr>
          <p:cNvPr id="19" name="Text richtext-1792339012125-577586288"/>
          <p:cNvSpPr/>
          <p:nvPr/>
        </p:nvSpPr>
        <p:spPr>
          <a:xfrm>
            <a:off x="8153400" y="4629150"/>
            <a:ext cx="88773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Relay: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unknown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ca,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1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7810500" y="5905500"/>
            <a:ext cx="9563100" cy="2857500"/>
          </a:xfrm>
          <a:prstGeom prst="roundRect">
            <a:avLst>
              <a:gd name="adj" fmla="val 8667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53400" y="6115050"/>
            <a:ext cx="495300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CÓ:</a:t>
            </a:r>
            <a:r>
              <a:rPr lang="en-US" sz="1650" b="1" spc="14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650" b="1" spc="153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650" b="1" spc="127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b="1" spc="14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12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650" dirty="0"/>
          </a:p>
        </p:txBody>
      </p:sp>
      <p:sp>
        <p:nvSpPr>
          <p:cNvPr id="22" name="Text richtext-1792339012137-49466146"/>
          <p:cNvSpPr/>
          <p:nvPr/>
        </p:nvSpPr>
        <p:spPr>
          <a:xfrm>
            <a:off x="8153400" y="6686550"/>
            <a:ext cx="8877300" cy="12573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 1.3,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200,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nối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đọc: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100" dirty="0"/>
          </a:p>
        </p:txBody>
      </p:sp>
      <p:sp>
        <p:nvSpPr>
          <p:cNvPr id="23" name="Connector line-1792339012145-6957110"/>
          <p:cNvSpPr/>
          <p:nvPr/>
        </p:nvSpPr>
        <p:spPr>
          <a:xfrm>
            <a:off x="8153400" y="8020050"/>
            <a:ext cx="8877300" cy="0"/>
          </a:xfrm>
          <a:prstGeom prst="line">
            <a:avLst/>
          </a:prstGeom>
          <a:noFill/>
          <a:ln w="19050">
            <a:solidFill>
              <a:srgbClr val="B45309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8153400" y="8096250"/>
            <a:ext cx="88773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(CA</a:t>
            </a:r>
            <a:r>
              <a:rPr lang="en-US" sz="18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relay) và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8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18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8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chỉ.</a:t>
            </a:r>
            <a:endParaRPr lang="en-US" sz="1800" dirty="0"/>
          </a:p>
        </p:txBody>
      </p:sp>
      <p:sp>
        <p:nvSpPr>
          <p:cNvPr id="25" name="Connector line-1792339012152-41748154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50296730-b2d8-4e07-8e28-73e64beec3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75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243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30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291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Dẫn</a:t>
            </a:r>
            <a:r>
              <a:rPr lang="en-US" sz="25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36270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PHẠM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165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800850"/>
            <a:ext cx="63627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15400" y="1295400"/>
            <a:ext cx="8077200" cy="2609850"/>
          </a:xfrm>
          <a:prstGeom prst="roundRect">
            <a:avLst>
              <a:gd name="adj" fmla="val 8029"/>
            </a:avLst>
          </a:prstGeom>
          <a:solidFill>
            <a:srgbClr val="14161C"/>
          </a:solidFill>
          <a:ln w="19050">
            <a:solidFill>
              <a:srgbClr val="9A98A0"/>
            </a:solidFill>
            <a:prstDash val="lgDash"/>
          </a:ln>
        </p:spPr>
      </p:sp>
      <p:sp>
        <p:nvSpPr>
          <p:cNvPr id="11" name="Text 9"/>
          <p:cNvSpPr/>
          <p:nvPr/>
        </p:nvSpPr>
        <p:spPr>
          <a:xfrm>
            <a:off x="9144000" y="15430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772650" y="158115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400" b="1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4135100" y="1562100"/>
            <a:ext cx="26289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6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14" name="Text richtext-1792339387769-245505635"/>
          <p:cNvSpPr/>
          <p:nvPr/>
        </p:nvSpPr>
        <p:spPr>
          <a:xfrm>
            <a:off x="9144000" y="22669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210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 thiệp, như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3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0" y="33909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 công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cộng,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1650" dirty="0"/>
          </a:p>
        </p:txBody>
      </p:sp>
      <p:sp>
        <p:nvSpPr>
          <p:cNvPr id="16" name="Connector line-1792339387803-694684596"/>
          <p:cNvSpPr/>
          <p:nvPr/>
        </p:nvSpPr>
        <p:spPr>
          <a:xfrm>
            <a:off x="12954000" y="4000500"/>
            <a:ext cx="0" cy="7620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915400" y="4857750"/>
            <a:ext cx="8077200" cy="3619500"/>
          </a:xfrm>
          <a:prstGeom prst="roundRect">
            <a:avLst>
              <a:gd name="adj" fmla="val 5789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0" y="5105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772650" y="5067300"/>
            <a:ext cx="4476750" cy="8001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Khiến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4478000" y="5124450"/>
            <a:ext cx="22860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6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0" y="60579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9144000" y="6438900"/>
            <a:ext cx="7620000" cy="876300"/>
          </a:xfrm>
          <a:prstGeom prst="roundRect">
            <a:avLst>
              <a:gd name="adj" fmla="val 173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34500" y="6629400"/>
            <a:ext cx="114300" cy="495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4" name="Text 22"/>
          <p:cNvSpPr/>
          <p:nvPr/>
        </p:nvSpPr>
        <p:spPr>
          <a:xfrm>
            <a:off x="9639300" y="6515100"/>
            <a:ext cx="685800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Xin</a:t>
            </a:r>
            <a:r>
              <a:rPr lang="en-US" sz="21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3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44000" y="73533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hoặc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44000" y="7696200"/>
            <a:ext cx="7620000" cy="628650"/>
          </a:xfrm>
          <a:prstGeom prst="roundRect">
            <a:avLst>
              <a:gd name="adj" fmla="val 2424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34500" y="7829550"/>
            <a:ext cx="114300" cy="3619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8" name="Text 26"/>
          <p:cNvSpPr/>
          <p:nvPr/>
        </p:nvSpPr>
        <p:spPr>
          <a:xfrm>
            <a:off x="9639300" y="7734300"/>
            <a:ext cx="6858000" cy="5524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3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100" dirty="0"/>
          </a:p>
        </p:txBody>
      </p:sp>
      <p:sp>
        <p:nvSpPr>
          <p:cNvPr id="29" name="Connector line-1792339387820-20068092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8215a6d-f7f5-43e8-a6b3-6540be0244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Trọn</a:t>
            </a:r>
            <a:r>
              <a:rPr lang="en-US" sz="75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gói,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75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7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3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7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700" b="1" dirty="0" spc="2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0292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00750"/>
            <a:ext cx="7048500" cy="2857500"/>
          </a:xfrm>
          <a:prstGeom prst="roundRect">
            <a:avLst>
              <a:gd name="adj" fmla="val 8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2674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THỬ</a:t>
            </a:r>
            <a:endParaRPr lang="en-US" sz="1650" dirty="0"/>
          </a:p>
        </p:txBody>
      </p:sp>
      <p:sp>
        <p:nvSpPr>
          <p:cNvPr id="8" name="Text richtext-1792363509469-705129846"/>
          <p:cNvSpPr/>
          <p:nvPr/>
        </p:nvSpPr>
        <p:spPr>
          <a:xfrm>
            <a:off x="1257300" y="6705600"/>
            <a:ext cx="6362700" cy="9144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57300" y="7734300"/>
            <a:ext cx="6572250" cy="8001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hóa</a:t>
            </a:r>
            <a:r>
              <a:rPr lang="en-US" sz="18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18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238250"/>
            <a:ext cx="819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demo.test,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8915400" y="1676400"/>
            <a:ext cx="8077200" cy="876300"/>
          </a:xfrm>
          <a:prstGeom prst="roundRect">
            <a:avLst>
              <a:gd name="adj" fmla="val 19565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258300" y="1676400"/>
            <a:ext cx="3619500" cy="8763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tin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92100" y="1866900"/>
            <a:ext cx="17145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8915400" y="2667000"/>
            <a:ext cx="8077200" cy="876300"/>
          </a:xfrm>
          <a:prstGeom prst="roundRect">
            <a:avLst>
              <a:gd name="adj" fmla="val 19565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9258300" y="2667000"/>
            <a:ext cx="3619500" cy="8763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992100" y="2857500"/>
            <a:ext cx="1714500" cy="495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Chấp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915400" y="3657600"/>
            <a:ext cx="8077200" cy="876300"/>
          </a:xfrm>
          <a:prstGeom prst="roundRect">
            <a:avLst>
              <a:gd name="adj" fmla="val 19565"/>
            </a:avLst>
          </a:prstGeom>
          <a:solidFill>
            <a:srgbClr val="E8E0CF"/>
          </a:solidFill>
          <a:ln/>
        </p:spPr>
      </p:sp>
      <p:sp>
        <p:nvSpPr>
          <p:cNvPr id="19" name="Text 17"/>
          <p:cNvSpPr/>
          <p:nvPr/>
        </p:nvSpPr>
        <p:spPr>
          <a:xfrm>
            <a:off x="9258300" y="3657600"/>
            <a:ext cx="3619500" cy="8763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992100" y="3848100"/>
            <a:ext cx="17145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4820900" y="3848100"/>
            <a:ext cx="2152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Hostname</a:t>
            </a:r>
            <a:r>
              <a:rPr lang="en-US" sz="16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mismatch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915400" y="4819650"/>
            <a:ext cx="819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Ghim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hai</a:t>
            </a:r>
            <a:r>
              <a:rPr lang="en-US" sz="19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8915400" y="5257800"/>
            <a:ext cx="8077200" cy="876300"/>
          </a:xfrm>
          <a:prstGeom prst="roundRect">
            <a:avLst>
              <a:gd name="adj" fmla="val 19565"/>
            </a:avLst>
          </a:prstGeom>
          <a:solidFill>
            <a:srgbClr val="E8E0CF"/>
          </a:solidFill>
          <a:ln/>
        </p:spPr>
      </p:sp>
      <p:sp>
        <p:nvSpPr>
          <p:cNvPr id="24" name="Text 22"/>
          <p:cNvSpPr/>
          <p:nvPr/>
        </p:nvSpPr>
        <p:spPr>
          <a:xfrm>
            <a:off x="9258300" y="5257800"/>
            <a:ext cx="3619500" cy="8763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 thẳng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2992100" y="5448300"/>
            <a:ext cx="171450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8915400" y="6248400"/>
            <a:ext cx="8077200" cy="876300"/>
          </a:xfrm>
          <a:prstGeom prst="roundRect">
            <a:avLst>
              <a:gd name="adj" fmla="val 19565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9258300" y="6248400"/>
            <a:ext cx="3619500" cy="8763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2992100" y="6438900"/>
            <a:ext cx="17145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4820900" y="6438900"/>
            <a:ext cx="2152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6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8915400" y="7353300"/>
            <a:ext cx="8077200" cy="1238250"/>
          </a:xfrm>
          <a:prstGeom prst="roundRect">
            <a:avLst>
              <a:gd name="adj" fmla="val 15385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58300" y="7524750"/>
            <a:ext cx="7429500" cy="8953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không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ghim,</a:t>
            </a:r>
            <a:r>
              <a:rPr lang="en-US" sz="18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1800" dirty="0"/>
          </a:p>
        </p:txBody>
      </p:sp>
      <p:sp>
        <p:nvSpPr>
          <p:cNvPr id="32" name="Connector line-1792363509530-60094606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996b420f-f3a7-4657-b4d3-f11b760fe2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6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75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30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30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000" b="1" dirty="0" spc="-3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101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r>
              <a:rPr lang="en-US" sz="255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286500"/>
            <a:ext cx="70485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553200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650" b="1" spc="13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650" b="1" spc="1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650" b="1" spc="21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991350"/>
            <a:ext cx="6362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Chúng không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bí</a:t>
            </a:r>
            <a:r>
              <a:rPr lang="en-US" sz="22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2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57300" y="7524750"/>
            <a:ext cx="6362700" cy="11430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 chuyển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tiếp: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181100"/>
            <a:ext cx="819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OPENSSL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S_CLIENT</a:t>
            </a:r>
            <a:r>
              <a:rPr lang="en-US" sz="1650" b="1" spc="18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b="1" spc="18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287250" y="1600200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287250" y="1943100"/>
            <a:ext cx="2381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</a:t>
            </a:r>
            <a:r>
              <a:rPr lang="en-US" sz="1650" dirty="0" spc="-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Temp</a:t>
            </a:r>
            <a:r>
              <a:rPr lang="en-US" sz="1650" dirty="0" spc="-3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4820900" y="1600200"/>
            <a:ext cx="228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4820900" y="194310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Peer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8915400" y="23431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2100" y="23431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820650" y="27527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X25519, 253 bits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354300" y="27527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RSA-PSS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8915400" y="36004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2100" y="3695700"/>
            <a:ext cx="285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82100" y="40767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AES128-GCM-SHA256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182100" y="43624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165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650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820650" y="40100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65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5354300" y="40100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65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8915400" y="48577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82100" y="4933950"/>
            <a:ext cx="285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82100" y="53149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ECDHE-RSA-AES128-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82100" y="55816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GCM-SHA256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820650" y="52673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15354300" y="52673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2306300" y="2724150"/>
            <a:ext cx="381000" cy="381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3" name="Shape 31"/>
          <p:cNvSpPr/>
          <p:nvPr/>
        </p:nvSpPr>
        <p:spPr>
          <a:xfrm>
            <a:off x="12411075" y="28479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839950" y="2724150"/>
            <a:ext cx="381000" cy="381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5" name="Shape 33"/>
          <p:cNvSpPr/>
          <p:nvPr/>
        </p:nvSpPr>
        <p:spPr>
          <a:xfrm>
            <a:off x="14944725" y="28479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306300" y="3981450"/>
            <a:ext cx="381000" cy="381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12420600" y="40957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152400"/>
                </a:lnTo>
                <a:moveTo>
                  <a:pt x="152400" y="0"/>
                </a:moveTo>
                <a:lnTo>
                  <a:pt x="0" y="15240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4839950" y="3981450"/>
            <a:ext cx="381000" cy="381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14954250" y="40957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152400"/>
                </a:lnTo>
                <a:moveTo>
                  <a:pt x="152400" y="0"/>
                </a:moveTo>
                <a:lnTo>
                  <a:pt x="0" y="15240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306300" y="5238750"/>
            <a:ext cx="381000" cy="381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41" name="Shape 39"/>
          <p:cNvSpPr/>
          <p:nvPr/>
        </p:nvSpPr>
        <p:spPr>
          <a:xfrm>
            <a:off x="12411075" y="53625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839950" y="5238750"/>
            <a:ext cx="381000" cy="381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43" name="Shape 41"/>
          <p:cNvSpPr/>
          <p:nvPr/>
        </p:nvSpPr>
        <p:spPr>
          <a:xfrm>
            <a:off x="14944725" y="53625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915400" y="6229350"/>
            <a:ext cx="8077200" cy="1066800"/>
          </a:xfrm>
          <a:prstGeom prst="roundRect">
            <a:avLst>
              <a:gd name="adj" fmla="val 17857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258300" y="6229350"/>
            <a:ext cx="7429500" cy="1066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 quả:</a:t>
            </a:r>
            <a:r>
              <a:rPr lang="en-US" sz="19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 Nó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bên.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8915400" y="7448550"/>
            <a:ext cx="8077200" cy="1181100"/>
          </a:xfrm>
          <a:prstGeom prst="roundRect">
            <a:avLst>
              <a:gd name="adj" fmla="val 16129"/>
            </a:avLst>
          </a:prstGeom>
          <a:solidFill>
            <a:srgbClr val="14161C"/>
          </a:solidFill>
          <a:ln w="19050">
            <a:solidFill>
              <a:srgbClr val="9A98A0"/>
            </a:solidFill>
            <a:prstDash val="lgDash"/>
          </a:ln>
        </p:spPr>
      </p:sp>
      <p:sp>
        <p:nvSpPr>
          <p:cNvPr id="47" name="Text 45"/>
          <p:cNvSpPr/>
          <p:nvPr/>
        </p:nvSpPr>
        <p:spPr>
          <a:xfrm>
            <a:off x="9258300" y="7448550"/>
            <a:ext cx="7429500" cy="11811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RSA: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8446.</a:t>
            </a:r>
            <a:endParaRPr lang="en-US" sz="1800" dirty="0"/>
          </a:p>
        </p:txBody>
      </p:sp>
      <p:sp>
        <p:nvSpPr>
          <p:cNvPr id="48" name="Connector line-1792365267218-45122073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28223e6b-e680-4753-a879-589e7f404a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8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04850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50101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57300" y="5391150"/>
            <a:ext cx="63627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1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“good”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bad actor: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877050"/>
            <a:ext cx="7048500" cy="1981200"/>
          </a:xfrm>
          <a:prstGeom prst="roundRect">
            <a:avLst>
              <a:gd name="adj" fmla="val 11538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12470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TRÊN</a:t>
            </a:r>
            <a:r>
              <a:rPr lang="en-US" sz="16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257300" y="7505700"/>
            <a:ext cx="63627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 nào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15400" y="1238250"/>
            <a:ext cx="8077200" cy="3143250"/>
          </a:xfrm>
          <a:prstGeom prst="roundRect">
            <a:avLst>
              <a:gd name="adj" fmla="val 6667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58300" y="1466850"/>
            <a:ext cx="30480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650" b="1" spc="10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153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258300" y="20955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 cụ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Fiddler,</a:t>
            </a:r>
            <a:r>
              <a:rPr lang="en-US" sz="21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258300" y="2762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6" name="Connector line-1792365331239-521438573"/>
          <p:cNvSpPr/>
          <p:nvPr/>
        </p:nvSpPr>
        <p:spPr>
          <a:xfrm>
            <a:off x="11239500" y="302895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249150" y="2762250"/>
            <a:ext cx="15240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8" name="Connector line-1792365331241-274518451"/>
          <p:cNvSpPr/>
          <p:nvPr/>
        </p:nvSpPr>
        <p:spPr>
          <a:xfrm>
            <a:off x="13849350" y="302895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4859000" y="2762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258300" y="350520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8915400" y="4572000"/>
            <a:ext cx="8077200" cy="3143250"/>
          </a:xfrm>
          <a:prstGeom prst="roundRect">
            <a:avLst>
              <a:gd name="adj" fmla="val 6667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58300" y="4800600"/>
            <a:ext cx="3905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650" b="1" spc="10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b="1" spc="153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258300" y="5429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“malicious”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258300" y="60960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25" name="Connector line-1792365331250-901988408"/>
          <p:cNvSpPr/>
          <p:nvPr/>
        </p:nvSpPr>
        <p:spPr>
          <a:xfrm>
            <a:off x="11239500" y="636270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2249150" y="6096000"/>
            <a:ext cx="15240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27" name="Connector line-1792365331252-244867313"/>
          <p:cNvSpPr/>
          <p:nvPr/>
        </p:nvSpPr>
        <p:spPr>
          <a:xfrm>
            <a:off x="13849350" y="636270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4859000" y="60960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9258300" y="683895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8915400" y="7981950"/>
            <a:ext cx="807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Cùng</a:t>
            </a:r>
            <a:r>
              <a:rPr lang="en-US" sz="21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relay,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1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cậy: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ý.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16230600" y="15621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2" name="Shape 30"/>
          <p:cNvSpPr/>
          <p:nvPr/>
        </p:nvSpPr>
        <p:spPr>
          <a:xfrm>
            <a:off x="16363950" y="1733550"/>
            <a:ext cx="238125" cy="171450"/>
          </a:xfrm>
          <a:custGeom>
            <a:avLst/>
            <a:gdLst/>
            <a:ahLst/>
            <a:cxnLst/>
            <a:rect l="l" t="t" r="r" b="b"/>
            <a:pathLst>
              <a:path w="238125" h="171450">
                <a:moveTo>
                  <a:pt x="0" y="85725"/>
                </a:moveTo>
                <a:lnTo>
                  <a:pt x="85725" y="171450"/>
                </a:lnTo>
                <a:lnTo>
                  <a:pt x="2381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230600" y="48958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16383000" y="50482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  <a:moveTo>
                  <a:pt x="190500" y="0"/>
                </a:moveTo>
                <a:lnTo>
                  <a:pt x="0" y="19050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35" name="Connector line-1792365331262-75839439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906eda05-242b-4c8b-a58e-19ac3f7b9c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334500" cy="11811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9182100" cy="22479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Hướng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 bạn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“chứng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gốc”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</a:t>
            </a:r>
            <a:r>
              <a:rPr lang="en-US" sz="25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5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HTTPS. Sau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cài,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được? Chưa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 dẫn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 nó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 sao?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991100"/>
            <a:ext cx="9182100" cy="3867150"/>
          </a:xfrm>
          <a:prstGeom prst="roundRect">
            <a:avLst>
              <a:gd name="adj" fmla="val 591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5257800"/>
            <a:ext cx="304800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9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4495800" y="5257800"/>
            <a:ext cx="5143500" cy="5715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1800" b="1" dirty="0" spc="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8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8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381750"/>
            <a:ext cx="200025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9" name="Connector line-1792366404143-673233320"/>
          <p:cNvSpPr/>
          <p:nvPr/>
        </p:nvSpPr>
        <p:spPr>
          <a:xfrm>
            <a:off x="3333750" y="666750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552950" y="6381750"/>
            <a:ext cx="2190750" cy="571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endParaRPr lang="en-US" sz="1950" dirty="0"/>
          </a:p>
        </p:txBody>
      </p:sp>
      <p:sp>
        <p:nvSpPr>
          <p:cNvPr id="11" name="Connector line-1792366404146-876317645"/>
          <p:cNvSpPr/>
          <p:nvPr/>
        </p:nvSpPr>
        <p:spPr>
          <a:xfrm>
            <a:off x="6819900" y="666750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039100" y="638175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57300" y="7581900"/>
            <a:ext cx="4476750" cy="5905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làm</a:t>
            </a: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5924550" y="7581900"/>
            <a:ext cx="3238500" cy="5905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668000" y="1333500"/>
            <a:ext cx="6705600" cy="7524750"/>
          </a:xfrm>
          <a:prstGeom prst="roundRect">
            <a:avLst>
              <a:gd name="adj" fmla="val 3977"/>
            </a:avLst>
          </a:prstGeom>
          <a:solidFill>
            <a:srgbClr val="1F3FD1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25200" y="1676400"/>
            <a:ext cx="609600" cy="6096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77600" y="1857375"/>
            <a:ext cx="314325" cy="247650"/>
          </a:xfrm>
          <a:custGeom>
            <a:avLst/>
            <a:gdLst/>
            <a:ahLst/>
            <a:cxnLst/>
            <a:rect l="l" t="t" r="r" b="b"/>
            <a:pathLst>
              <a:path w="314325" h="247650">
                <a:moveTo>
                  <a:pt x="0" y="133350"/>
                </a:moveTo>
                <a:lnTo>
                  <a:pt x="114300" y="247650"/>
                </a:lnTo>
                <a:lnTo>
                  <a:pt x="3143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25200" y="25336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125200" y="2895600"/>
            <a:ext cx="5791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4800" dirty="0" spc="-6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8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4800" dirty="0" spc="-2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1125200" y="3962400"/>
            <a:ext cx="5791200" cy="457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5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r>
              <a:rPr lang="en-US" sz="255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relay.</a:t>
            </a:r>
            <a:endParaRPr lang="en-US" sz="2550" dirty="0"/>
          </a:p>
          <a:p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b="1" dirty="0" spc="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bại,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relay.</a:t>
            </a:r>
            <a:endParaRPr lang="en-US" sz="2550" dirty="0"/>
          </a:p>
          <a:p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-3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nó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550" dirty="0"/>
          </a:p>
        </p:txBody>
      </p:sp>
      <p:sp>
        <p:nvSpPr>
          <p:cNvPr id="21" name="Connector line-1792366404193-70025691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e38f08b-a2a6-425a-9d07-abb3bcec7a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289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28194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1181100" y="34290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81100" y="40957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05400" y="26289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28194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5372100" y="34290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372100" y="40957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 giữ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296400" y="26289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63100" y="28194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SSL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9563100" y="34290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Sockets</a:t>
            </a:r>
            <a:r>
              <a:rPr lang="en-US" sz="1650" dirty="0" spc="-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563100" y="40957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18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487400" y="26289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54100" y="28194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3754100" y="34290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Authority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754100" y="40957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51054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1100" y="52959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450" dirty="0"/>
          </a:p>
        </p:txBody>
      </p:sp>
      <p:sp>
        <p:nvSpPr>
          <p:cNvPr id="22" name="Text 20"/>
          <p:cNvSpPr/>
          <p:nvPr/>
        </p:nvSpPr>
        <p:spPr>
          <a:xfrm>
            <a:off x="1181100" y="59055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1100" y="65722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công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105400" y="51054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72100" y="52959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3450" dirty="0"/>
          </a:p>
        </p:txBody>
      </p:sp>
      <p:sp>
        <p:nvSpPr>
          <p:cNvPr id="26" name="Text 24"/>
          <p:cNvSpPr/>
          <p:nvPr/>
        </p:nvSpPr>
        <p:spPr>
          <a:xfrm>
            <a:off x="5372100" y="59055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5372100" y="65722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8446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296400" y="51054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63100" y="52959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450" dirty="0"/>
          </a:p>
        </p:txBody>
      </p:sp>
      <p:sp>
        <p:nvSpPr>
          <p:cNvPr id="30" name="Text 28"/>
          <p:cNvSpPr/>
          <p:nvPr/>
        </p:nvSpPr>
        <p:spPr>
          <a:xfrm>
            <a:off x="9563100" y="59055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563100" y="65722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3487400" y="5105400"/>
            <a:ext cx="3886200" cy="2247900"/>
          </a:xfrm>
          <a:prstGeom prst="roundRect">
            <a:avLst>
              <a:gd name="adj" fmla="val 9322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54100" y="5295900"/>
            <a:ext cx="3352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3450" dirty="0"/>
          </a:p>
        </p:txBody>
      </p:sp>
      <p:sp>
        <p:nvSpPr>
          <p:cNvPr id="34" name="Text 32"/>
          <p:cNvSpPr/>
          <p:nvPr/>
        </p:nvSpPr>
        <p:spPr>
          <a:xfrm>
            <a:off x="13754100" y="59055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3754100" y="6572250"/>
            <a:ext cx="33528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14400" y="7696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14400" y="80581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(mô-đun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ssl)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(s_client) ·</a:t>
            </a:r>
            <a:r>
              <a:rPr lang="en-US" sz="180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pyca/cryptography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(x509)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4400" y="85534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39" name="Connector line-1792367682702-4399541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775c1219-a801-4c03-be97-048c2daff4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2026-10-19T00:07:32Z</dcterms:created>
  <dcterms:modified xsi:type="dcterms:W3CDTF">2026-10-19T00:07:32Z</dcterms:modified>
</cp:coreProperties>
</file>