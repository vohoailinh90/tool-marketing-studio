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chiến</a:t>
            </a:r>
            <a:r>
              <a:rPr lang="en-US" sz="8100" dirty="0" spc="-1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ra,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238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volatile-lru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đầy: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30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51816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65722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7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33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3300" dirty="0" spc="-3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57300" y="7334250"/>
            <a:ext cx="45720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FIFO,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MRU,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SLRU:</a:t>
            </a:r>
            <a:r>
              <a:rPr lang="en-US" sz="21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15100" y="6286500"/>
            <a:ext cx="51816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65722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33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 Redis,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33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MB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858000" y="7334250"/>
            <a:ext cx="45720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LFU trúng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115800" y="6286500"/>
            <a:ext cx="52578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58700" y="65722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Bẫy cấu</a:t>
            </a:r>
            <a:r>
              <a:rPr lang="en-US" sz="330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458700" y="7334250"/>
            <a:ext cx="45720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noeviction: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ghi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MB,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3df41474-e28c-4aff-a7a4-00d114b72d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maxmemory-policy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52400" cy="38100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48000"/>
            <a:ext cx="15811500" cy="40005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mềm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chọn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524000" y="7524750"/>
            <a:ext cx="15811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 tên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 chọn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55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550" dirty="0"/>
          </a:p>
        </p:txBody>
      </p:sp>
      <p:sp>
        <p:nvSpPr>
          <p:cNvPr id="7" name="Connector line-1792372360435-29830521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fd47f50-37c8-47dc-b61e-aa0c128cb5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có,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LRU,</a:t>
            </a:r>
            <a:r>
              <a:rPr lang="en-US" sz="42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LFU,</a:t>
            </a:r>
            <a:r>
              <a:rPr lang="en-US" sz="4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ngẫu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nhiên,</a:t>
            </a:r>
            <a:r>
              <a:rPr lang="en-US" sz="42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TTL</a:t>
            </a:r>
            <a:endParaRPr lang="en-US" sz="4200" dirty="0"/>
          </a:p>
        </p:txBody>
      </p:sp>
      <p:sp>
        <p:nvSpPr>
          <p:cNvPr id="7" name="Text richtext-1792372409038-123833693"/>
          <p:cNvSpPr/>
          <p:nvPr/>
        </p:nvSpPr>
        <p:spPr>
          <a:xfrm>
            <a:off x="1333500" y="4714875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allkeys-lru,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allkeys-lfu,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allkeys-random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volatile: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volatile-ttl: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FIFO,</a:t>
            </a:r>
            <a:r>
              <a:rPr lang="en-US" sz="4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MRU,</a:t>
            </a:r>
            <a:r>
              <a:rPr lang="en-US" sz="4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SLRU</a:t>
            </a:r>
            <a:endParaRPr lang="en-US" sz="4200" dirty="0"/>
          </a:p>
        </p:txBody>
      </p:sp>
      <p:sp>
        <p:nvSpPr>
          <p:cNvPr id="11" name="Text richtext-1792372409052-919807829"/>
          <p:cNvSpPr/>
          <p:nvPr/>
        </p:nvSpPr>
        <p:spPr>
          <a:xfrm>
            <a:off x="9791700" y="4714875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SLRU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memcached: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LRU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nóng,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lạnh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250" dirty="0"/>
          </a:p>
        </p:txBody>
      </p:sp>
      <p:sp>
        <p:nvSpPr>
          <p:cNvPr id="12" name="Connector line-1792372409059-31176673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79e4e26-d08d-48ac-b52f-8141994fa0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60.000</a:t>
            </a:r>
            <a:r>
              <a:rPr lang="en-US" sz="180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LFU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thắng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cả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3291840"/>
                <a:gridCol w="3291840"/>
                <a:gridCol w="3291840"/>
              </a:tblGrid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Kiểu truy cập</a:t>
                      </a:r>
                      <a:r>
                        <a:rPr lang="en-US" sz="2400" b="1" dirty="0" spc="-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(tỷ</a:t>
                      </a:r>
                      <a:r>
                        <a:rPr lang="en-US" sz="2400" b="1" dirty="0" spc="-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trúng)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8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allkeys-lru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6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allkeys-lfu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allkeys-random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Lệch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78,8%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81,2%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77,4%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Nóng</a:t>
                      </a:r>
                      <a:r>
                        <a:rPr lang="en-US" sz="2400" b="1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lẫn</a:t>
                      </a:r>
                      <a:r>
                        <a:rPr lang="en-US" sz="2400" b="1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400" b="1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400" b="1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55,1%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1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67,3%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51,0%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Lặp</a:t>
                      </a:r>
                      <a:r>
                        <a:rPr lang="en-US" sz="2400" b="1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vòng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16,8%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31,2%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19,7%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620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LRU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mẫu: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trúng.</a:t>
            </a:r>
            <a:endParaRPr lang="en-US" sz="2100" dirty="0"/>
          </a:p>
        </p:txBody>
      </p:sp>
      <p:sp>
        <p:nvSpPr>
          <p:cNvPr id="6" name="Connector line-1792372409951-84428118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f96d890-adc0-47bd-ada6-cddbf33723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BẪY</a:t>
            </a:r>
            <a:r>
              <a:rPr lang="en-US" sz="1800" b="1" spc="28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Đầy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 bị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3048000"/>
          </a:xfrm>
          <a:prstGeom prst="rect">
            <a:avLst/>
          </a:prstGeom>
          <a:noFill/>
          <a:ln/>
        </p:spPr>
        <p:txBody>
          <a:bodyPr wrap="square" lIns="0" tIns="213360" rIns="0" bIns="-213360" rtlCol="0" anchor="ctr"/>
          <a:lstStyle/>
          <a:p>
            <a:pPr algn="l" indent="0" marL="0">
              <a:lnSpc>
                <a:spcPts val="21000"/>
              </a:lnSpc>
              <a:buNone/>
            </a:pPr>
            <a:r>
              <a:rPr lang="en-US" sz="21000" dirty="0" spc="-9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8.981</a:t>
            </a:r>
            <a:endParaRPr lang="en-US" sz="21000" dirty="0"/>
          </a:p>
        </p:txBody>
      </p:sp>
      <p:sp>
        <p:nvSpPr>
          <p:cNvPr id="5" name="Text 3"/>
          <p:cNvSpPr/>
          <p:nvPr/>
        </p:nvSpPr>
        <p:spPr>
          <a:xfrm>
            <a:off x="914400" y="60007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 ghi lỗi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OOM,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80,1%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715500" y="2952750"/>
            <a:ext cx="7658100" cy="2476500"/>
          </a:xfrm>
          <a:prstGeom prst="roundRect">
            <a:avLst>
              <a:gd name="adj" fmla="val 10769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0" y="3190875"/>
            <a:ext cx="689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noeviction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96500" y="4000500"/>
            <a:ext cx="6896100" cy="1143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ra;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715500" y="5715000"/>
            <a:ext cx="76581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96500" y="5953125"/>
            <a:ext cx="689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volatile-lru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096500" y="6762750"/>
            <a:ext cx="6896100" cy="1428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sống: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noeviction.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7524750"/>
            <a:ext cx="8191500" cy="762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1950" dirty="0"/>
          </a:p>
        </p:txBody>
      </p:sp>
      <p:sp>
        <p:nvSpPr>
          <p:cNvPr id="13" name="Connector line-1792372410804-73923398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299852b-c349-43cb-bae2-e1434a02e1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86000" y="2857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96500" y="28575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191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286000" y="4191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tầng: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 độ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96500" y="41910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 trúng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hỏi thêm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524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524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286000" y="5524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096500" y="55245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lệch; cần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858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6858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2286000" y="6858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INFO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096500" y="68580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tỷ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trúng,</a:t>
            </a:r>
            <a:r>
              <a:rPr lang="en-US" sz="21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evicted_keys,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100" dirty="0"/>
          </a:p>
        </p:txBody>
      </p:sp>
      <p:sp>
        <p:nvSpPr>
          <p:cNvPr id="20" name="Connector line-1792372411647-9948977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b7dd176b-f5f9-4c44-9cba-be7de6ff6d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 có hạn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4953000" cy="2286000"/>
          </a:xfrm>
          <a:prstGeom prst="roundRect">
            <a:avLst>
              <a:gd name="adj" fmla="val 11667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191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Redis,</a:t>
            </a:r>
            <a:r>
              <a:rPr lang="en-US" sz="3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volatile-lru</a:t>
            </a:r>
            <a:endParaRPr lang="en-US" sz="3900" dirty="0"/>
          </a:p>
        </p:txBody>
      </p:sp>
      <p:sp>
        <p:nvSpPr>
          <p:cNvPr id="6" name="Connector line-1792372452690-735375253"/>
          <p:cNvSpPr/>
          <p:nvPr/>
        </p:nvSpPr>
        <p:spPr>
          <a:xfrm flipV="1">
            <a:off x="5962650" y="3714750"/>
            <a:ext cx="3657600" cy="95250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372452690-19386189"/>
          <p:cNvSpPr/>
          <p:nvPr/>
        </p:nvSpPr>
        <p:spPr>
          <a:xfrm>
            <a:off x="5962650" y="5619750"/>
            <a:ext cx="3657600" cy="952500"/>
          </a:xfrm>
          <a:prstGeom prst="line">
            <a:avLst/>
          </a:prstGeom>
          <a:noFill/>
          <a:ln w="47625">
            <a:solidFill>
              <a:srgbClr val="6B6A66"/>
            </a:solidFill>
            <a:prstDash val="lgDash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753600" y="29527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34600" y="3143250"/>
            <a:ext cx="685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33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134600" y="3857625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2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2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753600" y="56197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34600" y="5810250"/>
            <a:ext cx="685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0134600" y="6524625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đụng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78105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bỏ: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noeviction.</a:t>
            </a:r>
            <a:endParaRPr lang="en-US" sz="2250" dirty="0"/>
          </a:p>
        </p:txBody>
      </p:sp>
      <p:sp>
        <p:nvSpPr>
          <p:cNvPr id="15" name="Connector line-1792372452706-77215999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ea3e2f4-d65f-4f0f-b038-6dd76fe5c4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tùy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900" dirty="0"/>
          </a:p>
        </p:txBody>
      </p:sp>
      <p:sp>
        <p:nvSpPr>
          <p:cNvPr id="6" name="Text richtext-1792372453597-195827099"/>
          <p:cNvSpPr/>
          <p:nvPr/>
        </p:nvSpPr>
        <p:spPr>
          <a:xfrm>
            <a:off x="13335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trừu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3900" dirty="0"/>
          </a:p>
        </p:txBody>
      </p:sp>
      <p:sp>
        <p:nvSpPr>
          <p:cNvPr id="9" name="Text richtext-1792372453606-852993633"/>
          <p:cNvSpPr/>
          <p:nvPr/>
        </p:nvSpPr>
        <p:spPr>
          <a:xfrm>
            <a:off x="97917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memcached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cấu hình lỗi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endParaRPr lang="en-US" sz="2400" dirty="0"/>
          </a:p>
        </p:txBody>
      </p:sp>
      <p:sp>
        <p:nvSpPr>
          <p:cNvPr id="10" name="Connector line-1792372453615-18120338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4252d54-2aa3-4568-b19e-5430899cae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LRU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14400" y="32766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Recently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36004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486400" y="266700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MRU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5486400" y="32766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Recently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86400" y="36004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4238625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SLRU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914400" y="4848225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Segmented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LRU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5172075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LRU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86400" y="4238625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LFU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5486400" y="4848225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Frequently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86400" y="5172075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5810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FIFO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914400" y="6419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First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First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6743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486400" y="5810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2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5486400" y="6419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</a:t>
            </a:r>
            <a:r>
              <a:rPr lang="en-US" sz="1650" dirty="0" spc="-5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486400" y="6743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14400" y="7381875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914400" y="7991475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14400" y="8315325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Cỡ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486400" y="7381875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OOM</a:t>
            </a:r>
            <a:endParaRPr lang="en-US" sz="3450" dirty="0"/>
          </a:p>
        </p:txBody>
      </p:sp>
      <p:sp>
        <p:nvSpPr>
          <p:cNvPr id="26" name="Text 24"/>
          <p:cNvSpPr/>
          <p:nvPr/>
        </p:nvSpPr>
        <p:spPr>
          <a:xfrm>
            <a:off x="5486400" y="7991475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 Of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486400" y="8315325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096500" y="2857500"/>
            <a:ext cx="72771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0572750" y="32385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0" name="Text richtext-1792372454491-944334606"/>
          <p:cNvSpPr/>
          <p:nvPr/>
        </p:nvSpPr>
        <p:spPr>
          <a:xfrm>
            <a:off x="10572750" y="3810000"/>
            <a:ext cx="6324600" cy="3048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eviction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memcached: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LRU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1.6.24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0572750" y="7239000"/>
            <a:ext cx="6324600" cy="9525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endParaRPr lang="en-US" sz="1800" dirty="0"/>
          </a:p>
        </p:txBody>
      </p:sp>
      <p:sp>
        <p:nvSpPr>
          <p:cNvPr id="32" name="Connector line-1792372454500-24228489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26caad83-6d5f-4bad-8276-aea36d0dc4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2026-10-19T01:28:53Z</dcterms:created>
  <dcterms:modified xsi:type="dcterms:W3CDTF">2026-10-19T01:28:53Z</dcterms:modified>
</cp:coreProperties>
</file>