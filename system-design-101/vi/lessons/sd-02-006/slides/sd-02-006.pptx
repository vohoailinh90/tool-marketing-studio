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619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Levels.fyi: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backend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riêng?</a:t>
            </a:r>
            <a:endParaRPr lang="en-US" sz="3000" dirty="0"/>
          </a:p>
        </p:txBody>
      </p:sp>
      <p:sp>
        <p:nvSpPr>
          <p:cNvPr id="5" name="Connector line-1792374188058-242139089"/>
          <p:cNvSpPr/>
          <p:nvPr/>
        </p:nvSpPr>
        <p:spPr>
          <a:xfrm>
            <a:off x="914400" y="6858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143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đơn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858500" y="1714500"/>
            <a:ext cx="6477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39500" y="19621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39500" y="2381250"/>
            <a:ext cx="5715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r>
              <a:rPr lang="en-US" sz="390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Forms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10858500" y="3619500"/>
            <a:ext cx="6477000" cy="1619250"/>
          </a:xfrm>
          <a:prstGeom prst="roundRect">
            <a:avLst>
              <a:gd name="adj" fmla="val 16471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9500" y="38671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39500" y="4286250"/>
            <a:ext cx="5715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Sheets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10858500" y="5524500"/>
            <a:ext cx="6477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57721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1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39500" y="6191250"/>
            <a:ext cx="5715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39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serverless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0858500" y="7429500"/>
            <a:ext cx="64770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da090f0-ab94-4348-bcbf-09566d120e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 tính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chở</a:t>
            </a:r>
            <a:r>
              <a:rPr lang="en-US" sz="75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5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4209827-884928579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sánh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có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gì,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31ca630-80d5-4a61-be61-5f0edcab2f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195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mảnh,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0515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667000" y="31432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667000" y="371475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81965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667000" y="48577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Sheets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67000" y="542925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286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534150"/>
            <a:ext cx="114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667000" y="65722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67000" y="7143750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mỗi tháng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a6140c8-0453-44c7-8cd4-4f82af814e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b="1" spc="2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4389" rIns="0" bIns="-64389" rtlCol="0" anchor="t"/>
          <a:lstStyle/>
          <a:p>
            <a:pPr algn="l" indent="0" marL="0">
              <a:lnSpc>
                <a:spcPts val="8268"/>
              </a:lnSpc>
              <a:buNone/>
            </a:pPr>
            <a:r>
              <a:rPr lang="en-US" sz="78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7800" dirty="0" spc="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800" dirty="0" spc="-3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8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giản,</a:t>
            </a:r>
            <a:r>
              <a:rPr lang="en-US" sz="7800" dirty="0" spc="-2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cải</a:t>
            </a:r>
            <a:r>
              <a:rPr lang="en-US" sz="7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78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dần.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2190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richtext-1792374239148-664760566"/>
          <p:cNvSpPr/>
          <p:nvPr/>
        </p:nvSpPr>
        <p:spPr>
          <a:xfrm>
            <a:off x="1333500" y="5334000"/>
            <a:ext cx="14287500" cy="22860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Nghe</a:t>
            </a:r>
            <a:r>
              <a:rPr lang="en-US" sz="27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7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backend,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7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700" dirty="0" spc="3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809625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9c5dff1-bbdb-40e9-a35a-ce0cd60885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381500"/>
          </a:xfrm>
          <a:prstGeom prst="roundRect">
            <a:avLst>
              <a:gd name="adj" fmla="val 6087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DDE3F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1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dựng,</a:t>
            </a:r>
            <a:r>
              <a:rPr lang="en-US" sz="2250" dirty="0" spc="-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7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25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381500"/>
          </a:xfrm>
          <a:prstGeom prst="roundRect">
            <a:avLst>
              <a:gd name="adj" fmla="val 608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15150" y="43815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3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3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33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915150" y="60007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381500"/>
          </a:xfrm>
          <a:prstGeom prst="roundRect">
            <a:avLst>
              <a:gd name="adj" fmla="val 608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534900" y="43815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 ý</a:t>
            </a:r>
            <a:r>
              <a:rPr lang="en-US" sz="3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534900" y="60007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a83ae24-7fd8-45d9-9d26-7e0e3cc364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242048"/>
                <a:gridCol w="4608576"/>
                <a:gridCol w="4608576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cần</a:t>
                      </a: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Cơ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40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Ràng</a:t>
                      </a: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buộc</a:t>
                      </a:r>
                      <a:r>
                        <a:rPr lang="en-US" sz="24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kiểu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-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thiếu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 nhiều</a:t>
                      </a:r>
                      <a:r>
                        <a:rPr lang="en-US" sz="240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-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thiếu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400" dirty="0" spc="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phức</a:t>
                      </a:r>
                      <a:r>
                        <a:rPr lang="en-US" sz="24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-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thiếu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Hạn</a:t>
                      </a:r>
                      <a:r>
                        <a:rPr lang="en-US" sz="2400" dirty="0" spc="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4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40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gọi,</a:t>
                      </a: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kích</a:t>
                      </a:r>
                      <a:r>
                        <a:rPr lang="en-US" sz="24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tùy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2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400" dirty="0" spc="1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3820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nào.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65e1d70-da95-48b0-b61e-5142b9146c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4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chỗ: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48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ghế.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48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000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1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b="1" spc="226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156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47675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4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5400" dirty="0"/>
          </a:p>
        </p:txBody>
      </p:sp>
      <p:sp>
        <p:nvSpPr>
          <p:cNvPr id="7" name="Text richtext-1792374289895-64286138"/>
          <p:cNvSpPr/>
          <p:nvPr/>
        </p:nvSpPr>
        <p:spPr>
          <a:xfrm>
            <a:off x="1371600" y="5619750"/>
            <a:ext cx="70866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ghế.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6195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4000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LEVELS.FYI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9800" y="447675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Chịu</a:t>
            </a:r>
            <a:r>
              <a:rPr lang="en-US" sz="5400" dirty="0" spc="-7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5400" dirty="0"/>
          </a:p>
        </p:txBody>
      </p:sp>
      <p:sp>
        <p:nvSpPr>
          <p:cNvPr id="11" name="Text richtext-1792374289918-642861615"/>
          <p:cNvSpPr/>
          <p:nvPr/>
        </p:nvSpPr>
        <p:spPr>
          <a:xfrm>
            <a:off x="9829800" y="5619750"/>
            <a:ext cx="70866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 chỉ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suy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e4621a2-5e23-4c60-a110-2203475f6a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giản,</a:t>
            </a:r>
            <a:r>
              <a:rPr lang="en-US" sz="6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9530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667500" y="3238500"/>
            <a:ext cx="49530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8500" y="352425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048500" y="4381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420600" y="3238500"/>
            <a:ext cx="4953000" cy="3048000"/>
          </a:xfrm>
          <a:prstGeom prst="roundRect">
            <a:avLst>
              <a:gd name="adj" fmla="val 875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0" y="352425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801600" y="4381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hàm</a:t>
            </a:r>
            <a:endParaRPr lang="en-US" sz="2550" dirty="0"/>
          </a:p>
        </p:txBody>
      </p:sp>
      <p:sp>
        <p:nvSpPr>
          <p:cNvPr id="13" name="Connector line-1792374307172-234435337"/>
          <p:cNvSpPr/>
          <p:nvPr/>
        </p:nvSpPr>
        <p:spPr>
          <a:xfrm>
            <a:off x="5924550" y="4762500"/>
            <a:ext cx="666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4307172-329161281"/>
          <p:cNvSpPr/>
          <p:nvPr/>
        </p:nvSpPr>
        <p:spPr>
          <a:xfrm>
            <a:off x="11677650" y="4762500"/>
            <a:ext cx="666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953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có giới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157525b-67d2-4cee-ba6d-07e45a68cc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385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24250"/>
            <a:ext cx="7429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Serverless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quản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49530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nhà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58300" y="2857500"/>
            <a:ext cx="81153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639300" y="32385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9639300" y="3524250"/>
            <a:ext cx="7429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Backend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639300" y="4476750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39300" y="49530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69532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73914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438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Levels.fyi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45fe83a-b081-4ec1-9779-4dcf2b17fe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2026-10-19T01:45:48Z</dcterms:created>
  <dcterms:modified xsi:type="dcterms:W3CDTF">2026-10-19T01:45:48Z</dcterms:modified>
</cp:coreProperties>
</file>