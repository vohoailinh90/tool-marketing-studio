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95250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trigger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action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Khi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</a:t>
            </a:r>
            <a:r>
              <a:rPr lang="en-US" sz="3150" dirty="0" spc="-3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xảy</a:t>
            </a:r>
            <a:r>
              <a:rPr lang="en-US" sz="3150" dirty="0" spc="-3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B,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31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3150" dirty="0" spc="-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715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nháp,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1277600" y="17907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 kiện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1277600" y="24003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858500" y="33147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58500" y="33147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7600" y="34861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Trigger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1277600" y="40957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858500" y="50101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58500" y="50101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1277600" y="51816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Lọc</a:t>
            </a:r>
            <a:r>
              <a:rPr lang="en-US" sz="345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345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1277600" y="57912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0858500" y="6705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58500" y="6705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11277600" y="687705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Action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1277600" y="74866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df89ac0-bae5-4346-8e71-375b3f80a5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78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ra,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tắc: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</a:t>
            </a:r>
            <a:r>
              <a:rPr lang="en-US" sz="270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xảy ra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B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dụ: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Zapier,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If This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Then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Phía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sau: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</a:t>
            </a:r>
            <a:r>
              <a:rPr lang="en-US" sz="2700" dirty="0" spc="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051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Nền tảng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no-code: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“API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API”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095500" cy="1333500"/>
          </a:xfrm>
          <a:prstGeom prst="roundRect">
            <a:avLst>
              <a:gd name="adj" fmla="val 11429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810000"/>
            <a:ext cx="209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  <a:p>
            <a:pPr algn="ctr" indent="0" marL="0">
              <a:buNone/>
            </a:pPr>
            <a:r>
              <a:rPr lang="en-US" sz="18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8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80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18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049000" y="3810000"/>
            <a:ext cx="2667000" cy="1333500"/>
          </a:xfrm>
          <a:prstGeom prst="roundRect">
            <a:avLst>
              <a:gd name="adj" fmla="val 11429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3810000"/>
            <a:ext cx="266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no-code</a:t>
            </a:r>
            <a:endParaRPr lang="en-US" sz="2250" dirty="0"/>
          </a:p>
          <a:p>
            <a:pPr algn="ctr" indent="0" marL="0">
              <a:buNone/>
            </a:pPr>
            <a:r>
              <a:rPr lang="en-US" sz="1950" dirty="0" spc="-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API</a:t>
            </a:r>
            <a:r>
              <a:rPr lang="en-US" sz="1950" dirty="0" spc="0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1950" dirty="0" spc="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1950" dirty="0" spc="-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4668500" y="3810000"/>
            <a:ext cx="2095500" cy="1333500"/>
          </a:xfrm>
          <a:prstGeom prst="roundRect">
            <a:avLst>
              <a:gd name="adj" fmla="val 11429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68500" y="3810000"/>
            <a:ext cx="209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  <a:p>
            <a:pPr algn="ctr" indent="0" marL="0"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250" dirty="0"/>
          </a:p>
        </p:txBody>
      </p:sp>
      <p:sp>
        <p:nvSpPr>
          <p:cNvPr id="21" name="Connector line-1792287876445-868117611"/>
          <p:cNvSpPr/>
          <p:nvPr/>
        </p:nvSpPr>
        <p:spPr>
          <a:xfrm>
            <a:off x="10115550" y="4572000"/>
            <a:ext cx="914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287876446-24592978"/>
          <p:cNvSpPr/>
          <p:nvPr/>
        </p:nvSpPr>
        <p:spPr>
          <a:xfrm>
            <a:off x="13735050" y="4572000"/>
            <a:ext cx="914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096500" y="40767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18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0" y="40767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01000" y="5905500"/>
            <a:ext cx="8763000" cy="190500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0" y="5905500"/>
            <a:ext cx="95250" cy="1905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61341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</a:t>
            </a:r>
            <a:r>
              <a:rPr lang="en-US" sz="225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225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225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225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225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2250" dirty="0"/>
          </a:p>
        </p:txBody>
      </p:sp>
      <p:sp>
        <p:nvSpPr>
          <p:cNvPr id="28" name="Text richtext-1792287876455-791821528"/>
          <p:cNvSpPr/>
          <p:nvPr/>
        </p:nvSpPr>
        <p:spPr>
          <a:xfrm>
            <a:off x="8382000" y="6667500"/>
            <a:ext cx="8191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Email mới,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mới,</a:t>
            </a:r>
            <a:r>
              <a:rPr lang="en-US" sz="22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Cũng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trigger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lịch: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17830347-0032-4ea5-860e-316f9d8f9e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 ·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TRIGGER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(ĐIỀU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1950" spc="18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0010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67000"/>
            <a:ext cx="800100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718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57300" y="35433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</a:t>
            </a: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</a:t>
            </a:r>
            <a:r>
              <a:rPr lang="en-US" sz="22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kỳ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85900" y="4191000"/>
            <a:ext cx="2286000" cy="533400"/>
          </a:xfrm>
          <a:prstGeom prst="roundRect">
            <a:avLst>
              <a:gd name="adj" fmla="val 21429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191000"/>
            <a:ext cx="2286000" cy="533400"/>
          </a:xfrm>
          <a:prstGeom prst="roundRect">
            <a:avLst>
              <a:gd name="adj" fmla="val 21429"/>
            </a:avLst>
          </a:prstGeom>
          <a:solidFill>
            <a:srgbClr val="2C303D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 A</a:t>
            </a:r>
            <a:endParaRPr lang="en-US" sz="1950" dirty="0"/>
          </a:p>
        </p:txBody>
      </p:sp>
      <p:sp>
        <p:nvSpPr>
          <p:cNvPr id="10" name="Connector line-1792287905876-787749081"/>
          <p:cNvSpPr/>
          <p:nvPr/>
        </p:nvSpPr>
        <p:spPr>
          <a:xfrm>
            <a:off x="2628900" y="4743450"/>
            <a:ext cx="0" cy="2209800"/>
          </a:xfrm>
          <a:prstGeom prst="line">
            <a:avLst/>
          </a:prstGeom>
          <a:noFill/>
          <a:ln w="2857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11" name="Connector line-1792287905876-505447760"/>
          <p:cNvSpPr/>
          <p:nvPr/>
        </p:nvSpPr>
        <p:spPr>
          <a:xfrm>
            <a:off x="7200900" y="4743450"/>
            <a:ext cx="0" cy="2209800"/>
          </a:xfrm>
          <a:prstGeom prst="line">
            <a:avLst/>
          </a:prstGeom>
          <a:noFill/>
          <a:ln w="2857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2762250" y="48768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18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</a:t>
            </a: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 không?</a:t>
            </a:r>
            <a:endParaRPr lang="en-US" sz="1800" dirty="0"/>
          </a:p>
        </p:txBody>
      </p:sp>
      <p:sp>
        <p:nvSpPr>
          <p:cNvPr id="13" name="Connector line-1792287905879-252122075"/>
          <p:cNvSpPr/>
          <p:nvPr/>
        </p:nvSpPr>
        <p:spPr>
          <a:xfrm>
            <a:off x="2647950" y="5257800"/>
            <a:ext cx="45339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762250" y="539115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endParaRPr lang="en-US" sz="1800" dirty="0"/>
          </a:p>
        </p:txBody>
      </p:sp>
      <p:sp>
        <p:nvSpPr>
          <p:cNvPr id="15" name="Connector line-1792287905881-95652340"/>
          <p:cNvSpPr/>
          <p:nvPr/>
        </p:nvSpPr>
        <p:spPr>
          <a:xfrm flipH="1">
            <a:off x="2647950" y="5772150"/>
            <a:ext cx="4533900" cy="0"/>
          </a:xfrm>
          <a:prstGeom prst="line">
            <a:avLst/>
          </a:prstGeom>
          <a:noFill/>
          <a:ln w="38100">
            <a:solidFill>
              <a:srgbClr val="A3A09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762250" y="59055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18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</a:t>
            </a: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 không?</a:t>
            </a:r>
            <a:endParaRPr lang="en-US" sz="1800" dirty="0"/>
          </a:p>
        </p:txBody>
      </p:sp>
      <p:sp>
        <p:nvSpPr>
          <p:cNvPr id="17" name="Connector line-1792287905883-926852161"/>
          <p:cNvSpPr/>
          <p:nvPr/>
        </p:nvSpPr>
        <p:spPr>
          <a:xfrm>
            <a:off x="2647950" y="6286500"/>
            <a:ext cx="45339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762250" y="641985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8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19" name="Connector line-1792287905886-920762684"/>
          <p:cNvSpPr/>
          <p:nvPr/>
        </p:nvSpPr>
        <p:spPr>
          <a:xfrm flipH="1">
            <a:off x="2647950" y="6800850"/>
            <a:ext cx="45339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57300" y="74295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Đơn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giản,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trễ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cỡ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72600" y="2667000"/>
            <a:ext cx="800100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2667000"/>
            <a:ext cx="800100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29718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Webhook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9715500" y="35433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250" dirty="0" spc="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địa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2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944100" y="4191000"/>
            <a:ext cx="2286000" cy="533400"/>
          </a:xfrm>
          <a:prstGeom prst="roundRect">
            <a:avLst>
              <a:gd name="adj" fmla="val 21429"/>
            </a:avLst>
          </a:prstGeom>
          <a:solidFill>
            <a:srgbClr val="2C303D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516100" y="4191000"/>
            <a:ext cx="2286000" cy="533400"/>
          </a:xfrm>
          <a:prstGeom prst="roundRect">
            <a:avLst>
              <a:gd name="adj" fmla="val 21429"/>
            </a:avLst>
          </a:prstGeom>
          <a:solidFill>
            <a:srgbClr val="2C303D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 A</a:t>
            </a:r>
            <a:endParaRPr lang="en-US" sz="1950" dirty="0"/>
          </a:p>
        </p:txBody>
      </p:sp>
      <p:sp>
        <p:nvSpPr>
          <p:cNvPr id="27" name="Connector line-1792287905898-664572153"/>
          <p:cNvSpPr/>
          <p:nvPr/>
        </p:nvSpPr>
        <p:spPr>
          <a:xfrm>
            <a:off x="11087100" y="4743450"/>
            <a:ext cx="0" cy="2209800"/>
          </a:xfrm>
          <a:prstGeom prst="line">
            <a:avLst/>
          </a:prstGeom>
          <a:noFill/>
          <a:ln w="2857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28" name="Connector line-1792287905898-344210767"/>
          <p:cNvSpPr/>
          <p:nvPr/>
        </p:nvSpPr>
        <p:spPr>
          <a:xfrm>
            <a:off x="15659100" y="4743450"/>
            <a:ext cx="0" cy="2209800"/>
          </a:xfrm>
          <a:prstGeom prst="line">
            <a:avLst/>
          </a:prstGeom>
          <a:noFill/>
          <a:ln w="2857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1220450" y="542925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</a:t>
            </a:r>
            <a:r>
              <a:rPr lang="en-US" sz="18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webhook</a:t>
            </a:r>
            <a:r>
              <a:rPr lang="en-US" sz="18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ngay</a:t>
            </a: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18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18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18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1800" dirty="0"/>
          </a:p>
        </p:txBody>
      </p:sp>
      <p:sp>
        <p:nvSpPr>
          <p:cNvPr id="30" name="Connector line-1792287905901-889530271"/>
          <p:cNvSpPr/>
          <p:nvPr/>
        </p:nvSpPr>
        <p:spPr>
          <a:xfrm flipH="1">
            <a:off x="11106150" y="5810250"/>
            <a:ext cx="45339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715500" y="74295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tức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thì,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hỗ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trợ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f37ccb18-f134-4d84-913b-df50c2f037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LỌC</a:t>
            </a:r>
            <a:r>
              <a:rPr lang="en-US" sz="1950" spc="17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1950" spc="217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Lọc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78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7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 của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dụ: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khi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</a:t>
            </a:r>
            <a:r>
              <a:rPr lang="en-US" sz="270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chữ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Rồi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ô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nhập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0861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1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Lọc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dirty="0" spc="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371475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1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từ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239500" y="3524250"/>
            <a:ext cx="3143250" cy="13335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“hóa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đơn”?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335250" y="3714750"/>
            <a:ext cx="1657350" cy="952500"/>
          </a:xfrm>
          <a:prstGeom prst="roundRect">
            <a:avLst>
              <a:gd name="adj" fmla="val 14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100" dirty="0"/>
          </a:p>
        </p:txBody>
      </p:sp>
      <p:sp>
        <p:nvSpPr>
          <p:cNvPr id="18" name="Connector line-1792287930852-438132092"/>
          <p:cNvSpPr/>
          <p:nvPr/>
        </p:nvSpPr>
        <p:spPr>
          <a:xfrm>
            <a:off x="10401300" y="4191000"/>
            <a:ext cx="8191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287930852-17381526"/>
          <p:cNvSpPr/>
          <p:nvPr/>
        </p:nvSpPr>
        <p:spPr>
          <a:xfrm>
            <a:off x="14401800" y="4191000"/>
            <a:ext cx="914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401800" y="379095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1950" dirty="0"/>
          </a:p>
        </p:txBody>
      </p:sp>
      <p:sp>
        <p:nvSpPr>
          <p:cNvPr id="21" name="Connector line-1792287930854-329122619"/>
          <p:cNvSpPr/>
          <p:nvPr/>
        </p:nvSpPr>
        <p:spPr>
          <a:xfrm>
            <a:off x="12811125" y="4876800"/>
            <a:ext cx="0" cy="47625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973050" y="49530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53875" y="5391150"/>
            <a:ext cx="1714500" cy="419100"/>
          </a:xfrm>
          <a:prstGeom prst="roundRect">
            <a:avLst>
              <a:gd name="adj" fmla="val 2727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endParaRPr lang="en-US" sz="1950" dirty="0"/>
          </a:p>
        </p:txBody>
      </p:sp>
      <p:sp>
        <p:nvSpPr>
          <p:cNvPr id="24" name="Connector line-1792287930858-868296152"/>
          <p:cNvSpPr/>
          <p:nvPr/>
        </p:nvSpPr>
        <p:spPr>
          <a:xfrm>
            <a:off x="8001000" y="6096000"/>
            <a:ext cx="89916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8001000" y="62865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1950" dirty="0" spc="-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8572500" y="6858000"/>
            <a:ext cx="3048000" cy="723900"/>
          </a:xfrm>
          <a:prstGeom prst="roundRect">
            <a:avLst>
              <a:gd name="adj" fmla="val 1842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716000" y="6858000"/>
            <a:ext cx="3048000" cy="723900"/>
          </a:xfrm>
          <a:prstGeom prst="roundRect">
            <a:avLst>
              <a:gd name="adj" fmla="val 18421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250" dirty="0"/>
          </a:p>
        </p:txBody>
      </p:sp>
      <p:sp>
        <p:nvSpPr>
          <p:cNvPr id="28" name="Connector line-1792287930865-772242212"/>
          <p:cNvSpPr/>
          <p:nvPr/>
        </p:nvSpPr>
        <p:spPr>
          <a:xfrm>
            <a:off x="11639550" y="7219950"/>
            <a:ext cx="2057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1639550" y="6819900"/>
            <a:ext cx="2057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8572500" y="773430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trường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18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0" y="773430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ô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nhập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18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84162283-d839-40e7-9473-54fa085135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2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1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ACTION</a:t>
            </a:r>
            <a:r>
              <a:rPr lang="en-US" sz="1950" spc="225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(HÀNH</a:t>
            </a:r>
            <a:r>
              <a:rPr lang="en-US" sz="1950" spc="224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Action:</a:t>
            </a: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 của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4191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</a:t>
            </a:r>
            <a:r>
              <a:rPr lang="en-US" sz="27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thay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Tạo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dòng,</a:t>
            </a:r>
            <a:r>
              <a:rPr lang="en-US" sz="2700" dirty="0" spc="4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tin,</a:t>
            </a:r>
            <a:r>
              <a:rPr lang="en-US" sz="27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thẻ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Quyền</a:t>
            </a: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 bạn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lần,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70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OAuth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0861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action:</a:t>
            </a:r>
            <a:r>
              <a:rPr lang="en-US" sz="1950" dirty="0" spc="-5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1950" dirty="0" spc="-7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tảng</a:t>
            </a:r>
            <a:r>
              <a:rPr lang="en-US" sz="195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1950" dirty="0" spc="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2C303D"/>
          </a:solidFill>
          <a:ln w="28575">
            <a:solidFill>
              <a:srgbClr val="A3A09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413510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14135100" y="37147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8" name="Connector line-1792287957756-553612977"/>
          <p:cNvSpPr/>
          <p:nvPr/>
        </p:nvSpPr>
        <p:spPr>
          <a:xfrm>
            <a:off x="10877550" y="4333875"/>
            <a:ext cx="32385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877550" y="386715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925175" y="4533900"/>
            <a:ext cx="3143250" cy="457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OAuth:</a:t>
            </a:r>
            <a:r>
              <a:rPr lang="en-US" sz="18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8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21" name="Connector line-1792287957761-880123787"/>
          <p:cNvSpPr/>
          <p:nvPr/>
        </p:nvSpPr>
        <p:spPr>
          <a:xfrm>
            <a:off x="8001000" y="5619750"/>
            <a:ext cx="89916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001000" y="58483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100" dirty="0" spc="0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100" dirty="0" spc="-7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100" dirty="0" spc="-4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100" dirty="0" spc="-4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100" dirty="0" spc="-3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action nối</a:t>
            </a:r>
            <a:r>
              <a:rPr lang="en-US" sz="2100" dirty="0" spc="-1" kern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001000" y="6572250"/>
            <a:ext cx="2476500" cy="952500"/>
          </a:xfrm>
          <a:prstGeom prst="roundRect">
            <a:avLst>
              <a:gd name="adj" fmla="val 14000"/>
            </a:avLst>
          </a:prstGeom>
          <a:solidFill>
            <a:srgbClr val="2C303D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Action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334750" y="6572250"/>
            <a:ext cx="2476500" cy="952500"/>
          </a:xfrm>
          <a:prstGeom prst="roundRect">
            <a:avLst>
              <a:gd name="adj" fmla="val 14000"/>
            </a:avLst>
          </a:prstGeom>
          <a:solidFill>
            <a:srgbClr val="2C303D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Action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68500" y="6572250"/>
            <a:ext cx="2324100" cy="952500"/>
          </a:xfrm>
          <a:prstGeom prst="roundRect">
            <a:avLst>
              <a:gd name="adj" fmla="val 14000"/>
            </a:avLst>
          </a:prstGeom>
          <a:solidFill>
            <a:srgbClr val="2C303D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Action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26" name="Connector line-1792287957769-686714037"/>
          <p:cNvSpPr/>
          <p:nvPr/>
        </p:nvSpPr>
        <p:spPr>
          <a:xfrm>
            <a:off x="10496550" y="7048500"/>
            <a:ext cx="8191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7" name="Connector line-1792287957769-369420986"/>
          <p:cNvSpPr/>
          <p:nvPr/>
        </p:nvSpPr>
        <p:spPr>
          <a:xfrm>
            <a:off x="13830300" y="7048500"/>
            <a:ext cx="8191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274ac2b7-b7db-4524-a6fa-4a46830f46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19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1950" spc="22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1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BỔ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SUNG, KHÔNG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spc="21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5815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Trễ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polling: cỡ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 kỳ hỏi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15450" y="2762250"/>
            <a:ext cx="805815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8" name="Text 6"/>
          <p:cNvSpPr/>
          <p:nvPr/>
        </p:nvSpPr>
        <p:spPr>
          <a:xfrm>
            <a:off x="9696450" y="30861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 trùng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696450" y="39052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Khi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805815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295400" y="57531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3450" dirty="0" spc="-2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34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chừng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295400" y="65722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Thường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quay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15450" y="5429250"/>
            <a:ext cx="805815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4" name="Text 12"/>
          <p:cNvSpPr/>
          <p:nvPr/>
        </p:nvSpPr>
        <p:spPr>
          <a:xfrm>
            <a:off x="9696450" y="57531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4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450" dirty="0" spc="-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3450" dirty="0" spc="-2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696450" y="65722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Của</a:t>
            </a:r>
            <a:r>
              <a:rPr lang="en-US" sz="2700" dirty="0" spc="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80962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F8D9D0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8096250"/>
            <a:ext cx="114300" cy="8191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8096250"/>
            <a:ext cx="157162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fe6a41a-51e6-4503-8b17-3a5452374b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17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PHẠM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29225" cy="57150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330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33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3300" dirty="0"/>
          </a:p>
        </p:txBody>
      </p:sp>
      <p:sp>
        <p:nvSpPr>
          <p:cNvPr id="7" name="Text richtext-1792287994836-107202565"/>
          <p:cNvSpPr/>
          <p:nvPr/>
        </p:nvSpPr>
        <p:spPr>
          <a:xfrm>
            <a:off x="1238250" y="4000500"/>
            <a:ext cx="45720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báo,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chung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24625" y="2762250"/>
            <a:ext cx="5229225" cy="57150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24625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6848475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300" dirty="0"/>
          </a:p>
        </p:txBody>
      </p:sp>
      <p:sp>
        <p:nvSpPr>
          <p:cNvPr id="11" name="Text richtext-1792287994857-36187005"/>
          <p:cNvSpPr/>
          <p:nvPr/>
        </p:nvSpPr>
        <p:spPr>
          <a:xfrm>
            <a:off x="6848475" y="4000500"/>
            <a:ext cx="45720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polling,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khi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Trigger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thì, giới hạn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8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gói: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34850" y="2762250"/>
            <a:ext cx="5229225" cy="5715000"/>
          </a:xfrm>
          <a:prstGeom prst="roundRect">
            <a:avLst>
              <a:gd name="adj" fmla="val 3643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34850" y="2762250"/>
            <a:ext cx="5229225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58700" y="314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kỹ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3300" dirty="0"/>
          </a:p>
        </p:txBody>
      </p:sp>
      <p:sp>
        <p:nvSpPr>
          <p:cNvPr id="15" name="Text richtext-1792287994870-414101593"/>
          <p:cNvSpPr/>
          <p:nvPr/>
        </p:nvSpPr>
        <p:spPr>
          <a:xfrm>
            <a:off x="12458700" y="4000500"/>
            <a:ext cx="45720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No-code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trùng, lỗi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559e491-5863-4b83-aea8-2ea677bced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8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6667500" cy="5905500"/>
          </a:xfrm>
          <a:prstGeom prst="roundRect">
            <a:avLst>
              <a:gd name="adj" fmla="val 3226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467100"/>
            <a:ext cx="5905500" cy="571500"/>
          </a:xfrm>
          <a:prstGeom prst="roundRect">
            <a:avLst>
              <a:gd name="adj" fmla="val 2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Email</a:t>
            </a:r>
            <a:r>
              <a:rPr lang="en-US" sz="22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171950"/>
            <a:ext cx="5905500" cy="571500"/>
          </a:xfrm>
          <a:prstGeom prst="roundRect">
            <a:avLst>
              <a:gd name="adj" fmla="val 2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250" dirty="0" spc="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4876800"/>
            <a:ext cx="5905500" cy="571500"/>
          </a:xfrm>
          <a:prstGeom prst="roundRect">
            <a:avLst>
              <a:gd name="adj" fmla="val 20000"/>
            </a:avLst>
          </a:prstGeom>
          <a:solidFill>
            <a:srgbClr val="2C3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</a:t>
            </a:r>
            <a:endParaRPr lang="en-US" sz="2250" dirty="0"/>
          </a:p>
        </p:txBody>
      </p:sp>
      <p:sp>
        <p:nvSpPr>
          <p:cNvPr id="9" name="Text richtext-1792288015182-78855238"/>
          <p:cNvSpPr/>
          <p:nvPr/>
        </p:nvSpPr>
        <p:spPr>
          <a:xfrm>
            <a:off x="1295400" y="57721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email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vài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phút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Bước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</a:t>
            </a:r>
            <a:r>
              <a:rPr lang="en-US" sz="24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gặp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 mạng,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5400" y="704850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8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7962900" y="2667000"/>
            <a:ext cx="94107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62900" y="2667000"/>
            <a:ext cx="114300" cy="5905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29146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TRỄ</a:t>
            </a:r>
            <a:endParaRPr lang="en-US" sz="1950" dirty="0"/>
          </a:p>
        </p:txBody>
      </p:sp>
      <p:sp>
        <p:nvSpPr>
          <p:cNvPr id="14" name="Text richtext-1792288015191-34136419"/>
          <p:cNvSpPr/>
          <p:nvPr/>
        </p:nvSpPr>
        <p:spPr>
          <a:xfrm>
            <a:off x="8420100" y="33528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Tin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muộn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cỡ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kỳ hỏi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Giảm: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trigger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webhook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endParaRPr lang="en-US" sz="2250" dirty="0"/>
          </a:p>
        </p:txBody>
      </p:sp>
      <p:sp>
        <p:nvSpPr>
          <p:cNvPr id="15" name="Connector line-1792288015197-469365514"/>
          <p:cNvSpPr/>
          <p:nvPr/>
        </p:nvSpPr>
        <p:spPr>
          <a:xfrm>
            <a:off x="8420100" y="4457700"/>
            <a:ext cx="8572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420100" y="46482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</a:t>
            </a:r>
            <a:endParaRPr lang="en-US" sz="1950" dirty="0"/>
          </a:p>
        </p:txBody>
      </p:sp>
      <p:sp>
        <p:nvSpPr>
          <p:cNvPr id="17" name="Text richtext-1792288015198-348390342"/>
          <p:cNvSpPr/>
          <p:nvPr/>
        </p:nvSpPr>
        <p:spPr>
          <a:xfrm>
            <a:off x="8420100" y="50863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Thử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 khi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2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2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tới: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trùng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Giảm: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2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lý,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chống trùng</a:t>
            </a:r>
            <a:endParaRPr lang="en-US" sz="2250" dirty="0"/>
          </a:p>
        </p:txBody>
      </p:sp>
      <p:sp>
        <p:nvSpPr>
          <p:cNvPr id="18" name="Connector line-1792288015202-225924047"/>
          <p:cNvSpPr/>
          <p:nvPr/>
        </p:nvSpPr>
        <p:spPr>
          <a:xfrm>
            <a:off x="8420100" y="6210300"/>
            <a:ext cx="8572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420100" y="64008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b="1" spc="24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1950" dirty="0"/>
          </a:p>
        </p:txBody>
      </p:sp>
      <p:sp>
        <p:nvSpPr>
          <p:cNvPr id="20" name="Text richtext-1792288015204-390696089"/>
          <p:cNvSpPr/>
          <p:nvPr/>
        </p:nvSpPr>
        <p:spPr>
          <a:xfrm>
            <a:off x="8420100" y="68389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7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Tệp</a:t>
            </a:r>
            <a:r>
              <a:rPr lang="en-US" sz="22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lưu,</a:t>
            </a:r>
            <a:r>
              <a:rPr lang="en-US" sz="22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hỏng: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2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quay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lui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1" name="Text 29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a6d2bc8-ad53-4b53-98a2-0a6ca1bb1c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KIẾN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 được</a:t>
            </a:r>
            <a:r>
              <a:rPr lang="en-US" sz="2100" dirty="0" spc="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chiếu</a:t>
            </a:r>
            <a:r>
              <a:rPr lang="en-US" sz="210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10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1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sản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phẩm.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08610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8610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956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30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3000" dirty="0"/>
          </a:p>
        </p:txBody>
      </p:sp>
      <p:sp>
        <p:nvSpPr>
          <p:cNvPr id="8" name="Text richtext-1792288038894-229065823"/>
          <p:cNvSpPr/>
          <p:nvPr/>
        </p:nvSpPr>
        <p:spPr>
          <a:xfrm>
            <a:off x="1295400" y="39624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Zapier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tắc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Zap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If This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Then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That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applet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Cả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hai: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trigger,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action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15450" y="308610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9315450" y="308610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2956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r>
              <a:rPr lang="en-US" sz="3000" dirty="0" spc="-2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300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webhook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3000" dirty="0"/>
          </a:p>
        </p:txBody>
      </p:sp>
      <p:sp>
        <p:nvSpPr>
          <p:cNvPr id="12" name="Text richtext-1792288038906-640863068"/>
          <p:cNvSpPr/>
          <p:nvPr/>
        </p:nvSpPr>
        <p:spPr>
          <a:xfrm>
            <a:off x="9696450" y="39624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Polling: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2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2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Webhook: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thể</a:t>
            </a:r>
            <a:r>
              <a:rPr lang="en-US" sz="2250" dirty="0" spc="3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cùng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Bước</a:t>
            </a:r>
            <a:r>
              <a:rPr lang="en-US" sz="22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chịu</a:t>
            </a:r>
            <a:r>
              <a:rPr lang="en-US" sz="22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84835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8483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0579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r>
              <a:rPr lang="en-US" sz="30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3000" dirty="0"/>
          </a:p>
        </p:txBody>
      </p:sp>
      <p:sp>
        <p:nvSpPr>
          <p:cNvPr id="16" name="Text richtext-1792288038915-393859976"/>
          <p:cNvSpPr/>
          <p:nvPr/>
        </p:nvSpPr>
        <p:spPr>
          <a:xfrm>
            <a:off x="1295400" y="67246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r>
              <a:rPr lang="en-US" sz="225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phạm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vi,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đưa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khẩu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</a:t>
            </a:r>
            <a:r>
              <a:rPr lang="en-US" sz="22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tảng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2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token: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phạm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Thu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hết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hạn: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tùy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nhà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cung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15450" y="5848350"/>
            <a:ext cx="8058150" cy="24765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5450" y="58483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9696450" y="60579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3000" dirty="0" spc="-3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000" dirty="0"/>
          </a:p>
        </p:txBody>
      </p:sp>
      <p:sp>
        <p:nvSpPr>
          <p:cNvPr id="20" name="Text richtext-1792288038924-896258887"/>
          <p:cNvSpPr/>
          <p:nvPr/>
        </p:nvSpPr>
        <p:spPr>
          <a:xfrm>
            <a:off x="9696450" y="67246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Action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2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trigger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2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A: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mãi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2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lọc</a:t>
            </a:r>
            <a:r>
              <a:rPr lang="en-US" sz="22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2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gọi: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dồn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85915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19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19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khác:</a:t>
            </a:r>
            <a:r>
              <a:rPr lang="en-US" sz="1950" dirty="0" spc="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195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19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mình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6B0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59e3a71-e341-4d5b-bc66-f504c7e8ff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7620000" cy="2524125"/>
          </a:xfrm>
          <a:prstGeom prst="roundRect">
            <a:avLst>
              <a:gd name="adj" fmla="val 754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67000"/>
            <a:ext cx="95250" cy="252412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9560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857500" y="310515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Application</a:t>
            </a:r>
            <a:r>
              <a:rPr lang="en-US" sz="1950" dirty="0" spc="-11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Programming</a:t>
            </a:r>
            <a:r>
              <a:rPr lang="en-US" sz="1950" dirty="0" spc="-9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" y="3810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Cách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476875"/>
            <a:ext cx="7620000" cy="2524125"/>
          </a:xfrm>
          <a:prstGeom prst="roundRect">
            <a:avLst>
              <a:gd name="adj" fmla="val 7547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5476875"/>
            <a:ext cx="95250" cy="252412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705475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38500" y="5915025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A3A09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Open AUTHorization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6619875"/>
            <a:ext cx="6096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Ủy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đưa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khẩu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kia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8915400" y="2667000"/>
            <a:ext cx="8458200" cy="5334000"/>
          </a:xfrm>
          <a:prstGeom prst="roundRect">
            <a:avLst>
              <a:gd name="adj" fmla="val 3571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296400" y="28575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27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6" name="Text richtext-1792288061498-698444867"/>
          <p:cNvSpPr/>
          <p:nvPr/>
        </p:nvSpPr>
        <p:spPr>
          <a:xfrm>
            <a:off x="9296400" y="344805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no-code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6749: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vi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7009: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hồi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Zapier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If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This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That</a:t>
            </a:r>
            <a:endParaRPr lang="en-US" sz="2250" dirty="0"/>
          </a:p>
        </p:txBody>
      </p:sp>
      <p:sp>
        <p:nvSpPr>
          <p:cNvPr id="17" name="Connector line-1792288061511-717236931"/>
          <p:cNvSpPr/>
          <p:nvPr/>
        </p:nvSpPr>
        <p:spPr>
          <a:xfrm>
            <a:off x="9296400" y="5543550"/>
            <a:ext cx="7696200" cy="0"/>
          </a:xfrm>
          <a:prstGeom prst="line">
            <a:avLst/>
          </a:prstGeom>
          <a:noFill/>
          <a:ln w="1905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296400" y="56959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2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27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27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9" name="Text richtext-1792288061514-750906015"/>
          <p:cNvSpPr/>
          <p:nvPr/>
        </p:nvSpPr>
        <p:spPr>
          <a:xfrm>
            <a:off x="9296400" y="6286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 vi Zapier,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If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This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That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báo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đồ: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82486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" y="8248650"/>
            <a:ext cx="15716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nháp, chờ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thuật.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6df384b6-ae79-4c7c-9200-b24ae12f7d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2026-10-18T07:47:48Z</dcterms:created>
  <dcterms:modified xsi:type="dcterms:W3CDTF">2026-10-18T07:47:48Z</dcterms:modified>
</cp:coreProperties>
</file>