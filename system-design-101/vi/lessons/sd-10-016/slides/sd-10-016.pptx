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33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62025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nào?</a:t>
            </a:r>
            <a:endParaRPr lang="en-US" sz="3000" dirty="0"/>
          </a:p>
        </p:txBody>
      </p:sp>
      <p:sp>
        <p:nvSpPr>
          <p:cNvPr id="5" name="Connector line-1792338238685-588196669"/>
          <p:cNvSpPr/>
          <p:nvPr/>
        </p:nvSpPr>
        <p:spPr>
          <a:xfrm>
            <a:off x="914400" y="6991350"/>
            <a:ext cx="9144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Connector line-1792338238686-755710270"/>
          <p:cNvSpPr/>
          <p:nvPr/>
        </p:nvSpPr>
        <p:spPr>
          <a:xfrm>
            <a:off x="3105150" y="7239000"/>
            <a:ext cx="0" cy="13335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7" name="Connector line-1792338238686-768585273"/>
          <p:cNvSpPr/>
          <p:nvPr/>
        </p:nvSpPr>
        <p:spPr>
          <a:xfrm>
            <a:off x="5391150" y="7239000"/>
            <a:ext cx="0" cy="13335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8" name="Connector line-1792338238687-307692562"/>
          <p:cNvSpPr/>
          <p:nvPr/>
        </p:nvSpPr>
        <p:spPr>
          <a:xfrm>
            <a:off x="7677150" y="7239000"/>
            <a:ext cx="0" cy="13335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200900"/>
            <a:ext cx="204787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2047875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295650" y="7200900"/>
            <a:ext cx="195262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100" dirty="0"/>
          </a:p>
        </p:txBody>
      </p:sp>
      <p:sp>
        <p:nvSpPr>
          <p:cNvPr id="12" name="Text 10"/>
          <p:cNvSpPr/>
          <p:nvPr/>
        </p:nvSpPr>
        <p:spPr>
          <a:xfrm>
            <a:off x="3295650" y="8001000"/>
            <a:ext cx="1952625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581650" y="7200900"/>
            <a:ext cx="195262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5581650" y="8001000"/>
            <a:ext cx="1952625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867650" y="72009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10/11</a:t>
            </a:r>
            <a:endParaRPr lang="en-US" sz="5100" dirty="0"/>
          </a:p>
        </p:txBody>
      </p:sp>
      <p:sp>
        <p:nvSpPr>
          <p:cNvPr id="16" name="Text 14"/>
          <p:cNvSpPr/>
          <p:nvPr/>
        </p:nvSpPr>
        <p:spPr>
          <a:xfrm>
            <a:off x="7867650" y="80010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0763250" y="914400"/>
            <a:ext cx="661035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1068050" y="1219200"/>
            <a:ext cx="2952750" cy="4000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4</a:t>
            </a:r>
            <a:r>
              <a:rPr lang="en-US" sz="16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068050" y="180975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150" dirty="0" spc="-3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068050" y="2438400"/>
            <a:ext cx="600075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0763250" y="3600450"/>
            <a:ext cx="661035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068050" y="3905250"/>
            <a:ext cx="2952750" cy="4000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r>
              <a:rPr lang="en-US" sz="16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068050" y="44958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315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3150" dirty="0" spc="-3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11068050" y="5124450"/>
            <a:ext cx="600075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đống,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cây,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763250" y="6286500"/>
            <a:ext cx="6610350" cy="2495550"/>
          </a:xfrm>
          <a:prstGeom prst="roundRect">
            <a:avLst>
              <a:gd name="adj" fmla="val 10687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1068050" y="6591300"/>
            <a:ext cx="2952750" cy="4000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6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068050" y="7181850"/>
            <a:ext cx="6000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30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hệ,</a:t>
            </a:r>
            <a:r>
              <a:rPr lang="en-US" sz="3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0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gian,</a:t>
            </a:r>
            <a:r>
              <a:rPr lang="en-US" sz="30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3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họa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68050" y="7810500"/>
            <a:ext cx="600075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R-tree,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vertex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e38f4b2-22b9-4bf4-939f-bbacfb68b7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857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4191000"/>
            <a:ext cx="790575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bè: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19125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477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richtext-1792338286078-914385542"/>
          <p:cNvSpPr/>
          <p:nvPr/>
        </p:nvSpPr>
        <p:spPr>
          <a:xfrm>
            <a:off x="1257300" y="69532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 có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48800" y="186690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Hoàn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endParaRPr lang="en-US" sz="2550" dirty="0"/>
          </a:p>
        </p:txBody>
      </p:sp>
      <p:sp>
        <p:nvSpPr>
          <p:cNvPr id="11" name="Connector line-1792338286106-732687462"/>
          <p:cNvSpPr/>
          <p:nvPr/>
        </p:nvSpPr>
        <p:spPr>
          <a:xfrm>
            <a:off x="12401550" y="2533650"/>
            <a:ext cx="8191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335000" y="186690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4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(Stack)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448800" y="34861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Lệnh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endParaRPr lang="en-US" sz="2550" dirty="0"/>
          </a:p>
        </p:txBody>
      </p:sp>
      <p:sp>
        <p:nvSpPr>
          <p:cNvPr id="14" name="Connector line-1792338286111-952347542"/>
          <p:cNvSpPr/>
          <p:nvPr/>
        </p:nvSpPr>
        <p:spPr>
          <a:xfrm>
            <a:off x="12401550" y="4152900"/>
            <a:ext cx="8191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335000" y="348615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(Queue)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448800" y="510540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endParaRPr lang="en-US" sz="2550" dirty="0"/>
          </a:p>
        </p:txBody>
      </p:sp>
      <p:sp>
        <p:nvSpPr>
          <p:cNvPr id="17" name="Connector line-1792338286114-562947043"/>
          <p:cNvSpPr/>
          <p:nvPr/>
        </p:nvSpPr>
        <p:spPr>
          <a:xfrm>
            <a:off x="12401550" y="5772150"/>
            <a:ext cx="8191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335000" y="510540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 table)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448800" y="67246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Quan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bè</a:t>
            </a:r>
            <a:endParaRPr lang="en-US" sz="2550" dirty="0"/>
          </a:p>
        </p:txBody>
      </p:sp>
      <p:sp>
        <p:nvSpPr>
          <p:cNvPr id="20" name="Connector line-1792338286118-139549488"/>
          <p:cNvSpPr/>
          <p:nvPr/>
        </p:nvSpPr>
        <p:spPr>
          <a:xfrm>
            <a:off x="12401550" y="7391400"/>
            <a:ext cx="8191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335000" y="6724650"/>
            <a:ext cx="3733800" cy="13335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(Graph)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e58928d-3ed6-497d-8042-316193c9df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b="1" spc="2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List,</a:t>
            </a:r>
            <a:r>
              <a:rPr lang="en-US" sz="315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Array,</a:t>
            </a: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Stack,</a:t>
            </a:r>
            <a:r>
              <a:rPr lang="en-US" sz="31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trúc,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 thuộc: từ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xếp,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đợi: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spcAft>
                <a:spcPts val="750"/>
              </a:spcAft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xếp: vào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(LIFO).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448800" y="12954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18097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29900" y="1524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 sách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(List)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629900" y="21336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48800" y="31242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3638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29900" y="33528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(Array)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629900" y="39624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các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48800" y="49530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54673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29900" y="51816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(Stack)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629900" y="57912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448800" y="6781800"/>
            <a:ext cx="7620000" cy="1676400"/>
          </a:xfrm>
          <a:prstGeom prst="roundRect">
            <a:avLst>
              <a:gd name="adj" fmla="val 13636"/>
            </a:avLst>
          </a:prstGeom>
          <a:solidFill>
            <a:srgbClr val="2A2E3D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72961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629900" y="70104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(Queue)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629900" y="7620000"/>
            <a:ext cx="61912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in,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f688488-5dfe-4296-9562-0260baeaef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950" b="1" spc="2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r>
              <a:rPr lang="en-US" sz="30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table,</a:t>
            </a:r>
            <a:r>
              <a:rPr lang="en-US" sz="30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Heap,</a:t>
            </a:r>
            <a:r>
              <a:rPr lang="en-US" sz="3000" b="1" dirty="0" spc="-3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Tree,</a:t>
            </a:r>
            <a:r>
              <a:rPr lang="en-US" sz="300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Suffix</a:t>
            </a:r>
            <a:r>
              <a:rPr lang="en-US" sz="30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chuỗi: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đống: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448800" y="121920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16573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29900" y="14097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(Hash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629900" y="19812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(cache)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448800" y="287655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33147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29900" y="3067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(Heap)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629900" y="36385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48800" y="453390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49720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29900" y="46482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300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(Tree)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629900" y="52006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AI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448800" y="6191250"/>
            <a:ext cx="7620000" cy="1524000"/>
          </a:xfrm>
          <a:prstGeom prst="roundRect">
            <a:avLst>
              <a:gd name="adj" fmla="val 15000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629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629900" y="63817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(Suffix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tree)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629900" y="69532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525000" y="79629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HTML: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6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siêu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AI:</a:t>
            </a:r>
            <a:r>
              <a:rPr lang="en-US" sz="16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tuệ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6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88691c7c-824c-453d-8e39-27ef2c6cf9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GIAN,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b="1" spc="20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họa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Graph,</a:t>
            </a:r>
            <a:r>
              <a:rPr lang="en-US" sz="30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R-tree,</a:t>
            </a:r>
            <a:r>
              <a:rPr lang="en-US" sz="3000" b="1" dirty="0" spc="-3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Vertex</a:t>
            </a:r>
            <a:r>
              <a:rPr lang="en-US" sz="30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trúc,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bè,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xóm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Vertex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r>
              <a:rPr lang="en-US" sz="21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GPU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GPU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(Graphics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Unit):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448800" y="1219200"/>
            <a:ext cx="7620000" cy="2209800"/>
          </a:xfrm>
          <a:prstGeom prst="roundRect">
            <a:avLst>
              <a:gd name="adj" fmla="val 10345"/>
            </a:avLst>
          </a:prstGeom>
          <a:solidFill>
            <a:srgbClr val="2A2E3D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20002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29900" y="16383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(Graph)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629900" y="23241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bè, hoặc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448800" y="3619500"/>
            <a:ext cx="7620000" cy="2209800"/>
          </a:xfrm>
          <a:prstGeom prst="roundRect">
            <a:avLst>
              <a:gd name="adj" fmla="val 10345"/>
            </a:avLst>
          </a:prstGeom>
          <a:solidFill>
            <a:srgbClr val="2A2E3D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44005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29900" y="40386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R-tree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0629900" y="47244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xóm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48800" y="6019800"/>
            <a:ext cx="7620000" cy="2209800"/>
          </a:xfrm>
          <a:prstGeom prst="roundRect">
            <a:avLst>
              <a:gd name="adj" fmla="val 10345"/>
            </a:avLst>
          </a:prstGeom>
          <a:solidFill>
            <a:srgbClr val="2A2E3D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68008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629900" y="64389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Vertex</a:t>
            </a:r>
            <a:r>
              <a:rPr lang="en-US" sz="33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0629900" y="7124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GPU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nhằm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0006dc9-48ff-4af3-93ca-d1a15c3c1b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609600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8625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nguồn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72125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Deque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Stack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838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961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525000" y="11811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12" name="Connector line-1792338542686-782992093"/>
          <p:cNvSpPr/>
          <p:nvPr/>
        </p:nvSpPr>
        <p:spPr>
          <a:xfrm>
            <a:off x="12687300" y="2362200"/>
            <a:ext cx="6286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411200" y="1600200"/>
            <a:ext cx="36576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39800" y="18097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Deque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3639800" y="236220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18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LIFO</a:t>
            </a:r>
            <a:endParaRPr lang="en-US" sz="1800" dirty="0"/>
          </a:p>
        </p:txBody>
      </p:sp>
      <p:sp>
        <p:nvSpPr>
          <p:cNvPr id="16" name="Connector line-1792338542693-103865905"/>
          <p:cNvSpPr/>
          <p:nvPr/>
        </p:nvSpPr>
        <p:spPr>
          <a:xfrm>
            <a:off x="12687300" y="4095750"/>
            <a:ext cx="6286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3411200" y="3333750"/>
            <a:ext cx="36576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354330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3639800" y="40957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8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20" name="Connector line-1792338542698-524543205"/>
          <p:cNvSpPr/>
          <p:nvPr/>
        </p:nvSpPr>
        <p:spPr>
          <a:xfrm>
            <a:off x="12687300" y="5829300"/>
            <a:ext cx="6286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3411200" y="5067300"/>
            <a:ext cx="36576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39800" y="527685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PriorityQueue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3639800" y="582930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tiên,</a:t>
            </a:r>
            <a:r>
              <a:rPr lang="en-US" sz="18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đống</a:t>
            </a:r>
            <a:r>
              <a:rPr lang="en-US" sz="18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24" name="Connector line-1792338542704-293480118"/>
          <p:cNvSpPr/>
          <p:nvPr/>
        </p:nvSpPr>
        <p:spPr>
          <a:xfrm>
            <a:off x="12687300" y="7562850"/>
            <a:ext cx="6286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3411200" y="6800850"/>
            <a:ext cx="36576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39800" y="7010400"/>
            <a:ext cx="323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HashSet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639800" y="7562850"/>
            <a:ext cx="323850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448800" y="1600200"/>
            <a:ext cx="3143250" cy="1524000"/>
          </a:xfrm>
          <a:prstGeom prst="roundRect">
            <a:avLst>
              <a:gd name="adj" fmla="val 1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4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(Stack)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448800" y="3333750"/>
            <a:ext cx="3143250" cy="1524000"/>
          </a:xfrm>
          <a:prstGeom prst="roundRect">
            <a:avLst>
              <a:gd name="adj" fmla="val 1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(Queue)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9448800" y="5067300"/>
            <a:ext cx="3143250" cy="15240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Đống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(Heap)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448800" y="6800850"/>
            <a:ext cx="3143250" cy="15240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(Hash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table)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5854dc3e-1ed9-4591-9ee1-7f0926b503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1143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2714625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b="1" dirty="0" spc="-2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3150" dirty="0"/>
          </a:p>
        </p:txBody>
      </p:sp>
      <p:sp>
        <p:nvSpPr>
          <p:cNvPr id="6" name="Text richtext-1792338688073-603336583"/>
          <p:cNvSpPr/>
          <p:nvPr/>
        </p:nvSpPr>
        <p:spPr>
          <a:xfrm>
            <a:off x="914400" y="3476625"/>
            <a:ext cx="7905750" cy="1809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các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59055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6743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2009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là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0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20250" y="1600200"/>
            <a:ext cx="228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9000" dirty="0"/>
          </a:p>
        </p:txBody>
      </p:sp>
      <p:sp>
        <p:nvSpPr>
          <p:cNvPr id="13" name="Text 11"/>
          <p:cNvSpPr/>
          <p:nvPr/>
        </p:nvSpPr>
        <p:spPr>
          <a:xfrm>
            <a:off x="9620250" y="2971800"/>
            <a:ext cx="2667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87250" y="2209800"/>
            <a:ext cx="1428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001750" y="1600200"/>
            <a:ext cx="228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9000" dirty="0"/>
          </a:p>
        </p:txBody>
      </p:sp>
      <p:sp>
        <p:nvSpPr>
          <p:cNvPr id="16" name="Text 14"/>
          <p:cNvSpPr/>
          <p:nvPr/>
        </p:nvSpPr>
        <p:spPr>
          <a:xfrm>
            <a:off x="14001750" y="2971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800" dirty="0"/>
          </a:p>
        </p:txBody>
      </p:sp>
      <p:sp>
        <p:nvSpPr>
          <p:cNvPr id="17" name="Connector line-1792338688112-823717332"/>
          <p:cNvSpPr/>
          <p:nvPr/>
        </p:nvSpPr>
        <p:spPr>
          <a:xfrm>
            <a:off x="9448800" y="3486150"/>
            <a:ext cx="7620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448800" y="36957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650" b="1" spc="1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b="1" spc="1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1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448800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1382375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3315950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Stack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5249525" y="405765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448800" y="489585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650" b="1" spc="17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b="1" spc="10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448800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1382375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Heap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3315950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Tree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5249525" y="5257800"/>
            <a:ext cx="180975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Suffix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448800" y="60960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6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165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GIAN,</a:t>
            </a:r>
            <a:r>
              <a:rPr lang="en-US" sz="1650" b="1" spc="15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b="1" spc="13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650" b="1" spc="1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448800" y="64579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068175" y="64579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R-tree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4687550" y="64579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Vertex</a:t>
            </a: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9448800" y="7524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theo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sách: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mục.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33c8b54e-7128-49ee-97d9-06e262c816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905750" cy="200025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Hoàn</a:t>
            </a: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tác,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in:</a:t>
            </a:r>
            <a:endParaRPr lang="en-US" sz="6600" dirty="0"/>
          </a:p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66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048250"/>
            <a:ext cx="7620000" cy="2952750"/>
          </a:xfrm>
          <a:prstGeom prst="roundRect">
            <a:avLst>
              <a:gd name="adj" fmla="val 9032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5334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5810250"/>
            <a:ext cx="7048500" cy="2667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spcAft>
                <a:spcPts val="1200"/>
              </a:spcAft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nào?</a:t>
            </a:r>
            <a:endParaRPr lang="en-US" sz="2400" dirty="0"/>
          </a:p>
          <a:p>
            <a:pPr algn="l" indent="0" marL="0">
              <a:lnSpc>
                <a:spcPts val="3240"/>
              </a:lnSpc>
              <a:spcAft>
                <a:spcPts val="1200"/>
              </a:spcAft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40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nó?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3. 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nào?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448800" y="180975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715500" y="2438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629900" y="21526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3000" b="1" dirty="0" spc="-2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(Stack)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629900" y="2762250"/>
            <a:ext cx="61912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48800" y="394335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45720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629900" y="42862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LIFO: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30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629900" y="4895850"/>
            <a:ext cx="61912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448800" y="6076950"/>
            <a:ext cx="76200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9715500" y="67056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629900" y="64198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b="1" dirty="0" spc="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30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(Queue)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629900" y="7029450"/>
            <a:ext cx="61912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76a652e-c4ee-4d5a-a34c-0b72390400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905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861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LIFO</a:t>
            </a:r>
            <a:endParaRPr lang="en-US" sz="7500" dirty="0"/>
          </a:p>
        </p:txBody>
      </p:sp>
      <p:sp>
        <p:nvSpPr>
          <p:cNvPr id="6" name="Text 4"/>
          <p:cNvSpPr/>
          <p:nvPr/>
        </p:nvSpPr>
        <p:spPr>
          <a:xfrm>
            <a:off x="1219200" y="43053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Last</a:t>
            </a:r>
            <a:r>
              <a:rPr lang="en-US" sz="2100" b="1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In,</a:t>
            </a:r>
            <a:r>
              <a:rPr lang="en-US" sz="21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21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19200" y="48196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24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05575" y="285750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0375" y="30861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GPU</a:t>
            </a:r>
            <a:endParaRPr lang="en-US" sz="7500" dirty="0"/>
          </a:p>
        </p:txBody>
      </p:sp>
      <p:sp>
        <p:nvSpPr>
          <p:cNvPr id="10" name="Text 8"/>
          <p:cNvSpPr/>
          <p:nvPr/>
        </p:nvSpPr>
        <p:spPr>
          <a:xfrm>
            <a:off x="6810375" y="43053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Graphics</a:t>
            </a:r>
            <a:r>
              <a:rPr lang="en-US" sz="2100" b="1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810375" y="48196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xử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96750" y="285750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01550" y="30861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7500" dirty="0"/>
          </a:p>
        </p:txBody>
      </p:sp>
      <p:sp>
        <p:nvSpPr>
          <p:cNvPr id="14" name="Text 12"/>
          <p:cNvSpPr/>
          <p:nvPr/>
        </p:nvSpPr>
        <p:spPr>
          <a:xfrm>
            <a:off x="12401550" y="430530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b="1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401550" y="48196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305550"/>
            <a:ext cx="16459200" cy="2552700"/>
          </a:xfrm>
          <a:prstGeom prst="roundRect">
            <a:avLst>
              <a:gd name="adj" fmla="val 1044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57300" y="6572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38749613-473797066"/>
          <p:cNvSpPr/>
          <p:nvPr/>
        </p:nvSpPr>
        <p:spPr>
          <a:xfrm>
            <a:off x="1257300" y="7029450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Deque,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PriorityQueue,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DOM, GPU,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WebGLBuffer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57300" y="8210550"/>
            <a:ext cx="1571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tố,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thị,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R-tree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15d3b4f-f6e4-483e-99ca-e878b2011c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2026-10-19T13:52:44Z</dcterms:created>
  <dcterms:modified xsi:type="dcterms:W3CDTF">2026-10-19T13:52:44Z</dcterms:modified>
</cp:coreProperties>
</file>