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Unicast,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broadcast,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multicast</a:t>
            </a:r>
            <a:r>
              <a:rPr lang="en-US" sz="72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anycast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gói.</a:t>
            </a:r>
            <a:endParaRPr lang="en-US" sz="3000" dirty="0"/>
          </a:p>
        </p:txBody>
      </p:sp>
      <p:sp>
        <p:nvSpPr>
          <p:cNvPr id="5" name="Connector line-1792370285390-262845911"/>
          <p:cNvSpPr/>
          <p:nvPr/>
        </p:nvSpPr>
        <p:spPr>
          <a:xfrm>
            <a:off x="914400" y="5524500"/>
            <a:ext cx="84201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58293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 tình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9050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63250" y="22860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Unicast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0763250" y="31432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4001750" y="19050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287500" y="22860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Broadcast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4287500" y="31432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477500" y="51435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63250" y="55245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Multicast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0763250" y="63817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001750" y="5143500"/>
            <a:ext cx="333375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287500" y="5524500"/>
            <a:ext cx="276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Anycast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4287500" y="6381750"/>
            <a:ext cx="276225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f556c43-f3e4-47df-aaa2-7e19bad1f2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72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gói.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7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2700" dirty="0" spc="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Unicast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24384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24384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295400" y="6953250"/>
            <a:ext cx="857250" cy="8572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24384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24384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35814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5814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50673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673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Broadcast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65913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65913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5448300" y="6953250"/>
            <a:ext cx="857250" cy="857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54483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6591300" y="6953250"/>
            <a:ext cx="857250" cy="857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Text 21"/>
          <p:cNvSpPr/>
          <p:nvPr/>
        </p:nvSpPr>
        <p:spPr>
          <a:xfrm>
            <a:off x="65913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7734300" y="6953250"/>
            <a:ext cx="857250" cy="857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Text 23"/>
          <p:cNvSpPr/>
          <p:nvPr/>
        </p:nvSpPr>
        <p:spPr>
          <a:xfrm>
            <a:off x="77343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50673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B,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 D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2202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202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Multicast</a:t>
            </a:r>
            <a:endParaRPr lang="en-US" sz="3300" dirty="0"/>
          </a:p>
        </p:txBody>
      </p:sp>
      <p:sp>
        <p:nvSpPr>
          <p:cNvPr id="29" name="Shape 27"/>
          <p:cNvSpPr/>
          <p:nvPr/>
        </p:nvSpPr>
        <p:spPr>
          <a:xfrm>
            <a:off x="107442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Text 28"/>
          <p:cNvSpPr/>
          <p:nvPr/>
        </p:nvSpPr>
        <p:spPr>
          <a:xfrm>
            <a:off x="107442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31" name="Shape 29"/>
          <p:cNvSpPr/>
          <p:nvPr/>
        </p:nvSpPr>
        <p:spPr>
          <a:xfrm>
            <a:off x="9601200" y="6953250"/>
            <a:ext cx="857250" cy="8572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32" name="Text 30"/>
          <p:cNvSpPr/>
          <p:nvPr/>
        </p:nvSpPr>
        <p:spPr>
          <a:xfrm>
            <a:off x="96012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07442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34" name="Text 32"/>
          <p:cNvSpPr/>
          <p:nvPr/>
        </p:nvSpPr>
        <p:spPr>
          <a:xfrm>
            <a:off x="107442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1887200" y="6953250"/>
            <a:ext cx="857250" cy="8572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36" name="Text 34"/>
          <p:cNvSpPr/>
          <p:nvPr/>
        </p:nvSpPr>
        <p:spPr>
          <a:xfrm>
            <a:off x="118872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92202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1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B,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3373100" y="3524250"/>
            <a:ext cx="3905250" cy="5334000"/>
          </a:xfrm>
          <a:prstGeom prst="roundRect">
            <a:avLst>
              <a:gd name="adj" fmla="val 68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373100" y="3810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Anycast</a:t>
            </a:r>
            <a:endParaRPr lang="en-US" sz="3300" dirty="0"/>
          </a:p>
        </p:txBody>
      </p:sp>
      <p:sp>
        <p:nvSpPr>
          <p:cNvPr id="40" name="Shape 38"/>
          <p:cNvSpPr/>
          <p:nvPr/>
        </p:nvSpPr>
        <p:spPr>
          <a:xfrm>
            <a:off x="14897100" y="4667250"/>
            <a:ext cx="857250" cy="8572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Text 39"/>
          <p:cNvSpPr/>
          <p:nvPr/>
        </p:nvSpPr>
        <p:spPr>
          <a:xfrm>
            <a:off x="14897100" y="4857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42" name="Shape 40"/>
          <p:cNvSpPr/>
          <p:nvPr/>
        </p:nvSpPr>
        <p:spPr>
          <a:xfrm>
            <a:off x="137541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43" name="Text 41"/>
          <p:cNvSpPr/>
          <p:nvPr/>
        </p:nvSpPr>
        <p:spPr>
          <a:xfrm>
            <a:off x="137541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44" name="Shape 42"/>
          <p:cNvSpPr/>
          <p:nvPr/>
        </p:nvSpPr>
        <p:spPr>
          <a:xfrm>
            <a:off x="14897100" y="6953250"/>
            <a:ext cx="857250" cy="8572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45" name="Text 43"/>
          <p:cNvSpPr/>
          <p:nvPr/>
        </p:nvSpPr>
        <p:spPr>
          <a:xfrm>
            <a:off x="148971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46" name="Shape 44"/>
          <p:cNvSpPr/>
          <p:nvPr/>
        </p:nvSpPr>
        <p:spPr>
          <a:xfrm>
            <a:off x="16040100" y="6953250"/>
            <a:ext cx="857250" cy="85725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47" name="Text 45"/>
          <p:cNvSpPr/>
          <p:nvPr/>
        </p:nvSpPr>
        <p:spPr>
          <a:xfrm>
            <a:off x="16040100" y="7143750"/>
            <a:ext cx="85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48" name="Text 46"/>
          <p:cNvSpPr/>
          <p:nvPr/>
        </p:nvSpPr>
        <p:spPr>
          <a:xfrm>
            <a:off x="13373100" y="8096250"/>
            <a:ext cx="3905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nơi: C</a:t>
            </a:r>
            <a:endParaRPr lang="en-US" sz="2100" dirty="0"/>
          </a:p>
        </p:txBody>
      </p:sp>
      <p:sp>
        <p:nvSpPr>
          <p:cNvPr id="49" name="Shape 4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60" name="Connector line-1792370333069-608691484"/>
          <p:cNvSpPr/>
          <p:nvPr/>
        </p:nvSpPr>
        <p:spPr>
          <a:xfrm flipH="1">
            <a:off x="1809750" y="5572125"/>
            <a:ext cx="1057275" cy="1304925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61" name="Connector line-1792370333070-185856473"/>
          <p:cNvSpPr/>
          <p:nvPr/>
        </p:nvSpPr>
        <p:spPr>
          <a:xfrm flipH="1">
            <a:off x="5962650" y="5572125"/>
            <a:ext cx="1057275" cy="13049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2" name="Connector line-1792370333070-180171680"/>
          <p:cNvSpPr/>
          <p:nvPr/>
        </p:nvSpPr>
        <p:spPr>
          <a:xfrm>
            <a:off x="7019925" y="5572125"/>
            <a:ext cx="0" cy="13049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3" name="Connector line-1792370333070-501018942"/>
          <p:cNvSpPr/>
          <p:nvPr/>
        </p:nvSpPr>
        <p:spPr>
          <a:xfrm>
            <a:off x="7019925" y="5572125"/>
            <a:ext cx="1057275" cy="13049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4" name="Connector line-1792370333070-776997853"/>
          <p:cNvSpPr/>
          <p:nvPr/>
        </p:nvSpPr>
        <p:spPr>
          <a:xfrm flipH="1">
            <a:off x="10115550" y="5572125"/>
            <a:ext cx="1057275" cy="1304925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5" name="Connector line-1792370333070-72105328"/>
          <p:cNvSpPr/>
          <p:nvPr/>
        </p:nvSpPr>
        <p:spPr>
          <a:xfrm>
            <a:off x="11172825" y="5572125"/>
            <a:ext cx="1057275" cy="1304925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6" name="Connector line-1792370333071-569379004"/>
          <p:cNvSpPr/>
          <p:nvPr/>
        </p:nvSpPr>
        <p:spPr>
          <a:xfrm>
            <a:off x="15325725" y="5572125"/>
            <a:ext cx="0" cy="1304925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9e3e203d-10cd-43e4-b31e-e2078e5f52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UNICAST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6900" dirty="0" spc="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của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96250" cy="5715000"/>
          </a:xfrm>
          <a:prstGeom prst="roundRect">
            <a:avLst>
              <a:gd name="adj" fmla="val 5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5775" y="3524250"/>
            <a:ext cx="1333500" cy="1333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4295775" y="388620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1628775" y="6667500"/>
            <a:ext cx="1333500" cy="13335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1628775" y="70294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900" dirty="0"/>
          </a:p>
        </p:txBody>
      </p:sp>
      <p:sp>
        <p:nvSpPr>
          <p:cNvPr id="9" name="Shape 7"/>
          <p:cNvSpPr/>
          <p:nvPr/>
        </p:nvSpPr>
        <p:spPr>
          <a:xfrm>
            <a:off x="4295775" y="6667500"/>
            <a:ext cx="1333500" cy="13335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4295775" y="70294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900" dirty="0"/>
          </a:p>
        </p:txBody>
      </p:sp>
      <p:sp>
        <p:nvSpPr>
          <p:cNvPr id="11" name="Shape 9"/>
          <p:cNvSpPr/>
          <p:nvPr/>
        </p:nvSpPr>
        <p:spPr>
          <a:xfrm>
            <a:off x="6962775" y="6667500"/>
            <a:ext cx="1333500" cy="13335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6962775" y="70294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900" dirty="0"/>
          </a:p>
        </p:txBody>
      </p:sp>
      <p:sp>
        <p:nvSpPr>
          <p:cNvPr id="13" name="Connector line-1792370348315-392777709"/>
          <p:cNvSpPr/>
          <p:nvPr/>
        </p:nvSpPr>
        <p:spPr>
          <a:xfrm flipH="1">
            <a:off x="2571750" y="4762500"/>
            <a:ext cx="2095500" cy="1857375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277350" y="3048000"/>
            <a:ext cx="8096250" cy="5715000"/>
          </a:xfrm>
          <a:prstGeom prst="roundRect">
            <a:avLst>
              <a:gd name="adj" fmla="val 5333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429000"/>
            <a:ext cx="733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100" b="1" spc="138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48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696450" y="4000500"/>
            <a:ext cx="7334250" cy="1905000"/>
          </a:xfrm>
          <a:prstGeom prst="rect">
            <a:avLst/>
          </a:prstGeom>
          <a:noFill/>
          <a:ln/>
        </p:spPr>
        <p:txBody>
          <a:bodyPr wrap="square" lIns="0" tIns="91440" rIns="0" bIns="-91440" rtlCol="0" anchor="t"/>
          <a:lstStyle/>
          <a:p>
            <a:pPr algn="l" indent="0" marL="0">
              <a:lnSpc>
                <a:spcPts val="9000"/>
              </a:lnSpc>
              <a:buNone/>
            </a:pPr>
            <a:r>
              <a:rPr lang="en-US" sz="90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9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endParaRPr lang="en-US" sz="9000" dirty="0"/>
          </a:p>
        </p:txBody>
      </p:sp>
      <p:sp>
        <p:nvSpPr>
          <p:cNvPr id="17" name="Text richtext-1792370348321-264067605"/>
          <p:cNvSpPr/>
          <p:nvPr/>
        </p:nvSpPr>
        <p:spPr>
          <a:xfrm>
            <a:off x="9696450" y="5905500"/>
            <a:ext cx="7334250" cy="2476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marL="361950" indent="-258592">
              <a:lnSpc>
                <a:spcPts val="3848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35991aa-7489-49c6-925a-cb361a84e0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BROADCAST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180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1239500" cy="5715000"/>
          </a:xfrm>
          <a:prstGeom prst="roundRect">
            <a:avLst>
              <a:gd name="adj" fmla="val 5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286125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IPv4</a:t>
            </a:r>
            <a:r>
              <a:rPr lang="en-US" sz="195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b="1" spc="14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5867400" y="3810000"/>
            <a:ext cx="1333500" cy="1333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5867400" y="4171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8" name="Shape 6"/>
          <p:cNvSpPr/>
          <p:nvPr/>
        </p:nvSpPr>
        <p:spPr>
          <a:xfrm>
            <a:off x="2343150" y="6858000"/>
            <a:ext cx="1333500" cy="1333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2343150" y="7219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5867400" y="6858000"/>
            <a:ext cx="1333500" cy="1333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5867400" y="7219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9391650" y="6858000"/>
            <a:ext cx="1333500" cy="1333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Text 11"/>
          <p:cNvSpPr/>
          <p:nvPr/>
        </p:nvSpPr>
        <p:spPr>
          <a:xfrm>
            <a:off x="9391650" y="7219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900" dirty="0"/>
          </a:p>
        </p:txBody>
      </p:sp>
      <p:sp>
        <p:nvSpPr>
          <p:cNvPr id="14" name="Connector line-1792370364339-547187958"/>
          <p:cNvSpPr/>
          <p:nvPr/>
        </p:nvSpPr>
        <p:spPr>
          <a:xfrm flipH="1">
            <a:off x="3333750" y="5048250"/>
            <a:ext cx="2857500" cy="1762125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0364339-46129394"/>
          <p:cNvSpPr/>
          <p:nvPr/>
        </p:nvSpPr>
        <p:spPr>
          <a:xfrm>
            <a:off x="6534150" y="5191125"/>
            <a:ext cx="0" cy="1590675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70364339-504047277"/>
          <p:cNvSpPr/>
          <p:nvPr/>
        </p:nvSpPr>
        <p:spPr>
          <a:xfrm>
            <a:off x="6877050" y="5048250"/>
            <a:ext cx="2857500" cy="1762125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2763500" y="3048000"/>
            <a:ext cx="4610100" cy="5715000"/>
          </a:xfrm>
          <a:prstGeom prst="roundRect">
            <a:avLst>
              <a:gd name="adj" fmla="val 6612"/>
            </a:avLst>
          </a:prstGeom>
          <a:solidFill>
            <a:srgbClr val="14161C"/>
          </a:solidFill>
          <a:ln w="19050">
            <a:solidFill>
              <a:srgbClr val="5A5F7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13144500" y="3810000"/>
            <a:ext cx="3848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Internet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144500" y="4762500"/>
            <a:ext cx="38481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phải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6211600-5c7c-4c87-a0c8-7af1279cd7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MULTICAST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6900" dirty="0" spc="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4381500"/>
          </a:xfrm>
          <a:prstGeom prst="roundRect">
            <a:avLst>
              <a:gd name="adj" fmla="val 6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14500" y="4572000"/>
            <a:ext cx="1333500" cy="1333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714500" y="493395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5334000" y="4667250"/>
            <a:ext cx="4191000" cy="1143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11620500" y="3333750"/>
            <a:ext cx="2286000" cy="3810000"/>
          </a:xfrm>
          <a:prstGeom prst="roundRect">
            <a:avLst>
              <a:gd name="adj" fmla="val 11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lgDash"/>
          </a:ln>
        </p:spPr>
      </p:sp>
      <p:sp>
        <p:nvSpPr>
          <p:cNvPr id="9" name="Text 7"/>
          <p:cNvSpPr/>
          <p:nvPr/>
        </p:nvSpPr>
        <p:spPr>
          <a:xfrm>
            <a:off x="11620500" y="35242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92000" y="4191000"/>
            <a:ext cx="1143000" cy="1143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192000" y="4495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450" dirty="0"/>
          </a:p>
        </p:txBody>
      </p:sp>
      <p:sp>
        <p:nvSpPr>
          <p:cNvPr id="12" name="Shape 10"/>
          <p:cNvSpPr/>
          <p:nvPr/>
        </p:nvSpPr>
        <p:spPr>
          <a:xfrm>
            <a:off x="12192000" y="5715000"/>
            <a:ext cx="1143000" cy="1143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192000" y="6019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450" dirty="0"/>
          </a:p>
        </p:txBody>
      </p:sp>
      <p:sp>
        <p:nvSpPr>
          <p:cNvPr id="14" name="Shape 12"/>
          <p:cNvSpPr/>
          <p:nvPr/>
        </p:nvSpPr>
        <p:spPr>
          <a:xfrm>
            <a:off x="15049500" y="4953000"/>
            <a:ext cx="1143000" cy="11430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5" name="Text 13"/>
          <p:cNvSpPr/>
          <p:nvPr/>
        </p:nvSpPr>
        <p:spPr>
          <a:xfrm>
            <a:off x="15049500" y="5257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14382750" y="6286500"/>
            <a:ext cx="247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17" name="Connector line-1792370380754-706603027"/>
          <p:cNvSpPr/>
          <p:nvPr/>
        </p:nvSpPr>
        <p:spPr>
          <a:xfrm>
            <a:off x="3048000" y="5238750"/>
            <a:ext cx="2286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0380755-56329480"/>
          <p:cNvSpPr/>
          <p:nvPr/>
        </p:nvSpPr>
        <p:spPr>
          <a:xfrm flipV="1">
            <a:off x="9525000" y="4762500"/>
            <a:ext cx="2667000" cy="476250"/>
          </a:xfrm>
          <a:prstGeom prst="curvedConnector3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70380755-324050057"/>
          <p:cNvSpPr/>
          <p:nvPr/>
        </p:nvSpPr>
        <p:spPr>
          <a:xfrm>
            <a:off x="9525000" y="5238750"/>
            <a:ext cx="2667000" cy="1047750"/>
          </a:xfrm>
          <a:prstGeom prst="curvedConnector3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14400" y="7715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1333500" y="80200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unicast.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06a9f13-be2b-48ce-bab0-5e87e683c7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ANYCAST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6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5715000"/>
          </a:xfrm>
          <a:prstGeom prst="roundRect">
            <a:avLst>
              <a:gd name="adj" fmla="val 5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19250" y="5238750"/>
            <a:ext cx="1333500" cy="1333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619250" y="5600700"/>
            <a:ext cx="133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4953000" y="5334000"/>
            <a:ext cx="3810000" cy="114300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239500" y="3524250"/>
            <a:ext cx="1143000" cy="11430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1239500" y="382905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11239500" y="5334000"/>
            <a:ext cx="1143000" cy="1143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1239500" y="56388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450" dirty="0"/>
          </a:p>
        </p:txBody>
      </p:sp>
      <p:sp>
        <p:nvSpPr>
          <p:cNvPr id="12" name="Shape 10"/>
          <p:cNvSpPr/>
          <p:nvPr/>
        </p:nvSpPr>
        <p:spPr>
          <a:xfrm>
            <a:off x="11239500" y="7143750"/>
            <a:ext cx="1143000" cy="1143000"/>
          </a:xfrm>
          <a:prstGeom prst="ellipse">
            <a:avLst/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1239500" y="744855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12763500" y="3762375"/>
            <a:ext cx="4191000" cy="666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địa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 vụ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763500" y="5572125"/>
            <a:ext cx="4191000" cy="666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địa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 vụ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763500" y="7381875"/>
            <a:ext cx="4191000" cy="666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địa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 vụ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950" dirty="0"/>
          </a:p>
        </p:txBody>
      </p:sp>
      <p:sp>
        <p:nvSpPr>
          <p:cNvPr id="17" name="Connector line-1792370405153-342281755"/>
          <p:cNvSpPr/>
          <p:nvPr/>
        </p:nvSpPr>
        <p:spPr>
          <a:xfrm>
            <a:off x="2952750" y="5905500"/>
            <a:ext cx="20002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0405153-260721998"/>
          <p:cNvSpPr/>
          <p:nvPr/>
        </p:nvSpPr>
        <p:spPr>
          <a:xfrm>
            <a:off x="8763000" y="5905500"/>
            <a:ext cx="24765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953000" y="6667500"/>
            <a:ext cx="3810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d930a42b-973f-4b5c-868a-b28a41236f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Mũi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hứa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467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476500" y="3571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Mũi</a:t>
            </a:r>
            <a:r>
              <a:rPr lang="en-US" sz="30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kiến,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30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30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372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476500" y="5476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"Gần"</a:t>
            </a: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anycast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tuyến,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3000" dirty="0" spc="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277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476500" y="7381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Multicast</a:t>
            </a:r>
            <a:r>
              <a:rPr lang="en-US" sz="30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 cần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30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7c83679-1674-4ba6-aabf-c863ed155f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4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dịch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B, C,</a:t>
            </a:r>
            <a:r>
              <a:rPr lang="en-US" sz="54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D;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54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54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54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4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nơi.</a:t>
            </a:r>
            <a:r>
              <a:rPr lang="en-US" sz="5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54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4333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524000" y="4857750"/>
            <a:ext cx="15240000" cy="1809750"/>
          </a:xfrm>
          <a:prstGeom prst="rect">
            <a:avLst/>
          </a:prstGeom>
          <a:noFill/>
          <a:ln/>
        </p:spPr>
        <p:txBody>
          <a:bodyPr wrap="square" lIns="0" tIns="121920" rIns="0" bIns="-121920" rtlCol="0" anchor="t"/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20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Anycast.</a:t>
            </a:r>
            <a:endParaRPr lang="en-US" sz="12000" dirty="0"/>
          </a:p>
        </p:txBody>
      </p:sp>
      <p:sp>
        <p:nvSpPr>
          <p:cNvPr id="7" name="Shape 5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7762875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nhóm: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multicast.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d6527fa7-7418-4d5d-8fd9-21b59181558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Connector line-1792370444637-765157864"/>
          <p:cNvSpPr/>
          <p:nvPr/>
        </p:nvSpPr>
        <p:spPr>
          <a:xfrm>
            <a:off x="914400" y="40767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70444638-338846651"/>
          <p:cNvSpPr/>
          <p:nvPr/>
        </p:nvSpPr>
        <p:spPr>
          <a:xfrm>
            <a:off x="914400" y="52959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70444638-234947402"/>
          <p:cNvSpPr/>
          <p:nvPr/>
        </p:nvSpPr>
        <p:spPr>
          <a:xfrm>
            <a:off x="914400" y="65151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70444638-428928736"/>
          <p:cNvSpPr/>
          <p:nvPr/>
        </p:nvSpPr>
        <p:spPr>
          <a:xfrm>
            <a:off x="914400" y="77343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295400" y="31527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429250" y="32194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mạng,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khẳng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95400" y="43719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IPv6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429250" y="44386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broadcast;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multicast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95400" y="55911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Broadcast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429250" y="56578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103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Multicast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5429250" y="68770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quản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nhóm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95400" y="8029575"/>
            <a:ext cx="3619500" cy="6286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Anycast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429250" y="8096250"/>
            <a:ext cx="1162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nhận: cân nhắc giao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dài.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21f4f3a-8f35-4e9e-b10d-5d35f3bb9f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3524250" cy="3810000"/>
          </a:xfrm>
          <a:prstGeom prst="roundRect">
            <a:avLst>
              <a:gd name="adj" fmla="val 648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238500"/>
            <a:ext cx="2952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38250" y="409575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38250" y="4572000"/>
            <a:ext cx="2952750" cy="1905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 gói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629150" y="2952750"/>
            <a:ext cx="3524250" cy="3810000"/>
          </a:xfrm>
          <a:prstGeom prst="roundRect">
            <a:avLst>
              <a:gd name="adj" fmla="val 648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4953000" y="3238500"/>
            <a:ext cx="2952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4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IPv4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953000" y="40957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953000" y="4857750"/>
            <a:ext cx="295275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broadcast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43900" y="2952750"/>
            <a:ext cx="3524250" cy="3810000"/>
          </a:xfrm>
          <a:prstGeom prst="roundRect">
            <a:avLst>
              <a:gd name="adj" fmla="val 648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8667750" y="3238500"/>
            <a:ext cx="2952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IPv6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8667750" y="40957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667750" y="4857750"/>
            <a:ext cx="295275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broadcast</a:t>
            </a:r>
            <a:endParaRPr lang="en-US" sz="2100" dirty="0"/>
          </a:p>
        </p:txBody>
      </p:sp>
      <p:sp>
        <p:nvSpPr>
          <p:cNvPr id="16" name="Connector line-1792370459926-474034733"/>
          <p:cNvSpPr/>
          <p:nvPr/>
        </p:nvSpPr>
        <p:spPr>
          <a:xfrm>
            <a:off x="12287250" y="2952750"/>
            <a:ext cx="0" cy="561975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668250" y="29527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richtext-1792370459929-564484931"/>
          <p:cNvSpPr/>
          <p:nvPr/>
        </p:nvSpPr>
        <p:spPr>
          <a:xfrm>
            <a:off x="12668250" y="3486150"/>
            <a:ext cx="4762500" cy="4953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4291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§2–2.1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919 §4,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§7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1112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4786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§3.1–3.2,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§4.1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eab475e-b401-4590-a177-424795aa87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2026-10-19T00:41:16Z</dcterms:created>
  <dcterms:modified xsi:type="dcterms:W3CDTF">2026-10-19T00:41:16Z</dcterms:modified>
</cp:coreProperties>
</file>