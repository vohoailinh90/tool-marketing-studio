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2286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Linux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qua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mấy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9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bước,</a:t>
            </a:r>
            <a:r>
              <a:rPr lang="en-US" sz="30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sót.</a:t>
            </a:r>
            <a:endParaRPr lang="en-US" sz="3000" dirty="0"/>
          </a:p>
        </p:txBody>
      </p:sp>
      <p:sp>
        <p:nvSpPr>
          <p:cNvPr id="5" name="Connector line-1792390972271-925839850"/>
          <p:cNvSpPr/>
          <p:nvPr/>
        </p:nvSpPr>
        <p:spPr>
          <a:xfrm>
            <a:off x="914400" y="6667500"/>
            <a:ext cx="86106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905625"/>
            <a:ext cx="8572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boot(7)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bootup(7)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239500" y="31432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4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sụn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239500" y="533400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4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1239500" y="75247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endParaRPr lang="en-US" sz="2400" dirty="0"/>
          </a:p>
        </p:txBody>
      </p:sp>
      <p:sp>
        <p:nvSpPr>
          <p:cNvPr id="10" name="Connector line-1792390972286-819274712"/>
          <p:cNvSpPr/>
          <p:nvPr/>
        </p:nvSpPr>
        <p:spPr>
          <a:xfrm>
            <a:off x="12668250" y="409575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90972286-15419545"/>
          <p:cNvSpPr/>
          <p:nvPr/>
        </p:nvSpPr>
        <p:spPr>
          <a:xfrm>
            <a:off x="12668250" y="6286500"/>
            <a:ext cx="0" cy="12382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4478000" y="5429250"/>
            <a:ext cx="3429000" cy="857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 trúc phần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91bfd6c9-0a55-4628-bd6f-0fbded1fc5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5334000"/>
          </a:xfrm>
          <a:prstGeom prst="roundRect">
            <a:avLst>
              <a:gd name="adj" fmla="val 5000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385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Khung</a:t>
            </a:r>
            <a:r>
              <a:rPr lang="en-US" sz="2550" dirty="0" spc="-1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4572000" cy="3619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5334000"/>
          </a:xfrm>
          <a:prstGeom prst="roundRect">
            <a:avLst>
              <a:gd name="adj" fmla="val 5000"/>
            </a:avLst>
          </a:prstGeom>
          <a:solidFill>
            <a:srgbClr val="FBF8F1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385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Khung</a:t>
            </a:r>
            <a:r>
              <a:rPr lang="en-US" sz="2550" dirty="0" spc="-1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hai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858000" y="4095750"/>
            <a:ext cx="4572000" cy="3619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 thêm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5334000"/>
          </a:xfrm>
          <a:prstGeom prst="roundRect">
            <a:avLst>
              <a:gd name="adj" fmla="val 5000"/>
            </a:avLst>
          </a:prstGeom>
          <a:solidFill>
            <a:srgbClr val="FBF8F1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20600" y="3238500"/>
            <a:ext cx="4572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Khung</a:t>
            </a:r>
            <a:r>
              <a:rPr lang="en-US" sz="2550" dirty="0" spc="-2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ba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420600" y="4095750"/>
            <a:ext cx="4572000" cy="36195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00" dirty="0"/>
          </a:p>
        </p:txBody>
      </p:sp>
      <p:sp>
        <p:nvSpPr>
          <p:cNvPr id="13" name="Connector line-1792390973351-26936784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7891192-d6dc-46e8-af97-8bd367b4748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b="1" spc="29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tầng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1571625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4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1–3</a:t>
            </a:r>
            <a:r>
              <a:rPr lang="en-US" sz="2400" dirty="0" spc="-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·</a:t>
            </a:r>
            <a:r>
              <a:rPr lang="en-US" sz="2400" dirty="0" spc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Phần</a:t>
            </a:r>
            <a:r>
              <a:rPr lang="en-US" sz="2400" dirty="0" spc="-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sụn:</a:t>
            </a:r>
            <a:r>
              <a:rPr lang="en-US" sz="2400" dirty="0" spc="-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nạp,</a:t>
            </a:r>
            <a:r>
              <a:rPr lang="en-US" sz="2400" dirty="0" spc="-5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POST,</a:t>
            </a:r>
            <a:r>
              <a:rPr lang="en-US" sz="2400" dirty="0" spc="-9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phát</a:t>
            </a:r>
            <a:r>
              <a:rPr lang="en-US" sz="2400" dirty="0" spc="-3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hiện</a:t>
            </a:r>
            <a:r>
              <a:rPr lang="en-US" sz="2400" dirty="0" spc="-4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thiết</a:t>
            </a:r>
            <a:r>
              <a:rPr lang="en-US" sz="2400" dirty="0" spc="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bị,</a:t>
            </a:r>
            <a:r>
              <a:rPr lang="en-US" sz="2400" dirty="0" spc="-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chọn</a:t>
            </a:r>
            <a:r>
              <a:rPr lang="en-US" sz="2400" dirty="0" spc="-4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thiết</a:t>
            </a:r>
            <a:r>
              <a:rPr lang="en-US" sz="2400" dirty="0" spc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bị</a:t>
            </a:r>
            <a:r>
              <a:rPr lang="en-US" sz="2400" dirty="0" spc="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khởi</a:t>
            </a:r>
            <a:r>
              <a:rPr lang="en-US" sz="2400" dirty="0" spc="-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409575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4B63DC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095750"/>
            <a:ext cx="1571625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r>
              <a:rPr lang="en-US" sz="2400" dirty="0" spc="-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·</a:t>
            </a:r>
            <a:r>
              <a:rPr lang="en-US" sz="2400" dirty="0" spc="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Bộ</a:t>
            </a:r>
            <a:r>
              <a:rPr lang="en-US" sz="2400" dirty="0" spc="-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nạp</a:t>
            </a:r>
            <a:r>
              <a:rPr lang="en-US" sz="2400" dirty="0" spc="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khởi</a:t>
            </a:r>
            <a:r>
              <a:rPr lang="en-US" sz="2400" dirty="0" spc="-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2400" dirty="0" spc="-6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GRUB:</a:t>
            </a:r>
            <a:r>
              <a:rPr lang="en-US" sz="2400" dirty="0" spc="-8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menu</a:t>
            </a:r>
            <a:r>
              <a:rPr lang="en-US" sz="2400" dirty="0" spc="-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hệ</a:t>
            </a:r>
            <a:r>
              <a:rPr lang="en-US" sz="2400" dirty="0" spc="12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điều</a:t>
            </a:r>
            <a:r>
              <a:rPr lang="en-US" sz="2400" dirty="0" spc="1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hành,</a:t>
            </a:r>
            <a:r>
              <a:rPr lang="en-US" sz="2400" dirty="0" spc="-3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nhân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14400" y="542925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7C8FE6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429250"/>
            <a:ext cx="1571625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5</a:t>
            </a:r>
            <a:r>
              <a:rPr lang="en-US" sz="24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·</a:t>
            </a:r>
            <a:r>
              <a:rPr lang="en-US" sz="24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Nhân</a:t>
            </a:r>
            <a:r>
              <a:rPr lang="en-US" sz="24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sẵn</a:t>
            </a:r>
            <a:r>
              <a:rPr lang="en-US" sz="24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sàng;</a:t>
            </a:r>
            <a:r>
              <a:rPr lang="en-US" sz="2400" dirty="0" spc="-2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systemd</a:t>
            </a:r>
            <a:r>
              <a:rPr lang="en-US" sz="24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là</a:t>
            </a:r>
            <a:r>
              <a:rPr lang="en-US" sz="24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tiến</a:t>
            </a:r>
            <a:r>
              <a:rPr lang="en-US" sz="24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trình</a:t>
            </a:r>
            <a:r>
              <a:rPr lang="en-US" sz="2400" dirty="0" spc="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đầu</a:t>
            </a:r>
            <a:r>
              <a:rPr lang="en-US" sz="24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tiên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AEBBF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762750"/>
            <a:ext cx="15716250" cy="1143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6–7</a:t>
            </a:r>
            <a:r>
              <a:rPr lang="en-US" sz="24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·</a:t>
            </a:r>
            <a:r>
              <a:rPr lang="en-US" sz="24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Mục</a:t>
            </a:r>
            <a:r>
              <a:rPr lang="en-US" sz="24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tiêu mặc</a:t>
            </a:r>
            <a:r>
              <a:rPr lang="en-US" sz="2400" dirty="0" spc="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định;</a:t>
            </a:r>
            <a:r>
              <a:rPr lang="en-US" sz="24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r>
              <a:rPr lang="en-US" sz="24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 tập</a:t>
            </a:r>
            <a:r>
              <a:rPr lang="en-US" sz="24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lệnh</a:t>
            </a:r>
            <a:r>
              <a:rPr lang="en-US" sz="24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khởi</a:t>
            </a:r>
            <a:r>
              <a:rPr lang="en-US" sz="24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80962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D6DDF8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8096250"/>
            <a:ext cx="1571625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8</a:t>
            </a:r>
            <a:r>
              <a:rPr lang="en-US" sz="24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·</a:t>
            </a:r>
            <a:r>
              <a:rPr lang="en-US" sz="24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Màn</a:t>
            </a:r>
            <a:r>
              <a:rPr lang="en-US" sz="24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r>
              <a:rPr lang="en-US" sz="24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đăng nhập</a:t>
            </a:r>
            <a:endParaRPr lang="en-US" sz="2400" dirty="0"/>
          </a:p>
        </p:txBody>
      </p:sp>
      <p:sp>
        <p:nvSpPr>
          <p:cNvPr id="14" name="Connector line-1792390974295-730782809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5693869-ea2c-4f11-9f6d-6ac9d0e1e3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b="1" spc="27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nói,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3810000"/>
            <a:ext cx="7048500" cy="4572000"/>
          </a:xfrm>
          <a:prstGeom prst="rect">
            <a:avLst/>
          </a:prstGeom>
          <a:noFill/>
          <a:ln/>
        </p:spPr>
        <p:txBody>
          <a:bodyPr wrap="square" lIns="0" tIns="-2286" rIns="0" bIns="2286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sụn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4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bị.</a:t>
            </a:r>
            <a:endParaRPr lang="en-US" sz="24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sụn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GRUB.</a:t>
            </a:r>
            <a:endParaRPr lang="en-US" sz="24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Nhân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40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563100" y="2762250"/>
            <a:ext cx="7810500" cy="6096000"/>
          </a:xfrm>
          <a:prstGeom prst="roundRect">
            <a:avLst>
              <a:gd name="adj" fmla="val 437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82200" y="31051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 LẬP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982200" y="3810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1724" rIns="0" bIns="-11724" rtlCol="0" anchor="t"/>
          <a:lstStyle/>
          <a:p>
            <a:pPr algn="l" indent="0" marL="0">
              <a:lnSpc>
                <a:spcPts val="2828"/>
              </a:lnSpc>
              <a:buNone/>
            </a:pPr>
            <a:r>
              <a:rPr lang="en-US" sz="217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7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sụn</a:t>
            </a:r>
            <a:r>
              <a:rPr lang="en-US" sz="217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khởi</a:t>
            </a:r>
            <a:r>
              <a:rPr lang="en-US" sz="217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7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17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r>
              <a:rPr lang="en-US" sz="2175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7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17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bộ</a:t>
            </a:r>
            <a:r>
              <a:rPr lang="en-US" sz="217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nạp;</a:t>
            </a:r>
            <a:r>
              <a:rPr lang="en-US" sz="217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7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7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sụn</a:t>
            </a:r>
            <a:r>
              <a:rPr lang="en-US" sz="217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17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7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17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175" dirty="0"/>
          </a:p>
        </p:txBody>
      </p:sp>
      <p:sp>
        <p:nvSpPr>
          <p:cNvPr id="10" name="Text 8"/>
          <p:cNvSpPr/>
          <p:nvPr/>
        </p:nvSpPr>
        <p:spPr>
          <a:xfrm>
            <a:off x="9982200" y="5334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11724" rIns="0" bIns="-11724" rtlCol="0" anchor="t"/>
          <a:lstStyle/>
          <a:p>
            <a:pPr algn="l" indent="0" marL="0">
              <a:lnSpc>
                <a:spcPts val="2828"/>
              </a:lnSpc>
              <a:buNone/>
            </a:pPr>
            <a:r>
              <a:rPr lang="en-US" sz="217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Giữa</a:t>
            </a:r>
            <a:r>
              <a:rPr lang="en-US" sz="217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7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175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75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</a:t>
            </a:r>
            <a:r>
              <a:rPr lang="en-US" sz="217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7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7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75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initramfs</a:t>
            </a:r>
            <a:r>
              <a:rPr lang="en-US" sz="2175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7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 hệ thống</a:t>
            </a:r>
            <a:r>
              <a:rPr lang="en-US" sz="217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17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9982200" y="6858000"/>
            <a:ext cx="7048500" cy="1714500"/>
          </a:xfrm>
          <a:prstGeom prst="rect">
            <a:avLst/>
          </a:prstGeom>
          <a:noFill/>
          <a:ln/>
        </p:spPr>
        <p:txBody>
          <a:bodyPr wrap="square" lIns="0" tIns="11724" rIns="0" bIns="-11724" rtlCol="0" anchor="t"/>
          <a:lstStyle/>
          <a:p>
            <a:pPr algn="l" indent="0" marL="0">
              <a:lnSpc>
                <a:spcPts val="2828"/>
              </a:lnSpc>
              <a:buNone/>
            </a:pPr>
            <a:r>
              <a:rPr lang="en-US" sz="217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17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17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75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7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17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7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17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7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7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graphical</a:t>
            </a:r>
            <a:r>
              <a:rPr lang="en-US" sz="2175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7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multi-user</a:t>
            </a:r>
            <a:r>
              <a:rPr lang="en-US" sz="2175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target;</a:t>
            </a:r>
            <a:r>
              <a:rPr lang="en-US" sz="217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75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7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7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7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7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init, không</a:t>
            </a:r>
            <a:r>
              <a:rPr lang="en-US" sz="217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7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7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7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systemd.</a:t>
            </a:r>
            <a:endParaRPr lang="en-US" sz="2175" dirty="0"/>
          </a:p>
        </p:txBody>
      </p:sp>
      <p:sp>
        <p:nvSpPr>
          <p:cNvPr id="12" name="Connector line-1792390975253-7691636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dda43ef9-72c9-46f9-bbc9-b6282414ed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TĨNH</a:t>
            </a:r>
            <a:r>
              <a:rPr lang="en-US" sz="1800" b="1" spc="27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5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6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Mục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6667500" cy="43815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ctr"/>
          <a:lstStyle/>
          <a:p>
            <a:pPr algn="l" indent="0" marL="0">
              <a:lnSpc>
                <a:spcPts val="30000"/>
              </a:lnSpc>
              <a:buNone/>
            </a:pPr>
            <a:r>
              <a:rPr lang="en-US" sz="30000" dirty="0" spc="-1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78</a:t>
            </a:r>
            <a:endParaRPr lang="en-US" sz="30000" dirty="0"/>
          </a:p>
        </p:txBody>
      </p:sp>
      <p:sp>
        <p:nvSpPr>
          <p:cNvPr id="5" name="Text 3"/>
          <p:cNvSpPr/>
          <p:nvPr/>
        </p:nvSpPr>
        <p:spPr>
          <a:xfrm>
            <a:off x="914400" y="7334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vị: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vụ,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8572500" y="2857500"/>
            <a:ext cx="8801100" cy="1428750"/>
          </a:xfrm>
          <a:prstGeom prst="roundRect">
            <a:avLst>
              <a:gd name="adj" fmla="val 16000"/>
            </a:avLst>
          </a:prstGeom>
          <a:solidFill>
            <a:srgbClr val="FBF8F1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53500" y="2857500"/>
            <a:ext cx="809625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tường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minh: chuỗi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r>
              <a:rPr lang="en-US" sz="24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8572500" y="4572000"/>
            <a:ext cx="8801100" cy="1428750"/>
          </a:xfrm>
          <a:prstGeom prst="roundRect">
            <a:avLst>
              <a:gd name="adj" fmla="val 16000"/>
            </a:avLst>
          </a:prstGeom>
          <a:solidFill>
            <a:srgbClr val="FBF8F1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53500" y="4572000"/>
            <a:ext cx="8096250" cy="1428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ctr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41</a:t>
            </a:r>
            <a:r>
              <a:rPr lang="en-US" sz="24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4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(systemd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buộc)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572500" y="6286500"/>
            <a:ext cx="8801100" cy="1428750"/>
          </a:xfrm>
          <a:prstGeom prst="roundRect">
            <a:avLst>
              <a:gd name="adj" fmla="val 16000"/>
            </a:avLst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8953500" y="6286500"/>
            <a:ext cx="8096250" cy="1428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2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2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b="1" dirty="0" spc="-2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systemd:</a:t>
            </a: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đọc</a:t>
            </a: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250" dirty="0"/>
          </a:p>
        </p:txBody>
      </p:sp>
      <p:sp>
        <p:nvSpPr>
          <p:cNvPr id="12" name="Connector line-1792390976061-72627428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464c74f4-a0a9-43ea-b592-8626b872e05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622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76500" y="27622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22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1910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76500" y="41910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 số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78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56197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76500" y="561975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động;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sụn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2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70485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476500" y="7048500"/>
            <a:ext cx="14478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GRUB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UEFI</a:t>
            </a:r>
            <a:endParaRPr lang="en-US" sz="2250" dirty="0"/>
          </a:p>
        </p:txBody>
      </p:sp>
      <p:sp>
        <p:nvSpPr>
          <p:cNvPr id="16" name="Connector line-1792391014553-222728863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63b7f68-9b24-430f-836f-0a949293718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tệp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nói: "BIOS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GRUB,</a:t>
            </a: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GRUB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systemd".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tệp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gốc: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34290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Phần sụn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257800" y="4476750"/>
            <a:ext cx="34290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Bộ</a:t>
            </a: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nạp</a:t>
            </a:r>
            <a:r>
              <a:rPr lang="en-US" sz="2400" dirty="0" spc="-7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GRUB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601200" y="4476750"/>
            <a:ext cx="3429000" cy="1905000"/>
          </a:xfrm>
          <a:prstGeom prst="roundRect">
            <a:avLst>
              <a:gd name="adj" fmla="val 14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Nhân</a:t>
            </a:r>
            <a:r>
              <a:rPr lang="en-US" sz="2400" dirty="0" spc="0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+</a:t>
            </a:r>
            <a:r>
              <a:rPr lang="en-US" sz="2400" dirty="0" spc="-4" kern="0">
                <a:solidFill>
                  <a:srgbClr val="FFFF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initramfs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3944600" y="4476750"/>
            <a:ext cx="3429000" cy="1905000"/>
          </a:xfrm>
          <a:prstGeom prst="roundRect">
            <a:avLst>
              <a:gd name="adj" fmla="val 14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systemd</a:t>
            </a:r>
            <a:endParaRPr lang="en-US" sz="2400" dirty="0"/>
          </a:p>
        </p:txBody>
      </p:sp>
      <p:sp>
        <p:nvSpPr>
          <p:cNvPr id="9" name="Connector line-1792391015463-862914688"/>
          <p:cNvSpPr/>
          <p:nvPr/>
        </p:nvSpPr>
        <p:spPr>
          <a:xfrm>
            <a:off x="4343400" y="5429250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0" name="Connector line-1792391015463-555805532"/>
          <p:cNvSpPr/>
          <p:nvPr/>
        </p:nvSpPr>
        <p:spPr>
          <a:xfrm>
            <a:off x="8686800" y="5429250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1" name="Connector line-1792391015463-881828391"/>
          <p:cNvSpPr/>
          <p:nvPr/>
        </p:nvSpPr>
        <p:spPr>
          <a:xfrm>
            <a:off x="13030200" y="5429250"/>
            <a:ext cx="914400" cy="0"/>
          </a:xfrm>
          <a:prstGeom prst="line">
            <a:avLst/>
          </a:prstGeom>
          <a:noFill/>
          <a:ln w="47625">
            <a:solidFill>
              <a:srgbClr val="5A5F73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14400" y="6953250"/>
            <a:ext cx="1645920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 giữa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nạp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systemd: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initramfs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tìm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13" name="Connector line-1792391015467-13293253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27fd15dc-2a93-4096-9721-84eb5a9839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300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54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5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56" kern="0" dirty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bước,</a:t>
            </a:r>
            <a:r>
              <a:rPr lang="en-US" sz="69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17145" rIns="0" bIns="-17145" rtlCol="0" anchor="t"/>
          <a:lstStyle/>
          <a:p>
            <a:pPr algn="l" indent="0" marL="0">
              <a:lnSpc>
                <a:spcPts val="6210"/>
              </a:lnSpc>
              <a:buNone/>
            </a:pP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 có</a:t>
            </a:r>
            <a:r>
              <a:rPr lang="en-US" sz="54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tám</a:t>
            </a:r>
            <a:r>
              <a:rPr lang="en-US" sz="54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bước.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54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initramfs</a:t>
            </a:r>
            <a:r>
              <a:rPr lang="en-US" sz="54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4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54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54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vị</a:t>
            </a:r>
            <a:r>
              <a:rPr lang="en-US" sz="5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54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54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tiêu</a:t>
            </a:r>
            <a:r>
              <a:rPr lang="en-US" sz="54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mặc</a:t>
            </a:r>
            <a:r>
              <a:rPr lang="en-US" sz="54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54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kéo</a:t>
            </a:r>
            <a:r>
              <a:rPr lang="en-US" sz="54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theo.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914400" y="7048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FBF8F1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7048500"/>
            <a:ext cx="1571625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ctr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boot(7)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bootup(7)</a:t>
            </a:r>
            <a:endParaRPr lang="en-US" sz="2250" dirty="0"/>
          </a:p>
        </p:txBody>
      </p:sp>
      <p:sp>
        <p:nvSpPr>
          <p:cNvPr id="7" name="Connector line-1792391016319-37920408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A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5A5F7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51cb545-c759-480e-a760-00bcf4dca3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Chín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495550"/>
            <a:ext cx="16459200" cy="590550"/>
          </a:xfrm>
          <a:prstGeom prst="roundRect">
            <a:avLst>
              <a:gd name="adj" fmla="val 2903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552700"/>
            <a:ext cx="14287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BIOS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2762250" y="2495550"/>
            <a:ext cx="1428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Basic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Input/Output</a:t>
            </a: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—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162300"/>
            <a:ext cx="16459200" cy="590550"/>
          </a:xfrm>
          <a:prstGeom prst="roundRect">
            <a:avLst>
              <a:gd name="adj" fmla="val 2903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066800" y="3219450"/>
            <a:ext cx="14287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UEFI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2762250" y="3162300"/>
            <a:ext cx="1428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Unified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Extensible</a:t>
            </a:r>
            <a:r>
              <a:rPr lang="en-US" sz="18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Firmware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— giao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sụn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8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829050"/>
            <a:ext cx="16459200" cy="590550"/>
          </a:xfrm>
          <a:prstGeom prst="roundRect">
            <a:avLst>
              <a:gd name="adj" fmla="val 2903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886200"/>
            <a:ext cx="14287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POST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2762250" y="3829050"/>
            <a:ext cx="1428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Power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On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Self</a:t>
            </a:r>
            <a:r>
              <a:rPr lang="en-US" sz="1800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Test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—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4495800"/>
            <a:ext cx="16459200" cy="590550"/>
          </a:xfrm>
          <a:prstGeom prst="roundRect">
            <a:avLst>
              <a:gd name="adj" fmla="val 2903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066800" y="4552950"/>
            <a:ext cx="14287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GRUB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762250" y="4495800"/>
            <a:ext cx="1428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GRand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Unified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Bootloader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—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18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8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5162550"/>
            <a:ext cx="16459200" cy="590550"/>
          </a:xfrm>
          <a:prstGeom prst="roundRect">
            <a:avLst>
              <a:gd name="adj" fmla="val 29032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066800" y="5219700"/>
            <a:ext cx="14287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CPU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2762250" y="5162550"/>
            <a:ext cx="1428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18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—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8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14400" y="5829300"/>
            <a:ext cx="16459200" cy="590550"/>
          </a:xfrm>
          <a:prstGeom prst="roundRect">
            <a:avLst>
              <a:gd name="adj" fmla="val 29032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066800" y="5886450"/>
            <a:ext cx="14287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RAM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2762250" y="5829300"/>
            <a:ext cx="1428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Random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Access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</a:t>
            </a: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—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 truy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6496050"/>
            <a:ext cx="16459200" cy="590550"/>
          </a:xfrm>
          <a:prstGeom prst="roundRect">
            <a:avLst>
              <a:gd name="adj" fmla="val 29032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1066800" y="6553200"/>
            <a:ext cx="14287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EFI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2762250" y="6496050"/>
            <a:ext cx="1428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Extensible</a:t>
            </a:r>
            <a:r>
              <a:rPr lang="en-US" sz="18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Firmware</a:t>
            </a:r>
            <a:r>
              <a:rPr lang="en-US" sz="18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—</a:t>
            </a:r>
            <a:r>
              <a:rPr lang="en-US" sz="18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 phần</a:t>
            </a:r>
            <a:r>
              <a:rPr lang="en-US" sz="18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sụn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14400" y="7162800"/>
            <a:ext cx="16459200" cy="590550"/>
          </a:xfrm>
          <a:prstGeom prst="roundRect">
            <a:avLst>
              <a:gd name="adj" fmla="val 29032"/>
            </a:avLst>
          </a:prstGeom>
          <a:solidFill>
            <a:srgbClr val="1E212B"/>
          </a:solidFill>
          <a:ln/>
        </p:spPr>
      </p:sp>
      <p:sp>
        <p:nvSpPr>
          <p:cNvPr id="26" name="Text 24"/>
          <p:cNvSpPr/>
          <p:nvPr/>
        </p:nvSpPr>
        <p:spPr>
          <a:xfrm>
            <a:off x="1066800" y="7219950"/>
            <a:ext cx="14287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OS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2762250" y="7162800"/>
            <a:ext cx="1428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Operating</a:t>
            </a: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—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8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4400" y="7829550"/>
            <a:ext cx="16459200" cy="590550"/>
          </a:xfrm>
          <a:prstGeom prst="roundRect">
            <a:avLst>
              <a:gd name="adj" fmla="val 29032"/>
            </a:avLst>
          </a:prstGeom>
          <a:solidFill>
            <a:srgbClr val="1E212B"/>
          </a:solidFill>
          <a:ln/>
        </p:spPr>
      </p:sp>
      <p:sp>
        <p:nvSpPr>
          <p:cNvPr id="29" name="Text 27"/>
          <p:cNvSpPr/>
          <p:nvPr/>
        </p:nvSpPr>
        <p:spPr>
          <a:xfrm>
            <a:off x="1066800" y="7886700"/>
            <a:ext cx="14287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PID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2762250" y="7829550"/>
            <a:ext cx="14287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Process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IDentifier —</a:t>
            </a:r>
            <a:r>
              <a:rPr lang="en-US" sz="18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dạng</a:t>
            </a:r>
            <a:r>
              <a:rPr lang="en-US" sz="18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18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914400" y="86296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3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914400" y="89535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man-pages:</a:t>
            </a:r>
            <a:r>
              <a:rPr lang="en-US" sz="18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boot(7)</a:t>
            </a:r>
            <a:r>
              <a:rPr lang="en-US" sz="18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systemd:</a:t>
            </a:r>
            <a:r>
              <a:rPr lang="en-US" sz="18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bootup(7),</a:t>
            </a:r>
            <a:r>
              <a:rPr lang="en-US" sz="18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systemd.special(7)</a:t>
            </a:r>
            <a:endParaRPr lang="en-US" sz="1800" dirty="0"/>
          </a:p>
        </p:txBody>
      </p:sp>
      <p:sp>
        <p:nvSpPr>
          <p:cNvPr id="33" name="Connector line-1792391017164-414720618"/>
          <p:cNvSpPr/>
          <p:nvPr/>
        </p:nvSpPr>
        <p:spPr>
          <a:xfrm>
            <a:off x="990600" y="9582150"/>
            <a:ext cx="2590800" cy="0"/>
          </a:xfrm>
          <a:prstGeom prst="line">
            <a:avLst/>
          </a:prstGeom>
          <a:noFill/>
          <a:ln w="19050">
            <a:solidFill>
              <a:srgbClr val="2C3040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33450" y="952500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257300" y="952500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81150" y="952500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905000" y="952500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228850" y="952500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552700" y="952500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876550" y="952500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00400" y="952500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86150" y="948690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98107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208c65ee-d48a-4c3d-83ef-45ad943399b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2026-10-19T07:07:53Z</dcterms:created>
  <dcterms:modified xsi:type="dcterms:W3CDTF">2026-10-19T07:07:53Z</dcterms:modified>
</cp:coreProperties>
</file>