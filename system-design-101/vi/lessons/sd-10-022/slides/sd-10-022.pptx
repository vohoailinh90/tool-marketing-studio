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Mệnh</a:t>
            </a:r>
            <a:r>
              <a:rPr lang="en-US" sz="81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lệnh,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pPr algn="l" indent="0" marL="0">
              <a:lnSpc>
                <a:spcPts val="8505"/>
              </a:lnSpc>
              <a:buNone/>
            </a:pPr>
            <a:r>
              <a:rPr lang="en-US" sz="8100" dirty="0" spc="-6" kern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505"/>
              </a:lnSpc>
              <a:buNone/>
            </a:pPr>
            <a:r>
              <a:rPr lang="en-US" sz="81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0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hướng</a:t>
            </a:r>
            <a:r>
              <a:rPr lang="en-US" sz="8100" dirty="0" spc="1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8100" dirty="0" spc="-8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300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0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30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viết:</a:t>
            </a:r>
            <a:r>
              <a:rPr lang="en-US" sz="3000" b="1" dirty="0" spc="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3000" b="1" dirty="0" spc="-2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56.</a:t>
            </a:r>
            <a:endParaRPr lang="en-US" sz="3000" dirty="0"/>
          </a:p>
        </p:txBody>
      </p:sp>
      <p:sp>
        <p:nvSpPr>
          <p:cNvPr id="5" name="Connector line-1792338145178-815207429"/>
          <p:cNvSpPr/>
          <p:nvPr/>
        </p:nvSpPr>
        <p:spPr>
          <a:xfrm>
            <a:off x="914400" y="6667500"/>
            <a:ext cx="91440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3430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80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19450" y="773430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24500" y="773430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8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29550" y="7734300"/>
            <a:ext cx="22288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lối</a:t>
            </a:r>
            <a:r>
              <a:rPr lang="en-US" sz="18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763250" y="952500"/>
            <a:ext cx="661035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106150" y="1295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020550" y="1257300"/>
            <a:ext cx="514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Mệnh</a:t>
            </a:r>
            <a:r>
              <a:rPr lang="en-US" sz="42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1106150" y="22479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4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763250" y="3714750"/>
            <a:ext cx="661035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106150" y="40576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020550" y="4019550"/>
            <a:ext cx="514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1106150" y="50101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4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-2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763250" y="6477000"/>
            <a:ext cx="661035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106150" y="68199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020550" y="6781800"/>
            <a:ext cx="514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5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Hướng</a:t>
            </a:r>
            <a:r>
              <a:rPr lang="en-US" sz="42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4200" dirty="0" spc="-4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1106150" y="77724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4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9696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14400" y="6819900"/>
            <a:ext cx="2095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700" dirty="0"/>
          </a:p>
        </p:txBody>
      </p:sp>
      <p:sp>
        <p:nvSpPr>
          <p:cNvPr id="24" name="Text 22"/>
          <p:cNvSpPr/>
          <p:nvPr/>
        </p:nvSpPr>
        <p:spPr>
          <a:xfrm>
            <a:off x="3219450" y="6819900"/>
            <a:ext cx="2095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700" dirty="0"/>
          </a:p>
        </p:txBody>
      </p:sp>
      <p:sp>
        <p:nvSpPr>
          <p:cNvPr id="25" name="Text 23"/>
          <p:cNvSpPr/>
          <p:nvPr/>
        </p:nvSpPr>
        <p:spPr>
          <a:xfrm>
            <a:off x="5524500" y="6819900"/>
            <a:ext cx="2095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56</a:t>
            </a:r>
            <a:endParaRPr lang="en-US" sz="5700" dirty="0"/>
          </a:p>
        </p:txBody>
      </p:sp>
      <p:sp>
        <p:nvSpPr>
          <p:cNvPr id="26" name="Text 24"/>
          <p:cNvSpPr/>
          <p:nvPr/>
        </p:nvSpPr>
        <p:spPr>
          <a:xfrm>
            <a:off x="7829550" y="6819900"/>
            <a:ext cx="22288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7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b126c80-7c07-4c0a-be3d-2a66197a99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72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toán,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714750"/>
            <a:ext cx="7620000" cy="1905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6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chẵn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56.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7620000" cy="2476500"/>
          </a:xfrm>
          <a:prstGeom prst="roundRect">
            <a:avLst>
              <a:gd name="adj" fmla="val 10769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65722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5000" y="1295400"/>
            <a:ext cx="7467600" cy="2133600"/>
          </a:xfrm>
          <a:prstGeom prst="roundRect">
            <a:avLst>
              <a:gd name="adj" fmla="val 10714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9867900" y="1638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706100" y="1600200"/>
            <a:ext cx="4572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Mệnh</a:t>
            </a:r>
            <a:r>
              <a:rPr lang="en-US" sz="39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5582900" y="1676400"/>
            <a:ext cx="1104900" cy="571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=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56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867900" y="2495550"/>
            <a:ext cx="6819900" cy="666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25000" y="3771900"/>
            <a:ext cx="7467600" cy="2133600"/>
          </a:xfrm>
          <a:prstGeom prst="roundRect">
            <a:avLst>
              <a:gd name="adj" fmla="val 10714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9867900" y="41148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706100" y="4076700"/>
            <a:ext cx="4572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5582900" y="4152900"/>
            <a:ext cx="110490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=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56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867900" y="4972050"/>
            <a:ext cx="6819900" cy="666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525000" y="6248400"/>
            <a:ext cx="7467600" cy="2133600"/>
          </a:xfrm>
          <a:prstGeom prst="roundRect">
            <a:avLst>
              <a:gd name="adj" fmla="val 10714"/>
            </a:avLst>
          </a:prstGeom>
          <a:solidFill>
            <a:srgbClr val="F3DFB8"/>
          </a:solidFill>
          <a:ln/>
        </p:spPr>
      </p:sp>
      <p:sp>
        <p:nvSpPr>
          <p:cNvPr id="19" name="Text 17"/>
          <p:cNvSpPr/>
          <p:nvPr/>
        </p:nvSpPr>
        <p:spPr>
          <a:xfrm>
            <a:off x="9867900" y="6591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706100" y="6553200"/>
            <a:ext cx="4572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5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Hướng</a:t>
            </a:r>
            <a:r>
              <a:rPr lang="en-US" sz="3900" dirty="0" spc="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3900" dirty="0" spc="-4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15582900" y="6629400"/>
            <a:ext cx="1104900" cy="571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=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56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867900" y="7448550"/>
            <a:ext cx="6819900" cy="666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257300" y="701040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spcAft>
                <a:spcPts val="1050"/>
              </a:spcAft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  <a:p>
            <a:pPr algn="l" indent="0" marL="0">
              <a:lnSpc>
                <a:spcPts val="3315"/>
              </a:lnSpc>
              <a:spcAft>
                <a:spcPts val="1050"/>
              </a:spcAft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mô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không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 nhau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4443d89d-db56-4fc4-8c90-75f5bf05e3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MỆNH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Mệnh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315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1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1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1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31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2190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imperative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29565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total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29590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thủ tục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7300" y="6591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70485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900" y="12001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791700" y="17145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706100" y="13906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Biến</a:t>
            </a:r>
            <a:r>
              <a:rPr lang="en-US" sz="3000" dirty="0" spc="-1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total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706100" y="19812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486900" y="30670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9791700" y="3581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706100" y="32575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Vòng</a:t>
            </a:r>
            <a:r>
              <a:rPr lang="en-US" sz="30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706100" y="38481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86900" y="49339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9791700" y="5448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706100" y="51244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30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706100" y="57150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chẵn,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 bình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486900" y="68008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9791700" y="73152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706100" y="69913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30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0706100" y="75819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Python: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C,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Pascal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shell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Unix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e3304bed-e6ae-4d9c-ab08-6cd9ec0bb3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31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thuần,</a:t>
            </a:r>
            <a:r>
              <a:rPr lang="en-US" sz="3150" b="1" dirty="0" spc="-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1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31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219075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functional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295650" y="4953000"/>
            <a:ext cx="200025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 thuần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48640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map,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filter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CFE8E2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6591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70485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thuần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 (side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effect).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900" y="12001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9791700" y="17145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706100" y="13906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is_even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706100" y="19812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486900" y="30670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CFE8E2"/>
          </a:solidFill>
          <a:ln/>
        </p:spPr>
      </p:sp>
      <p:sp>
        <p:nvSpPr>
          <p:cNvPr id="18" name="Text 16"/>
          <p:cNvSpPr/>
          <p:nvPr/>
        </p:nvSpPr>
        <p:spPr>
          <a:xfrm>
            <a:off x="9791700" y="3581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706100" y="32575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square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706100" y="38481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86900" y="49339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CFE8E2"/>
          </a:solidFill>
          <a:ln/>
        </p:spPr>
      </p:sp>
      <p:sp>
        <p:nvSpPr>
          <p:cNvPr id="22" name="Text 20"/>
          <p:cNvSpPr/>
          <p:nvPr/>
        </p:nvSpPr>
        <p:spPr>
          <a:xfrm>
            <a:off x="9791700" y="5448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706100" y="51244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sum,</a:t>
            </a:r>
            <a:r>
              <a:rPr lang="en-US" sz="30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map,</a:t>
            </a:r>
            <a:r>
              <a:rPr lang="en-US" sz="30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filter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706100" y="57150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486900" y="68008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CFE8E2"/>
          </a:solidFill>
          <a:ln/>
        </p:spPr>
      </p:sp>
      <p:sp>
        <p:nvSpPr>
          <p:cNvPr id="26" name="Text 24"/>
          <p:cNvSpPr/>
          <p:nvPr/>
        </p:nvSpPr>
        <p:spPr>
          <a:xfrm>
            <a:off x="9791700" y="73152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706100" y="69913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r>
              <a:rPr lang="en-US" sz="30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</a:t>
            </a:r>
            <a:r>
              <a:rPr lang="en-US" sz="30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0706100" y="75819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map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filter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e5daf130-9ca0-404b-b5bd-64af41007a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TƯỢNG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Hướng</a:t>
            </a:r>
            <a:r>
              <a:rPr lang="en-US" sz="72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72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3150" b="1" dirty="0" spc="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31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1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1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150" b="1" dirty="0" spc="-2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3150" b="1" dirty="0" spc="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6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276225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object-oriented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867150" y="4953000"/>
            <a:ext cx="190500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add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962650" y="4953000"/>
            <a:ext cx="133350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7300" y="6591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70485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</a:t>
            </a: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900" y="12001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791700" y="17145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706100" y="13906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3000" dirty="0" spc="-3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706100" y="19812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SquareSum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486900" y="30670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9791700" y="3581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706100" y="32575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Phương</a:t>
            </a:r>
            <a:r>
              <a:rPr lang="en-US" sz="30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30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add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706100" y="38481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86900" y="49339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9791700" y="5448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706100" y="51244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30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3000" dirty="0" spc="-1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706100" y="57150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486900" y="68008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9791700" y="73152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706100" y="69913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30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0706100" y="75819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Dài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11781c40-1adc-4678-9cc4-afacdf23e2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 LẠI</a:t>
            </a:r>
            <a:r>
              <a:rPr lang="en-US" sz="1950" b="1" spc="21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17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955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lối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30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30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3000" b="1" dirty="0" spc="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30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Python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524500"/>
            <a:ext cx="32385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purely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functional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343400" y="5524500"/>
            <a:ext cx="219075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572250"/>
            <a:ext cx="76200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68580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300" y="7277100"/>
            <a:ext cx="7048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Lisp,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86900" y="1181100"/>
            <a:ext cx="7543800" cy="1257300"/>
          </a:xfrm>
          <a:prstGeom prst="roundRect">
            <a:avLst>
              <a:gd name="adj" fmla="val 18182"/>
            </a:avLst>
          </a:prstGeom>
          <a:solidFill>
            <a:srgbClr val="DDE3FA"/>
          </a:solidFill>
          <a:ln/>
        </p:spPr>
      </p:sp>
      <p:sp>
        <p:nvSpPr>
          <p:cNvPr id="12" name="Text 10"/>
          <p:cNvSpPr/>
          <p:nvPr/>
        </p:nvSpPr>
        <p:spPr>
          <a:xfrm>
            <a:off x="9791700" y="14859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706100" y="129540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Thủ</a:t>
            </a:r>
            <a:r>
              <a:rPr lang="en-US" sz="27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tục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706100" y="1752600"/>
            <a:ext cx="6096000" cy="6477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486900" y="2571750"/>
            <a:ext cx="75438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9791700" y="28765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706100" y="26860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Khai</a:t>
            </a:r>
            <a:r>
              <a:rPr lang="en-US" sz="27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706100" y="3143250"/>
            <a:ext cx="6096000" cy="6477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SQL: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486900" y="3962400"/>
            <a:ext cx="7543800" cy="125730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9791700" y="42672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706100" y="407670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Hướng</a:t>
            </a:r>
            <a:r>
              <a:rPr lang="en-US" sz="27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2700" dirty="0" spc="-2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9486900" y="5353050"/>
            <a:ext cx="7543800" cy="1257300"/>
          </a:xfrm>
          <a:prstGeom prst="roundRect">
            <a:avLst>
              <a:gd name="adj" fmla="val 18182"/>
            </a:avLst>
          </a:prstGeom>
          <a:solidFill>
            <a:srgbClr val="CFE8E2"/>
          </a:solidFill>
          <a:ln/>
        </p:spPr>
      </p:sp>
      <p:sp>
        <p:nvSpPr>
          <p:cNvPr id="23" name="Text 21"/>
          <p:cNvSpPr/>
          <p:nvPr/>
        </p:nvSpPr>
        <p:spPr>
          <a:xfrm>
            <a:off x="9791700" y="56578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0706100" y="54673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endParaRPr lang="en-US" sz="2700" dirty="0"/>
          </a:p>
        </p:txBody>
      </p:sp>
      <p:sp>
        <p:nvSpPr>
          <p:cNvPr id="25" name="Connector line-1792338853015-180249507"/>
          <p:cNvSpPr/>
          <p:nvPr/>
        </p:nvSpPr>
        <p:spPr>
          <a:xfrm>
            <a:off x="9525000" y="681990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486900" y="6991350"/>
            <a:ext cx="3657600" cy="1504950"/>
          </a:xfrm>
          <a:prstGeom prst="roundRect">
            <a:avLst>
              <a:gd name="adj" fmla="val 15190"/>
            </a:avLst>
          </a:prstGeom>
          <a:solidFill>
            <a:srgbClr val="CFE8E2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0" y="710565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r>
              <a:rPr lang="en-US" sz="255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thuần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13373100" y="6991350"/>
            <a:ext cx="3657600" cy="1504950"/>
          </a:xfrm>
          <a:prstGeom prst="roundRect">
            <a:avLst>
              <a:gd name="adj" fmla="val 15190"/>
            </a:avLst>
          </a:prstGeom>
          <a:solidFill>
            <a:srgbClr val="CFE8E2"/>
          </a:solidFill>
          <a:ln/>
        </p:spPr>
      </p:sp>
      <p:sp>
        <p:nvSpPr>
          <p:cNvPr id="29" name="Text 27"/>
          <p:cNvSpPr/>
          <p:nvPr/>
        </p:nvSpPr>
        <p:spPr>
          <a:xfrm>
            <a:off x="13601700" y="710565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r>
              <a:rPr lang="en-US" sz="255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</a:t>
            </a:r>
            <a:r>
              <a:rPr lang="en-US" sz="255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0706100" y="4514850"/>
            <a:ext cx="6096000" cy="7048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0706100" y="5905500"/>
            <a:ext cx="6096000" cy="7048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thành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hàm,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9715500" y="7524750"/>
            <a:ext cx="3238500" cy="962025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9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(purely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functional)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3601700" y="7524750"/>
            <a:ext cx="3238500" cy="962025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19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 làm</a:t>
            </a:r>
            <a:r>
              <a:rPr lang="en-US" sz="19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914400" y="43053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7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hàm:</a:t>
            </a:r>
            <a:endParaRPr lang="en-US" sz="27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thuần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cao.</a:t>
            </a:r>
            <a:endParaRPr lang="en-US" sz="27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3df32827-9225-401a-800a-d508fa1802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955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72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loại</a:t>
            </a:r>
            <a:r>
              <a:rPr lang="en-US" sz="72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trừ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30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30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30530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676900"/>
            <a:ext cx="20955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mệnh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200400" y="5676900"/>
            <a:ext cx="323850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2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66750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7300" y="69342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7334250"/>
            <a:ext cx="70485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86900" y="1181100"/>
            <a:ext cx="3733800" cy="314325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1409700"/>
            <a:ext cx="314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Mệnh</a:t>
            </a:r>
            <a:r>
              <a:rPr lang="en-US" sz="285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829800" y="2209800"/>
            <a:ext cx="104775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049000" y="22098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Pascal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449300" y="1181100"/>
            <a:ext cx="3581400" cy="314325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0" y="1409700"/>
            <a:ext cx="314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Hướng</a:t>
            </a:r>
            <a:r>
              <a:rPr lang="en-US" sz="27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2700" dirty="0" spc="-2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3792200" y="22098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Smalltalk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5773400" y="2209800"/>
            <a:ext cx="10668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792200" y="3048000"/>
            <a:ext cx="123825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C++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5220950" y="3048000"/>
            <a:ext cx="123825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endParaRPr lang="en-US" sz="2250" dirty="0"/>
          </a:p>
        </p:txBody>
      </p:sp>
      <p:sp>
        <p:nvSpPr>
          <p:cNvPr id="22" name="Connector line-1792339247773-408694636"/>
          <p:cNvSpPr/>
          <p:nvPr/>
        </p:nvSpPr>
        <p:spPr>
          <a:xfrm>
            <a:off x="12877800" y="2514600"/>
            <a:ext cx="8953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486900" y="4552950"/>
            <a:ext cx="7543800" cy="800100"/>
          </a:xfrm>
          <a:prstGeom prst="roundRect">
            <a:avLst>
              <a:gd name="adj" fmla="val 28571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Python: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9486900" y="5619750"/>
            <a:ext cx="7543800" cy="2857500"/>
          </a:xfrm>
          <a:prstGeom prst="roundRect">
            <a:avLst>
              <a:gd name="adj" fmla="val 8000"/>
            </a:avLst>
          </a:prstGeom>
          <a:solidFill>
            <a:srgbClr val="1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9829800" y="58864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829800" y="3105150"/>
            <a:ext cx="3238500" cy="952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shell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Unix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9829800" y="6381750"/>
            <a:ext cx="6953250" cy="2000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spcAft>
                <a:spcPts val="1650"/>
              </a:spcAft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 nào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  <a:p>
            <a:pPr algn="l" indent="0" marL="0">
              <a:lnSpc>
                <a:spcPts val="3315"/>
              </a:lnSpc>
              <a:spcAft>
                <a:spcPts val="1650"/>
              </a:spcAft>
              <a:buNone/>
            </a:pPr>
            <a:r>
              <a:rPr lang="en-US" sz="2550" dirty="0" spc="-8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Tốc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 nào hợp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5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be2b065c-d98d-41a7-aa99-bc3396a93d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955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581400"/>
            <a:ext cx="7620000" cy="2819400"/>
          </a:xfrm>
          <a:prstGeom prst="roundRect">
            <a:avLst>
              <a:gd name="adj" fmla="val 9459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8481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4286250"/>
            <a:ext cx="7048500" cy="2000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square(n)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*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đụng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r>
              <a:rPr lang="en-US" sz="2550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6591300"/>
            <a:ext cx="7620000" cy="1885950"/>
          </a:xfrm>
          <a:prstGeom prst="roundRect">
            <a:avLst>
              <a:gd name="adj" fmla="val 14141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68580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300" y="7296150"/>
            <a:ext cx="7048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+= 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*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 thuộc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nào,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square?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11620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86900" y="1638300"/>
            <a:ext cx="7543800" cy="2133600"/>
          </a:xfrm>
          <a:prstGeom prst="roundRect">
            <a:avLst>
              <a:gd name="adj" fmla="val 10714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9791700" y="19812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706100" y="18669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3300" dirty="0" spc="-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33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5697200" y="2000250"/>
            <a:ext cx="1066800" cy="419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706100" y="2628900"/>
            <a:ext cx="6096000" cy="9906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thuần: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486900" y="3962400"/>
            <a:ext cx="7543800" cy="2133600"/>
          </a:xfrm>
          <a:prstGeom prst="roundRect">
            <a:avLst>
              <a:gd name="adj" fmla="val 10714"/>
            </a:avLst>
          </a:prstGeom>
          <a:solidFill>
            <a:srgbClr val="CFE8E2"/>
          </a:solidFill>
          <a:ln/>
        </p:spPr>
      </p:sp>
      <p:sp>
        <p:nvSpPr>
          <p:cNvPr id="18" name="Text 16"/>
          <p:cNvSpPr/>
          <p:nvPr/>
        </p:nvSpPr>
        <p:spPr>
          <a:xfrm>
            <a:off x="9791700" y="4305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706100" y="41910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 thuần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5697200" y="4324350"/>
            <a:ext cx="1066800" cy="419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706100" y="4953000"/>
            <a:ext cx="6096000" cy="9906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phụ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(purely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functional)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486900" y="6286500"/>
            <a:ext cx="7543800" cy="2190750"/>
          </a:xfrm>
          <a:prstGeom prst="roundRect">
            <a:avLst>
              <a:gd name="adj" fmla="val 10435"/>
            </a:avLst>
          </a:prstGeom>
          <a:solidFill>
            <a:srgbClr val="F8D9D0"/>
          </a:solidFill>
          <a:ln/>
        </p:spPr>
      </p:sp>
      <p:sp>
        <p:nvSpPr>
          <p:cNvPr id="23" name="Text 21"/>
          <p:cNvSpPr/>
          <p:nvPr/>
        </p:nvSpPr>
        <p:spPr>
          <a:xfrm>
            <a:off x="9791700" y="6629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0706100" y="65151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Mệnh</a:t>
            </a:r>
            <a:r>
              <a:rPr lang="en-US" sz="33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5697200" y="6648450"/>
            <a:ext cx="1066800" cy="4191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706100" y="7277100"/>
            <a:ext cx="6096000" cy="11049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phải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467ea41d-42b4-4e07-84b1-c73c8bd571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955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771900"/>
            <a:ext cx="7620000" cy="4991100"/>
          </a:xfrm>
          <a:prstGeom prst="roundRect">
            <a:avLst>
              <a:gd name="adj" fmla="val 53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40386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6" name="Text richtext-1792339393622-104184771"/>
          <p:cNvSpPr/>
          <p:nvPr/>
        </p:nvSpPr>
        <p:spPr>
          <a:xfrm>
            <a:off x="1257300" y="451485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Python: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4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56</a:t>
            </a:r>
            <a:endParaRPr lang="en-US" sz="2400" dirty="0"/>
          </a:p>
        </p:txBody>
      </p:sp>
      <p:sp>
        <p:nvSpPr>
          <p:cNvPr id="7" name="Connector line-1792339393634-50798034"/>
          <p:cNvSpPr/>
          <p:nvPr/>
        </p:nvSpPr>
        <p:spPr>
          <a:xfrm>
            <a:off x="1257300" y="7277100"/>
            <a:ext cx="69342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57300" y="7524750"/>
            <a:ext cx="7048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2495550"/>
          </a:xfrm>
          <a:prstGeom prst="roundRect">
            <a:avLst>
              <a:gd name="adj" fmla="val 10687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86900" y="1200150"/>
            <a:ext cx="6096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Trạng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16040100" y="1409700"/>
            <a:ext cx="304800" cy="304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6459200" y="1409700"/>
            <a:ext cx="304800" cy="3048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6878300" y="1409700"/>
            <a:ext cx="304800" cy="3048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0" y="3590925"/>
            <a:ext cx="8229600" cy="2495550"/>
          </a:xfrm>
          <a:prstGeom prst="roundRect">
            <a:avLst>
              <a:gd name="adj" fmla="val 10687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3876675"/>
            <a:ext cx="6096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1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</a:t>
            </a:r>
            <a:r>
              <a:rPr lang="en-US" sz="4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4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16878300" y="4086225"/>
            <a:ext cx="304800" cy="3048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6267450"/>
            <a:ext cx="8229600" cy="2495550"/>
          </a:xfrm>
          <a:prstGeom prst="roundRect">
            <a:avLst>
              <a:gd name="adj" fmla="val 10687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6900" y="6553200"/>
            <a:ext cx="6096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30" kern="0">
                <a:solidFill>
                  <a:srgbClr val="C4C8D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4200" dirty="0" spc="0" kern="0">
                <a:solidFill>
                  <a:srgbClr val="C4C8D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4200" dirty="0" spc="-2" kern="0">
                <a:solidFill>
                  <a:srgbClr val="C4C8D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4200" dirty="0"/>
          </a:p>
        </p:txBody>
      </p:sp>
      <p:sp>
        <p:nvSpPr>
          <p:cNvPr id="19" name="Shape 17"/>
          <p:cNvSpPr/>
          <p:nvPr/>
        </p:nvSpPr>
        <p:spPr>
          <a:xfrm>
            <a:off x="16878300" y="6762750"/>
            <a:ext cx="304800" cy="304800"/>
          </a:xfrm>
          <a:prstGeom prst="ellipse">
            <a:avLst/>
          </a:prstGeom>
          <a:solidFill>
            <a:srgbClr val="C4C8D6"/>
          </a:solidFill>
          <a:ln/>
        </p:spPr>
      </p:sp>
      <p:sp>
        <p:nvSpPr>
          <p:cNvPr id="20" name="Text 18"/>
          <p:cNvSpPr/>
          <p:nvPr/>
        </p:nvSpPr>
        <p:spPr>
          <a:xfrm>
            <a:off x="9486900" y="7448550"/>
            <a:ext cx="75438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 không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7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thắng.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486900" y="2095500"/>
            <a:ext cx="75438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 ở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9486900" y="4772025"/>
            <a:ext cx="75438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hình.</a:t>
            </a:r>
            <a:endParaRPr lang="en-US" sz="27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3acaa790-6131-465f-b93d-4895abc6b2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2026-10-19T13:09:30Z</dcterms:created>
  <dcterms:modified xsi:type="dcterms:W3CDTF">2026-10-19T13:09:30Z</dcterms:modified>
</cp:coreProperties>
</file>